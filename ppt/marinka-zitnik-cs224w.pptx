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295400" y="1385289"/>
            <a:ext cx="6781800" cy="2316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1524" y="24891"/>
            <a:ext cx="7602220" cy="1424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648200" y="60125"/>
            <a:ext cx="4495800" cy="44386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648200" y="612085"/>
            <a:ext cx="866775" cy="3749675"/>
          </a:xfrm>
          <a:custGeom>
            <a:avLst/>
            <a:gdLst/>
            <a:ahLst/>
            <a:cxnLst/>
            <a:rect l="l" t="t" r="r" b="b"/>
            <a:pathLst>
              <a:path w="866775" h="3749675">
                <a:moveTo>
                  <a:pt x="0" y="0"/>
                </a:moveTo>
                <a:lnTo>
                  <a:pt x="866606" y="0"/>
                </a:lnTo>
                <a:lnTo>
                  <a:pt x="866606" y="3749255"/>
                </a:lnTo>
                <a:lnTo>
                  <a:pt x="0" y="3749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7951127" y="1850669"/>
            <a:ext cx="1193165" cy="1647189"/>
          </a:xfrm>
          <a:custGeom>
            <a:avLst/>
            <a:gdLst/>
            <a:ahLst/>
            <a:cxnLst/>
            <a:rect l="l" t="t" r="r" b="b"/>
            <a:pathLst>
              <a:path w="1193165" h="1647189">
                <a:moveTo>
                  <a:pt x="0" y="0"/>
                </a:moveTo>
                <a:lnTo>
                  <a:pt x="1192872" y="0"/>
                </a:lnTo>
                <a:lnTo>
                  <a:pt x="1192872" y="1646969"/>
                </a:lnTo>
                <a:lnTo>
                  <a:pt x="0" y="16469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284909" y="1443633"/>
            <a:ext cx="1859280" cy="2041525"/>
          </a:xfrm>
          <a:custGeom>
            <a:avLst/>
            <a:gdLst/>
            <a:ahLst/>
            <a:cxnLst/>
            <a:rect l="l" t="t" r="r" b="b"/>
            <a:pathLst>
              <a:path w="1859279" h="2041525">
                <a:moveTo>
                  <a:pt x="862225" y="0"/>
                </a:moveTo>
                <a:lnTo>
                  <a:pt x="0" y="1403235"/>
                </a:lnTo>
                <a:lnTo>
                  <a:pt x="1037887" y="2040971"/>
                </a:lnTo>
                <a:lnTo>
                  <a:pt x="1859090" y="704497"/>
                </a:lnTo>
                <a:lnTo>
                  <a:pt x="1859090" y="612529"/>
                </a:lnTo>
                <a:lnTo>
                  <a:pt x="8622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7201476" y="2874825"/>
            <a:ext cx="1289685" cy="1073785"/>
          </a:xfrm>
          <a:custGeom>
            <a:avLst/>
            <a:gdLst/>
            <a:ahLst/>
            <a:cxnLst/>
            <a:rect l="l" t="t" r="r" b="b"/>
            <a:pathLst>
              <a:path w="1289684" h="1073785">
                <a:moveTo>
                  <a:pt x="74777" y="0"/>
                </a:moveTo>
                <a:lnTo>
                  <a:pt x="0" y="980690"/>
                </a:lnTo>
                <a:lnTo>
                  <a:pt x="1214635" y="1073306"/>
                </a:lnTo>
                <a:lnTo>
                  <a:pt x="1289413" y="92616"/>
                </a:lnTo>
                <a:lnTo>
                  <a:pt x="747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5901837" y="2843193"/>
            <a:ext cx="981710" cy="1407160"/>
          </a:xfrm>
          <a:custGeom>
            <a:avLst/>
            <a:gdLst/>
            <a:ahLst/>
            <a:cxnLst/>
            <a:rect l="l" t="t" r="r" b="b"/>
            <a:pathLst>
              <a:path w="981709" h="1407160">
                <a:moveTo>
                  <a:pt x="863212" y="0"/>
                </a:moveTo>
                <a:lnTo>
                  <a:pt x="0" y="76612"/>
                </a:lnTo>
                <a:lnTo>
                  <a:pt x="118043" y="1406625"/>
                </a:lnTo>
                <a:lnTo>
                  <a:pt x="981256" y="1330011"/>
                </a:lnTo>
                <a:lnTo>
                  <a:pt x="8632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4958386" y="1061565"/>
            <a:ext cx="1548130" cy="1777364"/>
          </a:xfrm>
          <a:custGeom>
            <a:avLst/>
            <a:gdLst/>
            <a:ahLst/>
            <a:cxnLst/>
            <a:rect l="l" t="t" r="r" b="b"/>
            <a:pathLst>
              <a:path w="1548129" h="1777364">
                <a:moveTo>
                  <a:pt x="740257" y="0"/>
                </a:moveTo>
                <a:lnTo>
                  <a:pt x="0" y="450582"/>
                </a:lnTo>
                <a:lnTo>
                  <a:pt x="807393" y="1777042"/>
                </a:lnTo>
                <a:lnTo>
                  <a:pt x="1547651" y="1326459"/>
                </a:lnTo>
                <a:lnTo>
                  <a:pt x="7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8767346" y="781913"/>
            <a:ext cx="167370" cy="34964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08169" y="4545258"/>
            <a:ext cx="8579465" cy="2118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71916" y="1180118"/>
            <a:ext cx="5607454" cy="31812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08169" y="1114347"/>
            <a:ext cx="458470" cy="592455"/>
          </a:xfrm>
          <a:custGeom>
            <a:avLst/>
            <a:gdLst/>
            <a:ahLst/>
            <a:cxnLst/>
            <a:rect l="l" t="t" r="r" b="b"/>
            <a:pathLst>
              <a:path w="458470" h="592455">
                <a:moveTo>
                  <a:pt x="0" y="0"/>
                </a:moveTo>
                <a:lnTo>
                  <a:pt x="458038" y="0"/>
                </a:lnTo>
                <a:lnTo>
                  <a:pt x="458038" y="592016"/>
                </a:lnTo>
                <a:lnTo>
                  <a:pt x="0" y="5920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3196" y="313435"/>
            <a:ext cx="4217606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838" y="1514483"/>
            <a:ext cx="8482323" cy="428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43592" y="6730186"/>
            <a:ext cx="146050" cy="12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marinka@hms.harvard.edu" TargetMode="External"/><Relationship Id="rId3" Type="http://schemas.openxmlformats.org/officeDocument/2006/relationships/image" Target="../media/image6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jp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jp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Relationship Id="rId28" Type="http://schemas.openxmlformats.org/officeDocument/2006/relationships/image" Target="../media/image40.png"/><Relationship Id="rId29" Type="http://schemas.openxmlformats.org/officeDocument/2006/relationships/image" Target="../media/image41.png"/><Relationship Id="rId30" Type="http://schemas.openxmlformats.org/officeDocument/2006/relationships/image" Target="../media/image42.png"/><Relationship Id="rId31" Type="http://schemas.openxmlformats.org/officeDocument/2006/relationships/image" Target="../media/image4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image" Target="../media/image60.jpg"/><Relationship Id="rId16" Type="http://schemas.openxmlformats.org/officeDocument/2006/relationships/image" Target="../media/image6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3.png"/><Relationship Id="rId3" Type="http://schemas.openxmlformats.org/officeDocument/2006/relationships/image" Target="../media/image84.jp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jp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114.png"/><Relationship Id="rId17" Type="http://schemas.openxmlformats.org/officeDocument/2006/relationships/image" Target="../media/image115.png"/><Relationship Id="rId18" Type="http://schemas.openxmlformats.org/officeDocument/2006/relationships/image" Target="../media/image116.png"/><Relationship Id="rId19" Type="http://schemas.openxmlformats.org/officeDocument/2006/relationships/image" Target="../media/image117.png"/><Relationship Id="rId20" Type="http://schemas.openxmlformats.org/officeDocument/2006/relationships/image" Target="../media/image11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9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jpg"/><Relationship Id="rId3" Type="http://schemas.openxmlformats.org/officeDocument/2006/relationships/image" Target="../media/image131.jpg"/><Relationship Id="rId4" Type="http://schemas.openxmlformats.org/officeDocument/2006/relationships/image" Target="../media/image132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Relationship Id="rId4" Type="http://schemas.openxmlformats.org/officeDocument/2006/relationships/image" Target="../media/image135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6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jpg"/><Relationship Id="rId3" Type="http://schemas.openxmlformats.org/officeDocument/2006/relationships/image" Target="../media/image138.png"/><Relationship Id="rId4" Type="http://schemas.openxmlformats.org/officeDocument/2006/relationships/image" Target="../media/image139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jpg"/><Relationship Id="rId3" Type="http://schemas.openxmlformats.org/officeDocument/2006/relationships/image" Target="../media/image14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4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Relationship Id="rId8" Type="http://schemas.openxmlformats.org/officeDocument/2006/relationships/image" Target="../media/image152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jpg"/><Relationship Id="rId3" Type="http://schemas.openxmlformats.org/officeDocument/2006/relationships/image" Target="../media/image154.png"/><Relationship Id="rId4" Type="http://schemas.openxmlformats.org/officeDocument/2006/relationships/image" Target="../media/image155.jpg"/><Relationship Id="rId5" Type="http://schemas.openxmlformats.org/officeDocument/2006/relationships/image" Target="../media/image15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7.jpg"/><Relationship Id="rId3" Type="http://schemas.openxmlformats.org/officeDocument/2006/relationships/image" Target="../media/image158.jpg"/><Relationship Id="rId4" Type="http://schemas.openxmlformats.org/officeDocument/2006/relationships/image" Target="../media/image159.jpg"/><Relationship Id="rId5" Type="http://schemas.openxmlformats.org/officeDocument/2006/relationships/image" Target="../media/image160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png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Relationship Id="rId8" Type="http://schemas.openxmlformats.org/officeDocument/2006/relationships/image" Target="../media/image167.png"/><Relationship Id="rId9" Type="http://schemas.openxmlformats.org/officeDocument/2006/relationships/image" Target="../media/image168.png"/><Relationship Id="rId10" Type="http://schemas.openxmlformats.org/officeDocument/2006/relationships/image" Target="../media/image169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2.jpg"/><Relationship Id="rId3" Type="http://schemas.openxmlformats.org/officeDocument/2006/relationships/image" Target="../media/image173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5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6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jpg"/><Relationship Id="rId3" Type="http://schemas.openxmlformats.org/officeDocument/2006/relationships/image" Target="../media/image178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1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2.jpg"/><Relationship Id="rId3" Type="http://schemas.openxmlformats.org/officeDocument/2006/relationships/image" Target="../media/image183.jpg"/><Relationship Id="rId4" Type="http://schemas.openxmlformats.org/officeDocument/2006/relationships/image" Target="../media/image184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jpg"/><Relationship Id="rId3" Type="http://schemas.openxmlformats.org/officeDocument/2006/relationships/image" Target="../media/image186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png"/><Relationship Id="rId3" Type="http://schemas.openxmlformats.org/officeDocument/2006/relationships/image" Target="../media/image188.jpg"/><Relationship Id="rId4" Type="http://schemas.openxmlformats.org/officeDocument/2006/relationships/image" Target="../media/image189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jpg"/><Relationship Id="rId3" Type="http://schemas.openxmlformats.org/officeDocument/2006/relationships/image" Target="../media/image191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3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Relationship Id="rId4" Type="http://schemas.openxmlformats.org/officeDocument/2006/relationships/image" Target="../media/image19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016" y="719447"/>
            <a:ext cx="8227059" cy="1836420"/>
          </a:xfrm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7200"/>
              </a:lnSpc>
              <a:spcBef>
                <a:spcPts val="220"/>
              </a:spcBef>
            </a:pPr>
            <a:r>
              <a:rPr dirty="0" sz="5850" spc="-30"/>
              <a:t>Graph </a:t>
            </a:r>
            <a:r>
              <a:rPr dirty="0" sz="5850" spc="-95"/>
              <a:t>Neural </a:t>
            </a:r>
            <a:r>
              <a:rPr dirty="0" sz="5850" spc="30"/>
              <a:t>Networks  </a:t>
            </a:r>
            <a:r>
              <a:rPr dirty="0" sz="5850" spc="-114"/>
              <a:t>in </a:t>
            </a:r>
            <a:r>
              <a:rPr dirty="0" sz="5850" spc="0"/>
              <a:t>Computational</a:t>
            </a:r>
            <a:r>
              <a:rPr dirty="0" sz="5850" spc="180"/>
              <a:t> </a:t>
            </a:r>
            <a:r>
              <a:rPr dirty="0" sz="5850" spc="-30"/>
              <a:t>Biology</a:t>
            </a:r>
            <a:endParaRPr sz="5850"/>
          </a:p>
        </p:txBody>
      </p:sp>
      <p:sp>
        <p:nvSpPr>
          <p:cNvPr id="3" name="object 3"/>
          <p:cNvSpPr txBox="1"/>
          <p:nvPr/>
        </p:nvSpPr>
        <p:spPr>
          <a:xfrm>
            <a:off x="398484" y="3684523"/>
            <a:ext cx="3735070" cy="2668270"/>
          </a:xfrm>
          <a:prstGeom prst="rect">
            <a:avLst/>
          </a:prstGeom>
        </p:spPr>
        <p:txBody>
          <a:bodyPr wrap="square" lIns="0" tIns="311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dirty="0" sz="3600" spc="-90">
                <a:latin typeface="Arial"/>
                <a:cs typeface="Arial"/>
              </a:rPr>
              <a:t>Marinka</a:t>
            </a:r>
            <a:r>
              <a:rPr dirty="0" sz="3600" spc="-60">
                <a:latin typeface="Arial"/>
                <a:cs typeface="Arial"/>
              </a:rPr>
              <a:t> </a:t>
            </a:r>
            <a:r>
              <a:rPr dirty="0" sz="3600" spc="-75">
                <a:latin typeface="Arial"/>
                <a:cs typeface="Arial"/>
              </a:rPr>
              <a:t>Zitnik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  <a:spcBef>
                <a:spcPts val="1185"/>
              </a:spcBef>
            </a:pPr>
            <a:r>
              <a:rPr dirty="0" sz="1800" spc="-25">
                <a:latin typeface="Arial"/>
                <a:cs typeface="Arial"/>
              </a:rPr>
              <a:t>Department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30">
                <a:latin typeface="Arial"/>
                <a:cs typeface="Arial"/>
              </a:rPr>
              <a:t>Biomedical Informatics  </a:t>
            </a:r>
            <a:r>
              <a:rPr dirty="0" sz="1800" spc="-25">
                <a:latin typeface="Arial"/>
                <a:cs typeface="Arial"/>
              </a:rPr>
              <a:t>Broad </a:t>
            </a:r>
            <a:r>
              <a:rPr dirty="0" sz="1800" spc="-30">
                <a:latin typeface="Arial"/>
                <a:cs typeface="Arial"/>
              </a:rPr>
              <a:t>Institute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50">
                <a:latin typeface="Arial"/>
                <a:cs typeface="Arial"/>
              </a:rPr>
              <a:t>Harvard </a:t>
            </a:r>
            <a:r>
              <a:rPr dirty="0" sz="1800" spc="-25">
                <a:latin typeface="Arial"/>
                <a:cs typeface="Arial"/>
              </a:rPr>
              <a:t>and </a:t>
            </a:r>
            <a:r>
              <a:rPr dirty="0" sz="1800" spc="-80">
                <a:latin typeface="Arial"/>
                <a:cs typeface="Arial"/>
              </a:rPr>
              <a:t>MIT  </a:t>
            </a:r>
            <a:r>
              <a:rPr dirty="0" sz="1800" spc="-50">
                <a:latin typeface="Arial"/>
                <a:cs typeface="Arial"/>
              </a:rPr>
              <a:t>Harvard </a:t>
            </a:r>
            <a:r>
              <a:rPr dirty="0" sz="1800" spc="-45">
                <a:latin typeface="Arial"/>
                <a:cs typeface="Arial"/>
              </a:rPr>
              <a:t>Data</a:t>
            </a:r>
            <a:r>
              <a:rPr dirty="0" sz="1800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Science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Arial"/>
                <a:cs typeface="Arial"/>
                <a:hlinkClick r:id="rId2"/>
              </a:rPr>
              <a:t>marinka@hms.harvard.edu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zitniklab.hms.harvard.edu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3917" y="6725919"/>
            <a:ext cx="749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63359" y="4077625"/>
            <a:ext cx="2281001" cy="2216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78187" y="41655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68" y="388619"/>
            <a:ext cx="882967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85"/>
              <a:t>Graph </a:t>
            </a:r>
            <a:r>
              <a:rPr dirty="0" sz="4400" spc="-70"/>
              <a:t>ML </a:t>
            </a:r>
            <a:r>
              <a:rPr dirty="0" sz="4400" spc="-60"/>
              <a:t>for </a:t>
            </a:r>
            <a:r>
              <a:rPr dirty="0" sz="4400" spc="-55"/>
              <a:t>Computational</a:t>
            </a:r>
            <a:r>
              <a:rPr dirty="0" sz="4400" spc="175"/>
              <a:t> </a:t>
            </a:r>
            <a:r>
              <a:rPr dirty="0" sz="4400" spc="-75"/>
              <a:t>Biology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6416" y="1331467"/>
            <a:ext cx="7865745" cy="14458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400" spc="-95">
                <a:latin typeface="Arial"/>
                <a:cs typeface="Arial"/>
              </a:rPr>
              <a:t>There </a:t>
            </a:r>
            <a:r>
              <a:rPr dirty="0" sz="2400" spc="-65">
                <a:latin typeface="Arial"/>
                <a:cs typeface="Arial"/>
              </a:rPr>
              <a:t>has </a:t>
            </a:r>
            <a:r>
              <a:rPr dirty="0" sz="2400" spc="-50">
                <a:latin typeface="Arial"/>
                <a:cs typeface="Arial"/>
              </a:rPr>
              <a:t>been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50">
                <a:latin typeface="Arial"/>
                <a:cs typeface="Arial"/>
              </a:rPr>
              <a:t>surge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50">
                <a:latin typeface="Arial"/>
                <a:cs typeface="Arial"/>
              </a:rPr>
              <a:t>interest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65">
                <a:latin typeface="Arial"/>
                <a:cs typeface="Arial"/>
              </a:rPr>
              <a:t>leveraging </a:t>
            </a:r>
            <a:r>
              <a:rPr dirty="0" sz="2400" spc="-60">
                <a:latin typeface="Arial"/>
                <a:cs typeface="Arial"/>
              </a:rPr>
              <a:t>GNNs </a:t>
            </a:r>
            <a:r>
              <a:rPr dirty="0" sz="2400" spc="-30">
                <a:latin typeface="Arial"/>
                <a:cs typeface="Arial"/>
              </a:rPr>
              <a:t>for  </a:t>
            </a:r>
            <a:r>
              <a:rPr dirty="0" sz="2400" spc="-60">
                <a:latin typeface="Arial"/>
                <a:cs typeface="Arial"/>
              </a:rPr>
              <a:t>learning meaningful </a:t>
            </a:r>
            <a:r>
              <a:rPr dirty="0" sz="2400" spc="-50">
                <a:latin typeface="Arial"/>
                <a:cs typeface="Arial"/>
              </a:rPr>
              <a:t>representations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sz="2400" spc="20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biology</a:t>
            </a:r>
            <a:endParaRPr sz="2400">
              <a:latin typeface="Arial"/>
              <a:cs typeface="Arial"/>
            </a:endParaRPr>
          </a:p>
          <a:p>
            <a:pPr marL="355600" marR="340995" indent="-342900">
              <a:lnSpc>
                <a:spcPts val="2620"/>
              </a:lnSpc>
              <a:spcBef>
                <a:spcPts val="475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400" spc="-60">
                <a:latin typeface="Arial"/>
                <a:cs typeface="Arial"/>
              </a:rPr>
              <a:t>GNNs </a:t>
            </a:r>
            <a:r>
              <a:rPr dirty="0" sz="2400" spc="-80">
                <a:latin typeface="Arial"/>
                <a:cs typeface="Arial"/>
              </a:rPr>
              <a:t>have </a:t>
            </a:r>
            <a:r>
              <a:rPr dirty="0" sz="2400" spc="-50">
                <a:latin typeface="Arial"/>
                <a:cs typeface="Arial"/>
              </a:rPr>
              <a:t>been </a:t>
            </a:r>
            <a:r>
              <a:rPr dirty="0" sz="2400" spc="-40">
                <a:latin typeface="Arial"/>
                <a:cs typeface="Arial"/>
              </a:rPr>
              <a:t>used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70">
                <a:latin typeface="Arial"/>
                <a:cs typeface="Arial"/>
              </a:rPr>
              <a:t>learn </a:t>
            </a:r>
            <a:r>
              <a:rPr dirty="0" sz="2400" spc="-50">
                <a:latin typeface="Arial"/>
                <a:cs typeface="Arial"/>
              </a:rPr>
              <a:t>representations </a:t>
            </a:r>
            <a:r>
              <a:rPr dirty="0" sz="2400" spc="-15">
                <a:latin typeface="Arial"/>
                <a:cs typeface="Arial"/>
              </a:rPr>
              <a:t>that  </a:t>
            </a:r>
            <a:r>
              <a:rPr dirty="0" sz="2400" spc="-50">
                <a:latin typeface="Arial"/>
                <a:cs typeface="Arial"/>
              </a:rPr>
              <a:t>enabled </a:t>
            </a:r>
            <a:r>
              <a:rPr dirty="0" sz="2400" spc="-35">
                <a:latin typeface="Arial"/>
                <a:cs typeface="Arial"/>
              </a:rPr>
              <a:t>critical </a:t>
            </a:r>
            <a:r>
              <a:rPr dirty="0" sz="2400" spc="-30">
                <a:latin typeface="Arial"/>
                <a:cs typeface="Arial"/>
              </a:rPr>
              <a:t>predictions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0">
                <a:latin typeface="Arial"/>
                <a:cs typeface="Arial"/>
              </a:rPr>
              <a:t>downstream</a:t>
            </a:r>
            <a:r>
              <a:rPr dirty="0" sz="2400" spc="23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applications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8918" y="5003008"/>
            <a:ext cx="693075" cy="1837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16359" y="3147581"/>
            <a:ext cx="2331411" cy="1200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2092" y="3065735"/>
            <a:ext cx="1315085" cy="466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5560">
              <a:lnSpc>
                <a:spcPct val="100000"/>
              </a:lnSpc>
              <a:spcBef>
                <a:spcPts val="95"/>
              </a:spcBef>
            </a:pPr>
            <a:r>
              <a:rPr dirty="0" sz="1450" spc="-5">
                <a:solidFill>
                  <a:srgbClr val="231F20"/>
                </a:solidFill>
                <a:latin typeface="Arial"/>
                <a:cs typeface="Arial"/>
              </a:rPr>
              <a:t>Interconnected  biomedical</a:t>
            </a:r>
            <a:r>
              <a:rPr dirty="0" sz="1450" spc="-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231F20"/>
                </a:solidFill>
                <a:latin typeface="Arial"/>
                <a:cs typeface="Arial"/>
              </a:rPr>
              <a:t>data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13360" y="3532195"/>
            <a:ext cx="0" cy="691515"/>
          </a:xfrm>
          <a:custGeom>
            <a:avLst/>
            <a:gdLst/>
            <a:ahLst/>
            <a:cxnLst/>
            <a:rect l="l" t="t" r="r" b="b"/>
            <a:pathLst>
              <a:path w="0" h="691514">
                <a:moveTo>
                  <a:pt x="0" y="0"/>
                </a:moveTo>
                <a:lnTo>
                  <a:pt x="0" y="691272"/>
                </a:lnTo>
              </a:path>
            </a:pathLst>
          </a:custGeom>
          <a:ln w="1972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23687" y="4184379"/>
            <a:ext cx="179705" cy="109855"/>
          </a:xfrm>
          <a:custGeom>
            <a:avLst/>
            <a:gdLst/>
            <a:ahLst/>
            <a:cxnLst/>
            <a:rect l="l" t="t" r="r" b="b"/>
            <a:pathLst>
              <a:path w="179705" h="109854">
                <a:moveTo>
                  <a:pt x="0" y="0"/>
                </a:moveTo>
                <a:lnTo>
                  <a:pt x="27024" y="23400"/>
                </a:lnTo>
                <a:lnTo>
                  <a:pt x="51958" y="49152"/>
                </a:lnTo>
                <a:lnTo>
                  <a:pt x="73330" y="77635"/>
                </a:lnTo>
                <a:lnTo>
                  <a:pt x="89672" y="109233"/>
                </a:lnTo>
                <a:lnTo>
                  <a:pt x="106177" y="77410"/>
                </a:lnTo>
                <a:lnTo>
                  <a:pt x="127229" y="48551"/>
                </a:lnTo>
                <a:lnTo>
                  <a:pt x="143848" y="31168"/>
                </a:lnTo>
                <a:lnTo>
                  <a:pt x="89672" y="31168"/>
                </a:lnTo>
                <a:lnTo>
                  <a:pt x="70379" y="17617"/>
                </a:lnTo>
                <a:lnTo>
                  <a:pt x="47716" y="8465"/>
                </a:lnTo>
                <a:lnTo>
                  <a:pt x="23614" y="2872"/>
                </a:lnTo>
                <a:lnTo>
                  <a:pt x="0" y="0"/>
                </a:lnTo>
                <a:close/>
              </a:path>
              <a:path w="179705" h="109854">
                <a:moveTo>
                  <a:pt x="179345" y="0"/>
                </a:moveTo>
                <a:lnTo>
                  <a:pt x="156293" y="2310"/>
                </a:lnTo>
                <a:lnTo>
                  <a:pt x="131628" y="8169"/>
                </a:lnTo>
                <a:lnTo>
                  <a:pt x="108404" y="17735"/>
                </a:lnTo>
                <a:lnTo>
                  <a:pt x="89672" y="31168"/>
                </a:lnTo>
                <a:lnTo>
                  <a:pt x="143848" y="31168"/>
                </a:lnTo>
                <a:lnTo>
                  <a:pt x="151921" y="22724"/>
                </a:lnTo>
                <a:lnTo>
                  <a:pt x="17934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1988" y="4348327"/>
            <a:ext cx="843280" cy="841375"/>
          </a:xfrm>
          <a:custGeom>
            <a:avLst/>
            <a:gdLst/>
            <a:ahLst/>
            <a:cxnLst/>
            <a:rect l="l" t="t" r="r" b="b"/>
            <a:pathLst>
              <a:path w="843280" h="841375">
                <a:moveTo>
                  <a:pt x="842749" y="736226"/>
                </a:moveTo>
                <a:lnTo>
                  <a:pt x="834447" y="777008"/>
                </a:lnTo>
                <a:lnTo>
                  <a:pt x="811841" y="810405"/>
                </a:lnTo>
                <a:lnTo>
                  <a:pt x="778385" y="832971"/>
                </a:lnTo>
                <a:lnTo>
                  <a:pt x="737531" y="841259"/>
                </a:lnTo>
                <a:lnTo>
                  <a:pt x="105218" y="841259"/>
                </a:lnTo>
                <a:lnTo>
                  <a:pt x="64364" y="832971"/>
                </a:lnTo>
                <a:lnTo>
                  <a:pt x="30908" y="810405"/>
                </a:lnTo>
                <a:lnTo>
                  <a:pt x="8302" y="777008"/>
                </a:lnTo>
                <a:lnTo>
                  <a:pt x="0" y="736226"/>
                </a:lnTo>
                <a:lnTo>
                  <a:pt x="0" y="105032"/>
                </a:lnTo>
                <a:lnTo>
                  <a:pt x="8302" y="64261"/>
                </a:lnTo>
                <a:lnTo>
                  <a:pt x="30908" y="30863"/>
                </a:lnTo>
                <a:lnTo>
                  <a:pt x="64364" y="8291"/>
                </a:lnTo>
                <a:lnTo>
                  <a:pt x="105218" y="0"/>
                </a:lnTo>
                <a:lnTo>
                  <a:pt x="737531" y="0"/>
                </a:lnTo>
                <a:lnTo>
                  <a:pt x="778385" y="8291"/>
                </a:lnTo>
                <a:lnTo>
                  <a:pt x="811841" y="30863"/>
                </a:lnTo>
                <a:lnTo>
                  <a:pt x="834447" y="64261"/>
                </a:lnTo>
                <a:lnTo>
                  <a:pt x="842749" y="105032"/>
                </a:lnTo>
                <a:lnTo>
                  <a:pt x="842749" y="736226"/>
                </a:lnTo>
                <a:close/>
              </a:path>
            </a:pathLst>
          </a:custGeom>
          <a:ln w="1971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13360" y="5253180"/>
            <a:ext cx="0" cy="869950"/>
          </a:xfrm>
          <a:custGeom>
            <a:avLst/>
            <a:gdLst/>
            <a:ahLst/>
            <a:cxnLst/>
            <a:rect l="l" t="t" r="r" b="b"/>
            <a:pathLst>
              <a:path w="0" h="869950">
                <a:moveTo>
                  <a:pt x="0" y="0"/>
                </a:moveTo>
                <a:lnTo>
                  <a:pt x="0" y="869828"/>
                </a:lnTo>
              </a:path>
            </a:pathLst>
          </a:custGeom>
          <a:ln w="1972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23687" y="6083889"/>
            <a:ext cx="179705" cy="109855"/>
          </a:xfrm>
          <a:custGeom>
            <a:avLst/>
            <a:gdLst/>
            <a:ahLst/>
            <a:cxnLst/>
            <a:rect l="l" t="t" r="r" b="b"/>
            <a:pathLst>
              <a:path w="179705" h="109854">
                <a:moveTo>
                  <a:pt x="0" y="0"/>
                </a:moveTo>
                <a:lnTo>
                  <a:pt x="27024" y="23400"/>
                </a:lnTo>
                <a:lnTo>
                  <a:pt x="51958" y="49152"/>
                </a:lnTo>
                <a:lnTo>
                  <a:pt x="73330" y="77635"/>
                </a:lnTo>
                <a:lnTo>
                  <a:pt x="89672" y="109233"/>
                </a:lnTo>
                <a:lnTo>
                  <a:pt x="106177" y="77410"/>
                </a:lnTo>
                <a:lnTo>
                  <a:pt x="127229" y="48551"/>
                </a:lnTo>
                <a:lnTo>
                  <a:pt x="143823" y="31194"/>
                </a:lnTo>
                <a:lnTo>
                  <a:pt x="89672" y="31194"/>
                </a:lnTo>
                <a:lnTo>
                  <a:pt x="70379" y="17643"/>
                </a:lnTo>
                <a:lnTo>
                  <a:pt x="47716" y="8487"/>
                </a:lnTo>
                <a:lnTo>
                  <a:pt x="23614" y="2887"/>
                </a:lnTo>
                <a:lnTo>
                  <a:pt x="0" y="0"/>
                </a:lnTo>
                <a:close/>
              </a:path>
              <a:path w="179705" h="109854">
                <a:moveTo>
                  <a:pt x="179345" y="0"/>
                </a:moveTo>
                <a:lnTo>
                  <a:pt x="156293" y="2322"/>
                </a:lnTo>
                <a:lnTo>
                  <a:pt x="131628" y="8182"/>
                </a:lnTo>
                <a:lnTo>
                  <a:pt x="108404" y="17750"/>
                </a:lnTo>
                <a:lnTo>
                  <a:pt x="89672" y="31194"/>
                </a:lnTo>
                <a:lnTo>
                  <a:pt x="143823" y="31194"/>
                </a:lnTo>
                <a:lnTo>
                  <a:pt x="151921" y="22724"/>
                </a:lnTo>
                <a:lnTo>
                  <a:pt x="17934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22530" y="6185737"/>
            <a:ext cx="93662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5">
                <a:solidFill>
                  <a:srgbClr val="231F20"/>
                </a:solidFill>
                <a:latin typeface="Arial"/>
                <a:cs typeface="Arial"/>
              </a:rPr>
              <a:t>Predictions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2731" y="4459468"/>
            <a:ext cx="721995" cy="614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L="12065" marR="5080">
              <a:lnSpc>
                <a:spcPts val="1450"/>
              </a:lnSpc>
              <a:spcBef>
                <a:spcPts val="385"/>
              </a:spcBef>
            </a:pPr>
            <a:r>
              <a:rPr dirty="0" sz="1450" spc="-5">
                <a:solidFill>
                  <a:srgbClr val="231F20"/>
                </a:solidFill>
                <a:latin typeface="Arial"/>
                <a:cs typeface="Arial"/>
              </a:rPr>
              <a:t>Graph  </a:t>
            </a:r>
            <a:r>
              <a:rPr dirty="0" sz="1450" spc="-10">
                <a:solidFill>
                  <a:srgbClr val="231F20"/>
                </a:solidFill>
                <a:latin typeface="Arial"/>
                <a:cs typeface="Arial"/>
              </a:rPr>
              <a:t>machine  </a:t>
            </a:r>
            <a:r>
              <a:rPr dirty="0" sz="1450" spc="-10">
                <a:solidFill>
                  <a:srgbClr val="231F20"/>
                </a:solidFill>
                <a:latin typeface="Arial"/>
                <a:cs typeface="Arial"/>
              </a:rPr>
              <a:t>learning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21511" y="3147014"/>
            <a:ext cx="767715" cy="1201420"/>
          </a:xfrm>
          <a:custGeom>
            <a:avLst/>
            <a:gdLst/>
            <a:ahLst/>
            <a:cxnLst/>
            <a:rect l="l" t="t" r="r" b="b"/>
            <a:pathLst>
              <a:path w="767714" h="1201420">
                <a:moveTo>
                  <a:pt x="767465" y="0"/>
                </a:moveTo>
                <a:lnTo>
                  <a:pt x="579176" y="0"/>
                </a:lnTo>
                <a:lnTo>
                  <a:pt x="0" y="1201311"/>
                </a:lnTo>
              </a:path>
            </a:pathLst>
          </a:custGeom>
          <a:ln w="1971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21511" y="5180944"/>
            <a:ext cx="767715" cy="1201420"/>
          </a:xfrm>
          <a:custGeom>
            <a:avLst/>
            <a:gdLst/>
            <a:ahLst/>
            <a:cxnLst/>
            <a:rect l="l" t="t" r="r" b="b"/>
            <a:pathLst>
              <a:path w="767714" h="1201420">
                <a:moveTo>
                  <a:pt x="767465" y="1201311"/>
                </a:moveTo>
                <a:lnTo>
                  <a:pt x="579176" y="1201311"/>
                </a:lnTo>
                <a:lnTo>
                  <a:pt x="0" y="0"/>
                </a:lnTo>
              </a:path>
            </a:pathLst>
          </a:custGeom>
          <a:ln w="1971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22692" y="4572929"/>
            <a:ext cx="2459355" cy="455930"/>
          </a:xfrm>
          <a:custGeom>
            <a:avLst/>
            <a:gdLst/>
            <a:ahLst/>
            <a:cxnLst/>
            <a:rect l="l" t="t" r="r" b="b"/>
            <a:pathLst>
              <a:path w="2459354" h="455929">
                <a:moveTo>
                  <a:pt x="0" y="0"/>
                </a:moveTo>
                <a:lnTo>
                  <a:pt x="78" y="8560"/>
                </a:lnTo>
                <a:lnTo>
                  <a:pt x="902580" y="430161"/>
                </a:lnTo>
                <a:lnTo>
                  <a:pt x="911388" y="436001"/>
                </a:lnTo>
                <a:lnTo>
                  <a:pt x="976842" y="446232"/>
                </a:lnTo>
                <a:lnTo>
                  <a:pt x="1029222" y="450226"/>
                </a:lnTo>
                <a:lnTo>
                  <a:pt x="1092034" y="453271"/>
                </a:lnTo>
                <a:lnTo>
                  <a:pt x="1163252" y="455212"/>
                </a:lnTo>
                <a:lnTo>
                  <a:pt x="1240845" y="455894"/>
                </a:lnTo>
                <a:lnTo>
                  <a:pt x="1318441" y="455212"/>
                </a:lnTo>
                <a:lnTo>
                  <a:pt x="1389680" y="453271"/>
                </a:lnTo>
                <a:lnTo>
                  <a:pt x="1452528" y="450224"/>
                </a:lnTo>
                <a:lnTo>
                  <a:pt x="1504949" y="446227"/>
                </a:lnTo>
                <a:lnTo>
                  <a:pt x="1544902" y="441435"/>
                </a:lnTo>
                <a:lnTo>
                  <a:pt x="1579175" y="430161"/>
                </a:lnTo>
                <a:lnTo>
                  <a:pt x="1579475" y="430082"/>
                </a:lnTo>
                <a:lnTo>
                  <a:pt x="2459173" y="17199"/>
                </a:lnTo>
                <a:lnTo>
                  <a:pt x="0" y="0"/>
                </a:lnTo>
                <a:close/>
              </a:path>
              <a:path w="2459354" h="455929">
                <a:moveTo>
                  <a:pt x="1579419" y="430108"/>
                </a:moveTo>
                <a:lnTo>
                  <a:pt x="1579255" y="430108"/>
                </a:lnTo>
                <a:lnTo>
                  <a:pt x="1579419" y="430108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2692" y="4572929"/>
            <a:ext cx="2459355" cy="455930"/>
          </a:xfrm>
          <a:custGeom>
            <a:avLst/>
            <a:gdLst/>
            <a:ahLst/>
            <a:cxnLst/>
            <a:rect l="l" t="t" r="r" b="b"/>
            <a:pathLst>
              <a:path w="2459354" h="455929">
                <a:moveTo>
                  <a:pt x="0" y="0"/>
                </a:moveTo>
                <a:lnTo>
                  <a:pt x="2459173" y="17199"/>
                </a:lnTo>
                <a:lnTo>
                  <a:pt x="1579307" y="430161"/>
                </a:lnTo>
                <a:lnTo>
                  <a:pt x="1570317" y="436018"/>
                </a:lnTo>
                <a:lnTo>
                  <a:pt x="1504908" y="446232"/>
                </a:lnTo>
                <a:lnTo>
                  <a:pt x="1452501" y="450226"/>
                </a:lnTo>
                <a:lnTo>
                  <a:pt x="1389667" y="453271"/>
                </a:lnTo>
                <a:lnTo>
                  <a:pt x="1318438" y="455212"/>
                </a:lnTo>
                <a:lnTo>
                  <a:pt x="1240845" y="455894"/>
                </a:lnTo>
                <a:lnTo>
                  <a:pt x="1163243" y="455212"/>
                </a:lnTo>
                <a:lnTo>
                  <a:pt x="1092011" y="453271"/>
                </a:lnTo>
                <a:lnTo>
                  <a:pt x="1029179" y="450224"/>
                </a:lnTo>
                <a:lnTo>
                  <a:pt x="976777" y="446227"/>
                </a:lnTo>
                <a:lnTo>
                  <a:pt x="936837" y="441435"/>
                </a:lnTo>
                <a:lnTo>
                  <a:pt x="902461" y="430082"/>
                </a:lnTo>
                <a:lnTo>
                  <a:pt x="78" y="8560"/>
                </a:lnTo>
              </a:path>
            </a:pathLst>
          </a:custGeom>
          <a:ln w="13129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22690" y="4486899"/>
            <a:ext cx="2482215" cy="172085"/>
          </a:xfrm>
          <a:custGeom>
            <a:avLst/>
            <a:gdLst/>
            <a:ahLst/>
            <a:cxnLst/>
            <a:rect l="l" t="t" r="r" b="b"/>
            <a:pathLst>
              <a:path w="2482215" h="172085">
                <a:moveTo>
                  <a:pt x="1240845" y="0"/>
                </a:moveTo>
                <a:lnTo>
                  <a:pt x="1000481" y="1613"/>
                </a:lnTo>
                <a:lnTo>
                  <a:pt x="705063" y="8411"/>
                </a:lnTo>
                <a:lnTo>
                  <a:pt x="508022" y="16599"/>
                </a:lnTo>
                <a:lnTo>
                  <a:pt x="390792" y="23358"/>
                </a:lnTo>
                <a:lnTo>
                  <a:pt x="286393" y="31052"/>
                </a:lnTo>
                <a:lnTo>
                  <a:pt x="239414" y="35221"/>
                </a:lnTo>
                <a:lnTo>
                  <a:pt x="196132" y="39590"/>
                </a:lnTo>
                <a:lnTo>
                  <a:pt x="156713" y="44147"/>
                </a:lnTo>
                <a:lnTo>
                  <a:pt x="90113" y="53781"/>
                </a:lnTo>
                <a:lnTo>
                  <a:pt x="40922" y="64032"/>
                </a:lnTo>
                <a:lnTo>
                  <a:pt x="2639" y="80366"/>
                </a:lnTo>
                <a:lnTo>
                  <a:pt x="0" y="86022"/>
                </a:lnTo>
                <a:lnTo>
                  <a:pt x="2639" y="91680"/>
                </a:lnTo>
                <a:lnTo>
                  <a:pt x="40922" y="108022"/>
                </a:lnTo>
                <a:lnTo>
                  <a:pt x="90113" y="118277"/>
                </a:lnTo>
                <a:lnTo>
                  <a:pt x="156713" y="127914"/>
                </a:lnTo>
                <a:lnTo>
                  <a:pt x="196132" y="132472"/>
                </a:lnTo>
                <a:lnTo>
                  <a:pt x="239414" y="136842"/>
                </a:lnTo>
                <a:lnTo>
                  <a:pt x="286393" y="141012"/>
                </a:lnTo>
                <a:lnTo>
                  <a:pt x="390792" y="148708"/>
                </a:lnTo>
                <a:lnTo>
                  <a:pt x="508022" y="155468"/>
                </a:lnTo>
                <a:lnTo>
                  <a:pt x="705063" y="163657"/>
                </a:lnTo>
                <a:lnTo>
                  <a:pt x="923614" y="169232"/>
                </a:lnTo>
                <a:lnTo>
                  <a:pt x="1240845" y="172069"/>
                </a:lnTo>
                <a:lnTo>
                  <a:pt x="1558077" y="169232"/>
                </a:lnTo>
                <a:lnTo>
                  <a:pt x="1776627" y="163657"/>
                </a:lnTo>
                <a:lnTo>
                  <a:pt x="1973668" y="155468"/>
                </a:lnTo>
                <a:lnTo>
                  <a:pt x="2090897" y="148708"/>
                </a:lnTo>
                <a:lnTo>
                  <a:pt x="2195297" y="141012"/>
                </a:lnTo>
                <a:lnTo>
                  <a:pt x="2242276" y="136842"/>
                </a:lnTo>
                <a:lnTo>
                  <a:pt x="2285557" y="132472"/>
                </a:lnTo>
                <a:lnTo>
                  <a:pt x="2324977" y="127914"/>
                </a:lnTo>
                <a:lnTo>
                  <a:pt x="2391577" y="118277"/>
                </a:lnTo>
                <a:lnTo>
                  <a:pt x="2440768" y="108022"/>
                </a:lnTo>
                <a:lnTo>
                  <a:pt x="2479051" y="91680"/>
                </a:lnTo>
                <a:lnTo>
                  <a:pt x="2481690" y="86022"/>
                </a:lnTo>
                <a:lnTo>
                  <a:pt x="2479051" y="80366"/>
                </a:lnTo>
                <a:lnTo>
                  <a:pt x="2440768" y="64032"/>
                </a:lnTo>
                <a:lnTo>
                  <a:pt x="2391577" y="53781"/>
                </a:lnTo>
                <a:lnTo>
                  <a:pt x="2324977" y="44147"/>
                </a:lnTo>
                <a:lnTo>
                  <a:pt x="2285557" y="39590"/>
                </a:lnTo>
                <a:lnTo>
                  <a:pt x="2242276" y="35221"/>
                </a:lnTo>
                <a:lnTo>
                  <a:pt x="2195297" y="31052"/>
                </a:lnTo>
                <a:lnTo>
                  <a:pt x="2090897" y="23358"/>
                </a:lnTo>
                <a:lnTo>
                  <a:pt x="1973668" y="16599"/>
                </a:lnTo>
                <a:lnTo>
                  <a:pt x="1776627" y="8411"/>
                </a:lnTo>
                <a:lnTo>
                  <a:pt x="1481209" y="1613"/>
                </a:lnTo>
                <a:lnTo>
                  <a:pt x="1402606" y="724"/>
                </a:lnTo>
                <a:lnTo>
                  <a:pt x="1322430" y="183"/>
                </a:lnTo>
                <a:lnTo>
                  <a:pt x="1240845" y="0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2690" y="4486899"/>
            <a:ext cx="2482215" cy="172085"/>
          </a:xfrm>
          <a:custGeom>
            <a:avLst/>
            <a:gdLst/>
            <a:ahLst/>
            <a:cxnLst/>
            <a:rect l="l" t="t" r="r" b="b"/>
            <a:pathLst>
              <a:path w="2482215" h="172085">
                <a:moveTo>
                  <a:pt x="1240845" y="0"/>
                </a:moveTo>
                <a:lnTo>
                  <a:pt x="1322429" y="183"/>
                </a:lnTo>
                <a:lnTo>
                  <a:pt x="1402605" y="724"/>
                </a:lnTo>
                <a:lnTo>
                  <a:pt x="1481209" y="1613"/>
                </a:lnTo>
                <a:lnTo>
                  <a:pt x="1558076" y="2837"/>
                </a:lnTo>
                <a:lnTo>
                  <a:pt x="1633044" y="4386"/>
                </a:lnTo>
                <a:lnTo>
                  <a:pt x="1705949" y="6248"/>
                </a:lnTo>
                <a:lnTo>
                  <a:pt x="1776627" y="8411"/>
                </a:lnTo>
                <a:lnTo>
                  <a:pt x="1844915" y="10865"/>
                </a:lnTo>
                <a:lnTo>
                  <a:pt x="1910650" y="13598"/>
                </a:lnTo>
                <a:lnTo>
                  <a:pt x="1973667" y="16599"/>
                </a:lnTo>
                <a:lnTo>
                  <a:pt x="2033804" y="19856"/>
                </a:lnTo>
                <a:lnTo>
                  <a:pt x="2090897" y="23358"/>
                </a:lnTo>
                <a:lnTo>
                  <a:pt x="2144782" y="27094"/>
                </a:lnTo>
                <a:lnTo>
                  <a:pt x="2195296" y="31052"/>
                </a:lnTo>
                <a:lnTo>
                  <a:pt x="2242276" y="35221"/>
                </a:lnTo>
                <a:lnTo>
                  <a:pt x="2285557" y="39590"/>
                </a:lnTo>
                <a:lnTo>
                  <a:pt x="2324976" y="44147"/>
                </a:lnTo>
                <a:lnTo>
                  <a:pt x="2391576" y="53781"/>
                </a:lnTo>
                <a:lnTo>
                  <a:pt x="2440767" y="64031"/>
                </a:lnTo>
                <a:lnTo>
                  <a:pt x="2479050" y="80366"/>
                </a:lnTo>
                <a:lnTo>
                  <a:pt x="2481690" y="86021"/>
                </a:lnTo>
                <a:lnTo>
                  <a:pt x="2479050" y="91679"/>
                </a:lnTo>
                <a:lnTo>
                  <a:pt x="2440767" y="108022"/>
                </a:lnTo>
                <a:lnTo>
                  <a:pt x="2391576" y="118277"/>
                </a:lnTo>
                <a:lnTo>
                  <a:pt x="2324976" y="127914"/>
                </a:lnTo>
                <a:lnTo>
                  <a:pt x="2285557" y="132472"/>
                </a:lnTo>
                <a:lnTo>
                  <a:pt x="2242276" y="136842"/>
                </a:lnTo>
                <a:lnTo>
                  <a:pt x="2195296" y="141012"/>
                </a:lnTo>
                <a:lnTo>
                  <a:pt x="2144782" y="144971"/>
                </a:lnTo>
                <a:lnTo>
                  <a:pt x="2090897" y="148708"/>
                </a:lnTo>
                <a:lnTo>
                  <a:pt x="2033804" y="152211"/>
                </a:lnTo>
                <a:lnTo>
                  <a:pt x="1973667" y="155468"/>
                </a:lnTo>
                <a:lnTo>
                  <a:pt x="1910650" y="158469"/>
                </a:lnTo>
                <a:lnTo>
                  <a:pt x="1844915" y="161203"/>
                </a:lnTo>
                <a:lnTo>
                  <a:pt x="1776627" y="163657"/>
                </a:lnTo>
                <a:lnTo>
                  <a:pt x="1705949" y="165821"/>
                </a:lnTo>
                <a:lnTo>
                  <a:pt x="1633044" y="167683"/>
                </a:lnTo>
                <a:lnTo>
                  <a:pt x="1558076" y="169232"/>
                </a:lnTo>
                <a:lnTo>
                  <a:pt x="1481209" y="170456"/>
                </a:lnTo>
                <a:lnTo>
                  <a:pt x="1402605" y="171345"/>
                </a:lnTo>
                <a:lnTo>
                  <a:pt x="1322429" y="171886"/>
                </a:lnTo>
                <a:lnTo>
                  <a:pt x="1240845" y="172069"/>
                </a:lnTo>
                <a:lnTo>
                  <a:pt x="1159260" y="171886"/>
                </a:lnTo>
                <a:lnTo>
                  <a:pt x="1079084" y="171345"/>
                </a:lnTo>
                <a:lnTo>
                  <a:pt x="1000481" y="170456"/>
                </a:lnTo>
                <a:lnTo>
                  <a:pt x="923613" y="169232"/>
                </a:lnTo>
                <a:lnTo>
                  <a:pt x="848645" y="167683"/>
                </a:lnTo>
                <a:lnTo>
                  <a:pt x="775741" y="165821"/>
                </a:lnTo>
                <a:lnTo>
                  <a:pt x="705062" y="163657"/>
                </a:lnTo>
                <a:lnTo>
                  <a:pt x="636774" y="161203"/>
                </a:lnTo>
                <a:lnTo>
                  <a:pt x="571039" y="158469"/>
                </a:lnTo>
                <a:lnTo>
                  <a:pt x="508022" y="155468"/>
                </a:lnTo>
                <a:lnTo>
                  <a:pt x="447885" y="152211"/>
                </a:lnTo>
                <a:lnTo>
                  <a:pt x="390792" y="148708"/>
                </a:lnTo>
                <a:lnTo>
                  <a:pt x="336907" y="144971"/>
                </a:lnTo>
                <a:lnTo>
                  <a:pt x="286393" y="141012"/>
                </a:lnTo>
                <a:lnTo>
                  <a:pt x="239413" y="136842"/>
                </a:lnTo>
                <a:lnTo>
                  <a:pt x="196132" y="132472"/>
                </a:lnTo>
                <a:lnTo>
                  <a:pt x="156713" y="127914"/>
                </a:lnTo>
                <a:lnTo>
                  <a:pt x="90113" y="118277"/>
                </a:lnTo>
                <a:lnTo>
                  <a:pt x="40922" y="108022"/>
                </a:lnTo>
                <a:lnTo>
                  <a:pt x="2639" y="91679"/>
                </a:lnTo>
                <a:lnTo>
                  <a:pt x="0" y="86021"/>
                </a:lnTo>
                <a:lnTo>
                  <a:pt x="2639" y="80366"/>
                </a:lnTo>
                <a:lnTo>
                  <a:pt x="40922" y="64031"/>
                </a:lnTo>
                <a:lnTo>
                  <a:pt x="90113" y="53781"/>
                </a:lnTo>
                <a:lnTo>
                  <a:pt x="156713" y="44147"/>
                </a:lnTo>
                <a:lnTo>
                  <a:pt x="196132" y="39590"/>
                </a:lnTo>
                <a:lnTo>
                  <a:pt x="239413" y="35221"/>
                </a:lnTo>
                <a:lnTo>
                  <a:pt x="286393" y="31052"/>
                </a:lnTo>
                <a:lnTo>
                  <a:pt x="336907" y="27094"/>
                </a:lnTo>
                <a:lnTo>
                  <a:pt x="390792" y="23358"/>
                </a:lnTo>
                <a:lnTo>
                  <a:pt x="447885" y="19856"/>
                </a:lnTo>
                <a:lnTo>
                  <a:pt x="508022" y="16599"/>
                </a:lnTo>
                <a:lnTo>
                  <a:pt x="571039" y="13598"/>
                </a:lnTo>
                <a:lnTo>
                  <a:pt x="636774" y="10865"/>
                </a:lnTo>
                <a:lnTo>
                  <a:pt x="705062" y="8411"/>
                </a:lnTo>
                <a:lnTo>
                  <a:pt x="775741" y="6248"/>
                </a:lnTo>
                <a:lnTo>
                  <a:pt x="848645" y="4386"/>
                </a:lnTo>
                <a:lnTo>
                  <a:pt x="923613" y="2837"/>
                </a:lnTo>
                <a:lnTo>
                  <a:pt x="1000481" y="1613"/>
                </a:lnTo>
                <a:lnTo>
                  <a:pt x="1079084" y="724"/>
                </a:lnTo>
                <a:lnTo>
                  <a:pt x="1159260" y="183"/>
                </a:lnTo>
                <a:lnTo>
                  <a:pt x="1240845" y="0"/>
                </a:lnTo>
                <a:close/>
              </a:path>
            </a:pathLst>
          </a:custGeom>
          <a:ln w="13129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7708" y="5414448"/>
            <a:ext cx="807085" cy="518159"/>
          </a:xfrm>
          <a:custGeom>
            <a:avLst/>
            <a:gdLst/>
            <a:ahLst/>
            <a:cxnLst/>
            <a:rect l="l" t="t" r="r" b="b"/>
            <a:pathLst>
              <a:path w="807085" h="518160">
                <a:moveTo>
                  <a:pt x="0" y="0"/>
                </a:moveTo>
                <a:lnTo>
                  <a:pt x="26" y="5776"/>
                </a:lnTo>
                <a:lnTo>
                  <a:pt x="296130" y="289968"/>
                </a:lnTo>
                <a:lnTo>
                  <a:pt x="370159" y="503867"/>
                </a:lnTo>
                <a:lnTo>
                  <a:pt x="407196" y="517443"/>
                </a:lnTo>
                <a:lnTo>
                  <a:pt x="417776" y="517534"/>
                </a:lnTo>
                <a:lnTo>
                  <a:pt x="428250" y="515024"/>
                </a:lnTo>
                <a:lnTo>
                  <a:pt x="437436" y="510342"/>
                </a:lnTo>
                <a:lnTo>
                  <a:pt x="444154" y="503920"/>
                </a:lnTo>
                <a:lnTo>
                  <a:pt x="518149" y="289968"/>
                </a:lnTo>
                <a:lnTo>
                  <a:pt x="806922" y="11579"/>
                </a:lnTo>
                <a:lnTo>
                  <a:pt x="0" y="0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7708" y="5414448"/>
            <a:ext cx="807085" cy="518159"/>
          </a:xfrm>
          <a:custGeom>
            <a:avLst/>
            <a:gdLst/>
            <a:ahLst/>
            <a:cxnLst/>
            <a:rect l="l" t="t" r="r" b="b"/>
            <a:pathLst>
              <a:path w="807085" h="518160">
                <a:moveTo>
                  <a:pt x="407196" y="517443"/>
                </a:moveTo>
                <a:lnTo>
                  <a:pt x="417776" y="517534"/>
                </a:lnTo>
                <a:lnTo>
                  <a:pt x="428250" y="515024"/>
                </a:lnTo>
                <a:lnTo>
                  <a:pt x="437436" y="510342"/>
                </a:lnTo>
                <a:lnTo>
                  <a:pt x="444154" y="503920"/>
                </a:lnTo>
                <a:lnTo>
                  <a:pt x="518149" y="289968"/>
                </a:lnTo>
                <a:lnTo>
                  <a:pt x="806922" y="11579"/>
                </a:lnTo>
                <a:lnTo>
                  <a:pt x="0" y="0"/>
                </a:lnTo>
                <a:lnTo>
                  <a:pt x="26" y="5776"/>
                </a:lnTo>
                <a:lnTo>
                  <a:pt x="296111" y="289916"/>
                </a:lnTo>
                <a:lnTo>
                  <a:pt x="370159" y="503867"/>
                </a:lnTo>
              </a:path>
            </a:pathLst>
          </a:custGeom>
          <a:ln w="1313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47682" y="5356443"/>
            <a:ext cx="814705" cy="116205"/>
          </a:xfrm>
          <a:custGeom>
            <a:avLst/>
            <a:gdLst/>
            <a:ahLst/>
            <a:cxnLst/>
            <a:rect l="l" t="t" r="r" b="b"/>
            <a:pathLst>
              <a:path w="814704" h="116204">
                <a:moveTo>
                  <a:pt x="407169" y="0"/>
                </a:moveTo>
                <a:lnTo>
                  <a:pt x="333978" y="934"/>
                </a:lnTo>
                <a:lnTo>
                  <a:pt x="265092" y="3628"/>
                </a:lnTo>
                <a:lnTo>
                  <a:pt x="201660" y="7919"/>
                </a:lnTo>
                <a:lnTo>
                  <a:pt x="144833" y="13642"/>
                </a:lnTo>
                <a:lnTo>
                  <a:pt x="95759" y="20633"/>
                </a:lnTo>
                <a:lnTo>
                  <a:pt x="55589" y="28728"/>
                </a:lnTo>
                <a:lnTo>
                  <a:pt x="6559" y="47578"/>
                </a:lnTo>
                <a:lnTo>
                  <a:pt x="0" y="58004"/>
                </a:lnTo>
                <a:lnTo>
                  <a:pt x="6559" y="68430"/>
                </a:lnTo>
                <a:lnTo>
                  <a:pt x="55589" y="87273"/>
                </a:lnTo>
                <a:lnTo>
                  <a:pt x="95759" y="95365"/>
                </a:lnTo>
                <a:lnTo>
                  <a:pt x="144833" y="102351"/>
                </a:lnTo>
                <a:lnTo>
                  <a:pt x="201660" y="108070"/>
                </a:lnTo>
                <a:lnTo>
                  <a:pt x="265092" y="112357"/>
                </a:lnTo>
                <a:lnTo>
                  <a:pt x="333978" y="115049"/>
                </a:lnTo>
                <a:lnTo>
                  <a:pt x="407169" y="115982"/>
                </a:lnTo>
                <a:lnTo>
                  <a:pt x="480360" y="115049"/>
                </a:lnTo>
                <a:lnTo>
                  <a:pt x="549246" y="112357"/>
                </a:lnTo>
                <a:lnTo>
                  <a:pt x="612678" y="108070"/>
                </a:lnTo>
                <a:lnTo>
                  <a:pt x="669506" y="102351"/>
                </a:lnTo>
                <a:lnTo>
                  <a:pt x="718580" y="95365"/>
                </a:lnTo>
                <a:lnTo>
                  <a:pt x="758750" y="87273"/>
                </a:lnTo>
                <a:lnTo>
                  <a:pt x="807780" y="68430"/>
                </a:lnTo>
                <a:lnTo>
                  <a:pt x="814340" y="58004"/>
                </a:lnTo>
                <a:lnTo>
                  <a:pt x="807780" y="47578"/>
                </a:lnTo>
                <a:lnTo>
                  <a:pt x="758750" y="28728"/>
                </a:lnTo>
                <a:lnTo>
                  <a:pt x="718580" y="20633"/>
                </a:lnTo>
                <a:lnTo>
                  <a:pt x="669506" y="13642"/>
                </a:lnTo>
                <a:lnTo>
                  <a:pt x="612678" y="7919"/>
                </a:lnTo>
                <a:lnTo>
                  <a:pt x="549246" y="3628"/>
                </a:lnTo>
                <a:lnTo>
                  <a:pt x="480360" y="934"/>
                </a:lnTo>
                <a:lnTo>
                  <a:pt x="407169" y="0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47681" y="5356443"/>
            <a:ext cx="814705" cy="116205"/>
          </a:xfrm>
          <a:custGeom>
            <a:avLst/>
            <a:gdLst/>
            <a:ahLst/>
            <a:cxnLst/>
            <a:rect l="l" t="t" r="r" b="b"/>
            <a:pathLst>
              <a:path w="814704" h="116204">
                <a:moveTo>
                  <a:pt x="407170" y="0"/>
                </a:moveTo>
                <a:lnTo>
                  <a:pt x="480361" y="934"/>
                </a:lnTo>
                <a:lnTo>
                  <a:pt x="549247" y="3628"/>
                </a:lnTo>
                <a:lnTo>
                  <a:pt x="612679" y="7919"/>
                </a:lnTo>
                <a:lnTo>
                  <a:pt x="669507" y="13641"/>
                </a:lnTo>
                <a:lnTo>
                  <a:pt x="718581" y="20632"/>
                </a:lnTo>
                <a:lnTo>
                  <a:pt x="758751" y="28728"/>
                </a:lnTo>
                <a:lnTo>
                  <a:pt x="807780" y="47577"/>
                </a:lnTo>
                <a:lnTo>
                  <a:pt x="814340" y="58004"/>
                </a:lnTo>
                <a:lnTo>
                  <a:pt x="807780" y="68429"/>
                </a:lnTo>
                <a:lnTo>
                  <a:pt x="758751" y="87273"/>
                </a:lnTo>
                <a:lnTo>
                  <a:pt x="718581" y="95364"/>
                </a:lnTo>
                <a:lnTo>
                  <a:pt x="669507" y="102351"/>
                </a:lnTo>
                <a:lnTo>
                  <a:pt x="612679" y="108069"/>
                </a:lnTo>
                <a:lnTo>
                  <a:pt x="549247" y="112356"/>
                </a:lnTo>
                <a:lnTo>
                  <a:pt x="480361" y="115048"/>
                </a:lnTo>
                <a:lnTo>
                  <a:pt x="407170" y="115982"/>
                </a:lnTo>
                <a:lnTo>
                  <a:pt x="333979" y="115048"/>
                </a:lnTo>
                <a:lnTo>
                  <a:pt x="265093" y="112356"/>
                </a:lnTo>
                <a:lnTo>
                  <a:pt x="201661" y="108069"/>
                </a:lnTo>
                <a:lnTo>
                  <a:pt x="144833" y="102351"/>
                </a:lnTo>
                <a:lnTo>
                  <a:pt x="95759" y="95364"/>
                </a:lnTo>
                <a:lnTo>
                  <a:pt x="55589" y="87273"/>
                </a:lnTo>
                <a:lnTo>
                  <a:pt x="6559" y="68429"/>
                </a:lnTo>
                <a:lnTo>
                  <a:pt x="0" y="58004"/>
                </a:lnTo>
                <a:lnTo>
                  <a:pt x="6559" y="47577"/>
                </a:lnTo>
                <a:lnTo>
                  <a:pt x="55589" y="28728"/>
                </a:lnTo>
                <a:lnTo>
                  <a:pt x="95759" y="20632"/>
                </a:lnTo>
                <a:lnTo>
                  <a:pt x="144833" y="13641"/>
                </a:lnTo>
                <a:lnTo>
                  <a:pt x="201661" y="7919"/>
                </a:lnTo>
                <a:lnTo>
                  <a:pt x="265093" y="3628"/>
                </a:lnTo>
                <a:lnTo>
                  <a:pt x="333979" y="934"/>
                </a:lnTo>
                <a:lnTo>
                  <a:pt x="407170" y="0"/>
                </a:lnTo>
                <a:close/>
              </a:path>
            </a:pathLst>
          </a:custGeom>
          <a:ln w="13129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17836" y="5918353"/>
            <a:ext cx="37465" cy="13970"/>
          </a:xfrm>
          <a:custGeom>
            <a:avLst/>
            <a:gdLst/>
            <a:ahLst/>
            <a:cxnLst/>
            <a:rect l="l" t="t" r="r" b="b"/>
            <a:pathLst>
              <a:path w="37464" h="13970">
                <a:moveTo>
                  <a:pt x="0" y="0"/>
                </a:moveTo>
                <a:lnTo>
                  <a:pt x="7047" y="5849"/>
                </a:lnTo>
                <a:lnTo>
                  <a:pt x="16351" y="10345"/>
                </a:lnTo>
                <a:lnTo>
                  <a:pt x="26725" y="13049"/>
                </a:lnTo>
                <a:lnTo>
                  <a:pt x="36984" y="13522"/>
                </a:lnTo>
                <a:lnTo>
                  <a:pt x="0" y="0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17836" y="5918353"/>
            <a:ext cx="37465" cy="13970"/>
          </a:xfrm>
          <a:custGeom>
            <a:avLst/>
            <a:gdLst/>
            <a:ahLst/>
            <a:cxnLst/>
            <a:rect l="l" t="t" r="r" b="b"/>
            <a:pathLst>
              <a:path w="37464" h="13970">
                <a:moveTo>
                  <a:pt x="0" y="0"/>
                </a:moveTo>
                <a:lnTo>
                  <a:pt x="7047" y="5849"/>
                </a:lnTo>
                <a:lnTo>
                  <a:pt x="16351" y="10345"/>
                </a:lnTo>
                <a:lnTo>
                  <a:pt x="26725" y="13049"/>
                </a:lnTo>
                <a:lnTo>
                  <a:pt x="36984" y="13522"/>
                </a:lnTo>
              </a:path>
            </a:pathLst>
          </a:custGeom>
          <a:ln w="13131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49528" y="3583813"/>
            <a:ext cx="403225" cy="328295"/>
          </a:xfrm>
          <a:custGeom>
            <a:avLst/>
            <a:gdLst/>
            <a:ahLst/>
            <a:cxnLst/>
            <a:rect l="l" t="t" r="r" b="b"/>
            <a:pathLst>
              <a:path w="403225" h="328295">
                <a:moveTo>
                  <a:pt x="0" y="0"/>
                </a:moveTo>
                <a:lnTo>
                  <a:pt x="402724" y="327859"/>
                </a:lnTo>
              </a:path>
            </a:pathLst>
          </a:custGeom>
          <a:ln w="1313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49528" y="3532189"/>
            <a:ext cx="377825" cy="52069"/>
          </a:xfrm>
          <a:custGeom>
            <a:avLst/>
            <a:gdLst/>
            <a:ahLst/>
            <a:cxnLst/>
            <a:rect l="l" t="t" r="r" b="b"/>
            <a:pathLst>
              <a:path w="377825" h="52070">
                <a:moveTo>
                  <a:pt x="0" y="51623"/>
                </a:moveTo>
                <a:lnTo>
                  <a:pt x="377235" y="0"/>
                </a:lnTo>
              </a:path>
            </a:pathLst>
          </a:custGeom>
          <a:ln w="1312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52254" y="3747669"/>
            <a:ext cx="347345" cy="164465"/>
          </a:xfrm>
          <a:custGeom>
            <a:avLst/>
            <a:gdLst/>
            <a:ahLst/>
            <a:cxnLst/>
            <a:rect l="l" t="t" r="r" b="b"/>
            <a:pathLst>
              <a:path w="347345" h="164464">
                <a:moveTo>
                  <a:pt x="346958" y="0"/>
                </a:moveTo>
                <a:lnTo>
                  <a:pt x="0" y="164008"/>
                </a:lnTo>
              </a:path>
            </a:pathLst>
          </a:custGeom>
          <a:ln w="1313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26758" y="3532195"/>
            <a:ext cx="26034" cy="356870"/>
          </a:xfrm>
          <a:custGeom>
            <a:avLst/>
            <a:gdLst/>
            <a:ahLst/>
            <a:cxnLst/>
            <a:rect l="l" t="t" r="r" b="b"/>
            <a:pathLst>
              <a:path w="26035" h="356870">
                <a:moveTo>
                  <a:pt x="0" y="0"/>
                </a:moveTo>
                <a:lnTo>
                  <a:pt x="25489" y="356297"/>
                </a:lnTo>
              </a:path>
            </a:pathLst>
          </a:custGeom>
          <a:ln w="1315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957932" y="3262252"/>
            <a:ext cx="269240" cy="270510"/>
          </a:xfrm>
          <a:custGeom>
            <a:avLst/>
            <a:gdLst/>
            <a:ahLst/>
            <a:cxnLst/>
            <a:rect l="l" t="t" r="r" b="b"/>
            <a:pathLst>
              <a:path w="269239" h="270510">
                <a:moveTo>
                  <a:pt x="0" y="0"/>
                </a:moveTo>
                <a:lnTo>
                  <a:pt x="268833" y="269933"/>
                </a:lnTo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53307" y="3262252"/>
            <a:ext cx="330835" cy="187960"/>
          </a:xfrm>
          <a:custGeom>
            <a:avLst/>
            <a:gdLst/>
            <a:ahLst/>
            <a:cxnLst/>
            <a:rect l="l" t="t" r="r" b="b"/>
            <a:pathLst>
              <a:path w="330835" h="187960">
                <a:moveTo>
                  <a:pt x="0" y="0"/>
                </a:moveTo>
                <a:lnTo>
                  <a:pt x="330255" y="187929"/>
                </a:lnTo>
              </a:path>
            </a:pathLst>
          </a:custGeom>
          <a:ln w="1313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53298" y="3229608"/>
            <a:ext cx="718820" cy="33020"/>
          </a:xfrm>
          <a:custGeom>
            <a:avLst/>
            <a:gdLst/>
            <a:ahLst/>
            <a:cxnLst/>
            <a:rect l="l" t="t" r="r" b="b"/>
            <a:pathLst>
              <a:path w="718820" h="33020">
                <a:moveTo>
                  <a:pt x="718302" y="0"/>
                </a:moveTo>
                <a:lnTo>
                  <a:pt x="0" y="32638"/>
                </a:lnTo>
              </a:path>
            </a:pathLst>
          </a:custGeom>
          <a:ln w="1312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83555" y="3229620"/>
            <a:ext cx="388620" cy="220979"/>
          </a:xfrm>
          <a:custGeom>
            <a:avLst/>
            <a:gdLst/>
            <a:ahLst/>
            <a:cxnLst/>
            <a:rect l="l" t="t" r="r" b="b"/>
            <a:pathLst>
              <a:path w="388620" h="220979">
                <a:moveTo>
                  <a:pt x="0" y="220568"/>
                </a:moveTo>
                <a:lnTo>
                  <a:pt x="388046" y="0"/>
                </a:lnTo>
              </a:path>
            </a:pathLst>
          </a:custGeom>
          <a:ln w="1313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83553" y="3450190"/>
            <a:ext cx="388620" cy="82550"/>
          </a:xfrm>
          <a:custGeom>
            <a:avLst/>
            <a:gdLst/>
            <a:ahLst/>
            <a:cxnLst/>
            <a:rect l="l" t="t" r="r" b="b"/>
            <a:pathLst>
              <a:path w="388620" h="82550">
                <a:moveTo>
                  <a:pt x="388046" y="82004"/>
                </a:moveTo>
                <a:lnTo>
                  <a:pt x="0" y="0"/>
                </a:lnTo>
              </a:path>
            </a:pathLst>
          </a:custGeom>
          <a:ln w="1313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599212" y="3450190"/>
            <a:ext cx="284480" cy="297815"/>
          </a:xfrm>
          <a:custGeom>
            <a:avLst/>
            <a:gdLst/>
            <a:ahLst/>
            <a:cxnLst/>
            <a:rect l="l" t="t" r="r" b="b"/>
            <a:pathLst>
              <a:path w="284479" h="297814">
                <a:moveTo>
                  <a:pt x="0" y="297478"/>
                </a:moveTo>
                <a:lnTo>
                  <a:pt x="284353" y="0"/>
                </a:lnTo>
              </a:path>
            </a:pathLst>
          </a:custGeom>
          <a:ln w="1314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53307" y="3262252"/>
            <a:ext cx="46355" cy="485775"/>
          </a:xfrm>
          <a:custGeom>
            <a:avLst/>
            <a:gdLst/>
            <a:ahLst/>
            <a:cxnLst/>
            <a:rect l="l" t="t" r="r" b="b"/>
            <a:pathLst>
              <a:path w="46354" h="485775">
                <a:moveTo>
                  <a:pt x="0" y="0"/>
                </a:moveTo>
                <a:lnTo>
                  <a:pt x="45901" y="485408"/>
                </a:lnTo>
              </a:path>
            </a:pathLst>
          </a:custGeom>
          <a:ln w="1315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49531" y="3262252"/>
            <a:ext cx="108585" cy="321945"/>
          </a:xfrm>
          <a:custGeom>
            <a:avLst/>
            <a:gdLst/>
            <a:ahLst/>
            <a:cxnLst/>
            <a:rect l="l" t="t" r="r" b="b"/>
            <a:pathLst>
              <a:path w="108585" h="321945">
                <a:moveTo>
                  <a:pt x="108401" y="0"/>
                </a:moveTo>
                <a:lnTo>
                  <a:pt x="0" y="321557"/>
                </a:lnTo>
              </a:path>
            </a:pathLst>
          </a:custGeom>
          <a:ln w="1314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67378" y="350180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299" y="82004"/>
                </a:moveTo>
                <a:lnTo>
                  <a:pt x="157847" y="113926"/>
                </a:lnTo>
                <a:lnTo>
                  <a:pt x="140250" y="139992"/>
                </a:lnTo>
                <a:lnTo>
                  <a:pt x="114139" y="157564"/>
                </a:lnTo>
                <a:lnTo>
                  <a:pt x="82149" y="164008"/>
                </a:lnTo>
                <a:lnTo>
                  <a:pt x="50170" y="157564"/>
                </a:lnTo>
                <a:lnTo>
                  <a:pt x="24058" y="139992"/>
                </a:lnTo>
                <a:lnTo>
                  <a:pt x="6454" y="113926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39" y="6443"/>
                </a:lnTo>
                <a:lnTo>
                  <a:pt x="140250" y="24016"/>
                </a:lnTo>
                <a:lnTo>
                  <a:pt x="157847" y="50082"/>
                </a:lnTo>
                <a:lnTo>
                  <a:pt x="164299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516358" y="4210204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19" h="358139">
                <a:moveTo>
                  <a:pt x="0" y="0"/>
                </a:moveTo>
                <a:lnTo>
                  <a:pt x="91294" y="337391"/>
                </a:lnTo>
                <a:lnTo>
                  <a:pt x="125499" y="358003"/>
                </a:lnTo>
                <a:lnTo>
                  <a:pt x="138830" y="356381"/>
                </a:lnTo>
                <a:lnTo>
                  <a:pt x="149716" y="351954"/>
                </a:lnTo>
                <a:lnTo>
                  <a:pt x="157056" y="345386"/>
                </a:lnTo>
                <a:lnTo>
                  <a:pt x="159762" y="337338"/>
                </a:lnTo>
                <a:lnTo>
                  <a:pt x="248763" y="6932"/>
                </a:lnTo>
                <a:lnTo>
                  <a:pt x="0" y="0"/>
                </a:lnTo>
                <a:close/>
              </a:path>
              <a:path w="248919" h="358139">
                <a:moveTo>
                  <a:pt x="159762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16358" y="4210204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19" h="358139">
                <a:moveTo>
                  <a:pt x="159748" y="337391"/>
                </a:moveTo>
                <a:lnTo>
                  <a:pt x="248763" y="6932"/>
                </a:lnTo>
                <a:lnTo>
                  <a:pt x="0" y="0"/>
                </a:lnTo>
                <a:lnTo>
                  <a:pt x="91277" y="337338"/>
                </a:lnTo>
                <a:lnTo>
                  <a:pt x="93964" y="345386"/>
                </a:lnTo>
                <a:lnTo>
                  <a:pt x="101296" y="351954"/>
                </a:lnTo>
                <a:lnTo>
                  <a:pt x="112173" y="356381"/>
                </a:lnTo>
                <a:lnTo>
                  <a:pt x="125499" y="358003"/>
                </a:lnTo>
                <a:lnTo>
                  <a:pt x="138830" y="356381"/>
                </a:lnTo>
                <a:lnTo>
                  <a:pt x="149716" y="351954"/>
                </a:lnTo>
                <a:lnTo>
                  <a:pt x="157056" y="345386"/>
                </a:lnTo>
                <a:lnTo>
                  <a:pt x="159748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16366" y="4134515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2"/>
                </a:lnTo>
                <a:lnTo>
                  <a:pt x="241140" y="42039"/>
                </a:lnTo>
                <a:lnTo>
                  <a:pt x="250999" y="68822"/>
                </a:lnTo>
                <a:lnTo>
                  <a:pt x="241140" y="95620"/>
                </a:lnTo>
                <a:lnTo>
                  <a:pt x="214251" y="117505"/>
                </a:lnTo>
                <a:lnTo>
                  <a:pt x="174361" y="132260"/>
                </a:lnTo>
                <a:lnTo>
                  <a:pt x="125499" y="137671"/>
                </a:lnTo>
                <a:lnTo>
                  <a:pt x="76649" y="132260"/>
                </a:lnTo>
                <a:lnTo>
                  <a:pt x="36757" y="117505"/>
                </a:lnTo>
                <a:lnTo>
                  <a:pt x="9862" y="95620"/>
                </a:lnTo>
                <a:lnTo>
                  <a:pt x="0" y="68822"/>
                </a:lnTo>
                <a:lnTo>
                  <a:pt x="9862" y="42039"/>
                </a:lnTo>
                <a:lnTo>
                  <a:pt x="36757" y="20162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778225" y="4248079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19" h="358139">
                <a:moveTo>
                  <a:pt x="0" y="0"/>
                </a:moveTo>
                <a:lnTo>
                  <a:pt x="91294" y="337364"/>
                </a:lnTo>
                <a:lnTo>
                  <a:pt x="125499" y="357977"/>
                </a:lnTo>
                <a:lnTo>
                  <a:pt x="138830" y="356354"/>
                </a:lnTo>
                <a:lnTo>
                  <a:pt x="149716" y="351928"/>
                </a:lnTo>
                <a:lnTo>
                  <a:pt x="157056" y="345360"/>
                </a:lnTo>
                <a:lnTo>
                  <a:pt x="159762" y="337312"/>
                </a:lnTo>
                <a:lnTo>
                  <a:pt x="248763" y="6905"/>
                </a:lnTo>
                <a:lnTo>
                  <a:pt x="0" y="0"/>
                </a:lnTo>
                <a:close/>
              </a:path>
              <a:path w="248919" h="358139">
                <a:moveTo>
                  <a:pt x="159762" y="33731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78225" y="4248079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19" h="358139">
                <a:moveTo>
                  <a:pt x="159748" y="337364"/>
                </a:moveTo>
                <a:lnTo>
                  <a:pt x="248763" y="6905"/>
                </a:lnTo>
                <a:lnTo>
                  <a:pt x="0" y="0"/>
                </a:lnTo>
                <a:lnTo>
                  <a:pt x="91277" y="337312"/>
                </a:lnTo>
                <a:lnTo>
                  <a:pt x="93964" y="345360"/>
                </a:lnTo>
                <a:lnTo>
                  <a:pt x="101296" y="351928"/>
                </a:lnTo>
                <a:lnTo>
                  <a:pt x="112173" y="356354"/>
                </a:lnTo>
                <a:lnTo>
                  <a:pt x="125499" y="357977"/>
                </a:lnTo>
                <a:lnTo>
                  <a:pt x="138830" y="356354"/>
                </a:lnTo>
                <a:lnTo>
                  <a:pt x="149716" y="351928"/>
                </a:lnTo>
                <a:lnTo>
                  <a:pt x="157056" y="345360"/>
                </a:lnTo>
                <a:lnTo>
                  <a:pt x="159748" y="337312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27193" y="4168918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94" y="337364"/>
                </a:lnTo>
                <a:lnTo>
                  <a:pt x="125499" y="357977"/>
                </a:lnTo>
                <a:lnTo>
                  <a:pt x="138830" y="356354"/>
                </a:lnTo>
                <a:lnTo>
                  <a:pt x="149716" y="351928"/>
                </a:lnTo>
                <a:lnTo>
                  <a:pt x="157056" y="345360"/>
                </a:lnTo>
                <a:lnTo>
                  <a:pt x="159762" y="337312"/>
                </a:lnTo>
                <a:lnTo>
                  <a:pt x="248763" y="6905"/>
                </a:lnTo>
                <a:lnTo>
                  <a:pt x="0" y="0"/>
                </a:lnTo>
                <a:close/>
              </a:path>
              <a:path w="248920" h="358139">
                <a:moveTo>
                  <a:pt x="159762" y="33731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27193" y="4168918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48" y="337364"/>
                </a:moveTo>
                <a:lnTo>
                  <a:pt x="248763" y="6905"/>
                </a:lnTo>
                <a:lnTo>
                  <a:pt x="0" y="0"/>
                </a:lnTo>
                <a:lnTo>
                  <a:pt x="91277" y="337312"/>
                </a:lnTo>
                <a:lnTo>
                  <a:pt x="93964" y="345360"/>
                </a:lnTo>
                <a:lnTo>
                  <a:pt x="101296" y="351928"/>
                </a:lnTo>
                <a:lnTo>
                  <a:pt x="112173" y="356354"/>
                </a:lnTo>
                <a:lnTo>
                  <a:pt x="125499" y="357977"/>
                </a:lnTo>
                <a:lnTo>
                  <a:pt x="138830" y="356354"/>
                </a:lnTo>
                <a:lnTo>
                  <a:pt x="149716" y="351928"/>
                </a:lnTo>
                <a:lnTo>
                  <a:pt x="157056" y="345360"/>
                </a:lnTo>
                <a:lnTo>
                  <a:pt x="159748" y="337312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266068" y="4285928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68" y="337391"/>
                </a:lnTo>
                <a:lnTo>
                  <a:pt x="125473" y="357977"/>
                </a:lnTo>
                <a:lnTo>
                  <a:pt x="138803" y="356359"/>
                </a:lnTo>
                <a:lnTo>
                  <a:pt x="149690" y="351941"/>
                </a:lnTo>
                <a:lnTo>
                  <a:pt x="157030" y="345382"/>
                </a:lnTo>
                <a:lnTo>
                  <a:pt x="159736" y="337338"/>
                </a:lnTo>
                <a:lnTo>
                  <a:pt x="248737" y="6932"/>
                </a:lnTo>
                <a:lnTo>
                  <a:pt x="0" y="0"/>
                </a:lnTo>
                <a:close/>
              </a:path>
              <a:path w="248920" h="358139">
                <a:moveTo>
                  <a:pt x="159736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266068" y="4285928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22" y="337391"/>
                </a:moveTo>
                <a:lnTo>
                  <a:pt x="248737" y="6932"/>
                </a:lnTo>
                <a:lnTo>
                  <a:pt x="0" y="0"/>
                </a:lnTo>
                <a:lnTo>
                  <a:pt x="14257" y="52705"/>
                </a:lnTo>
                <a:lnTo>
                  <a:pt x="45625" y="168659"/>
                </a:lnTo>
                <a:lnTo>
                  <a:pt x="76993" y="284618"/>
                </a:lnTo>
                <a:lnTo>
                  <a:pt x="91250" y="337338"/>
                </a:lnTo>
                <a:lnTo>
                  <a:pt x="93938" y="345382"/>
                </a:lnTo>
                <a:lnTo>
                  <a:pt x="101269" y="351941"/>
                </a:lnTo>
                <a:lnTo>
                  <a:pt x="112147" y="356359"/>
                </a:lnTo>
                <a:lnTo>
                  <a:pt x="125473" y="357977"/>
                </a:lnTo>
                <a:lnTo>
                  <a:pt x="138803" y="356359"/>
                </a:lnTo>
                <a:lnTo>
                  <a:pt x="149690" y="351941"/>
                </a:lnTo>
                <a:lnTo>
                  <a:pt x="157030" y="345382"/>
                </a:lnTo>
                <a:lnTo>
                  <a:pt x="159722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530475" y="4206766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94" y="337391"/>
                </a:lnTo>
                <a:lnTo>
                  <a:pt x="125499" y="357977"/>
                </a:lnTo>
                <a:lnTo>
                  <a:pt x="138830" y="356359"/>
                </a:lnTo>
                <a:lnTo>
                  <a:pt x="149716" y="351941"/>
                </a:lnTo>
                <a:lnTo>
                  <a:pt x="157056" y="345382"/>
                </a:lnTo>
                <a:lnTo>
                  <a:pt x="159762" y="337338"/>
                </a:lnTo>
                <a:lnTo>
                  <a:pt x="248763" y="6932"/>
                </a:lnTo>
                <a:lnTo>
                  <a:pt x="0" y="0"/>
                </a:lnTo>
                <a:close/>
              </a:path>
              <a:path w="248920" h="358139">
                <a:moveTo>
                  <a:pt x="159762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530475" y="4206766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48" y="337391"/>
                </a:moveTo>
                <a:lnTo>
                  <a:pt x="248763" y="6932"/>
                </a:lnTo>
                <a:lnTo>
                  <a:pt x="0" y="0"/>
                </a:lnTo>
                <a:lnTo>
                  <a:pt x="14262" y="52705"/>
                </a:lnTo>
                <a:lnTo>
                  <a:pt x="45638" y="168659"/>
                </a:lnTo>
                <a:lnTo>
                  <a:pt x="77015" y="284618"/>
                </a:lnTo>
                <a:lnTo>
                  <a:pt x="91277" y="337338"/>
                </a:lnTo>
                <a:lnTo>
                  <a:pt x="93964" y="345382"/>
                </a:lnTo>
                <a:lnTo>
                  <a:pt x="101296" y="351941"/>
                </a:lnTo>
                <a:lnTo>
                  <a:pt x="112173" y="356359"/>
                </a:lnTo>
                <a:lnTo>
                  <a:pt x="125499" y="357977"/>
                </a:lnTo>
                <a:lnTo>
                  <a:pt x="138830" y="356359"/>
                </a:lnTo>
                <a:lnTo>
                  <a:pt x="149716" y="351941"/>
                </a:lnTo>
                <a:lnTo>
                  <a:pt x="157056" y="345382"/>
                </a:lnTo>
                <a:lnTo>
                  <a:pt x="159748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786973" y="4279053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68" y="337391"/>
                </a:lnTo>
                <a:lnTo>
                  <a:pt x="125473" y="357977"/>
                </a:lnTo>
                <a:lnTo>
                  <a:pt x="138803" y="356359"/>
                </a:lnTo>
                <a:lnTo>
                  <a:pt x="149690" y="351941"/>
                </a:lnTo>
                <a:lnTo>
                  <a:pt x="157030" y="345382"/>
                </a:lnTo>
                <a:lnTo>
                  <a:pt x="159736" y="337338"/>
                </a:lnTo>
                <a:lnTo>
                  <a:pt x="248737" y="6932"/>
                </a:lnTo>
                <a:lnTo>
                  <a:pt x="0" y="0"/>
                </a:lnTo>
                <a:close/>
              </a:path>
              <a:path w="248920" h="358139">
                <a:moveTo>
                  <a:pt x="159736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86973" y="4279053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22" y="337391"/>
                </a:moveTo>
                <a:lnTo>
                  <a:pt x="248737" y="6932"/>
                </a:lnTo>
                <a:lnTo>
                  <a:pt x="0" y="0"/>
                </a:lnTo>
                <a:lnTo>
                  <a:pt x="91250" y="337338"/>
                </a:lnTo>
                <a:lnTo>
                  <a:pt x="93938" y="345382"/>
                </a:lnTo>
                <a:lnTo>
                  <a:pt x="101269" y="351941"/>
                </a:lnTo>
                <a:lnTo>
                  <a:pt x="112147" y="356359"/>
                </a:lnTo>
                <a:lnTo>
                  <a:pt x="125473" y="357977"/>
                </a:lnTo>
                <a:lnTo>
                  <a:pt x="138803" y="356359"/>
                </a:lnTo>
                <a:lnTo>
                  <a:pt x="149690" y="351941"/>
                </a:lnTo>
                <a:lnTo>
                  <a:pt x="157030" y="345382"/>
                </a:lnTo>
                <a:lnTo>
                  <a:pt x="159722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37998" y="4190049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59" y="337364"/>
                </a:lnTo>
                <a:lnTo>
                  <a:pt x="125473" y="357977"/>
                </a:lnTo>
                <a:lnTo>
                  <a:pt x="138803" y="356355"/>
                </a:lnTo>
                <a:lnTo>
                  <a:pt x="149690" y="351931"/>
                </a:lnTo>
                <a:lnTo>
                  <a:pt x="157030" y="345371"/>
                </a:lnTo>
                <a:lnTo>
                  <a:pt x="159729" y="337338"/>
                </a:lnTo>
                <a:lnTo>
                  <a:pt x="248737" y="6905"/>
                </a:lnTo>
                <a:lnTo>
                  <a:pt x="0" y="0"/>
                </a:lnTo>
                <a:close/>
              </a:path>
              <a:path w="248920" h="358139">
                <a:moveTo>
                  <a:pt x="159729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37998" y="4190049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22" y="337364"/>
                </a:moveTo>
                <a:lnTo>
                  <a:pt x="248737" y="6905"/>
                </a:lnTo>
                <a:lnTo>
                  <a:pt x="0" y="0"/>
                </a:lnTo>
                <a:lnTo>
                  <a:pt x="14257" y="52705"/>
                </a:lnTo>
                <a:lnTo>
                  <a:pt x="45625" y="168659"/>
                </a:lnTo>
                <a:lnTo>
                  <a:pt x="76993" y="284618"/>
                </a:lnTo>
                <a:lnTo>
                  <a:pt x="91250" y="337338"/>
                </a:lnTo>
                <a:lnTo>
                  <a:pt x="93938" y="345371"/>
                </a:lnTo>
                <a:lnTo>
                  <a:pt x="101269" y="351931"/>
                </a:lnTo>
                <a:lnTo>
                  <a:pt x="112147" y="356355"/>
                </a:lnTo>
                <a:lnTo>
                  <a:pt x="125473" y="357977"/>
                </a:lnTo>
                <a:lnTo>
                  <a:pt x="138803" y="356355"/>
                </a:lnTo>
                <a:lnTo>
                  <a:pt x="149690" y="351931"/>
                </a:lnTo>
                <a:lnTo>
                  <a:pt x="157030" y="345371"/>
                </a:lnTo>
                <a:lnTo>
                  <a:pt x="159722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306464" y="4252077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68" y="337391"/>
                </a:lnTo>
                <a:lnTo>
                  <a:pt x="125499" y="357977"/>
                </a:lnTo>
                <a:lnTo>
                  <a:pt x="138830" y="356359"/>
                </a:lnTo>
                <a:lnTo>
                  <a:pt x="149716" y="351941"/>
                </a:lnTo>
                <a:lnTo>
                  <a:pt x="157056" y="345382"/>
                </a:lnTo>
                <a:lnTo>
                  <a:pt x="159762" y="337338"/>
                </a:lnTo>
                <a:lnTo>
                  <a:pt x="248737" y="6932"/>
                </a:lnTo>
                <a:lnTo>
                  <a:pt x="0" y="0"/>
                </a:lnTo>
                <a:close/>
              </a:path>
              <a:path w="248920" h="358139">
                <a:moveTo>
                  <a:pt x="159762" y="33733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06464" y="4252077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48" y="337391"/>
                </a:moveTo>
                <a:lnTo>
                  <a:pt x="248737" y="6932"/>
                </a:lnTo>
                <a:lnTo>
                  <a:pt x="0" y="0"/>
                </a:lnTo>
                <a:lnTo>
                  <a:pt x="14261" y="52709"/>
                </a:lnTo>
                <a:lnTo>
                  <a:pt x="45635" y="168669"/>
                </a:lnTo>
                <a:lnTo>
                  <a:pt x="77004" y="284629"/>
                </a:lnTo>
                <a:lnTo>
                  <a:pt x="91250" y="337338"/>
                </a:lnTo>
                <a:lnTo>
                  <a:pt x="93942" y="345382"/>
                </a:lnTo>
                <a:lnTo>
                  <a:pt x="101282" y="351941"/>
                </a:lnTo>
                <a:lnTo>
                  <a:pt x="112169" y="356359"/>
                </a:lnTo>
                <a:lnTo>
                  <a:pt x="125499" y="357977"/>
                </a:lnTo>
                <a:lnTo>
                  <a:pt x="138830" y="356359"/>
                </a:lnTo>
                <a:lnTo>
                  <a:pt x="149716" y="351941"/>
                </a:lnTo>
                <a:lnTo>
                  <a:pt x="157056" y="345382"/>
                </a:lnTo>
                <a:lnTo>
                  <a:pt x="159748" y="337338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596768" y="4207203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0" y="0"/>
                </a:moveTo>
                <a:lnTo>
                  <a:pt x="91268" y="337364"/>
                </a:lnTo>
                <a:lnTo>
                  <a:pt x="125473" y="357977"/>
                </a:lnTo>
                <a:lnTo>
                  <a:pt x="138803" y="356354"/>
                </a:lnTo>
                <a:lnTo>
                  <a:pt x="149690" y="351928"/>
                </a:lnTo>
                <a:lnTo>
                  <a:pt x="157030" y="345360"/>
                </a:lnTo>
                <a:lnTo>
                  <a:pt x="159736" y="337312"/>
                </a:lnTo>
                <a:lnTo>
                  <a:pt x="248737" y="6905"/>
                </a:lnTo>
                <a:lnTo>
                  <a:pt x="0" y="0"/>
                </a:lnTo>
                <a:close/>
              </a:path>
              <a:path w="248920" h="358139">
                <a:moveTo>
                  <a:pt x="159736" y="33731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596768" y="4207203"/>
            <a:ext cx="248920" cy="358140"/>
          </a:xfrm>
          <a:custGeom>
            <a:avLst/>
            <a:gdLst/>
            <a:ahLst/>
            <a:cxnLst/>
            <a:rect l="l" t="t" r="r" b="b"/>
            <a:pathLst>
              <a:path w="248920" h="358139">
                <a:moveTo>
                  <a:pt x="159722" y="337364"/>
                </a:moveTo>
                <a:lnTo>
                  <a:pt x="248737" y="6905"/>
                </a:lnTo>
                <a:lnTo>
                  <a:pt x="0" y="0"/>
                </a:lnTo>
                <a:lnTo>
                  <a:pt x="91250" y="337312"/>
                </a:lnTo>
                <a:lnTo>
                  <a:pt x="93938" y="345360"/>
                </a:lnTo>
                <a:lnTo>
                  <a:pt x="101269" y="351928"/>
                </a:lnTo>
                <a:lnTo>
                  <a:pt x="112147" y="356354"/>
                </a:lnTo>
                <a:lnTo>
                  <a:pt x="125473" y="357977"/>
                </a:lnTo>
                <a:lnTo>
                  <a:pt x="138803" y="356354"/>
                </a:lnTo>
                <a:lnTo>
                  <a:pt x="149690" y="351928"/>
                </a:lnTo>
                <a:lnTo>
                  <a:pt x="157030" y="345360"/>
                </a:lnTo>
                <a:lnTo>
                  <a:pt x="159722" y="337312"/>
                </a:lnTo>
              </a:path>
            </a:pathLst>
          </a:custGeom>
          <a:ln w="1314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596747" y="4131490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31"/>
                </a:lnTo>
                <a:lnTo>
                  <a:pt x="214251" y="117508"/>
                </a:lnTo>
                <a:lnTo>
                  <a:pt x="174361" y="132261"/>
                </a:lnTo>
                <a:lnTo>
                  <a:pt x="125499" y="137671"/>
                </a:lnTo>
                <a:lnTo>
                  <a:pt x="76649" y="132261"/>
                </a:lnTo>
                <a:lnTo>
                  <a:pt x="36757" y="117508"/>
                </a:lnTo>
                <a:lnTo>
                  <a:pt x="9862" y="95631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308937" y="5135567"/>
            <a:ext cx="288925" cy="295910"/>
          </a:xfrm>
          <a:custGeom>
            <a:avLst/>
            <a:gdLst/>
            <a:ahLst/>
            <a:cxnLst/>
            <a:rect l="l" t="t" r="r" b="b"/>
            <a:pathLst>
              <a:path w="288925" h="295910">
                <a:moveTo>
                  <a:pt x="0" y="0"/>
                </a:moveTo>
                <a:lnTo>
                  <a:pt x="105795" y="278467"/>
                </a:lnTo>
                <a:lnTo>
                  <a:pt x="145464" y="295456"/>
                </a:lnTo>
                <a:lnTo>
                  <a:pt x="160911" y="294116"/>
                </a:lnTo>
                <a:lnTo>
                  <a:pt x="173528" y="290461"/>
                </a:lnTo>
                <a:lnTo>
                  <a:pt x="182037" y="285043"/>
                </a:lnTo>
                <a:lnTo>
                  <a:pt x="185178" y="278415"/>
                </a:lnTo>
                <a:lnTo>
                  <a:pt x="288325" y="5671"/>
                </a:lnTo>
                <a:lnTo>
                  <a:pt x="0" y="0"/>
                </a:lnTo>
                <a:close/>
              </a:path>
              <a:path w="288925" h="295910">
                <a:moveTo>
                  <a:pt x="185178" y="278415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08937" y="5135567"/>
            <a:ext cx="288925" cy="295910"/>
          </a:xfrm>
          <a:custGeom>
            <a:avLst/>
            <a:gdLst/>
            <a:ahLst/>
            <a:cxnLst/>
            <a:rect l="l" t="t" r="r" b="b"/>
            <a:pathLst>
              <a:path w="288925" h="295910">
                <a:moveTo>
                  <a:pt x="185158" y="278467"/>
                </a:moveTo>
                <a:lnTo>
                  <a:pt x="288325" y="5671"/>
                </a:lnTo>
                <a:lnTo>
                  <a:pt x="0" y="0"/>
                </a:lnTo>
                <a:lnTo>
                  <a:pt x="16530" y="43502"/>
                </a:lnTo>
                <a:lnTo>
                  <a:pt x="52895" y="139207"/>
                </a:lnTo>
                <a:lnTo>
                  <a:pt x="89255" y="234912"/>
                </a:lnTo>
                <a:lnTo>
                  <a:pt x="105771" y="278415"/>
                </a:lnTo>
                <a:lnTo>
                  <a:pt x="108891" y="285043"/>
                </a:lnTo>
                <a:lnTo>
                  <a:pt x="117401" y="290461"/>
                </a:lnTo>
                <a:lnTo>
                  <a:pt x="130018" y="294116"/>
                </a:lnTo>
                <a:lnTo>
                  <a:pt x="145464" y="295456"/>
                </a:lnTo>
                <a:lnTo>
                  <a:pt x="160911" y="294116"/>
                </a:lnTo>
                <a:lnTo>
                  <a:pt x="173528" y="290461"/>
                </a:lnTo>
                <a:lnTo>
                  <a:pt x="182037" y="285043"/>
                </a:lnTo>
                <a:lnTo>
                  <a:pt x="185158" y="278415"/>
                </a:lnTo>
              </a:path>
            </a:pathLst>
          </a:custGeom>
          <a:ln w="13140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308916" y="5073065"/>
            <a:ext cx="291465" cy="113664"/>
          </a:xfrm>
          <a:custGeom>
            <a:avLst/>
            <a:gdLst/>
            <a:ahLst/>
            <a:cxnLst/>
            <a:rect l="l" t="t" r="r" b="b"/>
            <a:pathLst>
              <a:path w="291464" h="113664">
                <a:moveTo>
                  <a:pt x="145491" y="0"/>
                </a:moveTo>
                <a:lnTo>
                  <a:pt x="202126" y="4465"/>
                </a:lnTo>
                <a:lnTo>
                  <a:pt x="248372" y="16644"/>
                </a:lnTo>
                <a:lnTo>
                  <a:pt x="279550" y="34706"/>
                </a:lnTo>
                <a:lnTo>
                  <a:pt x="290982" y="56822"/>
                </a:lnTo>
                <a:lnTo>
                  <a:pt x="279550" y="78939"/>
                </a:lnTo>
                <a:lnTo>
                  <a:pt x="248372" y="97000"/>
                </a:lnTo>
                <a:lnTo>
                  <a:pt x="202126" y="109179"/>
                </a:lnTo>
                <a:lnTo>
                  <a:pt x="145491" y="113645"/>
                </a:lnTo>
                <a:lnTo>
                  <a:pt x="88856" y="109179"/>
                </a:lnTo>
                <a:lnTo>
                  <a:pt x="42610" y="97000"/>
                </a:lnTo>
                <a:lnTo>
                  <a:pt x="11432" y="78939"/>
                </a:lnTo>
                <a:lnTo>
                  <a:pt x="0" y="56822"/>
                </a:lnTo>
                <a:lnTo>
                  <a:pt x="11432" y="34706"/>
                </a:lnTo>
                <a:lnTo>
                  <a:pt x="42610" y="16644"/>
                </a:lnTo>
                <a:lnTo>
                  <a:pt x="88856" y="4465"/>
                </a:lnTo>
                <a:lnTo>
                  <a:pt x="145491" y="0"/>
                </a:lnTo>
                <a:close/>
              </a:path>
            </a:pathLst>
          </a:custGeom>
          <a:ln w="13132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688840" y="5135567"/>
            <a:ext cx="288925" cy="295910"/>
          </a:xfrm>
          <a:custGeom>
            <a:avLst/>
            <a:gdLst/>
            <a:ahLst/>
            <a:cxnLst/>
            <a:rect l="l" t="t" r="r" b="b"/>
            <a:pathLst>
              <a:path w="288925" h="295910">
                <a:moveTo>
                  <a:pt x="0" y="0"/>
                </a:moveTo>
                <a:lnTo>
                  <a:pt x="105822" y="278467"/>
                </a:lnTo>
                <a:lnTo>
                  <a:pt x="145491" y="295456"/>
                </a:lnTo>
                <a:lnTo>
                  <a:pt x="160933" y="294116"/>
                </a:lnTo>
                <a:lnTo>
                  <a:pt x="173541" y="290461"/>
                </a:lnTo>
                <a:lnTo>
                  <a:pt x="182042" y="285043"/>
                </a:lnTo>
                <a:lnTo>
                  <a:pt x="185178" y="278415"/>
                </a:lnTo>
                <a:lnTo>
                  <a:pt x="288352" y="5671"/>
                </a:lnTo>
                <a:lnTo>
                  <a:pt x="0" y="0"/>
                </a:lnTo>
                <a:close/>
              </a:path>
              <a:path w="288925" h="295910">
                <a:moveTo>
                  <a:pt x="185178" y="278415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688840" y="5135567"/>
            <a:ext cx="288925" cy="295910"/>
          </a:xfrm>
          <a:custGeom>
            <a:avLst/>
            <a:gdLst/>
            <a:ahLst/>
            <a:cxnLst/>
            <a:rect l="l" t="t" r="r" b="b"/>
            <a:pathLst>
              <a:path w="288925" h="295910">
                <a:moveTo>
                  <a:pt x="185158" y="278467"/>
                </a:moveTo>
                <a:lnTo>
                  <a:pt x="288352" y="5671"/>
                </a:lnTo>
                <a:lnTo>
                  <a:pt x="0" y="0"/>
                </a:lnTo>
                <a:lnTo>
                  <a:pt x="105797" y="278415"/>
                </a:lnTo>
                <a:lnTo>
                  <a:pt x="108918" y="285043"/>
                </a:lnTo>
                <a:lnTo>
                  <a:pt x="117427" y="290461"/>
                </a:lnTo>
                <a:lnTo>
                  <a:pt x="130045" y="294116"/>
                </a:lnTo>
                <a:lnTo>
                  <a:pt x="145491" y="295456"/>
                </a:lnTo>
                <a:lnTo>
                  <a:pt x="160933" y="294116"/>
                </a:lnTo>
                <a:lnTo>
                  <a:pt x="173541" y="290461"/>
                </a:lnTo>
                <a:lnTo>
                  <a:pt x="182042" y="285043"/>
                </a:lnTo>
                <a:lnTo>
                  <a:pt x="185158" y="278415"/>
                </a:lnTo>
              </a:path>
            </a:pathLst>
          </a:custGeom>
          <a:ln w="13140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688845" y="5073065"/>
            <a:ext cx="291465" cy="113664"/>
          </a:xfrm>
          <a:custGeom>
            <a:avLst/>
            <a:gdLst/>
            <a:ahLst/>
            <a:cxnLst/>
            <a:rect l="l" t="t" r="r" b="b"/>
            <a:pathLst>
              <a:path w="291464" h="113664">
                <a:moveTo>
                  <a:pt x="145491" y="0"/>
                </a:moveTo>
                <a:lnTo>
                  <a:pt x="202122" y="4465"/>
                </a:lnTo>
                <a:lnTo>
                  <a:pt x="248359" y="16644"/>
                </a:lnTo>
                <a:lnTo>
                  <a:pt x="279528" y="34706"/>
                </a:lnTo>
                <a:lnTo>
                  <a:pt x="290956" y="56822"/>
                </a:lnTo>
                <a:lnTo>
                  <a:pt x="279528" y="78939"/>
                </a:lnTo>
                <a:lnTo>
                  <a:pt x="248359" y="97000"/>
                </a:lnTo>
                <a:lnTo>
                  <a:pt x="202122" y="109179"/>
                </a:lnTo>
                <a:lnTo>
                  <a:pt x="145491" y="113645"/>
                </a:lnTo>
                <a:lnTo>
                  <a:pt x="88856" y="109179"/>
                </a:lnTo>
                <a:lnTo>
                  <a:pt x="42610" y="97000"/>
                </a:lnTo>
                <a:lnTo>
                  <a:pt x="11432" y="78939"/>
                </a:lnTo>
                <a:lnTo>
                  <a:pt x="0" y="56822"/>
                </a:lnTo>
                <a:lnTo>
                  <a:pt x="11432" y="34706"/>
                </a:lnTo>
                <a:lnTo>
                  <a:pt x="42610" y="16644"/>
                </a:lnTo>
                <a:lnTo>
                  <a:pt x="88856" y="4465"/>
                </a:lnTo>
                <a:lnTo>
                  <a:pt x="145491" y="0"/>
                </a:lnTo>
                <a:close/>
              </a:path>
            </a:pathLst>
          </a:custGeom>
          <a:ln w="13132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2008817" y="4697816"/>
            <a:ext cx="932180" cy="31432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 marR="5080" indent="269875">
              <a:lnSpc>
                <a:spcPts val="1030"/>
              </a:lnSpc>
              <a:spcBef>
                <a:spcPts val="309"/>
              </a:spcBef>
            </a:pP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Graph 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transformations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19565" y="5497509"/>
            <a:ext cx="932180" cy="31432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 marR="5080" indent="269875">
              <a:lnSpc>
                <a:spcPts val="1030"/>
              </a:lnSpc>
              <a:spcBef>
                <a:spcPts val="309"/>
              </a:spcBef>
            </a:pP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Graph  </a:t>
            </a: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transformations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998049" y="6058219"/>
            <a:ext cx="237452" cy="2423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63991" y="6152197"/>
            <a:ext cx="242818" cy="2370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716025" y="5986364"/>
            <a:ext cx="254983" cy="2370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720087" y="6010545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159985" y="0"/>
                </a:moveTo>
                <a:lnTo>
                  <a:pt x="116919" y="8455"/>
                </a:lnTo>
                <a:lnTo>
                  <a:pt x="79229" y="31030"/>
                </a:lnTo>
                <a:lnTo>
                  <a:pt x="50477" y="63541"/>
                </a:lnTo>
                <a:lnTo>
                  <a:pt x="34222" y="101802"/>
                </a:lnTo>
                <a:lnTo>
                  <a:pt x="28714" y="140875"/>
                </a:lnTo>
                <a:lnTo>
                  <a:pt x="28356" y="144262"/>
                </a:lnTo>
                <a:lnTo>
                  <a:pt x="1052" y="218257"/>
                </a:lnTo>
                <a:lnTo>
                  <a:pt x="0" y="219360"/>
                </a:lnTo>
                <a:lnTo>
                  <a:pt x="0" y="229154"/>
                </a:lnTo>
                <a:lnTo>
                  <a:pt x="5208" y="234432"/>
                </a:lnTo>
                <a:lnTo>
                  <a:pt x="28356" y="234432"/>
                </a:lnTo>
                <a:lnTo>
                  <a:pt x="28356" y="273478"/>
                </a:lnTo>
                <a:lnTo>
                  <a:pt x="32465" y="295277"/>
                </a:lnTo>
                <a:lnTo>
                  <a:pt x="43629" y="313204"/>
                </a:lnTo>
                <a:lnTo>
                  <a:pt x="60105" y="325355"/>
                </a:lnTo>
                <a:lnTo>
                  <a:pt x="80150" y="329828"/>
                </a:lnTo>
                <a:lnTo>
                  <a:pt x="100562" y="329828"/>
                </a:lnTo>
                <a:lnTo>
                  <a:pt x="100562" y="373049"/>
                </a:lnTo>
                <a:lnTo>
                  <a:pt x="240108" y="373049"/>
                </a:lnTo>
                <a:lnTo>
                  <a:pt x="240108" y="252445"/>
                </a:lnTo>
                <a:lnTo>
                  <a:pt x="260580" y="230677"/>
                </a:lnTo>
                <a:lnTo>
                  <a:pt x="265963" y="221618"/>
                </a:lnTo>
                <a:lnTo>
                  <a:pt x="243923" y="221618"/>
                </a:lnTo>
                <a:lnTo>
                  <a:pt x="243732" y="211345"/>
                </a:lnTo>
                <a:lnTo>
                  <a:pt x="237972" y="188743"/>
                </a:lnTo>
                <a:lnTo>
                  <a:pt x="223543" y="171675"/>
                </a:lnTo>
                <a:lnTo>
                  <a:pt x="52845" y="171675"/>
                </a:lnTo>
                <a:lnTo>
                  <a:pt x="45980" y="164166"/>
                </a:lnTo>
                <a:lnTo>
                  <a:pt x="45980" y="147255"/>
                </a:lnTo>
                <a:lnTo>
                  <a:pt x="52845" y="139745"/>
                </a:lnTo>
                <a:lnTo>
                  <a:pt x="123555" y="139745"/>
                </a:lnTo>
                <a:lnTo>
                  <a:pt x="120064" y="138724"/>
                </a:lnTo>
                <a:lnTo>
                  <a:pt x="90258" y="104284"/>
                </a:lnTo>
                <a:lnTo>
                  <a:pt x="79499" y="70474"/>
                </a:lnTo>
                <a:lnTo>
                  <a:pt x="78071" y="55220"/>
                </a:lnTo>
                <a:lnTo>
                  <a:pt x="94962" y="38752"/>
                </a:lnTo>
                <a:lnTo>
                  <a:pt x="114629" y="26330"/>
                </a:lnTo>
                <a:lnTo>
                  <a:pt x="136496" y="18487"/>
                </a:lnTo>
                <a:lnTo>
                  <a:pt x="159985" y="15754"/>
                </a:lnTo>
                <a:lnTo>
                  <a:pt x="217139" y="15754"/>
                </a:lnTo>
                <a:lnTo>
                  <a:pt x="200817" y="6680"/>
                </a:lnTo>
                <a:lnTo>
                  <a:pt x="159985" y="0"/>
                </a:lnTo>
                <a:close/>
              </a:path>
              <a:path w="290195" h="373379">
                <a:moveTo>
                  <a:pt x="217139" y="15754"/>
                </a:moveTo>
                <a:lnTo>
                  <a:pt x="159985" y="15754"/>
                </a:lnTo>
                <a:lnTo>
                  <a:pt x="204066" y="25445"/>
                </a:lnTo>
                <a:lnTo>
                  <a:pt x="240080" y="51866"/>
                </a:lnTo>
                <a:lnTo>
                  <a:pt x="264370" y="91038"/>
                </a:lnTo>
                <a:lnTo>
                  <a:pt x="273231" y="138724"/>
                </a:lnTo>
                <a:lnTo>
                  <a:pt x="273215" y="139745"/>
                </a:lnTo>
                <a:lnTo>
                  <a:pt x="271319" y="162106"/>
                </a:lnTo>
                <a:lnTo>
                  <a:pt x="265605" y="183836"/>
                </a:lnTo>
                <a:lnTo>
                  <a:pt x="256389" y="203799"/>
                </a:lnTo>
                <a:lnTo>
                  <a:pt x="243923" y="221618"/>
                </a:lnTo>
                <a:lnTo>
                  <a:pt x="265963" y="221618"/>
                </a:lnTo>
                <a:lnTo>
                  <a:pt x="276277" y="204262"/>
                </a:lnTo>
                <a:lnTo>
                  <a:pt x="286332" y="174045"/>
                </a:lnTo>
                <a:lnTo>
                  <a:pt x="289877" y="140875"/>
                </a:lnTo>
                <a:lnTo>
                  <a:pt x="283199" y="95967"/>
                </a:lnTo>
                <a:lnTo>
                  <a:pt x="264648" y="57044"/>
                </a:lnTo>
                <a:lnTo>
                  <a:pt x="236446" y="26488"/>
                </a:lnTo>
                <a:lnTo>
                  <a:pt x="217139" y="15754"/>
                </a:lnTo>
                <a:close/>
              </a:path>
              <a:path w="290195" h="373379">
                <a:moveTo>
                  <a:pt x="123555" y="139745"/>
                </a:moveTo>
                <a:lnTo>
                  <a:pt x="68418" y="139745"/>
                </a:lnTo>
                <a:lnTo>
                  <a:pt x="75363" y="147255"/>
                </a:lnTo>
                <a:lnTo>
                  <a:pt x="75363" y="164166"/>
                </a:lnTo>
                <a:lnTo>
                  <a:pt x="68418" y="171675"/>
                </a:lnTo>
                <a:lnTo>
                  <a:pt x="223543" y="171675"/>
                </a:lnTo>
                <a:lnTo>
                  <a:pt x="218865" y="166142"/>
                </a:lnTo>
                <a:lnTo>
                  <a:pt x="178635" y="155868"/>
                </a:lnTo>
                <a:lnTo>
                  <a:pt x="123555" y="139745"/>
                </a:lnTo>
                <a:close/>
              </a:path>
            </a:pathLst>
          </a:custGeom>
          <a:solidFill>
            <a:srgbClr val="FEEF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720087" y="6010545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289877" y="140875"/>
                </a:moveTo>
                <a:lnTo>
                  <a:pt x="286333" y="174045"/>
                </a:lnTo>
                <a:lnTo>
                  <a:pt x="276278" y="204262"/>
                </a:lnTo>
                <a:lnTo>
                  <a:pt x="260580" y="230677"/>
                </a:lnTo>
                <a:lnTo>
                  <a:pt x="240109" y="252446"/>
                </a:lnTo>
                <a:lnTo>
                  <a:pt x="240109" y="373049"/>
                </a:lnTo>
                <a:lnTo>
                  <a:pt x="100562" y="373049"/>
                </a:lnTo>
                <a:lnTo>
                  <a:pt x="100562" y="329828"/>
                </a:lnTo>
                <a:lnTo>
                  <a:pt x="80150" y="329828"/>
                </a:lnTo>
                <a:lnTo>
                  <a:pt x="60105" y="325355"/>
                </a:lnTo>
                <a:lnTo>
                  <a:pt x="43629" y="313204"/>
                </a:lnTo>
                <a:lnTo>
                  <a:pt x="32465" y="295277"/>
                </a:lnTo>
                <a:lnTo>
                  <a:pt x="28356" y="273478"/>
                </a:lnTo>
                <a:lnTo>
                  <a:pt x="28356" y="234432"/>
                </a:lnTo>
                <a:lnTo>
                  <a:pt x="10732" y="234432"/>
                </a:lnTo>
                <a:lnTo>
                  <a:pt x="5208" y="234432"/>
                </a:lnTo>
                <a:lnTo>
                  <a:pt x="0" y="229155"/>
                </a:lnTo>
                <a:lnTo>
                  <a:pt x="0" y="222748"/>
                </a:lnTo>
                <a:lnTo>
                  <a:pt x="0" y="220489"/>
                </a:lnTo>
                <a:lnTo>
                  <a:pt x="0" y="219360"/>
                </a:lnTo>
                <a:lnTo>
                  <a:pt x="1052" y="218257"/>
                </a:lnTo>
                <a:lnTo>
                  <a:pt x="28356" y="144262"/>
                </a:lnTo>
                <a:lnTo>
                  <a:pt x="34222" y="101802"/>
                </a:lnTo>
                <a:lnTo>
                  <a:pt x="50477" y="63541"/>
                </a:lnTo>
                <a:lnTo>
                  <a:pt x="79229" y="31030"/>
                </a:lnTo>
                <a:lnTo>
                  <a:pt x="116919" y="8455"/>
                </a:lnTo>
                <a:lnTo>
                  <a:pt x="159985" y="0"/>
                </a:lnTo>
                <a:lnTo>
                  <a:pt x="200817" y="6680"/>
                </a:lnTo>
                <a:lnTo>
                  <a:pt x="236445" y="26488"/>
                </a:lnTo>
                <a:lnTo>
                  <a:pt x="264647" y="57044"/>
                </a:lnTo>
                <a:lnTo>
                  <a:pt x="283199" y="95967"/>
                </a:lnTo>
                <a:lnTo>
                  <a:pt x="289877" y="140875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766068" y="6150291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9382" y="16122"/>
                </a:moveTo>
                <a:lnTo>
                  <a:pt x="29382" y="7509"/>
                </a:lnTo>
                <a:lnTo>
                  <a:pt x="22437" y="0"/>
                </a:lnTo>
                <a:lnTo>
                  <a:pt x="14467" y="0"/>
                </a:lnTo>
                <a:lnTo>
                  <a:pt x="6865" y="0"/>
                </a:lnTo>
                <a:lnTo>
                  <a:pt x="0" y="7509"/>
                </a:lnTo>
                <a:lnTo>
                  <a:pt x="0" y="16122"/>
                </a:lnTo>
                <a:lnTo>
                  <a:pt x="0" y="24420"/>
                </a:lnTo>
                <a:lnTo>
                  <a:pt x="6865" y="31929"/>
                </a:lnTo>
                <a:lnTo>
                  <a:pt x="14467" y="31929"/>
                </a:lnTo>
                <a:lnTo>
                  <a:pt x="22437" y="31929"/>
                </a:lnTo>
                <a:lnTo>
                  <a:pt x="29382" y="24420"/>
                </a:lnTo>
                <a:lnTo>
                  <a:pt x="29382" y="16122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798160" y="6026299"/>
            <a:ext cx="195580" cy="206375"/>
          </a:xfrm>
          <a:custGeom>
            <a:avLst/>
            <a:gdLst/>
            <a:ahLst/>
            <a:cxnLst/>
            <a:rect l="l" t="t" r="r" b="b"/>
            <a:pathLst>
              <a:path w="195579" h="206375">
                <a:moveTo>
                  <a:pt x="195207" y="123229"/>
                </a:moveTo>
                <a:lnTo>
                  <a:pt x="186297" y="75283"/>
                </a:lnTo>
                <a:lnTo>
                  <a:pt x="162007" y="36111"/>
                </a:lnTo>
                <a:lnTo>
                  <a:pt x="125993" y="9690"/>
                </a:lnTo>
                <a:lnTo>
                  <a:pt x="81912" y="0"/>
                </a:lnTo>
                <a:lnTo>
                  <a:pt x="58423" y="2732"/>
                </a:lnTo>
                <a:lnTo>
                  <a:pt x="36556" y="10575"/>
                </a:lnTo>
                <a:lnTo>
                  <a:pt x="16890" y="22997"/>
                </a:lnTo>
                <a:lnTo>
                  <a:pt x="0" y="39466"/>
                </a:lnTo>
                <a:lnTo>
                  <a:pt x="1427" y="54719"/>
                </a:lnTo>
                <a:lnTo>
                  <a:pt x="12185" y="88529"/>
                </a:lnTo>
                <a:lnTo>
                  <a:pt x="41992" y="122969"/>
                </a:lnTo>
                <a:lnTo>
                  <a:pt x="100562" y="140113"/>
                </a:lnTo>
                <a:lnTo>
                  <a:pt x="140793" y="150387"/>
                </a:lnTo>
                <a:lnTo>
                  <a:pt x="159899" y="172988"/>
                </a:lnTo>
                <a:lnTo>
                  <a:pt x="165659" y="195590"/>
                </a:lnTo>
                <a:lnTo>
                  <a:pt x="165851" y="205864"/>
                </a:lnTo>
                <a:lnTo>
                  <a:pt x="178317" y="188044"/>
                </a:lnTo>
                <a:lnTo>
                  <a:pt x="187532" y="168081"/>
                </a:lnTo>
                <a:lnTo>
                  <a:pt x="193246" y="146351"/>
                </a:lnTo>
                <a:lnTo>
                  <a:pt x="195207" y="123229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720087" y="6010545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289877" y="140875"/>
                </a:moveTo>
                <a:lnTo>
                  <a:pt x="286333" y="174045"/>
                </a:lnTo>
                <a:lnTo>
                  <a:pt x="276278" y="204262"/>
                </a:lnTo>
                <a:lnTo>
                  <a:pt x="260580" y="230677"/>
                </a:lnTo>
                <a:lnTo>
                  <a:pt x="240109" y="252446"/>
                </a:lnTo>
                <a:lnTo>
                  <a:pt x="240109" y="373049"/>
                </a:lnTo>
                <a:lnTo>
                  <a:pt x="100562" y="373049"/>
                </a:lnTo>
                <a:lnTo>
                  <a:pt x="100562" y="329828"/>
                </a:lnTo>
                <a:lnTo>
                  <a:pt x="80150" y="329828"/>
                </a:lnTo>
                <a:lnTo>
                  <a:pt x="60105" y="325355"/>
                </a:lnTo>
                <a:lnTo>
                  <a:pt x="43629" y="313204"/>
                </a:lnTo>
                <a:lnTo>
                  <a:pt x="32465" y="295277"/>
                </a:lnTo>
                <a:lnTo>
                  <a:pt x="28356" y="273478"/>
                </a:lnTo>
                <a:lnTo>
                  <a:pt x="28356" y="234432"/>
                </a:lnTo>
                <a:lnTo>
                  <a:pt x="10732" y="234432"/>
                </a:lnTo>
                <a:lnTo>
                  <a:pt x="5208" y="234432"/>
                </a:lnTo>
                <a:lnTo>
                  <a:pt x="0" y="229155"/>
                </a:lnTo>
                <a:lnTo>
                  <a:pt x="0" y="222748"/>
                </a:lnTo>
                <a:lnTo>
                  <a:pt x="0" y="220489"/>
                </a:lnTo>
                <a:lnTo>
                  <a:pt x="0" y="219360"/>
                </a:lnTo>
                <a:lnTo>
                  <a:pt x="1052" y="218257"/>
                </a:lnTo>
                <a:lnTo>
                  <a:pt x="28356" y="144262"/>
                </a:lnTo>
                <a:lnTo>
                  <a:pt x="34222" y="101802"/>
                </a:lnTo>
                <a:lnTo>
                  <a:pt x="50477" y="63541"/>
                </a:lnTo>
                <a:lnTo>
                  <a:pt x="79229" y="31030"/>
                </a:lnTo>
                <a:lnTo>
                  <a:pt x="116919" y="8455"/>
                </a:lnTo>
                <a:lnTo>
                  <a:pt x="159985" y="0"/>
                </a:lnTo>
                <a:lnTo>
                  <a:pt x="200817" y="6680"/>
                </a:lnTo>
                <a:lnTo>
                  <a:pt x="236445" y="26488"/>
                </a:lnTo>
                <a:lnTo>
                  <a:pt x="264647" y="57044"/>
                </a:lnTo>
                <a:lnTo>
                  <a:pt x="283199" y="95967"/>
                </a:lnTo>
                <a:lnTo>
                  <a:pt x="289877" y="140875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766068" y="6150291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9382" y="16122"/>
                </a:moveTo>
                <a:lnTo>
                  <a:pt x="29382" y="7509"/>
                </a:lnTo>
                <a:lnTo>
                  <a:pt x="22437" y="0"/>
                </a:lnTo>
                <a:lnTo>
                  <a:pt x="14467" y="0"/>
                </a:lnTo>
                <a:lnTo>
                  <a:pt x="6865" y="0"/>
                </a:lnTo>
                <a:lnTo>
                  <a:pt x="0" y="7509"/>
                </a:lnTo>
                <a:lnTo>
                  <a:pt x="0" y="16122"/>
                </a:lnTo>
                <a:lnTo>
                  <a:pt x="0" y="24420"/>
                </a:lnTo>
                <a:lnTo>
                  <a:pt x="6865" y="31929"/>
                </a:lnTo>
                <a:lnTo>
                  <a:pt x="14467" y="31929"/>
                </a:lnTo>
                <a:lnTo>
                  <a:pt x="22437" y="31929"/>
                </a:lnTo>
                <a:lnTo>
                  <a:pt x="29382" y="24420"/>
                </a:lnTo>
                <a:lnTo>
                  <a:pt x="29382" y="16122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798160" y="6026299"/>
            <a:ext cx="195580" cy="206375"/>
          </a:xfrm>
          <a:custGeom>
            <a:avLst/>
            <a:gdLst/>
            <a:ahLst/>
            <a:cxnLst/>
            <a:rect l="l" t="t" r="r" b="b"/>
            <a:pathLst>
              <a:path w="195579" h="206375">
                <a:moveTo>
                  <a:pt x="195207" y="123229"/>
                </a:moveTo>
                <a:lnTo>
                  <a:pt x="186297" y="75283"/>
                </a:lnTo>
                <a:lnTo>
                  <a:pt x="162007" y="36111"/>
                </a:lnTo>
                <a:lnTo>
                  <a:pt x="125993" y="9690"/>
                </a:lnTo>
                <a:lnTo>
                  <a:pt x="81912" y="0"/>
                </a:lnTo>
                <a:lnTo>
                  <a:pt x="58423" y="2732"/>
                </a:lnTo>
                <a:lnTo>
                  <a:pt x="36556" y="10575"/>
                </a:lnTo>
                <a:lnTo>
                  <a:pt x="16890" y="22997"/>
                </a:lnTo>
                <a:lnTo>
                  <a:pt x="0" y="39466"/>
                </a:lnTo>
                <a:lnTo>
                  <a:pt x="1427" y="54719"/>
                </a:lnTo>
                <a:lnTo>
                  <a:pt x="12185" y="88529"/>
                </a:lnTo>
                <a:lnTo>
                  <a:pt x="41992" y="122969"/>
                </a:lnTo>
                <a:lnTo>
                  <a:pt x="100562" y="140113"/>
                </a:lnTo>
                <a:lnTo>
                  <a:pt x="140793" y="150387"/>
                </a:lnTo>
                <a:lnTo>
                  <a:pt x="159899" y="172988"/>
                </a:lnTo>
                <a:lnTo>
                  <a:pt x="165659" y="195590"/>
                </a:lnTo>
                <a:lnTo>
                  <a:pt x="165851" y="205864"/>
                </a:lnTo>
                <a:lnTo>
                  <a:pt x="178317" y="188044"/>
                </a:lnTo>
                <a:lnTo>
                  <a:pt x="187532" y="168081"/>
                </a:lnTo>
                <a:lnTo>
                  <a:pt x="193246" y="146351"/>
                </a:lnTo>
                <a:lnTo>
                  <a:pt x="195207" y="123229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759123" y="5954533"/>
            <a:ext cx="100330" cy="124460"/>
          </a:xfrm>
          <a:custGeom>
            <a:avLst/>
            <a:gdLst/>
            <a:ahLst/>
            <a:cxnLst/>
            <a:rect l="l" t="t" r="r" b="b"/>
            <a:pathLst>
              <a:path w="100329" h="124460">
                <a:moveTo>
                  <a:pt x="39378" y="0"/>
                </a:moveTo>
                <a:lnTo>
                  <a:pt x="0" y="22424"/>
                </a:lnTo>
                <a:lnTo>
                  <a:pt x="35327" y="48288"/>
                </a:lnTo>
                <a:lnTo>
                  <a:pt x="23332" y="55903"/>
                </a:lnTo>
                <a:lnTo>
                  <a:pt x="56765" y="80533"/>
                </a:lnTo>
                <a:lnTo>
                  <a:pt x="46507" y="85890"/>
                </a:lnTo>
                <a:lnTo>
                  <a:pt x="100326" y="124358"/>
                </a:lnTo>
                <a:lnTo>
                  <a:pt x="68576" y="74153"/>
                </a:lnTo>
                <a:lnTo>
                  <a:pt x="77020" y="69137"/>
                </a:lnTo>
                <a:lnTo>
                  <a:pt x="51347" y="39150"/>
                </a:lnTo>
                <a:lnTo>
                  <a:pt x="59711" y="35028"/>
                </a:lnTo>
                <a:lnTo>
                  <a:pt x="39378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759124" y="5954533"/>
            <a:ext cx="100330" cy="124460"/>
          </a:xfrm>
          <a:custGeom>
            <a:avLst/>
            <a:gdLst/>
            <a:ahLst/>
            <a:cxnLst/>
            <a:rect l="l" t="t" r="r" b="b"/>
            <a:pathLst>
              <a:path w="100329" h="124460">
                <a:moveTo>
                  <a:pt x="39378" y="0"/>
                </a:moveTo>
                <a:lnTo>
                  <a:pt x="59711" y="35028"/>
                </a:lnTo>
                <a:lnTo>
                  <a:pt x="51346" y="39150"/>
                </a:lnTo>
                <a:lnTo>
                  <a:pt x="77020" y="69137"/>
                </a:lnTo>
                <a:lnTo>
                  <a:pt x="68576" y="74153"/>
                </a:lnTo>
                <a:lnTo>
                  <a:pt x="100326" y="124358"/>
                </a:lnTo>
                <a:lnTo>
                  <a:pt x="46506" y="85890"/>
                </a:lnTo>
                <a:lnTo>
                  <a:pt x="56765" y="80533"/>
                </a:lnTo>
                <a:lnTo>
                  <a:pt x="23332" y="55903"/>
                </a:lnTo>
                <a:lnTo>
                  <a:pt x="35327" y="48288"/>
                </a:lnTo>
                <a:lnTo>
                  <a:pt x="0" y="22424"/>
                </a:lnTo>
                <a:lnTo>
                  <a:pt x="39378" y="0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841365" y="5938826"/>
            <a:ext cx="50800" cy="137795"/>
          </a:xfrm>
          <a:custGeom>
            <a:avLst/>
            <a:gdLst/>
            <a:ahLst/>
            <a:cxnLst/>
            <a:rect l="l" t="t" r="r" b="b"/>
            <a:pathLst>
              <a:path w="50800" h="137795">
                <a:moveTo>
                  <a:pt x="16625" y="76595"/>
                </a:moveTo>
                <a:lnTo>
                  <a:pt x="49716" y="137225"/>
                </a:lnTo>
                <a:lnTo>
                  <a:pt x="41140" y="79483"/>
                </a:lnTo>
                <a:lnTo>
                  <a:pt x="50479" y="79483"/>
                </a:lnTo>
                <a:lnTo>
                  <a:pt x="50042" y="77986"/>
                </a:lnTo>
                <a:lnTo>
                  <a:pt x="27962" y="77986"/>
                </a:lnTo>
                <a:lnTo>
                  <a:pt x="16625" y="76595"/>
                </a:lnTo>
                <a:close/>
              </a:path>
              <a:path w="50800" h="137795">
                <a:moveTo>
                  <a:pt x="50479" y="79483"/>
                </a:moveTo>
                <a:lnTo>
                  <a:pt x="41140" y="79483"/>
                </a:lnTo>
                <a:lnTo>
                  <a:pt x="50662" y="80113"/>
                </a:lnTo>
                <a:lnTo>
                  <a:pt x="50479" y="79483"/>
                </a:lnTo>
                <a:close/>
              </a:path>
              <a:path w="50800" h="137795">
                <a:moveTo>
                  <a:pt x="7680" y="39702"/>
                </a:moveTo>
                <a:lnTo>
                  <a:pt x="27962" y="77986"/>
                </a:lnTo>
                <a:lnTo>
                  <a:pt x="50042" y="77986"/>
                </a:lnTo>
                <a:lnTo>
                  <a:pt x="39509" y="41855"/>
                </a:lnTo>
                <a:lnTo>
                  <a:pt x="48534" y="41855"/>
                </a:lnTo>
                <a:lnTo>
                  <a:pt x="48359" y="40306"/>
                </a:lnTo>
                <a:lnTo>
                  <a:pt x="21490" y="40306"/>
                </a:lnTo>
                <a:lnTo>
                  <a:pt x="7680" y="39702"/>
                </a:lnTo>
                <a:close/>
              </a:path>
              <a:path w="50800" h="137795">
                <a:moveTo>
                  <a:pt x="48534" y="41855"/>
                </a:moveTo>
                <a:lnTo>
                  <a:pt x="39509" y="41855"/>
                </a:lnTo>
                <a:lnTo>
                  <a:pt x="48690" y="43247"/>
                </a:lnTo>
                <a:lnTo>
                  <a:pt x="48534" y="41855"/>
                </a:lnTo>
                <a:close/>
              </a:path>
              <a:path w="50800" h="137795">
                <a:moveTo>
                  <a:pt x="0" y="0"/>
                </a:moveTo>
                <a:lnTo>
                  <a:pt x="21490" y="40306"/>
                </a:lnTo>
                <a:lnTo>
                  <a:pt x="48359" y="40306"/>
                </a:lnTo>
                <a:lnTo>
                  <a:pt x="44270" y="3938"/>
                </a:lnTo>
                <a:lnTo>
                  <a:pt x="0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841365" y="5938826"/>
            <a:ext cx="50800" cy="137795"/>
          </a:xfrm>
          <a:custGeom>
            <a:avLst/>
            <a:gdLst/>
            <a:ahLst/>
            <a:cxnLst/>
            <a:rect l="l" t="t" r="r" b="b"/>
            <a:pathLst>
              <a:path w="50800" h="137795">
                <a:moveTo>
                  <a:pt x="44270" y="3938"/>
                </a:moveTo>
                <a:lnTo>
                  <a:pt x="48689" y="43247"/>
                </a:lnTo>
                <a:lnTo>
                  <a:pt x="39509" y="41855"/>
                </a:lnTo>
                <a:lnTo>
                  <a:pt x="50662" y="80113"/>
                </a:lnTo>
                <a:lnTo>
                  <a:pt x="41140" y="79483"/>
                </a:lnTo>
                <a:lnTo>
                  <a:pt x="49715" y="137225"/>
                </a:lnTo>
                <a:lnTo>
                  <a:pt x="16624" y="76595"/>
                </a:lnTo>
                <a:lnTo>
                  <a:pt x="27961" y="77986"/>
                </a:lnTo>
                <a:lnTo>
                  <a:pt x="7680" y="39702"/>
                </a:lnTo>
                <a:lnTo>
                  <a:pt x="21490" y="40306"/>
                </a:lnTo>
                <a:lnTo>
                  <a:pt x="0" y="0"/>
                </a:lnTo>
                <a:lnTo>
                  <a:pt x="44270" y="3938"/>
                </a:lnTo>
                <a:close/>
              </a:path>
            </a:pathLst>
          </a:custGeom>
          <a:ln w="657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369393" y="6021442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159984" y="0"/>
                </a:moveTo>
                <a:lnTo>
                  <a:pt x="116918" y="8455"/>
                </a:lnTo>
                <a:lnTo>
                  <a:pt x="79229" y="31030"/>
                </a:lnTo>
                <a:lnTo>
                  <a:pt x="50477" y="63541"/>
                </a:lnTo>
                <a:lnTo>
                  <a:pt x="34222" y="101802"/>
                </a:lnTo>
                <a:lnTo>
                  <a:pt x="28737" y="140875"/>
                </a:lnTo>
                <a:lnTo>
                  <a:pt x="28381" y="144262"/>
                </a:lnTo>
                <a:lnTo>
                  <a:pt x="1078" y="218257"/>
                </a:lnTo>
                <a:lnTo>
                  <a:pt x="0" y="219360"/>
                </a:lnTo>
                <a:lnTo>
                  <a:pt x="0" y="229154"/>
                </a:lnTo>
                <a:lnTo>
                  <a:pt x="5234" y="234432"/>
                </a:lnTo>
                <a:lnTo>
                  <a:pt x="28381" y="234432"/>
                </a:lnTo>
                <a:lnTo>
                  <a:pt x="28381" y="273505"/>
                </a:lnTo>
                <a:lnTo>
                  <a:pt x="32490" y="295288"/>
                </a:lnTo>
                <a:lnTo>
                  <a:pt x="43655" y="313207"/>
                </a:lnTo>
                <a:lnTo>
                  <a:pt x="60131" y="325355"/>
                </a:lnTo>
                <a:lnTo>
                  <a:pt x="80176" y="329828"/>
                </a:lnTo>
                <a:lnTo>
                  <a:pt x="100562" y="329828"/>
                </a:lnTo>
                <a:lnTo>
                  <a:pt x="100562" y="373049"/>
                </a:lnTo>
                <a:lnTo>
                  <a:pt x="240135" y="373049"/>
                </a:lnTo>
                <a:lnTo>
                  <a:pt x="240135" y="252446"/>
                </a:lnTo>
                <a:lnTo>
                  <a:pt x="260602" y="230677"/>
                </a:lnTo>
                <a:lnTo>
                  <a:pt x="265983" y="221618"/>
                </a:lnTo>
                <a:lnTo>
                  <a:pt x="243949" y="221618"/>
                </a:lnTo>
                <a:lnTo>
                  <a:pt x="243753" y="211345"/>
                </a:lnTo>
                <a:lnTo>
                  <a:pt x="237984" y="188743"/>
                </a:lnTo>
                <a:lnTo>
                  <a:pt x="223549" y="171675"/>
                </a:lnTo>
                <a:lnTo>
                  <a:pt x="52872" y="171675"/>
                </a:lnTo>
                <a:lnTo>
                  <a:pt x="45980" y="164166"/>
                </a:lnTo>
                <a:lnTo>
                  <a:pt x="45980" y="147255"/>
                </a:lnTo>
                <a:lnTo>
                  <a:pt x="52872" y="139745"/>
                </a:lnTo>
                <a:lnTo>
                  <a:pt x="123568" y="139745"/>
                </a:lnTo>
                <a:lnTo>
                  <a:pt x="120079" y="138724"/>
                </a:lnTo>
                <a:lnTo>
                  <a:pt x="90280" y="104284"/>
                </a:lnTo>
                <a:lnTo>
                  <a:pt x="79525" y="70474"/>
                </a:lnTo>
                <a:lnTo>
                  <a:pt x="78098" y="55220"/>
                </a:lnTo>
                <a:lnTo>
                  <a:pt x="94977" y="38763"/>
                </a:lnTo>
                <a:lnTo>
                  <a:pt x="114642" y="26340"/>
                </a:lnTo>
                <a:lnTo>
                  <a:pt x="136507" y="18491"/>
                </a:lnTo>
                <a:lnTo>
                  <a:pt x="159984" y="15754"/>
                </a:lnTo>
                <a:lnTo>
                  <a:pt x="217149" y="15754"/>
                </a:lnTo>
                <a:lnTo>
                  <a:pt x="200826" y="6680"/>
                </a:lnTo>
                <a:lnTo>
                  <a:pt x="159984" y="0"/>
                </a:lnTo>
                <a:close/>
              </a:path>
              <a:path w="290195" h="373379">
                <a:moveTo>
                  <a:pt x="217149" y="15754"/>
                </a:moveTo>
                <a:lnTo>
                  <a:pt x="159984" y="15754"/>
                </a:lnTo>
                <a:lnTo>
                  <a:pt x="204065" y="25445"/>
                </a:lnTo>
                <a:lnTo>
                  <a:pt x="240079" y="51866"/>
                </a:lnTo>
                <a:lnTo>
                  <a:pt x="264370" y="91038"/>
                </a:lnTo>
                <a:lnTo>
                  <a:pt x="273231" y="138724"/>
                </a:lnTo>
                <a:lnTo>
                  <a:pt x="273215" y="139745"/>
                </a:lnTo>
                <a:lnTo>
                  <a:pt x="271319" y="162106"/>
                </a:lnTo>
                <a:lnTo>
                  <a:pt x="265608" y="183836"/>
                </a:lnTo>
                <a:lnTo>
                  <a:pt x="256400" y="203799"/>
                </a:lnTo>
                <a:lnTo>
                  <a:pt x="243949" y="221618"/>
                </a:lnTo>
                <a:lnTo>
                  <a:pt x="265983" y="221618"/>
                </a:lnTo>
                <a:lnTo>
                  <a:pt x="276291" y="204262"/>
                </a:lnTo>
                <a:lnTo>
                  <a:pt x="286337" y="174045"/>
                </a:lnTo>
                <a:lnTo>
                  <a:pt x="289877" y="140875"/>
                </a:lnTo>
                <a:lnTo>
                  <a:pt x="283201" y="95967"/>
                </a:lnTo>
                <a:lnTo>
                  <a:pt x="264655" y="57044"/>
                </a:lnTo>
                <a:lnTo>
                  <a:pt x="236456" y="26488"/>
                </a:lnTo>
                <a:lnTo>
                  <a:pt x="217149" y="15754"/>
                </a:lnTo>
                <a:close/>
              </a:path>
              <a:path w="290195" h="373379">
                <a:moveTo>
                  <a:pt x="123568" y="139745"/>
                </a:moveTo>
                <a:lnTo>
                  <a:pt x="68418" y="139745"/>
                </a:lnTo>
                <a:lnTo>
                  <a:pt x="75363" y="147255"/>
                </a:lnTo>
                <a:lnTo>
                  <a:pt x="75363" y="164166"/>
                </a:lnTo>
                <a:lnTo>
                  <a:pt x="68418" y="171675"/>
                </a:lnTo>
                <a:lnTo>
                  <a:pt x="223549" y="171675"/>
                </a:lnTo>
                <a:lnTo>
                  <a:pt x="218869" y="166142"/>
                </a:lnTo>
                <a:lnTo>
                  <a:pt x="178634" y="155868"/>
                </a:lnTo>
                <a:lnTo>
                  <a:pt x="123568" y="139745"/>
                </a:lnTo>
                <a:close/>
              </a:path>
            </a:pathLst>
          </a:custGeom>
          <a:solidFill>
            <a:srgbClr val="9B85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369393" y="6021442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289877" y="140875"/>
                </a:moveTo>
                <a:lnTo>
                  <a:pt x="286337" y="174045"/>
                </a:lnTo>
                <a:lnTo>
                  <a:pt x="276291" y="204262"/>
                </a:lnTo>
                <a:lnTo>
                  <a:pt x="260603" y="230677"/>
                </a:lnTo>
                <a:lnTo>
                  <a:pt x="240135" y="252446"/>
                </a:lnTo>
                <a:lnTo>
                  <a:pt x="240135" y="373049"/>
                </a:lnTo>
                <a:lnTo>
                  <a:pt x="100562" y="373049"/>
                </a:lnTo>
                <a:lnTo>
                  <a:pt x="100562" y="329828"/>
                </a:lnTo>
                <a:lnTo>
                  <a:pt x="80176" y="329828"/>
                </a:lnTo>
                <a:lnTo>
                  <a:pt x="60132" y="325355"/>
                </a:lnTo>
                <a:lnTo>
                  <a:pt x="43655" y="313207"/>
                </a:lnTo>
                <a:lnTo>
                  <a:pt x="32491" y="295288"/>
                </a:lnTo>
                <a:lnTo>
                  <a:pt x="28382" y="273505"/>
                </a:lnTo>
                <a:lnTo>
                  <a:pt x="28382" y="234432"/>
                </a:lnTo>
                <a:lnTo>
                  <a:pt x="10732" y="234432"/>
                </a:lnTo>
                <a:lnTo>
                  <a:pt x="5234" y="234432"/>
                </a:lnTo>
                <a:lnTo>
                  <a:pt x="0" y="229155"/>
                </a:lnTo>
                <a:lnTo>
                  <a:pt x="0" y="222748"/>
                </a:lnTo>
                <a:lnTo>
                  <a:pt x="0" y="220489"/>
                </a:lnTo>
                <a:lnTo>
                  <a:pt x="0" y="219360"/>
                </a:lnTo>
                <a:lnTo>
                  <a:pt x="1078" y="218257"/>
                </a:lnTo>
                <a:lnTo>
                  <a:pt x="28382" y="144262"/>
                </a:lnTo>
                <a:lnTo>
                  <a:pt x="34222" y="101802"/>
                </a:lnTo>
                <a:lnTo>
                  <a:pt x="50477" y="63541"/>
                </a:lnTo>
                <a:lnTo>
                  <a:pt x="79229" y="31030"/>
                </a:lnTo>
                <a:lnTo>
                  <a:pt x="116919" y="8455"/>
                </a:lnTo>
                <a:lnTo>
                  <a:pt x="159985" y="0"/>
                </a:lnTo>
                <a:lnTo>
                  <a:pt x="200827" y="6680"/>
                </a:lnTo>
                <a:lnTo>
                  <a:pt x="236457" y="26488"/>
                </a:lnTo>
                <a:lnTo>
                  <a:pt x="264655" y="57044"/>
                </a:lnTo>
                <a:lnTo>
                  <a:pt x="283202" y="95967"/>
                </a:lnTo>
                <a:lnTo>
                  <a:pt x="289877" y="140875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415374" y="616118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9382" y="16122"/>
                </a:moveTo>
                <a:lnTo>
                  <a:pt x="29382" y="7509"/>
                </a:lnTo>
                <a:lnTo>
                  <a:pt x="22437" y="0"/>
                </a:lnTo>
                <a:lnTo>
                  <a:pt x="14493" y="0"/>
                </a:lnTo>
                <a:lnTo>
                  <a:pt x="6891" y="0"/>
                </a:lnTo>
                <a:lnTo>
                  <a:pt x="0" y="7509"/>
                </a:lnTo>
                <a:lnTo>
                  <a:pt x="0" y="16122"/>
                </a:lnTo>
                <a:lnTo>
                  <a:pt x="0" y="24420"/>
                </a:lnTo>
                <a:lnTo>
                  <a:pt x="6891" y="31929"/>
                </a:lnTo>
                <a:lnTo>
                  <a:pt x="14493" y="31929"/>
                </a:lnTo>
                <a:lnTo>
                  <a:pt x="22437" y="31929"/>
                </a:lnTo>
                <a:lnTo>
                  <a:pt x="29382" y="24420"/>
                </a:lnTo>
                <a:lnTo>
                  <a:pt x="29382" y="16122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447492" y="6037197"/>
            <a:ext cx="195580" cy="206375"/>
          </a:xfrm>
          <a:custGeom>
            <a:avLst/>
            <a:gdLst/>
            <a:ahLst/>
            <a:cxnLst/>
            <a:rect l="l" t="t" r="r" b="b"/>
            <a:pathLst>
              <a:path w="195579" h="206375">
                <a:moveTo>
                  <a:pt x="195180" y="123229"/>
                </a:moveTo>
                <a:lnTo>
                  <a:pt x="186271" y="75283"/>
                </a:lnTo>
                <a:lnTo>
                  <a:pt x="161981" y="36111"/>
                </a:lnTo>
                <a:lnTo>
                  <a:pt x="125967" y="9690"/>
                </a:lnTo>
                <a:lnTo>
                  <a:pt x="81886" y="0"/>
                </a:lnTo>
                <a:lnTo>
                  <a:pt x="58408" y="2736"/>
                </a:lnTo>
                <a:lnTo>
                  <a:pt x="36543" y="10585"/>
                </a:lnTo>
                <a:lnTo>
                  <a:pt x="16878" y="23008"/>
                </a:lnTo>
                <a:lnTo>
                  <a:pt x="0" y="39466"/>
                </a:lnTo>
                <a:lnTo>
                  <a:pt x="1426" y="54719"/>
                </a:lnTo>
                <a:lnTo>
                  <a:pt x="12182" y="88529"/>
                </a:lnTo>
                <a:lnTo>
                  <a:pt x="41981" y="122969"/>
                </a:lnTo>
                <a:lnTo>
                  <a:pt x="100536" y="140113"/>
                </a:lnTo>
                <a:lnTo>
                  <a:pt x="140771" y="150387"/>
                </a:lnTo>
                <a:lnTo>
                  <a:pt x="159886" y="172988"/>
                </a:lnTo>
                <a:lnTo>
                  <a:pt x="165655" y="195590"/>
                </a:lnTo>
                <a:lnTo>
                  <a:pt x="165851" y="205864"/>
                </a:lnTo>
                <a:lnTo>
                  <a:pt x="178301" y="188044"/>
                </a:lnTo>
                <a:lnTo>
                  <a:pt x="187509" y="168081"/>
                </a:lnTo>
                <a:lnTo>
                  <a:pt x="193220" y="146351"/>
                </a:lnTo>
                <a:lnTo>
                  <a:pt x="195180" y="123229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369393" y="6021442"/>
            <a:ext cx="290195" cy="373380"/>
          </a:xfrm>
          <a:custGeom>
            <a:avLst/>
            <a:gdLst/>
            <a:ahLst/>
            <a:cxnLst/>
            <a:rect l="l" t="t" r="r" b="b"/>
            <a:pathLst>
              <a:path w="290195" h="373379">
                <a:moveTo>
                  <a:pt x="289877" y="140875"/>
                </a:moveTo>
                <a:lnTo>
                  <a:pt x="286337" y="174045"/>
                </a:lnTo>
                <a:lnTo>
                  <a:pt x="276291" y="204262"/>
                </a:lnTo>
                <a:lnTo>
                  <a:pt x="260603" y="230677"/>
                </a:lnTo>
                <a:lnTo>
                  <a:pt x="240135" y="252446"/>
                </a:lnTo>
                <a:lnTo>
                  <a:pt x="240135" y="373049"/>
                </a:lnTo>
                <a:lnTo>
                  <a:pt x="100562" y="373049"/>
                </a:lnTo>
                <a:lnTo>
                  <a:pt x="100562" y="329828"/>
                </a:lnTo>
                <a:lnTo>
                  <a:pt x="80176" y="329828"/>
                </a:lnTo>
                <a:lnTo>
                  <a:pt x="60132" y="325355"/>
                </a:lnTo>
                <a:lnTo>
                  <a:pt x="43655" y="313207"/>
                </a:lnTo>
                <a:lnTo>
                  <a:pt x="32491" y="295288"/>
                </a:lnTo>
                <a:lnTo>
                  <a:pt x="28382" y="273505"/>
                </a:lnTo>
                <a:lnTo>
                  <a:pt x="28382" y="234432"/>
                </a:lnTo>
                <a:lnTo>
                  <a:pt x="10732" y="234432"/>
                </a:lnTo>
                <a:lnTo>
                  <a:pt x="5234" y="234432"/>
                </a:lnTo>
                <a:lnTo>
                  <a:pt x="0" y="229155"/>
                </a:lnTo>
                <a:lnTo>
                  <a:pt x="0" y="222748"/>
                </a:lnTo>
                <a:lnTo>
                  <a:pt x="0" y="220489"/>
                </a:lnTo>
                <a:lnTo>
                  <a:pt x="0" y="219360"/>
                </a:lnTo>
                <a:lnTo>
                  <a:pt x="1078" y="218257"/>
                </a:lnTo>
                <a:lnTo>
                  <a:pt x="28382" y="144262"/>
                </a:lnTo>
                <a:lnTo>
                  <a:pt x="34222" y="101802"/>
                </a:lnTo>
                <a:lnTo>
                  <a:pt x="50477" y="63541"/>
                </a:lnTo>
                <a:lnTo>
                  <a:pt x="79229" y="31030"/>
                </a:lnTo>
                <a:lnTo>
                  <a:pt x="116919" y="8455"/>
                </a:lnTo>
                <a:lnTo>
                  <a:pt x="159985" y="0"/>
                </a:lnTo>
                <a:lnTo>
                  <a:pt x="200827" y="6680"/>
                </a:lnTo>
                <a:lnTo>
                  <a:pt x="236457" y="26488"/>
                </a:lnTo>
                <a:lnTo>
                  <a:pt x="264655" y="57044"/>
                </a:lnTo>
                <a:lnTo>
                  <a:pt x="283202" y="95967"/>
                </a:lnTo>
                <a:lnTo>
                  <a:pt x="289877" y="140875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415374" y="6161188"/>
            <a:ext cx="29845" cy="32384"/>
          </a:xfrm>
          <a:custGeom>
            <a:avLst/>
            <a:gdLst/>
            <a:ahLst/>
            <a:cxnLst/>
            <a:rect l="l" t="t" r="r" b="b"/>
            <a:pathLst>
              <a:path w="29845" h="32385">
                <a:moveTo>
                  <a:pt x="29382" y="16122"/>
                </a:moveTo>
                <a:lnTo>
                  <a:pt x="29382" y="7509"/>
                </a:lnTo>
                <a:lnTo>
                  <a:pt x="22437" y="0"/>
                </a:lnTo>
                <a:lnTo>
                  <a:pt x="14493" y="0"/>
                </a:lnTo>
                <a:lnTo>
                  <a:pt x="6891" y="0"/>
                </a:lnTo>
                <a:lnTo>
                  <a:pt x="0" y="7509"/>
                </a:lnTo>
                <a:lnTo>
                  <a:pt x="0" y="16122"/>
                </a:lnTo>
                <a:lnTo>
                  <a:pt x="0" y="24420"/>
                </a:lnTo>
                <a:lnTo>
                  <a:pt x="6891" y="31929"/>
                </a:lnTo>
                <a:lnTo>
                  <a:pt x="14493" y="31929"/>
                </a:lnTo>
                <a:lnTo>
                  <a:pt x="22437" y="31929"/>
                </a:lnTo>
                <a:lnTo>
                  <a:pt x="29382" y="24420"/>
                </a:lnTo>
                <a:lnTo>
                  <a:pt x="29382" y="16122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447492" y="6037197"/>
            <a:ext cx="195580" cy="206375"/>
          </a:xfrm>
          <a:custGeom>
            <a:avLst/>
            <a:gdLst/>
            <a:ahLst/>
            <a:cxnLst/>
            <a:rect l="l" t="t" r="r" b="b"/>
            <a:pathLst>
              <a:path w="195579" h="206375">
                <a:moveTo>
                  <a:pt x="195180" y="123229"/>
                </a:moveTo>
                <a:lnTo>
                  <a:pt x="186271" y="75283"/>
                </a:lnTo>
                <a:lnTo>
                  <a:pt x="161981" y="36111"/>
                </a:lnTo>
                <a:lnTo>
                  <a:pt x="125967" y="9690"/>
                </a:lnTo>
                <a:lnTo>
                  <a:pt x="81886" y="0"/>
                </a:lnTo>
                <a:lnTo>
                  <a:pt x="58408" y="2736"/>
                </a:lnTo>
                <a:lnTo>
                  <a:pt x="36543" y="10585"/>
                </a:lnTo>
                <a:lnTo>
                  <a:pt x="16878" y="23008"/>
                </a:lnTo>
                <a:lnTo>
                  <a:pt x="0" y="39466"/>
                </a:lnTo>
                <a:lnTo>
                  <a:pt x="1426" y="54719"/>
                </a:lnTo>
                <a:lnTo>
                  <a:pt x="12182" y="88529"/>
                </a:lnTo>
                <a:lnTo>
                  <a:pt x="41981" y="122969"/>
                </a:lnTo>
                <a:lnTo>
                  <a:pt x="100536" y="140113"/>
                </a:lnTo>
                <a:lnTo>
                  <a:pt x="140771" y="150387"/>
                </a:lnTo>
                <a:lnTo>
                  <a:pt x="159886" y="172988"/>
                </a:lnTo>
                <a:lnTo>
                  <a:pt x="165655" y="195590"/>
                </a:lnTo>
                <a:lnTo>
                  <a:pt x="165851" y="205864"/>
                </a:lnTo>
                <a:lnTo>
                  <a:pt x="178301" y="188044"/>
                </a:lnTo>
                <a:lnTo>
                  <a:pt x="187509" y="168081"/>
                </a:lnTo>
                <a:lnTo>
                  <a:pt x="193220" y="146351"/>
                </a:lnTo>
                <a:lnTo>
                  <a:pt x="195180" y="123229"/>
                </a:lnTo>
                <a:close/>
              </a:path>
            </a:pathLst>
          </a:custGeom>
          <a:ln w="657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408427" y="5965457"/>
            <a:ext cx="100330" cy="124460"/>
          </a:xfrm>
          <a:custGeom>
            <a:avLst/>
            <a:gdLst/>
            <a:ahLst/>
            <a:cxnLst/>
            <a:rect l="l" t="t" r="r" b="b"/>
            <a:pathLst>
              <a:path w="100329" h="124460">
                <a:moveTo>
                  <a:pt x="39377" y="0"/>
                </a:moveTo>
                <a:lnTo>
                  <a:pt x="0" y="22424"/>
                </a:lnTo>
                <a:lnTo>
                  <a:pt x="35327" y="48262"/>
                </a:lnTo>
                <a:lnTo>
                  <a:pt x="23332" y="55877"/>
                </a:lnTo>
                <a:lnTo>
                  <a:pt x="56791" y="80507"/>
                </a:lnTo>
                <a:lnTo>
                  <a:pt x="46532" y="85890"/>
                </a:lnTo>
                <a:lnTo>
                  <a:pt x="100326" y="124332"/>
                </a:lnTo>
                <a:lnTo>
                  <a:pt x="68576" y="74153"/>
                </a:lnTo>
                <a:lnTo>
                  <a:pt x="77020" y="69111"/>
                </a:lnTo>
                <a:lnTo>
                  <a:pt x="51346" y="39124"/>
                </a:lnTo>
                <a:lnTo>
                  <a:pt x="59738" y="35002"/>
                </a:lnTo>
                <a:lnTo>
                  <a:pt x="39377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408426" y="5965457"/>
            <a:ext cx="100330" cy="124460"/>
          </a:xfrm>
          <a:custGeom>
            <a:avLst/>
            <a:gdLst/>
            <a:ahLst/>
            <a:cxnLst/>
            <a:rect l="l" t="t" r="r" b="b"/>
            <a:pathLst>
              <a:path w="100329" h="124460">
                <a:moveTo>
                  <a:pt x="39378" y="0"/>
                </a:moveTo>
                <a:lnTo>
                  <a:pt x="59737" y="35002"/>
                </a:lnTo>
                <a:lnTo>
                  <a:pt x="51346" y="39124"/>
                </a:lnTo>
                <a:lnTo>
                  <a:pt x="77020" y="69111"/>
                </a:lnTo>
                <a:lnTo>
                  <a:pt x="68576" y="74153"/>
                </a:lnTo>
                <a:lnTo>
                  <a:pt x="100326" y="124332"/>
                </a:lnTo>
                <a:lnTo>
                  <a:pt x="46533" y="85890"/>
                </a:lnTo>
                <a:lnTo>
                  <a:pt x="56791" y="80507"/>
                </a:lnTo>
                <a:lnTo>
                  <a:pt x="23332" y="55877"/>
                </a:lnTo>
                <a:lnTo>
                  <a:pt x="35327" y="48262"/>
                </a:lnTo>
                <a:lnTo>
                  <a:pt x="0" y="22424"/>
                </a:lnTo>
                <a:lnTo>
                  <a:pt x="39378" y="0"/>
                </a:lnTo>
                <a:close/>
              </a:path>
            </a:pathLst>
          </a:custGeom>
          <a:ln w="657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490695" y="5949723"/>
            <a:ext cx="50800" cy="137795"/>
          </a:xfrm>
          <a:custGeom>
            <a:avLst/>
            <a:gdLst/>
            <a:ahLst/>
            <a:cxnLst/>
            <a:rect l="l" t="t" r="r" b="b"/>
            <a:pathLst>
              <a:path w="50800" h="137795">
                <a:moveTo>
                  <a:pt x="16624" y="76595"/>
                </a:moveTo>
                <a:lnTo>
                  <a:pt x="49688" y="137225"/>
                </a:lnTo>
                <a:lnTo>
                  <a:pt x="41140" y="79483"/>
                </a:lnTo>
                <a:lnTo>
                  <a:pt x="50452" y="79483"/>
                </a:lnTo>
                <a:lnTo>
                  <a:pt x="50023" y="78013"/>
                </a:lnTo>
                <a:lnTo>
                  <a:pt x="27961" y="78013"/>
                </a:lnTo>
                <a:lnTo>
                  <a:pt x="16624" y="76595"/>
                </a:lnTo>
                <a:close/>
              </a:path>
              <a:path w="50800" h="137795">
                <a:moveTo>
                  <a:pt x="50452" y="79483"/>
                </a:moveTo>
                <a:lnTo>
                  <a:pt x="41140" y="79483"/>
                </a:lnTo>
                <a:lnTo>
                  <a:pt x="50636" y="80113"/>
                </a:lnTo>
                <a:lnTo>
                  <a:pt x="50452" y="79483"/>
                </a:lnTo>
                <a:close/>
              </a:path>
              <a:path w="50800" h="137795">
                <a:moveTo>
                  <a:pt x="7680" y="39702"/>
                </a:moveTo>
                <a:lnTo>
                  <a:pt x="27961" y="78013"/>
                </a:lnTo>
                <a:lnTo>
                  <a:pt x="50023" y="78013"/>
                </a:lnTo>
                <a:lnTo>
                  <a:pt x="39483" y="41855"/>
                </a:lnTo>
                <a:lnTo>
                  <a:pt x="48532" y="41855"/>
                </a:lnTo>
                <a:lnTo>
                  <a:pt x="48358" y="40306"/>
                </a:lnTo>
                <a:lnTo>
                  <a:pt x="21490" y="40306"/>
                </a:lnTo>
                <a:lnTo>
                  <a:pt x="7680" y="39702"/>
                </a:lnTo>
                <a:close/>
              </a:path>
              <a:path w="50800" h="137795">
                <a:moveTo>
                  <a:pt x="48532" y="41855"/>
                </a:moveTo>
                <a:lnTo>
                  <a:pt x="39483" y="41855"/>
                </a:lnTo>
                <a:lnTo>
                  <a:pt x="48689" y="43247"/>
                </a:lnTo>
                <a:lnTo>
                  <a:pt x="48532" y="41855"/>
                </a:lnTo>
                <a:close/>
              </a:path>
              <a:path w="50800" h="137795">
                <a:moveTo>
                  <a:pt x="0" y="0"/>
                </a:moveTo>
                <a:lnTo>
                  <a:pt x="21490" y="40306"/>
                </a:lnTo>
                <a:lnTo>
                  <a:pt x="48358" y="40306"/>
                </a:lnTo>
                <a:lnTo>
                  <a:pt x="44270" y="3938"/>
                </a:lnTo>
                <a:lnTo>
                  <a:pt x="0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490695" y="5949723"/>
            <a:ext cx="50800" cy="137795"/>
          </a:xfrm>
          <a:custGeom>
            <a:avLst/>
            <a:gdLst/>
            <a:ahLst/>
            <a:cxnLst/>
            <a:rect l="l" t="t" r="r" b="b"/>
            <a:pathLst>
              <a:path w="50800" h="137795">
                <a:moveTo>
                  <a:pt x="44270" y="3938"/>
                </a:moveTo>
                <a:lnTo>
                  <a:pt x="48689" y="43247"/>
                </a:lnTo>
                <a:lnTo>
                  <a:pt x="39483" y="41855"/>
                </a:lnTo>
                <a:lnTo>
                  <a:pt x="50636" y="80113"/>
                </a:lnTo>
                <a:lnTo>
                  <a:pt x="41140" y="79483"/>
                </a:lnTo>
                <a:lnTo>
                  <a:pt x="49689" y="137225"/>
                </a:lnTo>
                <a:lnTo>
                  <a:pt x="16624" y="76595"/>
                </a:lnTo>
                <a:lnTo>
                  <a:pt x="27961" y="78013"/>
                </a:lnTo>
                <a:lnTo>
                  <a:pt x="7680" y="39702"/>
                </a:lnTo>
                <a:lnTo>
                  <a:pt x="21490" y="40306"/>
                </a:lnTo>
                <a:lnTo>
                  <a:pt x="0" y="0"/>
                </a:lnTo>
                <a:lnTo>
                  <a:pt x="44270" y="3938"/>
                </a:lnTo>
                <a:close/>
              </a:path>
            </a:pathLst>
          </a:custGeom>
          <a:ln w="657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400804" y="5920267"/>
            <a:ext cx="293109" cy="308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163235" y="6041659"/>
            <a:ext cx="415201" cy="3840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778229" y="4179238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31"/>
                </a:lnTo>
                <a:lnTo>
                  <a:pt x="214251" y="117508"/>
                </a:lnTo>
                <a:lnTo>
                  <a:pt x="174361" y="132261"/>
                </a:lnTo>
                <a:lnTo>
                  <a:pt x="125499" y="137671"/>
                </a:lnTo>
                <a:lnTo>
                  <a:pt x="76649" y="132261"/>
                </a:lnTo>
                <a:lnTo>
                  <a:pt x="36757" y="117508"/>
                </a:lnTo>
                <a:lnTo>
                  <a:pt x="9862" y="95631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875783" y="318024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299" y="82004"/>
                </a:moveTo>
                <a:lnTo>
                  <a:pt x="157844" y="113941"/>
                </a:lnTo>
                <a:lnTo>
                  <a:pt x="140240" y="140015"/>
                </a:lnTo>
                <a:lnTo>
                  <a:pt x="114128" y="157590"/>
                </a:lnTo>
                <a:lnTo>
                  <a:pt x="82149" y="164034"/>
                </a:lnTo>
                <a:lnTo>
                  <a:pt x="50170" y="157590"/>
                </a:lnTo>
                <a:lnTo>
                  <a:pt x="24058" y="140015"/>
                </a:lnTo>
                <a:lnTo>
                  <a:pt x="6454" y="113941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28" y="6443"/>
                </a:lnTo>
                <a:lnTo>
                  <a:pt x="140240" y="24016"/>
                </a:lnTo>
                <a:lnTo>
                  <a:pt x="157844" y="50082"/>
                </a:lnTo>
                <a:lnTo>
                  <a:pt x="164299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027201" y="4100078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31"/>
                </a:lnTo>
                <a:lnTo>
                  <a:pt x="214251" y="117508"/>
                </a:lnTo>
                <a:lnTo>
                  <a:pt x="174361" y="132261"/>
                </a:lnTo>
                <a:lnTo>
                  <a:pt x="125499" y="137671"/>
                </a:lnTo>
                <a:lnTo>
                  <a:pt x="76649" y="132261"/>
                </a:lnTo>
                <a:lnTo>
                  <a:pt x="36757" y="117508"/>
                </a:lnTo>
                <a:lnTo>
                  <a:pt x="9862" y="95631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144612" y="3450190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299" y="82004"/>
                </a:moveTo>
                <a:lnTo>
                  <a:pt x="157847" y="113937"/>
                </a:lnTo>
                <a:lnTo>
                  <a:pt x="140250" y="140001"/>
                </a:lnTo>
                <a:lnTo>
                  <a:pt x="114139" y="157568"/>
                </a:lnTo>
                <a:lnTo>
                  <a:pt x="82149" y="164008"/>
                </a:lnTo>
                <a:lnTo>
                  <a:pt x="50170" y="157568"/>
                </a:lnTo>
                <a:lnTo>
                  <a:pt x="24058" y="140001"/>
                </a:lnTo>
                <a:lnTo>
                  <a:pt x="6454" y="113937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39" y="6443"/>
                </a:lnTo>
                <a:lnTo>
                  <a:pt x="140250" y="24016"/>
                </a:lnTo>
                <a:lnTo>
                  <a:pt x="157847" y="50082"/>
                </a:lnTo>
                <a:lnTo>
                  <a:pt x="164299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264918" y="4210212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47"/>
                </a:lnTo>
                <a:lnTo>
                  <a:pt x="214251" y="117531"/>
                </a:lnTo>
                <a:lnTo>
                  <a:pt x="174361" y="132286"/>
                </a:lnTo>
                <a:lnTo>
                  <a:pt x="125499" y="137697"/>
                </a:lnTo>
                <a:lnTo>
                  <a:pt x="76649" y="132286"/>
                </a:lnTo>
                <a:lnTo>
                  <a:pt x="36757" y="117531"/>
                </a:lnTo>
                <a:lnTo>
                  <a:pt x="9862" y="95647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170093" y="380341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299" y="82004"/>
                </a:moveTo>
                <a:lnTo>
                  <a:pt x="157844" y="113941"/>
                </a:lnTo>
                <a:lnTo>
                  <a:pt x="140240" y="140015"/>
                </a:lnTo>
                <a:lnTo>
                  <a:pt x="114128" y="157590"/>
                </a:lnTo>
                <a:lnTo>
                  <a:pt x="82149" y="164034"/>
                </a:lnTo>
                <a:lnTo>
                  <a:pt x="50170" y="157590"/>
                </a:lnTo>
                <a:lnTo>
                  <a:pt x="24058" y="140015"/>
                </a:lnTo>
                <a:lnTo>
                  <a:pt x="6454" y="113941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28" y="6443"/>
                </a:lnTo>
                <a:lnTo>
                  <a:pt x="140240" y="24016"/>
                </a:lnTo>
                <a:lnTo>
                  <a:pt x="157844" y="50082"/>
                </a:lnTo>
                <a:lnTo>
                  <a:pt x="164299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517062" y="3665665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325" y="82004"/>
                </a:moveTo>
                <a:lnTo>
                  <a:pt x="157870" y="113926"/>
                </a:lnTo>
                <a:lnTo>
                  <a:pt x="140263" y="139992"/>
                </a:lnTo>
                <a:lnTo>
                  <a:pt x="114143" y="157564"/>
                </a:lnTo>
                <a:lnTo>
                  <a:pt x="82149" y="164008"/>
                </a:lnTo>
                <a:lnTo>
                  <a:pt x="50170" y="157564"/>
                </a:lnTo>
                <a:lnTo>
                  <a:pt x="24058" y="139992"/>
                </a:lnTo>
                <a:lnTo>
                  <a:pt x="6454" y="113926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43" y="6443"/>
                </a:lnTo>
                <a:lnTo>
                  <a:pt x="140263" y="24016"/>
                </a:lnTo>
                <a:lnTo>
                  <a:pt x="157870" y="50082"/>
                </a:lnTo>
                <a:lnTo>
                  <a:pt x="164325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529557" y="4130440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47"/>
                </a:lnTo>
                <a:lnTo>
                  <a:pt x="214251" y="117531"/>
                </a:lnTo>
                <a:lnTo>
                  <a:pt x="174361" y="132286"/>
                </a:lnTo>
                <a:lnTo>
                  <a:pt x="125499" y="137697"/>
                </a:lnTo>
                <a:lnTo>
                  <a:pt x="76649" y="132286"/>
                </a:lnTo>
                <a:lnTo>
                  <a:pt x="36757" y="117531"/>
                </a:lnTo>
                <a:lnTo>
                  <a:pt x="9862" y="95647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471158" y="3180248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325" y="82004"/>
                </a:moveTo>
                <a:lnTo>
                  <a:pt x="157870" y="113941"/>
                </a:lnTo>
                <a:lnTo>
                  <a:pt x="140263" y="140015"/>
                </a:lnTo>
                <a:lnTo>
                  <a:pt x="114143" y="157590"/>
                </a:lnTo>
                <a:lnTo>
                  <a:pt x="82149" y="164034"/>
                </a:lnTo>
                <a:lnTo>
                  <a:pt x="50170" y="157590"/>
                </a:lnTo>
                <a:lnTo>
                  <a:pt x="24058" y="140015"/>
                </a:lnTo>
                <a:lnTo>
                  <a:pt x="6454" y="113941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43" y="6443"/>
                </a:lnTo>
                <a:lnTo>
                  <a:pt x="140263" y="24016"/>
                </a:lnTo>
                <a:lnTo>
                  <a:pt x="157870" y="50082"/>
                </a:lnTo>
                <a:lnTo>
                  <a:pt x="164325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785823" y="4206240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31"/>
                </a:lnTo>
                <a:lnTo>
                  <a:pt x="214251" y="117508"/>
                </a:lnTo>
                <a:lnTo>
                  <a:pt x="174361" y="132261"/>
                </a:lnTo>
                <a:lnTo>
                  <a:pt x="125499" y="137671"/>
                </a:lnTo>
                <a:lnTo>
                  <a:pt x="76649" y="132261"/>
                </a:lnTo>
                <a:lnTo>
                  <a:pt x="36757" y="117508"/>
                </a:lnTo>
                <a:lnTo>
                  <a:pt x="9862" y="95631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036848" y="4114336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61" y="5410"/>
                </a:lnTo>
                <a:lnTo>
                  <a:pt x="214251" y="20166"/>
                </a:lnTo>
                <a:lnTo>
                  <a:pt x="241140" y="42050"/>
                </a:lnTo>
                <a:lnTo>
                  <a:pt x="250999" y="68848"/>
                </a:lnTo>
                <a:lnTo>
                  <a:pt x="241140" y="95647"/>
                </a:lnTo>
                <a:lnTo>
                  <a:pt x="214251" y="117531"/>
                </a:lnTo>
                <a:lnTo>
                  <a:pt x="174361" y="132286"/>
                </a:lnTo>
                <a:lnTo>
                  <a:pt x="125499" y="137697"/>
                </a:lnTo>
                <a:lnTo>
                  <a:pt x="76649" y="132286"/>
                </a:lnTo>
                <a:lnTo>
                  <a:pt x="36757" y="117531"/>
                </a:lnTo>
                <a:lnTo>
                  <a:pt x="9862" y="95647"/>
                </a:lnTo>
                <a:lnTo>
                  <a:pt x="0" y="68848"/>
                </a:lnTo>
                <a:lnTo>
                  <a:pt x="9862" y="42050"/>
                </a:lnTo>
                <a:lnTo>
                  <a:pt x="36757" y="20166"/>
                </a:lnTo>
                <a:lnTo>
                  <a:pt x="76649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305341" y="4176365"/>
            <a:ext cx="251460" cy="137795"/>
          </a:xfrm>
          <a:custGeom>
            <a:avLst/>
            <a:gdLst/>
            <a:ahLst/>
            <a:cxnLst/>
            <a:rect l="l" t="t" r="r" b="b"/>
            <a:pathLst>
              <a:path w="251460" h="137795">
                <a:moveTo>
                  <a:pt x="125499" y="0"/>
                </a:moveTo>
                <a:lnTo>
                  <a:pt x="174350" y="5410"/>
                </a:lnTo>
                <a:lnTo>
                  <a:pt x="214241" y="20166"/>
                </a:lnTo>
                <a:lnTo>
                  <a:pt x="241137" y="42050"/>
                </a:lnTo>
                <a:lnTo>
                  <a:pt x="250999" y="68848"/>
                </a:lnTo>
                <a:lnTo>
                  <a:pt x="241137" y="95647"/>
                </a:lnTo>
                <a:lnTo>
                  <a:pt x="214241" y="117531"/>
                </a:lnTo>
                <a:lnTo>
                  <a:pt x="174350" y="132286"/>
                </a:lnTo>
                <a:lnTo>
                  <a:pt x="125499" y="137697"/>
                </a:lnTo>
                <a:lnTo>
                  <a:pt x="76637" y="132286"/>
                </a:lnTo>
                <a:lnTo>
                  <a:pt x="36747" y="117531"/>
                </a:lnTo>
                <a:lnTo>
                  <a:pt x="9858" y="95647"/>
                </a:lnTo>
                <a:lnTo>
                  <a:pt x="0" y="68848"/>
                </a:lnTo>
                <a:lnTo>
                  <a:pt x="9858" y="42050"/>
                </a:lnTo>
                <a:lnTo>
                  <a:pt x="36747" y="20166"/>
                </a:lnTo>
                <a:lnTo>
                  <a:pt x="76637" y="5410"/>
                </a:lnTo>
                <a:lnTo>
                  <a:pt x="125499" y="0"/>
                </a:lnTo>
                <a:close/>
              </a:path>
            </a:pathLst>
          </a:custGeom>
          <a:ln w="1313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189450" y="314760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325" y="82004"/>
                </a:moveTo>
                <a:lnTo>
                  <a:pt x="157870" y="113926"/>
                </a:lnTo>
                <a:lnTo>
                  <a:pt x="140263" y="139992"/>
                </a:lnTo>
                <a:lnTo>
                  <a:pt x="114143" y="157564"/>
                </a:lnTo>
                <a:lnTo>
                  <a:pt x="82149" y="164008"/>
                </a:lnTo>
                <a:lnTo>
                  <a:pt x="50170" y="157564"/>
                </a:lnTo>
                <a:lnTo>
                  <a:pt x="24058" y="139992"/>
                </a:lnTo>
                <a:lnTo>
                  <a:pt x="6454" y="113926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43" y="6443"/>
                </a:lnTo>
                <a:lnTo>
                  <a:pt x="140263" y="24016"/>
                </a:lnTo>
                <a:lnTo>
                  <a:pt x="157870" y="50082"/>
                </a:lnTo>
                <a:lnTo>
                  <a:pt x="164325" y="82004"/>
                </a:lnTo>
                <a:close/>
              </a:path>
            </a:pathLst>
          </a:custGeom>
          <a:ln w="13140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189450" y="3450190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325" y="82004"/>
                </a:moveTo>
                <a:lnTo>
                  <a:pt x="157870" y="113937"/>
                </a:lnTo>
                <a:lnTo>
                  <a:pt x="140263" y="140001"/>
                </a:lnTo>
                <a:lnTo>
                  <a:pt x="114143" y="157568"/>
                </a:lnTo>
                <a:lnTo>
                  <a:pt x="82149" y="164008"/>
                </a:lnTo>
                <a:lnTo>
                  <a:pt x="50170" y="157568"/>
                </a:lnTo>
                <a:lnTo>
                  <a:pt x="24058" y="140001"/>
                </a:lnTo>
                <a:lnTo>
                  <a:pt x="6454" y="113937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43" y="6443"/>
                </a:lnTo>
                <a:lnTo>
                  <a:pt x="140263" y="24016"/>
                </a:lnTo>
                <a:lnTo>
                  <a:pt x="157870" y="50082"/>
                </a:lnTo>
                <a:lnTo>
                  <a:pt x="164325" y="82004"/>
                </a:lnTo>
                <a:close/>
              </a:path>
            </a:pathLst>
          </a:custGeom>
          <a:ln w="13140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989799" y="3169657"/>
            <a:ext cx="869315" cy="1317625"/>
          </a:xfrm>
          <a:custGeom>
            <a:avLst/>
            <a:gdLst/>
            <a:ahLst/>
            <a:cxnLst/>
            <a:rect l="l" t="t" r="r" b="b"/>
            <a:pathLst>
              <a:path w="869314" h="1317625">
                <a:moveTo>
                  <a:pt x="868686" y="0"/>
                </a:moveTo>
                <a:lnTo>
                  <a:pt x="655565" y="0"/>
                </a:lnTo>
                <a:lnTo>
                  <a:pt x="0" y="1317240"/>
                </a:lnTo>
              </a:path>
            </a:pathLst>
          </a:custGeom>
          <a:ln w="1971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989799" y="5023613"/>
            <a:ext cx="869315" cy="1381760"/>
          </a:xfrm>
          <a:custGeom>
            <a:avLst/>
            <a:gdLst/>
            <a:ahLst/>
            <a:cxnLst/>
            <a:rect l="l" t="t" r="r" b="b"/>
            <a:pathLst>
              <a:path w="869314" h="1381760">
                <a:moveTo>
                  <a:pt x="868686" y="1381284"/>
                </a:moveTo>
                <a:lnTo>
                  <a:pt x="655565" y="1381284"/>
                </a:lnTo>
                <a:lnTo>
                  <a:pt x="0" y="0"/>
                </a:lnTo>
              </a:path>
            </a:pathLst>
          </a:custGeom>
          <a:ln w="1971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801406" y="3368184"/>
            <a:ext cx="164465" cy="164465"/>
          </a:xfrm>
          <a:custGeom>
            <a:avLst/>
            <a:gdLst/>
            <a:ahLst/>
            <a:cxnLst/>
            <a:rect l="l" t="t" r="r" b="b"/>
            <a:pathLst>
              <a:path w="164464" h="164464">
                <a:moveTo>
                  <a:pt x="164299" y="82004"/>
                </a:moveTo>
                <a:lnTo>
                  <a:pt x="157844" y="113926"/>
                </a:lnTo>
                <a:lnTo>
                  <a:pt x="140240" y="139992"/>
                </a:lnTo>
                <a:lnTo>
                  <a:pt x="114128" y="157564"/>
                </a:lnTo>
                <a:lnTo>
                  <a:pt x="82149" y="164008"/>
                </a:lnTo>
                <a:lnTo>
                  <a:pt x="50170" y="157564"/>
                </a:lnTo>
                <a:lnTo>
                  <a:pt x="24058" y="139992"/>
                </a:lnTo>
                <a:lnTo>
                  <a:pt x="6454" y="113926"/>
                </a:lnTo>
                <a:lnTo>
                  <a:pt x="0" y="82004"/>
                </a:lnTo>
                <a:lnTo>
                  <a:pt x="6454" y="50082"/>
                </a:lnTo>
                <a:lnTo>
                  <a:pt x="24058" y="24016"/>
                </a:lnTo>
                <a:lnTo>
                  <a:pt x="50170" y="6443"/>
                </a:lnTo>
                <a:lnTo>
                  <a:pt x="82149" y="0"/>
                </a:lnTo>
                <a:lnTo>
                  <a:pt x="114128" y="6443"/>
                </a:lnTo>
                <a:lnTo>
                  <a:pt x="140240" y="24016"/>
                </a:lnTo>
                <a:lnTo>
                  <a:pt x="157844" y="50082"/>
                </a:lnTo>
                <a:lnTo>
                  <a:pt x="164299" y="82004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451604" y="3373382"/>
            <a:ext cx="2994025" cy="2816860"/>
          </a:xfrm>
          <a:custGeom>
            <a:avLst/>
            <a:gdLst/>
            <a:ahLst/>
            <a:cxnLst/>
            <a:rect l="l" t="t" r="r" b="b"/>
            <a:pathLst>
              <a:path w="2994025" h="2816860">
                <a:moveTo>
                  <a:pt x="1496790" y="0"/>
                </a:moveTo>
                <a:lnTo>
                  <a:pt x="1447384" y="752"/>
                </a:lnTo>
                <a:lnTo>
                  <a:pt x="1398379" y="2995"/>
                </a:lnTo>
                <a:lnTo>
                  <a:pt x="1349798" y="6705"/>
                </a:lnTo>
                <a:lnTo>
                  <a:pt x="1301667" y="11858"/>
                </a:lnTo>
                <a:lnTo>
                  <a:pt x="1254010" y="18432"/>
                </a:lnTo>
                <a:lnTo>
                  <a:pt x="1206851" y="26404"/>
                </a:lnTo>
                <a:lnTo>
                  <a:pt x="1160217" y="35749"/>
                </a:lnTo>
                <a:lnTo>
                  <a:pt x="1114130" y="46445"/>
                </a:lnTo>
                <a:lnTo>
                  <a:pt x="1068616" y="58469"/>
                </a:lnTo>
                <a:lnTo>
                  <a:pt x="1023699" y="71798"/>
                </a:lnTo>
                <a:lnTo>
                  <a:pt x="979405" y="86407"/>
                </a:lnTo>
                <a:lnTo>
                  <a:pt x="935757" y="102275"/>
                </a:lnTo>
                <a:lnTo>
                  <a:pt x="892781" y="119378"/>
                </a:lnTo>
                <a:lnTo>
                  <a:pt x="850501" y="137692"/>
                </a:lnTo>
                <a:lnTo>
                  <a:pt x="808941" y="157195"/>
                </a:lnTo>
                <a:lnTo>
                  <a:pt x="768127" y="177864"/>
                </a:lnTo>
                <a:lnTo>
                  <a:pt x="728083" y="199674"/>
                </a:lnTo>
                <a:lnTo>
                  <a:pt x="688834" y="222603"/>
                </a:lnTo>
                <a:lnTo>
                  <a:pt x="650404" y="246628"/>
                </a:lnTo>
                <a:lnTo>
                  <a:pt x="612817" y="271726"/>
                </a:lnTo>
                <a:lnTo>
                  <a:pt x="576100" y="297873"/>
                </a:lnTo>
                <a:lnTo>
                  <a:pt x="540276" y="325045"/>
                </a:lnTo>
                <a:lnTo>
                  <a:pt x="505370" y="353221"/>
                </a:lnTo>
                <a:lnTo>
                  <a:pt x="471406" y="382377"/>
                </a:lnTo>
                <a:lnTo>
                  <a:pt x="438410" y="412489"/>
                </a:lnTo>
                <a:lnTo>
                  <a:pt x="406406" y="443534"/>
                </a:lnTo>
                <a:lnTo>
                  <a:pt x="375418" y="475490"/>
                </a:lnTo>
                <a:lnTo>
                  <a:pt x="345472" y="508332"/>
                </a:lnTo>
                <a:lnTo>
                  <a:pt x="316591" y="542039"/>
                </a:lnTo>
                <a:lnTo>
                  <a:pt x="288802" y="576585"/>
                </a:lnTo>
                <a:lnTo>
                  <a:pt x="262127" y="611949"/>
                </a:lnTo>
                <a:lnTo>
                  <a:pt x="236592" y="648108"/>
                </a:lnTo>
                <a:lnTo>
                  <a:pt x="212222" y="685037"/>
                </a:lnTo>
                <a:lnTo>
                  <a:pt x="189041" y="722713"/>
                </a:lnTo>
                <a:lnTo>
                  <a:pt x="167074" y="761115"/>
                </a:lnTo>
                <a:lnTo>
                  <a:pt x="146345" y="800217"/>
                </a:lnTo>
                <a:lnTo>
                  <a:pt x="126880" y="839998"/>
                </a:lnTo>
                <a:lnTo>
                  <a:pt x="108703" y="880434"/>
                </a:lnTo>
                <a:lnTo>
                  <a:pt x="91838" y="921502"/>
                </a:lnTo>
                <a:lnTo>
                  <a:pt x="76310" y="963178"/>
                </a:lnTo>
                <a:lnTo>
                  <a:pt x="62144" y="1005439"/>
                </a:lnTo>
                <a:lnTo>
                  <a:pt x="49364" y="1048262"/>
                </a:lnTo>
                <a:lnTo>
                  <a:pt x="37996" y="1091625"/>
                </a:lnTo>
                <a:lnTo>
                  <a:pt x="28063" y="1135503"/>
                </a:lnTo>
                <a:lnTo>
                  <a:pt x="19591" y="1179874"/>
                </a:lnTo>
                <a:lnTo>
                  <a:pt x="12604" y="1224714"/>
                </a:lnTo>
                <a:lnTo>
                  <a:pt x="7126" y="1270000"/>
                </a:lnTo>
                <a:lnTo>
                  <a:pt x="3183" y="1315709"/>
                </a:lnTo>
                <a:lnTo>
                  <a:pt x="800" y="1361818"/>
                </a:lnTo>
                <a:lnTo>
                  <a:pt x="0" y="1408304"/>
                </a:lnTo>
                <a:lnTo>
                  <a:pt x="800" y="1454789"/>
                </a:lnTo>
                <a:lnTo>
                  <a:pt x="3183" y="1500898"/>
                </a:lnTo>
                <a:lnTo>
                  <a:pt x="7126" y="1546607"/>
                </a:lnTo>
                <a:lnTo>
                  <a:pt x="12604" y="1591893"/>
                </a:lnTo>
                <a:lnTo>
                  <a:pt x="19591" y="1636733"/>
                </a:lnTo>
                <a:lnTo>
                  <a:pt x="28063" y="1681103"/>
                </a:lnTo>
                <a:lnTo>
                  <a:pt x="37996" y="1724981"/>
                </a:lnTo>
                <a:lnTo>
                  <a:pt x="49364" y="1768343"/>
                </a:lnTo>
                <a:lnTo>
                  <a:pt x="62144" y="1811166"/>
                </a:lnTo>
                <a:lnTo>
                  <a:pt x="76310" y="1853427"/>
                </a:lnTo>
                <a:lnTo>
                  <a:pt x="91838" y="1895103"/>
                </a:lnTo>
                <a:lnTo>
                  <a:pt x="108703" y="1936170"/>
                </a:lnTo>
                <a:lnTo>
                  <a:pt x="126880" y="1976605"/>
                </a:lnTo>
                <a:lnTo>
                  <a:pt x="146345" y="2016385"/>
                </a:lnTo>
                <a:lnTo>
                  <a:pt x="167074" y="2055487"/>
                </a:lnTo>
                <a:lnTo>
                  <a:pt x="189041" y="2093888"/>
                </a:lnTo>
                <a:lnTo>
                  <a:pt x="212222" y="2131564"/>
                </a:lnTo>
                <a:lnTo>
                  <a:pt x="236592" y="2168492"/>
                </a:lnTo>
                <a:lnTo>
                  <a:pt x="262127" y="2204650"/>
                </a:lnTo>
                <a:lnTo>
                  <a:pt x="288802" y="2240013"/>
                </a:lnTo>
                <a:lnTo>
                  <a:pt x="316591" y="2274559"/>
                </a:lnTo>
                <a:lnTo>
                  <a:pt x="345472" y="2308264"/>
                </a:lnTo>
                <a:lnTo>
                  <a:pt x="375418" y="2341106"/>
                </a:lnTo>
                <a:lnTo>
                  <a:pt x="406406" y="2373061"/>
                </a:lnTo>
                <a:lnTo>
                  <a:pt x="438410" y="2404105"/>
                </a:lnTo>
                <a:lnTo>
                  <a:pt x="471406" y="2434216"/>
                </a:lnTo>
                <a:lnTo>
                  <a:pt x="505370" y="2463371"/>
                </a:lnTo>
                <a:lnTo>
                  <a:pt x="540276" y="2491546"/>
                </a:lnTo>
                <a:lnTo>
                  <a:pt x="576100" y="2518718"/>
                </a:lnTo>
                <a:lnTo>
                  <a:pt x="612817" y="2544864"/>
                </a:lnTo>
                <a:lnTo>
                  <a:pt x="650404" y="2569961"/>
                </a:lnTo>
                <a:lnTo>
                  <a:pt x="688834" y="2593985"/>
                </a:lnTo>
                <a:lnTo>
                  <a:pt x="728083" y="2616914"/>
                </a:lnTo>
                <a:lnTo>
                  <a:pt x="768127" y="2638724"/>
                </a:lnTo>
                <a:lnTo>
                  <a:pt x="808941" y="2659391"/>
                </a:lnTo>
                <a:lnTo>
                  <a:pt x="850501" y="2678894"/>
                </a:lnTo>
                <a:lnTo>
                  <a:pt x="892781" y="2697207"/>
                </a:lnTo>
                <a:lnTo>
                  <a:pt x="935757" y="2714310"/>
                </a:lnTo>
                <a:lnTo>
                  <a:pt x="979405" y="2730177"/>
                </a:lnTo>
                <a:lnTo>
                  <a:pt x="1023699" y="2744786"/>
                </a:lnTo>
                <a:lnTo>
                  <a:pt x="1068616" y="2758114"/>
                </a:lnTo>
                <a:lnTo>
                  <a:pt x="1114130" y="2770137"/>
                </a:lnTo>
                <a:lnTo>
                  <a:pt x="1160217" y="2780833"/>
                </a:lnTo>
                <a:lnTo>
                  <a:pt x="1206851" y="2790178"/>
                </a:lnTo>
                <a:lnTo>
                  <a:pt x="1254010" y="2798149"/>
                </a:lnTo>
                <a:lnTo>
                  <a:pt x="1301667" y="2804723"/>
                </a:lnTo>
                <a:lnTo>
                  <a:pt x="1349798" y="2809876"/>
                </a:lnTo>
                <a:lnTo>
                  <a:pt x="1398379" y="2813586"/>
                </a:lnTo>
                <a:lnTo>
                  <a:pt x="1447384" y="2815828"/>
                </a:lnTo>
                <a:lnTo>
                  <a:pt x="1496790" y="2816581"/>
                </a:lnTo>
                <a:lnTo>
                  <a:pt x="1546195" y="2815828"/>
                </a:lnTo>
                <a:lnTo>
                  <a:pt x="1595201" y="2813586"/>
                </a:lnTo>
                <a:lnTo>
                  <a:pt x="1643781" y="2809876"/>
                </a:lnTo>
                <a:lnTo>
                  <a:pt x="1691912" y="2804723"/>
                </a:lnTo>
                <a:lnTo>
                  <a:pt x="1739569" y="2798149"/>
                </a:lnTo>
                <a:lnTo>
                  <a:pt x="1786727" y="2790178"/>
                </a:lnTo>
                <a:lnTo>
                  <a:pt x="1833361" y="2780833"/>
                </a:lnTo>
                <a:lnTo>
                  <a:pt x="1879448" y="2770137"/>
                </a:lnTo>
                <a:lnTo>
                  <a:pt x="1924961" y="2758114"/>
                </a:lnTo>
                <a:lnTo>
                  <a:pt x="1969877" y="2744786"/>
                </a:lnTo>
                <a:lnTo>
                  <a:pt x="2014171" y="2730177"/>
                </a:lnTo>
                <a:lnTo>
                  <a:pt x="2057818" y="2714310"/>
                </a:lnTo>
                <a:lnTo>
                  <a:pt x="2100794" y="2697207"/>
                </a:lnTo>
                <a:lnTo>
                  <a:pt x="2143074" y="2678894"/>
                </a:lnTo>
                <a:lnTo>
                  <a:pt x="2184632" y="2659391"/>
                </a:lnTo>
                <a:lnTo>
                  <a:pt x="2225446" y="2638724"/>
                </a:lnTo>
                <a:lnTo>
                  <a:pt x="2265489" y="2616914"/>
                </a:lnTo>
                <a:lnTo>
                  <a:pt x="2304738" y="2593985"/>
                </a:lnTo>
                <a:lnTo>
                  <a:pt x="2343167" y="2569961"/>
                </a:lnTo>
                <a:lnTo>
                  <a:pt x="2380753" y="2544864"/>
                </a:lnTo>
                <a:lnTo>
                  <a:pt x="2417469" y="2518718"/>
                </a:lnTo>
                <a:lnTo>
                  <a:pt x="2453293" y="2491546"/>
                </a:lnTo>
                <a:lnTo>
                  <a:pt x="2488198" y="2463371"/>
                </a:lnTo>
                <a:lnTo>
                  <a:pt x="2522161" y="2434216"/>
                </a:lnTo>
                <a:lnTo>
                  <a:pt x="2555156" y="2404105"/>
                </a:lnTo>
                <a:lnTo>
                  <a:pt x="2587159" y="2373061"/>
                </a:lnTo>
                <a:lnTo>
                  <a:pt x="2618146" y="2341106"/>
                </a:lnTo>
                <a:lnTo>
                  <a:pt x="2648092" y="2308264"/>
                </a:lnTo>
                <a:lnTo>
                  <a:pt x="2676972" y="2274559"/>
                </a:lnTo>
                <a:lnTo>
                  <a:pt x="2704761" y="2240013"/>
                </a:lnTo>
                <a:lnTo>
                  <a:pt x="2731434" y="2204650"/>
                </a:lnTo>
                <a:lnTo>
                  <a:pt x="2756968" y="2168492"/>
                </a:lnTo>
                <a:lnTo>
                  <a:pt x="2781338" y="2131564"/>
                </a:lnTo>
                <a:lnTo>
                  <a:pt x="2804518" y="2093888"/>
                </a:lnTo>
                <a:lnTo>
                  <a:pt x="2826485" y="2055487"/>
                </a:lnTo>
                <a:lnTo>
                  <a:pt x="2847212" y="2016385"/>
                </a:lnTo>
                <a:lnTo>
                  <a:pt x="2866677" y="1976605"/>
                </a:lnTo>
                <a:lnTo>
                  <a:pt x="2884854" y="1936170"/>
                </a:lnTo>
                <a:lnTo>
                  <a:pt x="2901719" y="1895103"/>
                </a:lnTo>
                <a:lnTo>
                  <a:pt x="2917246" y="1853427"/>
                </a:lnTo>
                <a:lnTo>
                  <a:pt x="2931411" y="1811166"/>
                </a:lnTo>
                <a:lnTo>
                  <a:pt x="2944191" y="1768343"/>
                </a:lnTo>
                <a:lnTo>
                  <a:pt x="2955559" y="1724981"/>
                </a:lnTo>
                <a:lnTo>
                  <a:pt x="2965491" y="1681103"/>
                </a:lnTo>
                <a:lnTo>
                  <a:pt x="2973963" y="1636733"/>
                </a:lnTo>
                <a:lnTo>
                  <a:pt x="2980950" y="1591893"/>
                </a:lnTo>
                <a:lnTo>
                  <a:pt x="2986427" y="1546607"/>
                </a:lnTo>
                <a:lnTo>
                  <a:pt x="2990370" y="1500898"/>
                </a:lnTo>
                <a:lnTo>
                  <a:pt x="2992753" y="1454789"/>
                </a:lnTo>
                <a:lnTo>
                  <a:pt x="2993553" y="1408304"/>
                </a:lnTo>
                <a:lnTo>
                  <a:pt x="2992753" y="1361818"/>
                </a:lnTo>
                <a:lnTo>
                  <a:pt x="2990370" y="1315709"/>
                </a:lnTo>
                <a:lnTo>
                  <a:pt x="2986427" y="1270000"/>
                </a:lnTo>
                <a:lnTo>
                  <a:pt x="2980950" y="1224714"/>
                </a:lnTo>
                <a:lnTo>
                  <a:pt x="2973963" y="1179874"/>
                </a:lnTo>
                <a:lnTo>
                  <a:pt x="2965491" y="1135503"/>
                </a:lnTo>
                <a:lnTo>
                  <a:pt x="2955559" y="1091625"/>
                </a:lnTo>
                <a:lnTo>
                  <a:pt x="2944191" y="1048262"/>
                </a:lnTo>
                <a:lnTo>
                  <a:pt x="2931411" y="1005439"/>
                </a:lnTo>
                <a:lnTo>
                  <a:pt x="2917246" y="963178"/>
                </a:lnTo>
                <a:lnTo>
                  <a:pt x="2901719" y="921502"/>
                </a:lnTo>
                <a:lnTo>
                  <a:pt x="2884854" y="880434"/>
                </a:lnTo>
                <a:lnTo>
                  <a:pt x="2866677" y="839998"/>
                </a:lnTo>
                <a:lnTo>
                  <a:pt x="2847212" y="800217"/>
                </a:lnTo>
                <a:lnTo>
                  <a:pt x="2826485" y="761115"/>
                </a:lnTo>
                <a:lnTo>
                  <a:pt x="2804518" y="722713"/>
                </a:lnTo>
                <a:lnTo>
                  <a:pt x="2781338" y="685037"/>
                </a:lnTo>
                <a:lnTo>
                  <a:pt x="2756968" y="648108"/>
                </a:lnTo>
                <a:lnTo>
                  <a:pt x="2731434" y="611949"/>
                </a:lnTo>
                <a:lnTo>
                  <a:pt x="2704761" y="576585"/>
                </a:lnTo>
                <a:lnTo>
                  <a:pt x="2676972" y="542039"/>
                </a:lnTo>
                <a:lnTo>
                  <a:pt x="2648092" y="508332"/>
                </a:lnTo>
                <a:lnTo>
                  <a:pt x="2618146" y="475490"/>
                </a:lnTo>
                <a:lnTo>
                  <a:pt x="2587159" y="443534"/>
                </a:lnTo>
                <a:lnTo>
                  <a:pt x="2555156" y="412489"/>
                </a:lnTo>
                <a:lnTo>
                  <a:pt x="2522161" y="382377"/>
                </a:lnTo>
                <a:lnTo>
                  <a:pt x="2488198" y="353221"/>
                </a:lnTo>
                <a:lnTo>
                  <a:pt x="2453293" y="325045"/>
                </a:lnTo>
                <a:lnTo>
                  <a:pt x="2417469" y="297873"/>
                </a:lnTo>
                <a:lnTo>
                  <a:pt x="2380753" y="271726"/>
                </a:lnTo>
                <a:lnTo>
                  <a:pt x="2343167" y="246628"/>
                </a:lnTo>
                <a:lnTo>
                  <a:pt x="2304738" y="222603"/>
                </a:lnTo>
                <a:lnTo>
                  <a:pt x="2265489" y="199674"/>
                </a:lnTo>
                <a:lnTo>
                  <a:pt x="2225446" y="177864"/>
                </a:lnTo>
                <a:lnTo>
                  <a:pt x="2184632" y="157195"/>
                </a:lnTo>
                <a:lnTo>
                  <a:pt x="2143074" y="137692"/>
                </a:lnTo>
                <a:lnTo>
                  <a:pt x="2100794" y="119378"/>
                </a:lnTo>
                <a:lnTo>
                  <a:pt x="2057818" y="102275"/>
                </a:lnTo>
                <a:lnTo>
                  <a:pt x="2014171" y="86407"/>
                </a:lnTo>
                <a:lnTo>
                  <a:pt x="1969877" y="71798"/>
                </a:lnTo>
                <a:lnTo>
                  <a:pt x="1924961" y="58469"/>
                </a:lnTo>
                <a:lnTo>
                  <a:pt x="1879448" y="46445"/>
                </a:lnTo>
                <a:lnTo>
                  <a:pt x="1833361" y="35749"/>
                </a:lnTo>
                <a:lnTo>
                  <a:pt x="1786727" y="26404"/>
                </a:lnTo>
                <a:lnTo>
                  <a:pt x="1739569" y="18432"/>
                </a:lnTo>
                <a:lnTo>
                  <a:pt x="1691912" y="11858"/>
                </a:lnTo>
                <a:lnTo>
                  <a:pt x="1643781" y="6705"/>
                </a:lnTo>
                <a:lnTo>
                  <a:pt x="1595201" y="2995"/>
                </a:lnTo>
                <a:lnTo>
                  <a:pt x="1546195" y="752"/>
                </a:lnTo>
                <a:lnTo>
                  <a:pt x="1496790" y="0"/>
                </a:lnTo>
                <a:close/>
              </a:path>
            </a:pathLst>
          </a:custGeom>
          <a:solidFill>
            <a:srgbClr val="D1D3D4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201540" y="3991434"/>
            <a:ext cx="1560195" cy="1468120"/>
          </a:xfrm>
          <a:custGeom>
            <a:avLst/>
            <a:gdLst/>
            <a:ahLst/>
            <a:cxnLst/>
            <a:rect l="l" t="t" r="r" b="b"/>
            <a:pathLst>
              <a:path w="1560195" h="1468120">
                <a:moveTo>
                  <a:pt x="780092" y="0"/>
                </a:moveTo>
                <a:lnTo>
                  <a:pt x="730756" y="1443"/>
                </a:lnTo>
                <a:lnTo>
                  <a:pt x="682236" y="5718"/>
                </a:lnTo>
                <a:lnTo>
                  <a:pt x="634624" y="12737"/>
                </a:lnTo>
                <a:lnTo>
                  <a:pt x="588009" y="22415"/>
                </a:lnTo>
                <a:lnTo>
                  <a:pt x="542484" y="34665"/>
                </a:lnTo>
                <a:lnTo>
                  <a:pt x="498140" y="49402"/>
                </a:lnTo>
                <a:lnTo>
                  <a:pt x="455069" y="66540"/>
                </a:lnTo>
                <a:lnTo>
                  <a:pt x="413361" y="85993"/>
                </a:lnTo>
                <a:lnTo>
                  <a:pt x="373109" y="107674"/>
                </a:lnTo>
                <a:lnTo>
                  <a:pt x="334403" y="131498"/>
                </a:lnTo>
                <a:lnTo>
                  <a:pt x="297335" y="157379"/>
                </a:lnTo>
                <a:lnTo>
                  <a:pt x="261997" y="185232"/>
                </a:lnTo>
                <a:lnTo>
                  <a:pt x="228479" y="214969"/>
                </a:lnTo>
                <a:lnTo>
                  <a:pt x="196873" y="246505"/>
                </a:lnTo>
                <a:lnTo>
                  <a:pt x="167271" y="279754"/>
                </a:lnTo>
                <a:lnTo>
                  <a:pt x="139763" y="314630"/>
                </a:lnTo>
                <a:lnTo>
                  <a:pt x="114441" y="351047"/>
                </a:lnTo>
                <a:lnTo>
                  <a:pt x="91397" y="388919"/>
                </a:lnTo>
                <a:lnTo>
                  <a:pt x="70722" y="428161"/>
                </a:lnTo>
                <a:lnTo>
                  <a:pt x="52507" y="468686"/>
                </a:lnTo>
                <a:lnTo>
                  <a:pt x="36844" y="510408"/>
                </a:lnTo>
                <a:lnTo>
                  <a:pt x="23824" y="553241"/>
                </a:lnTo>
                <a:lnTo>
                  <a:pt x="13538" y="597100"/>
                </a:lnTo>
                <a:lnTo>
                  <a:pt x="6077" y="641898"/>
                </a:lnTo>
                <a:lnTo>
                  <a:pt x="1534" y="687549"/>
                </a:lnTo>
                <a:lnTo>
                  <a:pt x="0" y="733968"/>
                </a:lnTo>
                <a:lnTo>
                  <a:pt x="1534" y="780384"/>
                </a:lnTo>
                <a:lnTo>
                  <a:pt x="6077" y="826033"/>
                </a:lnTo>
                <a:lnTo>
                  <a:pt x="13538" y="870828"/>
                </a:lnTo>
                <a:lnTo>
                  <a:pt x="23824" y="914684"/>
                </a:lnTo>
                <a:lnTo>
                  <a:pt x="36844" y="957516"/>
                </a:lnTo>
                <a:lnTo>
                  <a:pt x="52507" y="999236"/>
                </a:lnTo>
                <a:lnTo>
                  <a:pt x="70722" y="1039759"/>
                </a:lnTo>
                <a:lnTo>
                  <a:pt x="91397" y="1078999"/>
                </a:lnTo>
                <a:lnTo>
                  <a:pt x="114441" y="1116869"/>
                </a:lnTo>
                <a:lnTo>
                  <a:pt x="139763" y="1153285"/>
                </a:lnTo>
                <a:lnTo>
                  <a:pt x="167271" y="1188160"/>
                </a:lnTo>
                <a:lnTo>
                  <a:pt x="196873" y="1221408"/>
                </a:lnTo>
                <a:lnTo>
                  <a:pt x="228479" y="1252944"/>
                </a:lnTo>
                <a:lnTo>
                  <a:pt x="261997" y="1282680"/>
                </a:lnTo>
                <a:lnTo>
                  <a:pt x="297335" y="1310531"/>
                </a:lnTo>
                <a:lnTo>
                  <a:pt x="334403" y="1336412"/>
                </a:lnTo>
                <a:lnTo>
                  <a:pt x="373109" y="1360236"/>
                </a:lnTo>
                <a:lnTo>
                  <a:pt x="413361" y="1381917"/>
                </a:lnTo>
                <a:lnTo>
                  <a:pt x="455069" y="1401369"/>
                </a:lnTo>
                <a:lnTo>
                  <a:pt x="498140" y="1418506"/>
                </a:lnTo>
                <a:lnTo>
                  <a:pt x="542484" y="1433243"/>
                </a:lnTo>
                <a:lnTo>
                  <a:pt x="588009" y="1445494"/>
                </a:lnTo>
                <a:lnTo>
                  <a:pt x="634624" y="1455171"/>
                </a:lnTo>
                <a:lnTo>
                  <a:pt x="682236" y="1462190"/>
                </a:lnTo>
                <a:lnTo>
                  <a:pt x="730756" y="1466465"/>
                </a:lnTo>
                <a:lnTo>
                  <a:pt x="780092" y="1467909"/>
                </a:lnTo>
                <a:lnTo>
                  <a:pt x="829424" y="1466465"/>
                </a:lnTo>
                <a:lnTo>
                  <a:pt x="877941" y="1462190"/>
                </a:lnTo>
                <a:lnTo>
                  <a:pt x="925551" y="1455171"/>
                </a:lnTo>
                <a:lnTo>
                  <a:pt x="972163" y="1445494"/>
                </a:lnTo>
                <a:lnTo>
                  <a:pt x="1017685" y="1433243"/>
                </a:lnTo>
                <a:lnTo>
                  <a:pt x="1062026" y="1418506"/>
                </a:lnTo>
                <a:lnTo>
                  <a:pt x="1105094" y="1401369"/>
                </a:lnTo>
                <a:lnTo>
                  <a:pt x="1146799" y="1381917"/>
                </a:lnTo>
                <a:lnTo>
                  <a:pt x="1187049" y="1360236"/>
                </a:lnTo>
                <a:lnTo>
                  <a:pt x="1225752" y="1336412"/>
                </a:lnTo>
                <a:lnTo>
                  <a:pt x="1262817" y="1310531"/>
                </a:lnTo>
                <a:lnTo>
                  <a:pt x="1298153" y="1282680"/>
                </a:lnTo>
                <a:lnTo>
                  <a:pt x="1331669" y="1252944"/>
                </a:lnTo>
                <a:lnTo>
                  <a:pt x="1363273" y="1221408"/>
                </a:lnTo>
                <a:lnTo>
                  <a:pt x="1392873" y="1188160"/>
                </a:lnTo>
                <a:lnTo>
                  <a:pt x="1420379" y="1153285"/>
                </a:lnTo>
                <a:lnTo>
                  <a:pt x="1445699" y="1116869"/>
                </a:lnTo>
                <a:lnTo>
                  <a:pt x="1468741" y="1078999"/>
                </a:lnTo>
                <a:lnTo>
                  <a:pt x="1489415" y="1039759"/>
                </a:lnTo>
                <a:lnTo>
                  <a:pt x="1507628" y="999236"/>
                </a:lnTo>
                <a:lnTo>
                  <a:pt x="1523291" y="957516"/>
                </a:lnTo>
                <a:lnTo>
                  <a:pt x="1536310" y="914684"/>
                </a:lnTo>
                <a:lnTo>
                  <a:pt x="1546595" y="870828"/>
                </a:lnTo>
                <a:lnTo>
                  <a:pt x="1554055" y="826033"/>
                </a:lnTo>
                <a:lnTo>
                  <a:pt x="1558598" y="780384"/>
                </a:lnTo>
                <a:lnTo>
                  <a:pt x="1560132" y="733968"/>
                </a:lnTo>
                <a:lnTo>
                  <a:pt x="1558598" y="687549"/>
                </a:lnTo>
                <a:lnTo>
                  <a:pt x="1554055" y="641898"/>
                </a:lnTo>
                <a:lnTo>
                  <a:pt x="1546595" y="597100"/>
                </a:lnTo>
                <a:lnTo>
                  <a:pt x="1536310" y="553241"/>
                </a:lnTo>
                <a:lnTo>
                  <a:pt x="1523291" y="510408"/>
                </a:lnTo>
                <a:lnTo>
                  <a:pt x="1507628" y="468686"/>
                </a:lnTo>
                <a:lnTo>
                  <a:pt x="1489415" y="428161"/>
                </a:lnTo>
                <a:lnTo>
                  <a:pt x="1468741" y="388919"/>
                </a:lnTo>
                <a:lnTo>
                  <a:pt x="1445699" y="351047"/>
                </a:lnTo>
                <a:lnTo>
                  <a:pt x="1420379" y="314630"/>
                </a:lnTo>
                <a:lnTo>
                  <a:pt x="1392873" y="279754"/>
                </a:lnTo>
                <a:lnTo>
                  <a:pt x="1363273" y="246505"/>
                </a:lnTo>
                <a:lnTo>
                  <a:pt x="1331669" y="214969"/>
                </a:lnTo>
                <a:lnTo>
                  <a:pt x="1298153" y="185232"/>
                </a:lnTo>
                <a:lnTo>
                  <a:pt x="1262817" y="157379"/>
                </a:lnTo>
                <a:lnTo>
                  <a:pt x="1225752" y="131498"/>
                </a:lnTo>
                <a:lnTo>
                  <a:pt x="1187049" y="107674"/>
                </a:lnTo>
                <a:lnTo>
                  <a:pt x="1146799" y="85993"/>
                </a:lnTo>
                <a:lnTo>
                  <a:pt x="1105094" y="66540"/>
                </a:lnTo>
                <a:lnTo>
                  <a:pt x="1062026" y="49402"/>
                </a:lnTo>
                <a:lnTo>
                  <a:pt x="1017685" y="34665"/>
                </a:lnTo>
                <a:lnTo>
                  <a:pt x="972163" y="22415"/>
                </a:lnTo>
                <a:lnTo>
                  <a:pt x="925551" y="12737"/>
                </a:lnTo>
                <a:lnTo>
                  <a:pt x="877941" y="5718"/>
                </a:lnTo>
                <a:lnTo>
                  <a:pt x="829424" y="1443"/>
                </a:lnTo>
                <a:lnTo>
                  <a:pt x="780092" y="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643230" y="4386147"/>
            <a:ext cx="289560" cy="401955"/>
          </a:xfrm>
          <a:custGeom>
            <a:avLst/>
            <a:gdLst/>
            <a:ahLst/>
            <a:cxnLst/>
            <a:rect l="l" t="t" r="r" b="b"/>
            <a:pathLst>
              <a:path w="289559" h="401954">
                <a:moveTo>
                  <a:pt x="289483" y="401566"/>
                </a:moveTo>
                <a:lnTo>
                  <a:pt x="0" y="0"/>
                </a:lnTo>
              </a:path>
            </a:pathLst>
          </a:custGeom>
          <a:ln w="1314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7067552" y="4420740"/>
            <a:ext cx="410209" cy="386715"/>
          </a:xfrm>
          <a:custGeom>
            <a:avLst/>
            <a:gdLst/>
            <a:ahLst/>
            <a:cxnLst/>
            <a:rect l="l" t="t" r="r" b="b"/>
            <a:pathLst>
              <a:path w="410209" h="386714">
                <a:moveTo>
                  <a:pt x="0" y="386231"/>
                </a:moveTo>
                <a:lnTo>
                  <a:pt x="409590" y="0"/>
                </a:lnTo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7067552" y="4806971"/>
            <a:ext cx="389255" cy="310515"/>
          </a:xfrm>
          <a:custGeom>
            <a:avLst/>
            <a:gdLst/>
            <a:ahLst/>
            <a:cxnLst/>
            <a:rect l="l" t="t" r="r" b="b"/>
            <a:pathLst>
              <a:path w="389254" h="310514">
                <a:moveTo>
                  <a:pt x="0" y="0"/>
                </a:moveTo>
                <a:lnTo>
                  <a:pt x="388704" y="309977"/>
                </a:lnTo>
              </a:path>
            </a:pathLst>
          </a:custGeom>
          <a:ln w="1313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749110" y="4892052"/>
            <a:ext cx="225425" cy="512445"/>
          </a:xfrm>
          <a:custGeom>
            <a:avLst/>
            <a:gdLst/>
            <a:ahLst/>
            <a:cxnLst/>
            <a:rect l="l" t="t" r="r" b="b"/>
            <a:pathLst>
              <a:path w="225425" h="512445">
                <a:moveTo>
                  <a:pt x="225194" y="0"/>
                </a:moveTo>
                <a:lnTo>
                  <a:pt x="0" y="511981"/>
                </a:lnTo>
              </a:path>
            </a:pathLst>
          </a:custGeom>
          <a:ln w="1314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734761" y="5387625"/>
            <a:ext cx="76200" cy="680085"/>
          </a:xfrm>
          <a:custGeom>
            <a:avLst/>
            <a:gdLst/>
            <a:ahLst/>
            <a:cxnLst/>
            <a:rect l="l" t="t" r="r" b="b"/>
            <a:pathLst>
              <a:path w="76200" h="680085">
                <a:moveTo>
                  <a:pt x="0" y="0"/>
                </a:moveTo>
                <a:lnTo>
                  <a:pt x="76073" y="679456"/>
                </a:lnTo>
              </a:path>
            </a:pathLst>
          </a:custGeom>
          <a:ln w="1315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899578" y="5916756"/>
            <a:ext cx="737870" cy="82550"/>
          </a:xfrm>
          <a:custGeom>
            <a:avLst/>
            <a:gdLst/>
            <a:ahLst/>
            <a:cxnLst/>
            <a:rect l="l" t="t" r="r" b="b"/>
            <a:pathLst>
              <a:path w="737870" h="82550">
                <a:moveTo>
                  <a:pt x="0" y="82345"/>
                </a:moveTo>
                <a:lnTo>
                  <a:pt x="737846" y="0"/>
                </a:lnTo>
              </a:path>
            </a:pathLst>
          </a:custGeom>
          <a:ln w="1312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804245" y="5387635"/>
            <a:ext cx="833755" cy="529590"/>
          </a:xfrm>
          <a:custGeom>
            <a:avLst/>
            <a:gdLst/>
            <a:ahLst/>
            <a:cxnLst/>
            <a:rect l="l" t="t" r="r" b="b"/>
            <a:pathLst>
              <a:path w="833754" h="529589">
                <a:moveTo>
                  <a:pt x="833174" y="529128"/>
                </a:moveTo>
                <a:lnTo>
                  <a:pt x="0" y="0"/>
                </a:lnTo>
              </a:path>
            </a:pathLst>
          </a:custGeom>
          <a:ln w="1313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068874" y="5198104"/>
            <a:ext cx="46990" cy="568960"/>
          </a:xfrm>
          <a:custGeom>
            <a:avLst/>
            <a:gdLst/>
            <a:ahLst/>
            <a:cxnLst/>
            <a:rect l="l" t="t" r="r" b="b"/>
            <a:pathLst>
              <a:path w="46989" h="568960">
                <a:moveTo>
                  <a:pt x="0" y="568699"/>
                </a:moveTo>
                <a:lnTo>
                  <a:pt x="46401" y="0"/>
                </a:lnTo>
              </a:path>
            </a:pathLst>
          </a:custGeom>
          <a:ln w="1315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115267" y="5277206"/>
            <a:ext cx="556895" cy="79375"/>
          </a:xfrm>
          <a:custGeom>
            <a:avLst/>
            <a:gdLst/>
            <a:ahLst/>
            <a:cxnLst/>
            <a:rect l="l" t="t" r="r" b="b"/>
            <a:pathLst>
              <a:path w="556895" h="79375">
                <a:moveTo>
                  <a:pt x="0" y="0"/>
                </a:moveTo>
                <a:lnTo>
                  <a:pt x="556765" y="79115"/>
                </a:lnTo>
              </a:path>
            </a:pathLst>
          </a:custGeom>
          <a:ln w="1312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068866" y="5387625"/>
            <a:ext cx="636270" cy="379730"/>
          </a:xfrm>
          <a:custGeom>
            <a:avLst/>
            <a:gdLst/>
            <a:ahLst/>
            <a:cxnLst/>
            <a:rect l="l" t="t" r="r" b="b"/>
            <a:pathLst>
              <a:path w="636270" h="379729">
                <a:moveTo>
                  <a:pt x="636021" y="0"/>
                </a:moveTo>
                <a:lnTo>
                  <a:pt x="0" y="379167"/>
                </a:lnTo>
              </a:path>
            </a:pathLst>
          </a:custGeom>
          <a:ln w="1313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068874" y="4386151"/>
            <a:ext cx="480695" cy="479425"/>
          </a:xfrm>
          <a:custGeom>
            <a:avLst/>
            <a:gdLst/>
            <a:ahLst/>
            <a:cxnLst/>
            <a:rect l="l" t="t" r="r" b="b"/>
            <a:pathLst>
              <a:path w="480695" h="479425">
                <a:moveTo>
                  <a:pt x="0" y="479027"/>
                </a:moveTo>
                <a:lnTo>
                  <a:pt x="480481" y="0"/>
                </a:lnTo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625691" y="3872889"/>
            <a:ext cx="472440" cy="408940"/>
          </a:xfrm>
          <a:custGeom>
            <a:avLst/>
            <a:gdLst/>
            <a:ahLst/>
            <a:cxnLst/>
            <a:rect l="l" t="t" r="r" b="b"/>
            <a:pathLst>
              <a:path w="472440" h="408939">
                <a:moveTo>
                  <a:pt x="0" y="408918"/>
                </a:moveTo>
                <a:lnTo>
                  <a:pt x="472037" y="0"/>
                </a:lnTo>
              </a:path>
            </a:pathLst>
          </a:custGeom>
          <a:ln w="1313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097736" y="3872884"/>
            <a:ext cx="342900" cy="429895"/>
          </a:xfrm>
          <a:custGeom>
            <a:avLst/>
            <a:gdLst/>
            <a:ahLst/>
            <a:cxnLst/>
            <a:rect l="l" t="t" r="r" b="b"/>
            <a:pathLst>
              <a:path w="342900" h="429895">
                <a:moveTo>
                  <a:pt x="0" y="0"/>
                </a:moveTo>
                <a:lnTo>
                  <a:pt x="342566" y="429504"/>
                </a:lnTo>
              </a:path>
            </a:pathLst>
          </a:custGeom>
          <a:ln w="1314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048977" y="4064704"/>
            <a:ext cx="453390" cy="217170"/>
          </a:xfrm>
          <a:custGeom>
            <a:avLst/>
            <a:gdLst/>
            <a:ahLst/>
            <a:cxnLst/>
            <a:rect l="l" t="t" r="r" b="b"/>
            <a:pathLst>
              <a:path w="453389" h="217170">
                <a:moveTo>
                  <a:pt x="453256" y="217102"/>
                </a:moveTo>
                <a:lnTo>
                  <a:pt x="0" y="0"/>
                </a:lnTo>
              </a:path>
            </a:pathLst>
          </a:custGeom>
          <a:ln w="1313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916903" y="3954515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9" y="0"/>
                </a:moveTo>
                <a:lnTo>
                  <a:pt x="60569" y="7780"/>
                </a:lnTo>
                <a:lnTo>
                  <a:pt x="29047" y="28998"/>
                </a:lnTo>
                <a:lnTo>
                  <a:pt x="7793" y="60472"/>
                </a:lnTo>
                <a:lnTo>
                  <a:pt x="0" y="99019"/>
                </a:lnTo>
                <a:lnTo>
                  <a:pt x="7793" y="137550"/>
                </a:lnTo>
                <a:lnTo>
                  <a:pt x="29047" y="169016"/>
                </a:lnTo>
                <a:lnTo>
                  <a:pt x="60569" y="190232"/>
                </a:lnTo>
                <a:lnTo>
                  <a:pt x="99169" y="198012"/>
                </a:lnTo>
                <a:lnTo>
                  <a:pt x="137784" y="190232"/>
                </a:lnTo>
                <a:lnTo>
                  <a:pt x="169313" y="169016"/>
                </a:lnTo>
                <a:lnTo>
                  <a:pt x="190569" y="137550"/>
                </a:lnTo>
                <a:lnTo>
                  <a:pt x="198363" y="99019"/>
                </a:lnTo>
                <a:lnTo>
                  <a:pt x="190569" y="60472"/>
                </a:lnTo>
                <a:lnTo>
                  <a:pt x="169313" y="28998"/>
                </a:lnTo>
                <a:lnTo>
                  <a:pt x="137784" y="7780"/>
                </a:lnTo>
                <a:lnTo>
                  <a:pt x="991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916903" y="3954515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0"/>
                </a:lnTo>
                <a:lnTo>
                  <a:pt x="169313" y="169017"/>
                </a:lnTo>
                <a:lnTo>
                  <a:pt x="137783" y="190233"/>
                </a:lnTo>
                <a:lnTo>
                  <a:pt x="99168" y="198012"/>
                </a:lnTo>
                <a:lnTo>
                  <a:pt x="60569" y="190233"/>
                </a:lnTo>
                <a:lnTo>
                  <a:pt x="29046" y="169017"/>
                </a:lnTo>
                <a:lnTo>
                  <a:pt x="7793" y="137550"/>
                </a:lnTo>
                <a:lnTo>
                  <a:pt x="0" y="99019"/>
                </a:lnTo>
                <a:lnTo>
                  <a:pt x="7793" y="60472"/>
                </a:lnTo>
                <a:lnTo>
                  <a:pt x="29046" y="28998"/>
                </a:lnTo>
                <a:lnTo>
                  <a:pt x="60569" y="7780"/>
                </a:lnTo>
                <a:lnTo>
                  <a:pt x="99168" y="0"/>
                </a:lnTo>
                <a:lnTo>
                  <a:pt x="137783" y="7780"/>
                </a:lnTo>
                <a:lnTo>
                  <a:pt x="169313" y="28998"/>
                </a:lnTo>
                <a:lnTo>
                  <a:pt x="190569" y="60472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487463" y="4222714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7" y="0"/>
                </a:moveTo>
                <a:lnTo>
                  <a:pt x="60568" y="7783"/>
                </a:lnTo>
                <a:lnTo>
                  <a:pt x="29046" y="29008"/>
                </a:lnTo>
                <a:lnTo>
                  <a:pt x="7793" y="60483"/>
                </a:lnTo>
                <a:lnTo>
                  <a:pt x="0" y="99019"/>
                </a:lnTo>
                <a:lnTo>
                  <a:pt x="7793" y="137554"/>
                </a:lnTo>
                <a:lnTo>
                  <a:pt x="29046" y="169029"/>
                </a:lnTo>
                <a:lnTo>
                  <a:pt x="60568" y="190254"/>
                </a:lnTo>
                <a:lnTo>
                  <a:pt x="99167" y="198038"/>
                </a:lnTo>
                <a:lnTo>
                  <a:pt x="137782" y="190254"/>
                </a:lnTo>
                <a:lnTo>
                  <a:pt x="169312" y="169029"/>
                </a:lnTo>
                <a:lnTo>
                  <a:pt x="190568" y="137554"/>
                </a:lnTo>
                <a:lnTo>
                  <a:pt x="198362" y="99019"/>
                </a:lnTo>
                <a:lnTo>
                  <a:pt x="190568" y="60483"/>
                </a:lnTo>
                <a:lnTo>
                  <a:pt x="169312" y="29008"/>
                </a:lnTo>
                <a:lnTo>
                  <a:pt x="137782" y="7783"/>
                </a:lnTo>
                <a:lnTo>
                  <a:pt x="99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487462" y="4222714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5"/>
                </a:lnTo>
                <a:lnTo>
                  <a:pt x="169313" y="169030"/>
                </a:lnTo>
                <a:lnTo>
                  <a:pt x="137783" y="190255"/>
                </a:lnTo>
                <a:lnTo>
                  <a:pt x="99168" y="198039"/>
                </a:lnTo>
                <a:lnTo>
                  <a:pt x="60569" y="190255"/>
                </a:lnTo>
                <a:lnTo>
                  <a:pt x="29046" y="169030"/>
                </a:lnTo>
                <a:lnTo>
                  <a:pt x="7793" y="137555"/>
                </a:lnTo>
                <a:lnTo>
                  <a:pt x="0" y="99019"/>
                </a:lnTo>
                <a:lnTo>
                  <a:pt x="7793" y="60484"/>
                </a:lnTo>
                <a:lnTo>
                  <a:pt x="29046" y="29008"/>
                </a:lnTo>
                <a:lnTo>
                  <a:pt x="60569" y="7783"/>
                </a:lnTo>
                <a:lnTo>
                  <a:pt x="99168" y="0"/>
                </a:lnTo>
                <a:lnTo>
                  <a:pt x="137783" y="7783"/>
                </a:lnTo>
                <a:lnTo>
                  <a:pt x="169313" y="29008"/>
                </a:lnTo>
                <a:lnTo>
                  <a:pt x="190569" y="60484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998554" y="3766761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9" y="0"/>
                </a:moveTo>
                <a:lnTo>
                  <a:pt x="60558" y="7784"/>
                </a:lnTo>
                <a:lnTo>
                  <a:pt x="29037" y="29009"/>
                </a:lnTo>
                <a:lnTo>
                  <a:pt x="7789" y="60484"/>
                </a:lnTo>
                <a:lnTo>
                  <a:pt x="0" y="99019"/>
                </a:lnTo>
                <a:lnTo>
                  <a:pt x="7789" y="137555"/>
                </a:lnTo>
                <a:lnTo>
                  <a:pt x="29037" y="169030"/>
                </a:lnTo>
                <a:lnTo>
                  <a:pt x="60558" y="190255"/>
                </a:lnTo>
                <a:lnTo>
                  <a:pt x="99169" y="198039"/>
                </a:lnTo>
                <a:lnTo>
                  <a:pt x="137780" y="190255"/>
                </a:lnTo>
                <a:lnTo>
                  <a:pt x="169301" y="169030"/>
                </a:lnTo>
                <a:lnTo>
                  <a:pt x="190548" y="137555"/>
                </a:lnTo>
                <a:lnTo>
                  <a:pt x="198338" y="99019"/>
                </a:lnTo>
                <a:lnTo>
                  <a:pt x="190548" y="60484"/>
                </a:lnTo>
                <a:lnTo>
                  <a:pt x="169301" y="29009"/>
                </a:lnTo>
                <a:lnTo>
                  <a:pt x="137780" y="7784"/>
                </a:lnTo>
                <a:lnTo>
                  <a:pt x="991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6998555" y="3766761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5"/>
                </a:lnTo>
                <a:lnTo>
                  <a:pt x="169300" y="169030"/>
                </a:lnTo>
                <a:lnTo>
                  <a:pt x="137779" y="190255"/>
                </a:lnTo>
                <a:lnTo>
                  <a:pt x="99168" y="198039"/>
                </a:lnTo>
                <a:lnTo>
                  <a:pt x="60557" y="190255"/>
                </a:lnTo>
                <a:lnTo>
                  <a:pt x="29037" y="169030"/>
                </a:lnTo>
                <a:lnTo>
                  <a:pt x="7789" y="137555"/>
                </a:lnTo>
                <a:lnTo>
                  <a:pt x="0" y="99019"/>
                </a:lnTo>
                <a:lnTo>
                  <a:pt x="7789" y="60484"/>
                </a:lnTo>
                <a:lnTo>
                  <a:pt x="29037" y="29008"/>
                </a:lnTo>
                <a:lnTo>
                  <a:pt x="60557" y="7783"/>
                </a:lnTo>
                <a:lnTo>
                  <a:pt x="99168" y="0"/>
                </a:lnTo>
                <a:lnTo>
                  <a:pt x="137779" y="7783"/>
                </a:lnTo>
                <a:lnTo>
                  <a:pt x="169300" y="29008"/>
                </a:lnTo>
                <a:lnTo>
                  <a:pt x="190547" y="60484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394640" y="4248383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9" y="0"/>
                </a:moveTo>
                <a:lnTo>
                  <a:pt x="60568" y="7780"/>
                </a:lnTo>
                <a:lnTo>
                  <a:pt x="29046" y="28999"/>
                </a:lnTo>
                <a:lnTo>
                  <a:pt x="7793" y="60473"/>
                </a:lnTo>
                <a:lnTo>
                  <a:pt x="0" y="99019"/>
                </a:lnTo>
                <a:lnTo>
                  <a:pt x="7793" y="137550"/>
                </a:lnTo>
                <a:lnTo>
                  <a:pt x="29046" y="169017"/>
                </a:lnTo>
                <a:lnTo>
                  <a:pt x="60568" y="190233"/>
                </a:lnTo>
                <a:lnTo>
                  <a:pt x="99169" y="198013"/>
                </a:lnTo>
                <a:lnTo>
                  <a:pt x="137783" y="190233"/>
                </a:lnTo>
                <a:lnTo>
                  <a:pt x="169313" y="169017"/>
                </a:lnTo>
                <a:lnTo>
                  <a:pt x="190569" y="137550"/>
                </a:lnTo>
                <a:lnTo>
                  <a:pt x="198363" y="99019"/>
                </a:lnTo>
                <a:lnTo>
                  <a:pt x="190569" y="60473"/>
                </a:lnTo>
                <a:lnTo>
                  <a:pt x="169313" y="28999"/>
                </a:lnTo>
                <a:lnTo>
                  <a:pt x="137783" y="7780"/>
                </a:lnTo>
                <a:lnTo>
                  <a:pt x="991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394640" y="4248383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0"/>
                </a:lnTo>
                <a:lnTo>
                  <a:pt x="169313" y="169017"/>
                </a:lnTo>
                <a:lnTo>
                  <a:pt x="137783" y="190233"/>
                </a:lnTo>
                <a:lnTo>
                  <a:pt x="99168" y="198012"/>
                </a:lnTo>
                <a:lnTo>
                  <a:pt x="60569" y="190233"/>
                </a:lnTo>
                <a:lnTo>
                  <a:pt x="29046" y="169017"/>
                </a:lnTo>
                <a:lnTo>
                  <a:pt x="7793" y="137550"/>
                </a:lnTo>
                <a:lnTo>
                  <a:pt x="0" y="99019"/>
                </a:lnTo>
                <a:lnTo>
                  <a:pt x="7793" y="60472"/>
                </a:lnTo>
                <a:lnTo>
                  <a:pt x="29046" y="28998"/>
                </a:lnTo>
                <a:lnTo>
                  <a:pt x="60569" y="7780"/>
                </a:lnTo>
                <a:lnTo>
                  <a:pt x="99168" y="0"/>
                </a:lnTo>
                <a:lnTo>
                  <a:pt x="137783" y="7780"/>
                </a:lnTo>
                <a:lnTo>
                  <a:pt x="169313" y="28998"/>
                </a:lnTo>
                <a:lnTo>
                  <a:pt x="190569" y="60472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920566" y="4725389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42" y="0"/>
                </a:moveTo>
                <a:lnTo>
                  <a:pt x="60547" y="7780"/>
                </a:lnTo>
                <a:lnTo>
                  <a:pt x="29033" y="28999"/>
                </a:lnTo>
                <a:lnTo>
                  <a:pt x="7789" y="60473"/>
                </a:lnTo>
                <a:lnTo>
                  <a:pt x="0" y="99019"/>
                </a:lnTo>
                <a:lnTo>
                  <a:pt x="7789" y="137550"/>
                </a:lnTo>
                <a:lnTo>
                  <a:pt x="29033" y="169017"/>
                </a:lnTo>
                <a:lnTo>
                  <a:pt x="60547" y="190233"/>
                </a:lnTo>
                <a:lnTo>
                  <a:pt x="99142" y="198013"/>
                </a:lnTo>
                <a:lnTo>
                  <a:pt x="137768" y="190233"/>
                </a:lnTo>
                <a:lnTo>
                  <a:pt x="169297" y="169017"/>
                </a:lnTo>
                <a:lnTo>
                  <a:pt x="190548" y="137550"/>
                </a:lnTo>
                <a:lnTo>
                  <a:pt x="198338" y="99019"/>
                </a:lnTo>
                <a:lnTo>
                  <a:pt x="190548" y="60473"/>
                </a:lnTo>
                <a:lnTo>
                  <a:pt x="169297" y="28999"/>
                </a:lnTo>
                <a:lnTo>
                  <a:pt x="137768" y="7780"/>
                </a:lnTo>
                <a:lnTo>
                  <a:pt x="9914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6920567" y="4725389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0"/>
                </a:lnTo>
                <a:lnTo>
                  <a:pt x="169297" y="169017"/>
                </a:lnTo>
                <a:lnTo>
                  <a:pt x="137768" y="190233"/>
                </a:lnTo>
                <a:lnTo>
                  <a:pt x="99142" y="198012"/>
                </a:lnTo>
                <a:lnTo>
                  <a:pt x="60546" y="190233"/>
                </a:lnTo>
                <a:lnTo>
                  <a:pt x="29033" y="169017"/>
                </a:lnTo>
                <a:lnTo>
                  <a:pt x="7789" y="137550"/>
                </a:lnTo>
                <a:lnTo>
                  <a:pt x="0" y="99019"/>
                </a:lnTo>
                <a:lnTo>
                  <a:pt x="7789" y="60472"/>
                </a:lnTo>
                <a:lnTo>
                  <a:pt x="29033" y="28998"/>
                </a:lnTo>
                <a:lnTo>
                  <a:pt x="60546" y="7780"/>
                </a:lnTo>
                <a:lnTo>
                  <a:pt x="99142" y="0"/>
                </a:lnTo>
                <a:lnTo>
                  <a:pt x="137768" y="7780"/>
                </a:lnTo>
                <a:lnTo>
                  <a:pt x="169297" y="28998"/>
                </a:lnTo>
                <a:lnTo>
                  <a:pt x="190547" y="60472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7377968" y="5017921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9" y="0"/>
                </a:moveTo>
                <a:lnTo>
                  <a:pt x="60558" y="7780"/>
                </a:lnTo>
                <a:lnTo>
                  <a:pt x="29037" y="28999"/>
                </a:lnTo>
                <a:lnTo>
                  <a:pt x="7789" y="60473"/>
                </a:lnTo>
                <a:lnTo>
                  <a:pt x="0" y="99019"/>
                </a:lnTo>
                <a:lnTo>
                  <a:pt x="7789" y="137550"/>
                </a:lnTo>
                <a:lnTo>
                  <a:pt x="29037" y="169017"/>
                </a:lnTo>
                <a:lnTo>
                  <a:pt x="60558" y="190233"/>
                </a:lnTo>
                <a:lnTo>
                  <a:pt x="99169" y="198013"/>
                </a:lnTo>
                <a:lnTo>
                  <a:pt x="137780" y="190233"/>
                </a:lnTo>
                <a:lnTo>
                  <a:pt x="169301" y="169017"/>
                </a:lnTo>
                <a:lnTo>
                  <a:pt x="190548" y="137550"/>
                </a:lnTo>
                <a:lnTo>
                  <a:pt x="198338" y="99019"/>
                </a:lnTo>
                <a:lnTo>
                  <a:pt x="190548" y="60473"/>
                </a:lnTo>
                <a:lnTo>
                  <a:pt x="169301" y="28999"/>
                </a:lnTo>
                <a:lnTo>
                  <a:pt x="137780" y="7780"/>
                </a:lnTo>
                <a:lnTo>
                  <a:pt x="991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377969" y="5017920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0"/>
                </a:lnTo>
                <a:lnTo>
                  <a:pt x="169300" y="169017"/>
                </a:lnTo>
                <a:lnTo>
                  <a:pt x="137779" y="190233"/>
                </a:lnTo>
                <a:lnTo>
                  <a:pt x="99168" y="198012"/>
                </a:lnTo>
                <a:lnTo>
                  <a:pt x="60557" y="190233"/>
                </a:lnTo>
                <a:lnTo>
                  <a:pt x="29037" y="169017"/>
                </a:lnTo>
                <a:lnTo>
                  <a:pt x="7789" y="137550"/>
                </a:lnTo>
                <a:lnTo>
                  <a:pt x="0" y="99019"/>
                </a:lnTo>
                <a:lnTo>
                  <a:pt x="7789" y="60472"/>
                </a:lnTo>
                <a:lnTo>
                  <a:pt x="29037" y="28998"/>
                </a:lnTo>
                <a:lnTo>
                  <a:pt x="60557" y="7780"/>
                </a:lnTo>
                <a:lnTo>
                  <a:pt x="99168" y="0"/>
                </a:lnTo>
                <a:lnTo>
                  <a:pt x="137779" y="7780"/>
                </a:lnTo>
                <a:lnTo>
                  <a:pt x="169300" y="28998"/>
                </a:lnTo>
                <a:lnTo>
                  <a:pt x="190547" y="60472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5934703" y="4793033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42" y="0"/>
                </a:moveTo>
                <a:lnTo>
                  <a:pt x="60547" y="7783"/>
                </a:lnTo>
                <a:lnTo>
                  <a:pt x="29033" y="29008"/>
                </a:lnTo>
                <a:lnTo>
                  <a:pt x="7789" y="60483"/>
                </a:lnTo>
                <a:lnTo>
                  <a:pt x="0" y="99019"/>
                </a:lnTo>
                <a:lnTo>
                  <a:pt x="7789" y="137554"/>
                </a:lnTo>
                <a:lnTo>
                  <a:pt x="29033" y="169030"/>
                </a:lnTo>
                <a:lnTo>
                  <a:pt x="60547" y="190254"/>
                </a:lnTo>
                <a:lnTo>
                  <a:pt x="99142" y="198038"/>
                </a:lnTo>
                <a:lnTo>
                  <a:pt x="137768" y="190254"/>
                </a:lnTo>
                <a:lnTo>
                  <a:pt x="169297" y="169030"/>
                </a:lnTo>
                <a:lnTo>
                  <a:pt x="190547" y="137554"/>
                </a:lnTo>
                <a:lnTo>
                  <a:pt x="198337" y="99019"/>
                </a:lnTo>
                <a:lnTo>
                  <a:pt x="190547" y="60483"/>
                </a:lnTo>
                <a:lnTo>
                  <a:pt x="169297" y="29008"/>
                </a:lnTo>
                <a:lnTo>
                  <a:pt x="137768" y="7783"/>
                </a:lnTo>
                <a:lnTo>
                  <a:pt x="991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934703" y="4793033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5"/>
                </a:lnTo>
                <a:lnTo>
                  <a:pt x="169297" y="169030"/>
                </a:lnTo>
                <a:lnTo>
                  <a:pt x="137768" y="190255"/>
                </a:lnTo>
                <a:lnTo>
                  <a:pt x="99142" y="198039"/>
                </a:lnTo>
                <a:lnTo>
                  <a:pt x="60546" y="190255"/>
                </a:lnTo>
                <a:lnTo>
                  <a:pt x="29033" y="169030"/>
                </a:lnTo>
                <a:lnTo>
                  <a:pt x="7789" y="137555"/>
                </a:lnTo>
                <a:lnTo>
                  <a:pt x="0" y="99019"/>
                </a:lnTo>
                <a:lnTo>
                  <a:pt x="7789" y="60484"/>
                </a:lnTo>
                <a:lnTo>
                  <a:pt x="29033" y="29008"/>
                </a:lnTo>
                <a:lnTo>
                  <a:pt x="60546" y="7783"/>
                </a:lnTo>
                <a:lnTo>
                  <a:pt x="99142" y="0"/>
                </a:lnTo>
                <a:lnTo>
                  <a:pt x="137768" y="7783"/>
                </a:lnTo>
                <a:lnTo>
                  <a:pt x="169297" y="29008"/>
                </a:lnTo>
                <a:lnTo>
                  <a:pt x="190547" y="60484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649939" y="5288606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7" y="0"/>
                </a:moveTo>
                <a:lnTo>
                  <a:pt x="60568" y="7780"/>
                </a:lnTo>
                <a:lnTo>
                  <a:pt x="29046" y="28998"/>
                </a:lnTo>
                <a:lnTo>
                  <a:pt x="7793" y="60472"/>
                </a:lnTo>
                <a:lnTo>
                  <a:pt x="0" y="99019"/>
                </a:lnTo>
                <a:lnTo>
                  <a:pt x="7793" y="137550"/>
                </a:lnTo>
                <a:lnTo>
                  <a:pt x="29046" y="169016"/>
                </a:lnTo>
                <a:lnTo>
                  <a:pt x="60568" y="190232"/>
                </a:lnTo>
                <a:lnTo>
                  <a:pt x="99167" y="198012"/>
                </a:lnTo>
                <a:lnTo>
                  <a:pt x="137782" y="190232"/>
                </a:lnTo>
                <a:lnTo>
                  <a:pt x="169312" y="169016"/>
                </a:lnTo>
                <a:lnTo>
                  <a:pt x="190568" y="137550"/>
                </a:lnTo>
                <a:lnTo>
                  <a:pt x="198362" y="99019"/>
                </a:lnTo>
                <a:lnTo>
                  <a:pt x="190568" y="60472"/>
                </a:lnTo>
                <a:lnTo>
                  <a:pt x="169312" y="28998"/>
                </a:lnTo>
                <a:lnTo>
                  <a:pt x="137782" y="7780"/>
                </a:lnTo>
                <a:lnTo>
                  <a:pt x="99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649938" y="5288606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0"/>
                </a:lnTo>
                <a:lnTo>
                  <a:pt x="169313" y="169017"/>
                </a:lnTo>
                <a:lnTo>
                  <a:pt x="137783" y="190233"/>
                </a:lnTo>
                <a:lnTo>
                  <a:pt x="99168" y="198012"/>
                </a:lnTo>
                <a:lnTo>
                  <a:pt x="60569" y="190233"/>
                </a:lnTo>
                <a:lnTo>
                  <a:pt x="29046" y="169017"/>
                </a:lnTo>
                <a:lnTo>
                  <a:pt x="7793" y="137550"/>
                </a:lnTo>
                <a:lnTo>
                  <a:pt x="0" y="99019"/>
                </a:lnTo>
                <a:lnTo>
                  <a:pt x="7793" y="60472"/>
                </a:lnTo>
                <a:lnTo>
                  <a:pt x="29046" y="28998"/>
                </a:lnTo>
                <a:lnTo>
                  <a:pt x="60569" y="7780"/>
                </a:lnTo>
                <a:lnTo>
                  <a:pt x="99168" y="0"/>
                </a:lnTo>
                <a:lnTo>
                  <a:pt x="137783" y="7780"/>
                </a:lnTo>
                <a:lnTo>
                  <a:pt x="169313" y="28998"/>
                </a:lnTo>
                <a:lnTo>
                  <a:pt x="190569" y="60472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538238" y="5817744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7" y="0"/>
                </a:moveTo>
                <a:lnTo>
                  <a:pt x="60557" y="7780"/>
                </a:lnTo>
                <a:lnTo>
                  <a:pt x="29036" y="28998"/>
                </a:lnTo>
                <a:lnTo>
                  <a:pt x="7789" y="60472"/>
                </a:lnTo>
                <a:lnTo>
                  <a:pt x="0" y="99019"/>
                </a:lnTo>
                <a:lnTo>
                  <a:pt x="7789" y="137550"/>
                </a:lnTo>
                <a:lnTo>
                  <a:pt x="29036" y="169017"/>
                </a:lnTo>
                <a:lnTo>
                  <a:pt x="60557" y="190232"/>
                </a:lnTo>
                <a:lnTo>
                  <a:pt x="99167" y="198012"/>
                </a:lnTo>
                <a:lnTo>
                  <a:pt x="137778" y="190232"/>
                </a:lnTo>
                <a:lnTo>
                  <a:pt x="169299" y="169017"/>
                </a:lnTo>
                <a:lnTo>
                  <a:pt x="190547" y="137550"/>
                </a:lnTo>
                <a:lnTo>
                  <a:pt x="198337" y="99019"/>
                </a:lnTo>
                <a:lnTo>
                  <a:pt x="190547" y="60472"/>
                </a:lnTo>
                <a:lnTo>
                  <a:pt x="169299" y="28998"/>
                </a:lnTo>
                <a:lnTo>
                  <a:pt x="137778" y="7780"/>
                </a:lnTo>
                <a:lnTo>
                  <a:pt x="99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538238" y="5817744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0"/>
                </a:lnTo>
                <a:lnTo>
                  <a:pt x="169300" y="169017"/>
                </a:lnTo>
                <a:lnTo>
                  <a:pt x="137779" y="190233"/>
                </a:lnTo>
                <a:lnTo>
                  <a:pt x="99168" y="198012"/>
                </a:lnTo>
                <a:lnTo>
                  <a:pt x="60557" y="190233"/>
                </a:lnTo>
                <a:lnTo>
                  <a:pt x="29037" y="169017"/>
                </a:lnTo>
                <a:lnTo>
                  <a:pt x="7789" y="137550"/>
                </a:lnTo>
                <a:lnTo>
                  <a:pt x="0" y="99019"/>
                </a:lnTo>
                <a:lnTo>
                  <a:pt x="7789" y="60472"/>
                </a:lnTo>
                <a:lnTo>
                  <a:pt x="29037" y="28998"/>
                </a:lnTo>
                <a:lnTo>
                  <a:pt x="60557" y="7780"/>
                </a:lnTo>
                <a:lnTo>
                  <a:pt x="99168" y="0"/>
                </a:lnTo>
                <a:lnTo>
                  <a:pt x="137779" y="7780"/>
                </a:lnTo>
                <a:lnTo>
                  <a:pt x="169300" y="28998"/>
                </a:lnTo>
                <a:lnTo>
                  <a:pt x="190547" y="60472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762531" y="5939957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7" y="0"/>
                </a:moveTo>
                <a:lnTo>
                  <a:pt x="60557" y="7783"/>
                </a:lnTo>
                <a:lnTo>
                  <a:pt x="29036" y="29008"/>
                </a:lnTo>
                <a:lnTo>
                  <a:pt x="7789" y="60484"/>
                </a:lnTo>
                <a:lnTo>
                  <a:pt x="0" y="99019"/>
                </a:lnTo>
                <a:lnTo>
                  <a:pt x="7789" y="137555"/>
                </a:lnTo>
                <a:lnTo>
                  <a:pt x="29036" y="169030"/>
                </a:lnTo>
                <a:lnTo>
                  <a:pt x="60557" y="190255"/>
                </a:lnTo>
                <a:lnTo>
                  <a:pt x="99167" y="198039"/>
                </a:lnTo>
                <a:lnTo>
                  <a:pt x="137778" y="190255"/>
                </a:lnTo>
                <a:lnTo>
                  <a:pt x="169299" y="169030"/>
                </a:lnTo>
                <a:lnTo>
                  <a:pt x="190547" y="137555"/>
                </a:lnTo>
                <a:lnTo>
                  <a:pt x="198337" y="99019"/>
                </a:lnTo>
                <a:lnTo>
                  <a:pt x="190547" y="60484"/>
                </a:lnTo>
                <a:lnTo>
                  <a:pt x="169299" y="29008"/>
                </a:lnTo>
                <a:lnTo>
                  <a:pt x="137778" y="7783"/>
                </a:lnTo>
                <a:lnTo>
                  <a:pt x="99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762531" y="5939957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37" y="99019"/>
                </a:moveTo>
                <a:lnTo>
                  <a:pt x="190547" y="137555"/>
                </a:lnTo>
                <a:lnTo>
                  <a:pt x="169300" y="169030"/>
                </a:lnTo>
                <a:lnTo>
                  <a:pt x="137779" y="190255"/>
                </a:lnTo>
                <a:lnTo>
                  <a:pt x="99168" y="198039"/>
                </a:lnTo>
                <a:lnTo>
                  <a:pt x="60557" y="190255"/>
                </a:lnTo>
                <a:lnTo>
                  <a:pt x="29037" y="169030"/>
                </a:lnTo>
                <a:lnTo>
                  <a:pt x="7789" y="137555"/>
                </a:lnTo>
                <a:lnTo>
                  <a:pt x="0" y="99019"/>
                </a:lnTo>
                <a:lnTo>
                  <a:pt x="7789" y="60484"/>
                </a:lnTo>
                <a:lnTo>
                  <a:pt x="29037" y="29008"/>
                </a:lnTo>
                <a:lnTo>
                  <a:pt x="60557" y="7783"/>
                </a:lnTo>
                <a:lnTo>
                  <a:pt x="99168" y="0"/>
                </a:lnTo>
                <a:lnTo>
                  <a:pt x="137779" y="7783"/>
                </a:lnTo>
                <a:lnTo>
                  <a:pt x="169300" y="29008"/>
                </a:lnTo>
                <a:lnTo>
                  <a:pt x="190547" y="60484"/>
                </a:lnTo>
                <a:lnTo>
                  <a:pt x="198337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5981432" y="5652168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7" y="0"/>
                </a:moveTo>
                <a:lnTo>
                  <a:pt x="60568" y="7783"/>
                </a:lnTo>
                <a:lnTo>
                  <a:pt x="29046" y="29008"/>
                </a:lnTo>
                <a:lnTo>
                  <a:pt x="7793" y="60484"/>
                </a:lnTo>
                <a:lnTo>
                  <a:pt x="0" y="99019"/>
                </a:lnTo>
                <a:lnTo>
                  <a:pt x="7793" y="137555"/>
                </a:lnTo>
                <a:lnTo>
                  <a:pt x="29046" y="169030"/>
                </a:lnTo>
                <a:lnTo>
                  <a:pt x="60568" y="190255"/>
                </a:lnTo>
                <a:lnTo>
                  <a:pt x="99167" y="198039"/>
                </a:lnTo>
                <a:lnTo>
                  <a:pt x="137783" y="190255"/>
                </a:lnTo>
                <a:lnTo>
                  <a:pt x="169313" y="169030"/>
                </a:lnTo>
                <a:lnTo>
                  <a:pt x="190569" y="137555"/>
                </a:lnTo>
                <a:lnTo>
                  <a:pt x="198363" y="99019"/>
                </a:lnTo>
                <a:lnTo>
                  <a:pt x="190569" y="60484"/>
                </a:lnTo>
                <a:lnTo>
                  <a:pt x="169313" y="29008"/>
                </a:lnTo>
                <a:lnTo>
                  <a:pt x="137783" y="7783"/>
                </a:lnTo>
                <a:lnTo>
                  <a:pt x="99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5981432" y="5652168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5"/>
                </a:lnTo>
                <a:lnTo>
                  <a:pt x="169313" y="169030"/>
                </a:lnTo>
                <a:lnTo>
                  <a:pt x="137783" y="190255"/>
                </a:lnTo>
                <a:lnTo>
                  <a:pt x="99168" y="198039"/>
                </a:lnTo>
                <a:lnTo>
                  <a:pt x="60569" y="190255"/>
                </a:lnTo>
                <a:lnTo>
                  <a:pt x="29046" y="169030"/>
                </a:lnTo>
                <a:lnTo>
                  <a:pt x="7793" y="137555"/>
                </a:lnTo>
                <a:lnTo>
                  <a:pt x="0" y="99019"/>
                </a:lnTo>
                <a:lnTo>
                  <a:pt x="7793" y="60484"/>
                </a:lnTo>
                <a:lnTo>
                  <a:pt x="29046" y="29008"/>
                </a:lnTo>
                <a:lnTo>
                  <a:pt x="60569" y="7783"/>
                </a:lnTo>
                <a:lnTo>
                  <a:pt x="99168" y="0"/>
                </a:lnTo>
                <a:lnTo>
                  <a:pt x="137783" y="7783"/>
                </a:lnTo>
                <a:lnTo>
                  <a:pt x="169313" y="29008"/>
                </a:lnTo>
                <a:lnTo>
                  <a:pt x="190569" y="60484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6033858" y="5199291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99169" y="0"/>
                </a:moveTo>
                <a:lnTo>
                  <a:pt x="60569" y="7780"/>
                </a:lnTo>
                <a:lnTo>
                  <a:pt x="29047" y="28999"/>
                </a:lnTo>
                <a:lnTo>
                  <a:pt x="7793" y="60473"/>
                </a:lnTo>
                <a:lnTo>
                  <a:pt x="0" y="99019"/>
                </a:lnTo>
                <a:lnTo>
                  <a:pt x="7793" y="137550"/>
                </a:lnTo>
                <a:lnTo>
                  <a:pt x="29047" y="169017"/>
                </a:lnTo>
                <a:lnTo>
                  <a:pt x="60569" y="190233"/>
                </a:lnTo>
                <a:lnTo>
                  <a:pt x="99169" y="198013"/>
                </a:lnTo>
                <a:lnTo>
                  <a:pt x="137784" y="190233"/>
                </a:lnTo>
                <a:lnTo>
                  <a:pt x="169313" y="169017"/>
                </a:lnTo>
                <a:lnTo>
                  <a:pt x="190569" y="137550"/>
                </a:lnTo>
                <a:lnTo>
                  <a:pt x="198363" y="99019"/>
                </a:lnTo>
                <a:lnTo>
                  <a:pt x="190569" y="60473"/>
                </a:lnTo>
                <a:lnTo>
                  <a:pt x="169313" y="28999"/>
                </a:lnTo>
                <a:lnTo>
                  <a:pt x="137784" y="7780"/>
                </a:lnTo>
                <a:lnTo>
                  <a:pt x="991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033859" y="5199290"/>
            <a:ext cx="198755" cy="198120"/>
          </a:xfrm>
          <a:custGeom>
            <a:avLst/>
            <a:gdLst/>
            <a:ahLst/>
            <a:cxnLst/>
            <a:rect l="l" t="t" r="r" b="b"/>
            <a:pathLst>
              <a:path w="198754" h="198120">
                <a:moveTo>
                  <a:pt x="198363" y="99019"/>
                </a:moveTo>
                <a:lnTo>
                  <a:pt x="190569" y="137550"/>
                </a:lnTo>
                <a:lnTo>
                  <a:pt x="169313" y="169017"/>
                </a:lnTo>
                <a:lnTo>
                  <a:pt x="137783" y="190233"/>
                </a:lnTo>
                <a:lnTo>
                  <a:pt x="99168" y="198012"/>
                </a:lnTo>
                <a:lnTo>
                  <a:pt x="60569" y="190233"/>
                </a:lnTo>
                <a:lnTo>
                  <a:pt x="29046" y="169017"/>
                </a:lnTo>
                <a:lnTo>
                  <a:pt x="7793" y="137550"/>
                </a:lnTo>
                <a:lnTo>
                  <a:pt x="0" y="99019"/>
                </a:lnTo>
                <a:lnTo>
                  <a:pt x="7793" y="60472"/>
                </a:lnTo>
                <a:lnTo>
                  <a:pt x="29046" y="28998"/>
                </a:lnTo>
                <a:lnTo>
                  <a:pt x="60569" y="7780"/>
                </a:lnTo>
                <a:lnTo>
                  <a:pt x="99168" y="0"/>
                </a:lnTo>
                <a:lnTo>
                  <a:pt x="137783" y="7780"/>
                </a:lnTo>
                <a:lnTo>
                  <a:pt x="169313" y="28998"/>
                </a:lnTo>
                <a:lnTo>
                  <a:pt x="190569" y="60472"/>
                </a:lnTo>
                <a:lnTo>
                  <a:pt x="198363" y="99019"/>
                </a:lnTo>
                <a:close/>
              </a:path>
            </a:pathLst>
          </a:custGeom>
          <a:ln w="1314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726541" y="4374173"/>
            <a:ext cx="215265" cy="281305"/>
          </a:xfrm>
          <a:custGeom>
            <a:avLst/>
            <a:gdLst/>
            <a:ahLst/>
            <a:cxnLst/>
            <a:rect l="l" t="t" r="r" b="b"/>
            <a:pathLst>
              <a:path w="215265" h="281304">
                <a:moveTo>
                  <a:pt x="0" y="0"/>
                </a:moveTo>
                <a:lnTo>
                  <a:pt x="215067" y="280883"/>
                </a:lnTo>
              </a:path>
            </a:pathLst>
          </a:custGeom>
          <a:ln w="13143">
            <a:solidFill>
              <a:srgbClr val="2B38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6878261" y="4598106"/>
            <a:ext cx="95250" cy="94615"/>
          </a:xfrm>
          <a:custGeom>
            <a:avLst/>
            <a:gdLst/>
            <a:ahLst/>
            <a:cxnLst/>
            <a:rect l="l" t="t" r="r" b="b"/>
            <a:pathLst>
              <a:path w="95250" h="94614">
                <a:moveTo>
                  <a:pt x="94985" y="0"/>
                </a:moveTo>
                <a:lnTo>
                  <a:pt x="83721" y="10535"/>
                </a:lnTo>
                <a:lnTo>
                  <a:pt x="73031" y="23608"/>
                </a:lnTo>
                <a:lnTo>
                  <a:pt x="64605" y="38066"/>
                </a:lnTo>
                <a:lnTo>
                  <a:pt x="60131" y="52751"/>
                </a:lnTo>
                <a:lnTo>
                  <a:pt x="44418" y="53374"/>
                </a:lnTo>
                <a:lnTo>
                  <a:pt x="28704" y="57688"/>
                </a:lnTo>
                <a:lnTo>
                  <a:pt x="13671" y="64465"/>
                </a:lnTo>
                <a:lnTo>
                  <a:pt x="0" y="72472"/>
                </a:lnTo>
                <a:lnTo>
                  <a:pt x="23802" y="73954"/>
                </a:lnTo>
                <a:lnTo>
                  <a:pt x="47447" y="77516"/>
                </a:lnTo>
                <a:lnTo>
                  <a:pt x="70312" y="83959"/>
                </a:lnTo>
                <a:lnTo>
                  <a:pt x="91776" y="94082"/>
                </a:lnTo>
                <a:lnTo>
                  <a:pt x="87628" y="70571"/>
                </a:lnTo>
                <a:lnTo>
                  <a:pt x="87078" y="46784"/>
                </a:lnTo>
                <a:lnTo>
                  <a:pt x="89679" y="23126"/>
                </a:lnTo>
                <a:lnTo>
                  <a:pt x="94985" y="0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897164" y="5040822"/>
            <a:ext cx="109220" cy="257810"/>
          </a:xfrm>
          <a:custGeom>
            <a:avLst/>
            <a:gdLst/>
            <a:ahLst/>
            <a:cxnLst/>
            <a:rect l="l" t="t" r="r" b="b"/>
            <a:pathLst>
              <a:path w="109220" h="257810">
                <a:moveTo>
                  <a:pt x="0" y="257487"/>
                </a:moveTo>
                <a:lnTo>
                  <a:pt x="109164" y="0"/>
                </a:lnTo>
              </a:path>
            </a:pathLst>
          </a:custGeom>
          <a:ln w="13148">
            <a:solidFill>
              <a:srgbClr val="2B38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6941124" y="4997784"/>
            <a:ext cx="110489" cy="90805"/>
          </a:xfrm>
          <a:custGeom>
            <a:avLst/>
            <a:gdLst/>
            <a:ahLst/>
            <a:cxnLst/>
            <a:rect l="l" t="t" r="r" b="b"/>
            <a:pathLst>
              <a:path w="110490" h="90804">
                <a:moveTo>
                  <a:pt x="91467" y="47920"/>
                </a:moveTo>
                <a:lnTo>
                  <a:pt x="63158" y="47920"/>
                </a:lnTo>
                <a:lnTo>
                  <a:pt x="71470" y="61252"/>
                </a:lnTo>
                <a:lnTo>
                  <a:pt x="83001" y="72747"/>
                </a:lnTo>
                <a:lnTo>
                  <a:pt x="96342" y="82431"/>
                </a:lnTo>
                <a:lnTo>
                  <a:pt x="110084" y="90327"/>
                </a:lnTo>
                <a:lnTo>
                  <a:pt x="99588" y="68950"/>
                </a:lnTo>
                <a:lnTo>
                  <a:pt x="91467" y="47920"/>
                </a:lnTo>
                <a:close/>
              </a:path>
              <a:path w="110490" h="90804">
                <a:moveTo>
                  <a:pt x="83465" y="0"/>
                </a:moveTo>
                <a:lnTo>
                  <a:pt x="65045" y="15244"/>
                </a:lnTo>
                <a:lnTo>
                  <a:pt x="44613" y="27505"/>
                </a:lnTo>
                <a:lnTo>
                  <a:pt x="22740" y="36969"/>
                </a:lnTo>
                <a:lnTo>
                  <a:pt x="0" y="43825"/>
                </a:lnTo>
                <a:lnTo>
                  <a:pt x="14747" y="48367"/>
                </a:lnTo>
                <a:lnTo>
                  <a:pt x="31411" y="51160"/>
                </a:lnTo>
                <a:lnTo>
                  <a:pt x="48159" y="51309"/>
                </a:lnTo>
                <a:lnTo>
                  <a:pt x="63158" y="47920"/>
                </a:lnTo>
                <a:lnTo>
                  <a:pt x="91467" y="47920"/>
                </a:lnTo>
                <a:lnTo>
                  <a:pt x="90984" y="46670"/>
                </a:lnTo>
                <a:lnTo>
                  <a:pt x="85275" y="23636"/>
                </a:lnTo>
                <a:lnTo>
                  <a:pt x="83465" y="0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7235405" y="4814320"/>
            <a:ext cx="208279" cy="144145"/>
          </a:xfrm>
          <a:custGeom>
            <a:avLst/>
            <a:gdLst/>
            <a:ahLst/>
            <a:cxnLst/>
            <a:rect l="l" t="t" r="r" b="b"/>
            <a:pathLst>
              <a:path w="208279" h="144145">
                <a:moveTo>
                  <a:pt x="207964" y="143763"/>
                </a:moveTo>
                <a:lnTo>
                  <a:pt x="0" y="0"/>
                </a:lnTo>
              </a:path>
            </a:pathLst>
          </a:custGeom>
          <a:ln w="13136">
            <a:solidFill>
              <a:srgbClr val="2B38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196890" y="4780122"/>
            <a:ext cx="94615" cy="98425"/>
          </a:xfrm>
          <a:custGeom>
            <a:avLst/>
            <a:gdLst/>
            <a:ahLst/>
            <a:cxnLst/>
            <a:rect l="l" t="t" r="r" b="b"/>
            <a:pathLst>
              <a:path w="94615" h="98425">
                <a:moveTo>
                  <a:pt x="0" y="7588"/>
                </a:moveTo>
                <a:lnTo>
                  <a:pt x="11202" y="28691"/>
                </a:lnTo>
                <a:lnTo>
                  <a:pt x="19053" y="51160"/>
                </a:lnTo>
                <a:lnTo>
                  <a:pt x="23862" y="74471"/>
                </a:lnTo>
                <a:lnTo>
                  <a:pt x="25935" y="98099"/>
                </a:lnTo>
                <a:lnTo>
                  <a:pt x="33420" y="84627"/>
                </a:lnTo>
                <a:lnTo>
                  <a:pt x="39571" y="68914"/>
                </a:lnTo>
                <a:lnTo>
                  <a:pt x="43133" y="52570"/>
                </a:lnTo>
                <a:lnTo>
                  <a:pt x="42849" y="37207"/>
                </a:lnTo>
                <a:lnTo>
                  <a:pt x="57620" y="31799"/>
                </a:lnTo>
                <a:lnTo>
                  <a:pt x="71252" y="22876"/>
                </a:lnTo>
                <a:lnTo>
                  <a:pt x="83473" y="11817"/>
                </a:lnTo>
                <a:lnTo>
                  <a:pt x="84522" y="10641"/>
                </a:lnTo>
                <a:lnTo>
                  <a:pt x="23552" y="10641"/>
                </a:lnTo>
                <a:lnTo>
                  <a:pt x="0" y="7588"/>
                </a:lnTo>
                <a:close/>
              </a:path>
              <a:path w="94615" h="98425">
                <a:moveTo>
                  <a:pt x="94013" y="0"/>
                </a:moveTo>
                <a:lnTo>
                  <a:pt x="70903" y="5897"/>
                </a:lnTo>
                <a:lnTo>
                  <a:pt x="47301" y="9761"/>
                </a:lnTo>
                <a:lnTo>
                  <a:pt x="23552" y="10641"/>
                </a:lnTo>
                <a:lnTo>
                  <a:pt x="84522" y="10641"/>
                </a:lnTo>
                <a:lnTo>
                  <a:pt x="94013" y="0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117244" y="4409020"/>
            <a:ext cx="225425" cy="216535"/>
          </a:xfrm>
          <a:custGeom>
            <a:avLst/>
            <a:gdLst/>
            <a:ahLst/>
            <a:cxnLst/>
            <a:rect l="l" t="t" r="r" b="b"/>
            <a:pathLst>
              <a:path w="225425" h="216535">
                <a:moveTo>
                  <a:pt x="225273" y="0"/>
                </a:moveTo>
                <a:lnTo>
                  <a:pt x="0" y="215947"/>
                </a:lnTo>
              </a:path>
            </a:pathLst>
          </a:custGeom>
          <a:ln w="13140">
            <a:solidFill>
              <a:srgbClr val="2B38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083445" y="4563838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5" h="93979">
                <a:moveTo>
                  <a:pt x="11233" y="0"/>
                </a:moveTo>
                <a:lnTo>
                  <a:pt x="12440" y="23789"/>
                </a:lnTo>
                <a:lnTo>
                  <a:pt x="11544" y="47655"/>
                </a:lnTo>
                <a:lnTo>
                  <a:pt x="7684" y="71062"/>
                </a:lnTo>
                <a:lnTo>
                  <a:pt x="0" y="93478"/>
                </a:lnTo>
                <a:lnTo>
                  <a:pt x="22958" y="86720"/>
                </a:lnTo>
                <a:lnTo>
                  <a:pt x="46589" y="83507"/>
                </a:lnTo>
                <a:lnTo>
                  <a:pt x="90925" y="83435"/>
                </a:lnTo>
                <a:lnTo>
                  <a:pt x="82294" y="76111"/>
                </a:lnTo>
                <a:lnTo>
                  <a:pt x="68070" y="66981"/>
                </a:lnTo>
                <a:lnTo>
                  <a:pt x="52732" y="60248"/>
                </a:lnTo>
                <a:lnTo>
                  <a:pt x="37616" y="57452"/>
                </a:lnTo>
                <a:lnTo>
                  <a:pt x="35228" y="41939"/>
                </a:lnTo>
                <a:lnTo>
                  <a:pt x="29169" y="26835"/>
                </a:lnTo>
                <a:lnTo>
                  <a:pt x="20737" y="12676"/>
                </a:lnTo>
                <a:lnTo>
                  <a:pt x="11233" y="0"/>
                </a:lnTo>
                <a:close/>
              </a:path>
              <a:path w="94615" h="93979">
                <a:moveTo>
                  <a:pt x="90925" y="83435"/>
                </a:moveTo>
                <a:lnTo>
                  <a:pt x="70442" y="83435"/>
                </a:lnTo>
                <a:lnTo>
                  <a:pt x="94066" y="86100"/>
                </a:lnTo>
                <a:lnTo>
                  <a:pt x="90925" y="83435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6294229" y="4865156"/>
            <a:ext cx="77470" cy="120014"/>
          </a:xfrm>
          <a:custGeom>
            <a:avLst/>
            <a:gdLst/>
            <a:ahLst/>
            <a:cxnLst/>
            <a:rect l="l" t="t" r="r" b="b"/>
            <a:pathLst>
              <a:path w="77470" h="120014">
                <a:moveTo>
                  <a:pt x="39745" y="0"/>
                </a:moveTo>
                <a:lnTo>
                  <a:pt x="33590" y="0"/>
                </a:lnTo>
                <a:lnTo>
                  <a:pt x="16676" y="1837"/>
                </a:lnTo>
                <a:lnTo>
                  <a:pt x="15281" y="2073"/>
                </a:lnTo>
                <a:lnTo>
                  <a:pt x="13467" y="2073"/>
                </a:lnTo>
                <a:lnTo>
                  <a:pt x="13467" y="7299"/>
                </a:lnTo>
                <a:lnTo>
                  <a:pt x="25594" y="7299"/>
                </a:lnTo>
                <a:lnTo>
                  <a:pt x="26041" y="8454"/>
                </a:lnTo>
                <a:lnTo>
                  <a:pt x="26041" y="10057"/>
                </a:lnTo>
                <a:lnTo>
                  <a:pt x="25594" y="13496"/>
                </a:lnTo>
                <a:lnTo>
                  <a:pt x="709" y="111544"/>
                </a:lnTo>
                <a:lnTo>
                  <a:pt x="0" y="114065"/>
                </a:lnTo>
                <a:lnTo>
                  <a:pt x="0" y="119291"/>
                </a:lnTo>
                <a:lnTo>
                  <a:pt x="3418" y="119973"/>
                </a:lnTo>
                <a:lnTo>
                  <a:pt x="7312" y="119973"/>
                </a:lnTo>
                <a:lnTo>
                  <a:pt x="20332" y="79167"/>
                </a:lnTo>
                <a:lnTo>
                  <a:pt x="39736" y="79167"/>
                </a:lnTo>
                <a:lnTo>
                  <a:pt x="36399" y="77730"/>
                </a:lnTo>
                <a:lnTo>
                  <a:pt x="26277" y="75728"/>
                </a:lnTo>
                <a:lnTo>
                  <a:pt x="29758" y="73706"/>
                </a:lnTo>
                <a:lnTo>
                  <a:pt x="21937" y="73706"/>
                </a:lnTo>
                <a:lnTo>
                  <a:pt x="39745" y="2073"/>
                </a:lnTo>
                <a:lnTo>
                  <a:pt x="39745" y="0"/>
                </a:lnTo>
                <a:close/>
              </a:path>
              <a:path w="77470" h="120014">
                <a:moveTo>
                  <a:pt x="39736" y="79167"/>
                </a:moveTo>
                <a:lnTo>
                  <a:pt x="20332" y="79167"/>
                </a:lnTo>
                <a:lnTo>
                  <a:pt x="26277" y="79824"/>
                </a:lnTo>
                <a:lnTo>
                  <a:pt x="40219" y="82555"/>
                </a:lnTo>
                <a:lnTo>
                  <a:pt x="40157" y="95789"/>
                </a:lnTo>
                <a:lnTo>
                  <a:pt x="39745" y="97181"/>
                </a:lnTo>
                <a:lnTo>
                  <a:pt x="39272" y="99228"/>
                </a:lnTo>
                <a:lnTo>
                  <a:pt x="39088" y="101250"/>
                </a:lnTo>
                <a:lnTo>
                  <a:pt x="39088" y="113356"/>
                </a:lnTo>
                <a:lnTo>
                  <a:pt x="45717" y="119973"/>
                </a:lnTo>
                <a:lnTo>
                  <a:pt x="59869" y="119973"/>
                </a:lnTo>
                <a:lnTo>
                  <a:pt x="64392" y="117242"/>
                </a:lnTo>
                <a:lnTo>
                  <a:pt x="64925" y="116349"/>
                </a:lnTo>
                <a:lnTo>
                  <a:pt x="51871" y="116349"/>
                </a:lnTo>
                <a:lnTo>
                  <a:pt x="49583" y="114485"/>
                </a:lnTo>
                <a:lnTo>
                  <a:pt x="49583" y="105399"/>
                </a:lnTo>
                <a:lnTo>
                  <a:pt x="50241" y="101488"/>
                </a:lnTo>
                <a:lnTo>
                  <a:pt x="50951" y="98756"/>
                </a:lnTo>
                <a:lnTo>
                  <a:pt x="51635" y="95789"/>
                </a:lnTo>
                <a:lnTo>
                  <a:pt x="51635" y="93505"/>
                </a:lnTo>
                <a:lnTo>
                  <a:pt x="49726" y="86362"/>
                </a:lnTo>
                <a:lnTo>
                  <a:pt x="44431" y="81189"/>
                </a:lnTo>
                <a:lnTo>
                  <a:pt x="39736" y="79167"/>
                </a:lnTo>
                <a:close/>
              </a:path>
              <a:path w="77470" h="120014">
                <a:moveTo>
                  <a:pt x="74258" y="92166"/>
                </a:moveTo>
                <a:lnTo>
                  <a:pt x="70601" y="92166"/>
                </a:lnTo>
                <a:lnTo>
                  <a:pt x="70364" y="92848"/>
                </a:lnTo>
                <a:lnTo>
                  <a:pt x="69917" y="95106"/>
                </a:lnTo>
                <a:lnTo>
                  <a:pt x="67210" y="103720"/>
                </a:lnTo>
                <a:lnTo>
                  <a:pt x="64024" y="110434"/>
                </a:lnTo>
                <a:lnTo>
                  <a:pt x="60070" y="114795"/>
                </a:lnTo>
                <a:lnTo>
                  <a:pt x="55055" y="116349"/>
                </a:lnTo>
                <a:lnTo>
                  <a:pt x="64925" y="116349"/>
                </a:lnTo>
                <a:lnTo>
                  <a:pt x="68443" y="110434"/>
                </a:lnTo>
                <a:lnTo>
                  <a:pt x="72416" y="103562"/>
                </a:lnTo>
                <a:lnTo>
                  <a:pt x="74258" y="94213"/>
                </a:lnTo>
                <a:lnTo>
                  <a:pt x="74258" y="92166"/>
                </a:lnTo>
                <a:close/>
              </a:path>
              <a:path w="77470" h="120014">
                <a:moveTo>
                  <a:pt x="73337" y="42905"/>
                </a:moveTo>
                <a:lnTo>
                  <a:pt x="65787" y="42905"/>
                </a:lnTo>
                <a:lnTo>
                  <a:pt x="61610" y="43329"/>
                </a:lnTo>
                <a:lnTo>
                  <a:pt x="56163" y="45288"/>
                </a:lnTo>
                <a:lnTo>
                  <a:pt x="49301" y="49817"/>
                </a:lnTo>
                <a:lnTo>
                  <a:pt x="40877" y="57951"/>
                </a:lnTo>
                <a:lnTo>
                  <a:pt x="34958" y="64331"/>
                </a:lnTo>
                <a:lnTo>
                  <a:pt x="28303" y="71186"/>
                </a:lnTo>
                <a:lnTo>
                  <a:pt x="21937" y="73706"/>
                </a:lnTo>
                <a:lnTo>
                  <a:pt x="29758" y="73706"/>
                </a:lnTo>
                <a:lnTo>
                  <a:pt x="31748" y="72551"/>
                </a:lnTo>
                <a:lnTo>
                  <a:pt x="37010" y="67063"/>
                </a:lnTo>
                <a:lnTo>
                  <a:pt x="41140" y="62941"/>
                </a:lnTo>
                <a:lnTo>
                  <a:pt x="47126" y="56657"/>
                </a:lnTo>
                <a:lnTo>
                  <a:pt x="53145" y="51514"/>
                </a:lnTo>
                <a:lnTo>
                  <a:pt x="59217" y="48040"/>
                </a:lnTo>
                <a:lnTo>
                  <a:pt x="65366" y="46765"/>
                </a:lnTo>
                <a:lnTo>
                  <a:pt x="75986" y="46765"/>
                </a:lnTo>
                <a:lnTo>
                  <a:pt x="73337" y="42905"/>
                </a:lnTo>
                <a:close/>
              </a:path>
              <a:path w="77470" h="120014">
                <a:moveTo>
                  <a:pt x="75986" y="46765"/>
                </a:moveTo>
                <a:lnTo>
                  <a:pt x="66497" y="46765"/>
                </a:lnTo>
                <a:lnTo>
                  <a:pt x="66918" y="47001"/>
                </a:lnTo>
                <a:lnTo>
                  <a:pt x="68969" y="47237"/>
                </a:lnTo>
                <a:lnTo>
                  <a:pt x="69232" y="47237"/>
                </a:lnTo>
                <a:lnTo>
                  <a:pt x="70601" y="48367"/>
                </a:lnTo>
                <a:lnTo>
                  <a:pt x="70838" y="48367"/>
                </a:lnTo>
                <a:lnTo>
                  <a:pt x="70838" y="48577"/>
                </a:lnTo>
                <a:lnTo>
                  <a:pt x="71258" y="49023"/>
                </a:lnTo>
                <a:lnTo>
                  <a:pt x="63051" y="49522"/>
                </a:lnTo>
                <a:lnTo>
                  <a:pt x="61447" y="56113"/>
                </a:lnTo>
                <a:lnTo>
                  <a:pt x="61447" y="60892"/>
                </a:lnTo>
                <a:lnTo>
                  <a:pt x="63289" y="64095"/>
                </a:lnTo>
                <a:lnTo>
                  <a:pt x="72416" y="64095"/>
                </a:lnTo>
                <a:lnTo>
                  <a:pt x="77229" y="60445"/>
                </a:lnTo>
                <a:lnTo>
                  <a:pt x="77229" y="48577"/>
                </a:lnTo>
                <a:lnTo>
                  <a:pt x="75986" y="467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6436105" y="4924245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5" h="0">
                <a:moveTo>
                  <a:pt x="0" y="0"/>
                </a:moveTo>
                <a:lnTo>
                  <a:pt x="113346" y="0"/>
                </a:lnTo>
              </a:path>
            </a:pathLst>
          </a:custGeom>
          <a:ln w="685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436105" y="4957317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5" h="0">
                <a:moveTo>
                  <a:pt x="0" y="0"/>
                </a:moveTo>
                <a:lnTo>
                  <a:pt x="113346" y="0"/>
                </a:lnTo>
              </a:path>
            </a:pathLst>
          </a:custGeom>
          <a:ln w="682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6621890" y="4869945"/>
            <a:ext cx="56515" cy="113664"/>
          </a:xfrm>
          <a:custGeom>
            <a:avLst/>
            <a:gdLst/>
            <a:ahLst/>
            <a:cxnLst/>
            <a:rect l="l" t="t" r="r" b="b"/>
            <a:pathLst>
              <a:path w="56515" h="113664">
                <a:moveTo>
                  <a:pt x="56187" y="108104"/>
                </a:moveTo>
                <a:lnTo>
                  <a:pt x="1131" y="108104"/>
                </a:lnTo>
                <a:lnTo>
                  <a:pt x="1131" y="113383"/>
                </a:lnTo>
                <a:lnTo>
                  <a:pt x="6993" y="113109"/>
                </a:lnTo>
                <a:lnTo>
                  <a:pt x="14608" y="112969"/>
                </a:lnTo>
                <a:lnTo>
                  <a:pt x="56187" y="112918"/>
                </a:lnTo>
                <a:lnTo>
                  <a:pt x="56187" y="108104"/>
                </a:lnTo>
                <a:close/>
              </a:path>
              <a:path w="56515" h="113664">
                <a:moveTo>
                  <a:pt x="56187" y="112918"/>
                </a:moveTo>
                <a:lnTo>
                  <a:pt x="35020" y="112918"/>
                </a:lnTo>
                <a:lnTo>
                  <a:pt x="42738" y="112969"/>
                </a:lnTo>
                <a:lnTo>
                  <a:pt x="50328" y="113109"/>
                </a:lnTo>
                <a:lnTo>
                  <a:pt x="56187" y="113383"/>
                </a:lnTo>
                <a:lnTo>
                  <a:pt x="56187" y="112918"/>
                </a:lnTo>
                <a:close/>
              </a:path>
              <a:path w="56515" h="113664">
                <a:moveTo>
                  <a:pt x="34959" y="11869"/>
                </a:moveTo>
                <a:lnTo>
                  <a:pt x="22359" y="11869"/>
                </a:lnTo>
                <a:lnTo>
                  <a:pt x="22307" y="106292"/>
                </a:lnTo>
                <a:lnTo>
                  <a:pt x="21911" y="108104"/>
                </a:lnTo>
                <a:lnTo>
                  <a:pt x="35406" y="108104"/>
                </a:lnTo>
                <a:lnTo>
                  <a:pt x="34959" y="106292"/>
                </a:lnTo>
                <a:lnTo>
                  <a:pt x="34959" y="11869"/>
                </a:lnTo>
                <a:close/>
              </a:path>
              <a:path w="56515" h="113664">
                <a:moveTo>
                  <a:pt x="34959" y="0"/>
                </a:moveTo>
                <a:lnTo>
                  <a:pt x="31065" y="0"/>
                </a:lnTo>
                <a:lnTo>
                  <a:pt x="22541" y="6330"/>
                </a:lnTo>
                <a:lnTo>
                  <a:pt x="13638" y="9581"/>
                </a:lnTo>
                <a:lnTo>
                  <a:pt x="5682" y="10778"/>
                </a:lnTo>
                <a:lnTo>
                  <a:pt x="0" y="10949"/>
                </a:lnTo>
                <a:lnTo>
                  <a:pt x="0" y="16201"/>
                </a:lnTo>
                <a:lnTo>
                  <a:pt x="13468" y="16201"/>
                </a:lnTo>
                <a:lnTo>
                  <a:pt x="22359" y="11869"/>
                </a:lnTo>
                <a:lnTo>
                  <a:pt x="34959" y="11869"/>
                </a:lnTo>
                <a:lnTo>
                  <a:pt x="3495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502210" y="4494414"/>
            <a:ext cx="77470" cy="120014"/>
          </a:xfrm>
          <a:custGeom>
            <a:avLst/>
            <a:gdLst/>
            <a:ahLst/>
            <a:cxnLst/>
            <a:rect l="l" t="t" r="r" b="b"/>
            <a:pathLst>
              <a:path w="77470" h="120014">
                <a:moveTo>
                  <a:pt x="39772" y="0"/>
                </a:moveTo>
                <a:lnTo>
                  <a:pt x="33643" y="0"/>
                </a:lnTo>
                <a:lnTo>
                  <a:pt x="16703" y="1812"/>
                </a:lnTo>
                <a:lnTo>
                  <a:pt x="15335" y="2021"/>
                </a:lnTo>
                <a:lnTo>
                  <a:pt x="13493" y="2021"/>
                </a:lnTo>
                <a:lnTo>
                  <a:pt x="13493" y="7274"/>
                </a:lnTo>
                <a:lnTo>
                  <a:pt x="25620" y="7274"/>
                </a:lnTo>
                <a:lnTo>
                  <a:pt x="26068" y="8403"/>
                </a:lnTo>
                <a:lnTo>
                  <a:pt x="26068" y="10030"/>
                </a:lnTo>
                <a:lnTo>
                  <a:pt x="25620" y="13444"/>
                </a:lnTo>
                <a:lnTo>
                  <a:pt x="736" y="111518"/>
                </a:lnTo>
                <a:lnTo>
                  <a:pt x="0" y="114039"/>
                </a:lnTo>
                <a:lnTo>
                  <a:pt x="0" y="119264"/>
                </a:lnTo>
                <a:lnTo>
                  <a:pt x="3445" y="119947"/>
                </a:lnTo>
                <a:lnTo>
                  <a:pt x="7339" y="119947"/>
                </a:lnTo>
                <a:lnTo>
                  <a:pt x="20359" y="79115"/>
                </a:lnTo>
                <a:lnTo>
                  <a:pt x="39712" y="79115"/>
                </a:lnTo>
                <a:lnTo>
                  <a:pt x="36436" y="77704"/>
                </a:lnTo>
                <a:lnTo>
                  <a:pt x="26304" y="75702"/>
                </a:lnTo>
                <a:lnTo>
                  <a:pt x="29830" y="73654"/>
                </a:lnTo>
                <a:lnTo>
                  <a:pt x="21964" y="73654"/>
                </a:lnTo>
                <a:lnTo>
                  <a:pt x="39772" y="2021"/>
                </a:lnTo>
                <a:lnTo>
                  <a:pt x="39772" y="0"/>
                </a:lnTo>
                <a:close/>
              </a:path>
              <a:path w="77470" h="120014">
                <a:moveTo>
                  <a:pt x="39712" y="79115"/>
                </a:moveTo>
                <a:lnTo>
                  <a:pt x="20359" y="79115"/>
                </a:lnTo>
                <a:lnTo>
                  <a:pt x="26304" y="79799"/>
                </a:lnTo>
                <a:lnTo>
                  <a:pt x="40246" y="82529"/>
                </a:lnTo>
                <a:lnTo>
                  <a:pt x="40182" y="95764"/>
                </a:lnTo>
                <a:lnTo>
                  <a:pt x="39772" y="97129"/>
                </a:lnTo>
                <a:lnTo>
                  <a:pt x="39325" y="99178"/>
                </a:lnTo>
                <a:lnTo>
                  <a:pt x="39114" y="101225"/>
                </a:lnTo>
                <a:lnTo>
                  <a:pt x="39114" y="113330"/>
                </a:lnTo>
                <a:lnTo>
                  <a:pt x="45744" y="119947"/>
                </a:lnTo>
                <a:lnTo>
                  <a:pt x="59895" y="119947"/>
                </a:lnTo>
                <a:lnTo>
                  <a:pt x="64446" y="117217"/>
                </a:lnTo>
                <a:lnTo>
                  <a:pt x="64990" y="116297"/>
                </a:lnTo>
                <a:lnTo>
                  <a:pt x="51898" y="116297"/>
                </a:lnTo>
                <a:lnTo>
                  <a:pt x="49610" y="114485"/>
                </a:lnTo>
                <a:lnTo>
                  <a:pt x="49610" y="105347"/>
                </a:lnTo>
                <a:lnTo>
                  <a:pt x="50267" y="101461"/>
                </a:lnTo>
                <a:lnTo>
                  <a:pt x="50977" y="98757"/>
                </a:lnTo>
                <a:lnTo>
                  <a:pt x="51662" y="95764"/>
                </a:lnTo>
                <a:lnTo>
                  <a:pt x="51662" y="93479"/>
                </a:lnTo>
                <a:lnTo>
                  <a:pt x="49756" y="86337"/>
                </a:lnTo>
                <a:lnTo>
                  <a:pt x="44467" y="81164"/>
                </a:lnTo>
                <a:lnTo>
                  <a:pt x="39712" y="79115"/>
                </a:lnTo>
                <a:close/>
              </a:path>
              <a:path w="77470" h="120014">
                <a:moveTo>
                  <a:pt x="74284" y="92139"/>
                </a:moveTo>
                <a:lnTo>
                  <a:pt x="70628" y="92139"/>
                </a:lnTo>
                <a:lnTo>
                  <a:pt x="70391" y="92796"/>
                </a:lnTo>
                <a:lnTo>
                  <a:pt x="69943" y="95081"/>
                </a:lnTo>
                <a:lnTo>
                  <a:pt x="67240" y="103691"/>
                </a:lnTo>
                <a:lnTo>
                  <a:pt x="64064" y="110396"/>
                </a:lnTo>
                <a:lnTo>
                  <a:pt x="60119" y="114747"/>
                </a:lnTo>
                <a:lnTo>
                  <a:pt x="55107" y="116297"/>
                </a:lnTo>
                <a:lnTo>
                  <a:pt x="64990" y="116297"/>
                </a:lnTo>
                <a:lnTo>
                  <a:pt x="68102" y="111046"/>
                </a:lnTo>
                <a:lnTo>
                  <a:pt x="72468" y="103510"/>
                </a:lnTo>
                <a:lnTo>
                  <a:pt x="74284" y="94161"/>
                </a:lnTo>
                <a:lnTo>
                  <a:pt x="74284" y="92139"/>
                </a:lnTo>
                <a:close/>
              </a:path>
              <a:path w="77470" h="120014">
                <a:moveTo>
                  <a:pt x="73364" y="42880"/>
                </a:moveTo>
                <a:lnTo>
                  <a:pt x="65813" y="42880"/>
                </a:lnTo>
                <a:lnTo>
                  <a:pt x="61641" y="43303"/>
                </a:lnTo>
                <a:lnTo>
                  <a:pt x="56203" y="45262"/>
                </a:lnTo>
                <a:lnTo>
                  <a:pt x="49349" y="49792"/>
                </a:lnTo>
                <a:lnTo>
                  <a:pt x="40929" y="57925"/>
                </a:lnTo>
                <a:lnTo>
                  <a:pt x="34984" y="64281"/>
                </a:lnTo>
                <a:lnTo>
                  <a:pt x="28356" y="71133"/>
                </a:lnTo>
                <a:lnTo>
                  <a:pt x="21964" y="73654"/>
                </a:lnTo>
                <a:lnTo>
                  <a:pt x="29830" y="73654"/>
                </a:lnTo>
                <a:lnTo>
                  <a:pt x="31775" y="72525"/>
                </a:lnTo>
                <a:lnTo>
                  <a:pt x="37037" y="67036"/>
                </a:lnTo>
                <a:lnTo>
                  <a:pt x="41167" y="62914"/>
                </a:lnTo>
                <a:lnTo>
                  <a:pt x="47153" y="56627"/>
                </a:lnTo>
                <a:lnTo>
                  <a:pt x="53171" y="51475"/>
                </a:lnTo>
                <a:lnTo>
                  <a:pt x="59244" y="47992"/>
                </a:lnTo>
                <a:lnTo>
                  <a:pt x="65393" y="46713"/>
                </a:lnTo>
                <a:lnTo>
                  <a:pt x="75994" y="46713"/>
                </a:lnTo>
                <a:lnTo>
                  <a:pt x="73364" y="42880"/>
                </a:lnTo>
                <a:close/>
              </a:path>
              <a:path w="77470" h="120014">
                <a:moveTo>
                  <a:pt x="75994" y="46713"/>
                </a:moveTo>
                <a:lnTo>
                  <a:pt x="66523" y="46713"/>
                </a:lnTo>
                <a:lnTo>
                  <a:pt x="66945" y="46950"/>
                </a:lnTo>
                <a:lnTo>
                  <a:pt x="69023" y="47186"/>
                </a:lnTo>
                <a:lnTo>
                  <a:pt x="69259" y="47186"/>
                </a:lnTo>
                <a:lnTo>
                  <a:pt x="70628" y="48341"/>
                </a:lnTo>
                <a:lnTo>
                  <a:pt x="70864" y="48341"/>
                </a:lnTo>
                <a:lnTo>
                  <a:pt x="70864" y="48552"/>
                </a:lnTo>
                <a:lnTo>
                  <a:pt x="71311" y="49024"/>
                </a:lnTo>
                <a:lnTo>
                  <a:pt x="63105" y="49470"/>
                </a:lnTo>
                <a:lnTo>
                  <a:pt x="61474" y="56088"/>
                </a:lnTo>
                <a:lnTo>
                  <a:pt x="61474" y="60867"/>
                </a:lnTo>
                <a:lnTo>
                  <a:pt x="63341" y="64070"/>
                </a:lnTo>
                <a:lnTo>
                  <a:pt x="72468" y="64070"/>
                </a:lnTo>
                <a:lnTo>
                  <a:pt x="77256" y="60420"/>
                </a:lnTo>
                <a:lnTo>
                  <a:pt x="77256" y="48552"/>
                </a:lnTo>
                <a:lnTo>
                  <a:pt x="75994" y="46713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5644113" y="4553451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4" h="0">
                <a:moveTo>
                  <a:pt x="0" y="0"/>
                </a:moveTo>
                <a:lnTo>
                  <a:pt x="113346" y="0"/>
                </a:lnTo>
              </a:path>
            </a:pathLst>
          </a:custGeom>
          <a:ln w="685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5644113" y="4586536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4" h="0">
                <a:moveTo>
                  <a:pt x="0" y="0"/>
                </a:moveTo>
                <a:lnTo>
                  <a:pt x="113346" y="0"/>
                </a:lnTo>
              </a:path>
            </a:pathLst>
          </a:custGeom>
          <a:ln w="685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5823266" y="4499188"/>
            <a:ext cx="68580" cy="113664"/>
          </a:xfrm>
          <a:custGeom>
            <a:avLst/>
            <a:gdLst/>
            <a:ahLst/>
            <a:cxnLst/>
            <a:rect l="l" t="t" r="r" b="b"/>
            <a:pathLst>
              <a:path w="68579" h="113664">
                <a:moveTo>
                  <a:pt x="51103" y="5251"/>
                </a:moveTo>
                <a:lnTo>
                  <a:pt x="29698" y="5251"/>
                </a:lnTo>
                <a:lnTo>
                  <a:pt x="39813" y="7639"/>
                </a:lnTo>
                <a:lnTo>
                  <a:pt x="46934" y="13936"/>
                </a:lnTo>
                <a:lnTo>
                  <a:pt x="51145" y="22843"/>
                </a:lnTo>
                <a:lnTo>
                  <a:pt x="52531" y="33059"/>
                </a:lnTo>
                <a:lnTo>
                  <a:pt x="51064" y="43236"/>
                </a:lnTo>
                <a:lnTo>
                  <a:pt x="1789" y="107212"/>
                </a:lnTo>
                <a:lnTo>
                  <a:pt x="0" y="109024"/>
                </a:lnTo>
                <a:lnTo>
                  <a:pt x="0" y="113356"/>
                </a:lnTo>
                <a:lnTo>
                  <a:pt x="63263" y="113356"/>
                </a:lnTo>
                <a:lnTo>
                  <a:pt x="65372" y="100359"/>
                </a:lnTo>
                <a:lnTo>
                  <a:pt x="13232" y="100359"/>
                </a:lnTo>
                <a:lnTo>
                  <a:pt x="31302" y="82792"/>
                </a:lnTo>
                <a:lnTo>
                  <a:pt x="48212" y="67522"/>
                </a:lnTo>
                <a:lnTo>
                  <a:pt x="59613" y="55533"/>
                </a:lnTo>
                <a:lnTo>
                  <a:pt x="66052" y="44740"/>
                </a:lnTo>
                <a:lnTo>
                  <a:pt x="68077" y="33059"/>
                </a:lnTo>
                <a:lnTo>
                  <a:pt x="65360" y="19718"/>
                </a:lnTo>
                <a:lnTo>
                  <a:pt x="57824" y="9262"/>
                </a:lnTo>
                <a:lnTo>
                  <a:pt x="51103" y="5251"/>
                </a:lnTo>
                <a:close/>
              </a:path>
              <a:path w="68579" h="113664">
                <a:moveTo>
                  <a:pt x="68077" y="83685"/>
                </a:moveTo>
                <a:lnTo>
                  <a:pt x="63736" y="83685"/>
                </a:lnTo>
                <a:lnTo>
                  <a:pt x="62816" y="88936"/>
                </a:lnTo>
                <a:lnTo>
                  <a:pt x="61685" y="96473"/>
                </a:lnTo>
                <a:lnTo>
                  <a:pt x="60054" y="98967"/>
                </a:lnTo>
                <a:lnTo>
                  <a:pt x="58712" y="100359"/>
                </a:lnTo>
                <a:lnTo>
                  <a:pt x="65372" y="100359"/>
                </a:lnTo>
                <a:lnTo>
                  <a:pt x="68077" y="83685"/>
                </a:lnTo>
                <a:close/>
              </a:path>
              <a:path w="68579" h="113664">
                <a:moveTo>
                  <a:pt x="31987" y="0"/>
                </a:moveTo>
                <a:lnTo>
                  <a:pt x="18799" y="2692"/>
                </a:lnTo>
                <a:lnTo>
                  <a:pt x="8713" y="9745"/>
                </a:lnTo>
                <a:lnTo>
                  <a:pt x="2268" y="19618"/>
                </a:lnTo>
                <a:lnTo>
                  <a:pt x="0" y="30774"/>
                </a:lnTo>
                <a:lnTo>
                  <a:pt x="0" y="40359"/>
                </a:lnTo>
                <a:lnTo>
                  <a:pt x="11864" y="40359"/>
                </a:lnTo>
                <a:lnTo>
                  <a:pt x="17809" y="38310"/>
                </a:lnTo>
                <a:lnTo>
                  <a:pt x="17809" y="26915"/>
                </a:lnTo>
                <a:lnTo>
                  <a:pt x="14980" y="22792"/>
                </a:lnTo>
                <a:lnTo>
                  <a:pt x="6602" y="22792"/>
                </a:lnTo>
                <a:lnTo>
                  <a:pt x="10470" y="15332"/>
                </a:lnTo>
                <a:lnTo>
                  <a:pt x="15921" y="9827"/>
                </a:lnTo>
                <a:lnTo>
                  <a:pt x="22487" y="6419"/>
                </a:lnTo>
                <a:lnTo>
                  <a:pt x="29698" y="5251"/>
                </a:lnTo>
                <a:lnTo>
                  <a:pt x="51103" y="5251"/>
                </a:lnTo>
                <a:lnTo>
                  <a:pt x="46392" y="2440"/>
                </a:lnTo>
                <a:lnTo>
                  <a:pt x="31987" y="0"/>
                </a:lnTo>
                <a:close/>
              </a:path>
              <a:path w="68579" h="113664">
                <a:moveTo>
                  <a:pt x="14836" y="22581"/>
                </a:moveTo>
                <a:lnTo>
                  <a:pt x="7076" y="22581"/>
                </a:lnTo>
                <a:lnTo>
                  <a:pt x="6602" y="22792"/>
                </a:lnTo>
                <a:lnTo>
                  <a:pt x="14980" y="22792"/>
                </a:lnTo>
                <a:lnTo>
                  <a:pt x="14836" y="2258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7261909" y="3921220"/>
            <a:ext cx="165735" cy="208279"/>
          </a:xfrm>
          <a:custGeom>
            <a:avLst/>
            <a:gdLst/>
            <a:ahLst/>
            <a:cxnLst/>
            <a:rect l="l" t="t" r="r" b="b"/>
            <a:pathLst>
              <a:path w="165734" h="208279">
                <a:moveTo>
                  <a:pt x="0" y="0"/>
                </a:moveTo>
                <a:lnTo>
                  <a:pt x="165219" y="207649"/>
                </a:lnTo>
              </a:path>
            </a:pathLst>
          </a:custGeom>
          <a:ln w="13143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7364082" y="4071364"/>
            <a:ext cx="93980" cy="94615"/>
          </a:xfrm>
          <a:custGeom>
            <a:avLst/>
            <a:gdLst/>
            <a:ahLst/>
            <a:cxnLst/>
            <a:rect l="l" t="t" r="r" b="b"/>
            <a:pathLst>
              <a:path w="93979" h="94614">
                <a:moveTo>
                  <a:pt x="93619" y="0"/>
                </a:moveTo>
                <a:lnTo>
                  <a:pt x="82547" y="10748"/>
                </a:lnTo>
                <a:lnTo>
                  <a:pt x="72105" y="24013"/>
                </a:lnTo>
                <a:lnTo>
                  <a:pt x="63956" y="38616"/>
                </a:lnTo>
                <a:lnTo>
                  <a:pt x="59764" y="53381"/>
                </a:lnTo>
                <a:lnTo>
                  <a:pt x="44056" y="54298"/>
                </a:lnTo>
                <a:lnTo>
                  <a:pt x="28422" y="58899"/>
                </a:lnTo>
                <a:lnTo>
                  <a:pt x="13518" y="65947"/>
                </a:lnTo>
                <a:lnTo>
                  <a:pt x="0" y="74204"/>
                </a:lnTo>
                <a:lnTo>
                  <a:pt x="23834" y="75251"/>
                </a:lnTo>
                <a:lnTo>
                  <a:pt x="47545" y="78380"/>
                </a:lnTo>
                <a:lnTo>
                  <a:pt x="70527" y="84403"/>
                </a:lnTo>
                <a:lnTo>
                  <a:pt x="92171" y="94134"/>
                </a:lnTo>
                <a:lnTo>
                  <a:pt x="87574" y="70689"/>
                </a:lnTo>
                <a:lnTo>
                  <a:pt x="86582" y="46909"/>
                </a:lnTo>
                <a:lnTo>
                  <a:pt x="88746" y="23208"/>
                </a:lnTo>
                <a:lnTo>
                  <a:pt x="93619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661121" y="3919476"/>
            <a:ext cx="240029" cy="207010"/>
          </a:xfrm>
          <a:custGeom>
            <a:avLst/>
            <a:gdLst/>
            <a:ahLst/>
            <a:cxnLst/>
            <a:rect l="l" t="t" r="r" b="b"/>
            <a:pathLst>
              <a:path w="240029" h="207010">
                <a:moveTo>
                  <a:pt x="239714" y="0"/>
                </a:moveTo>
                <a:lnTo>
                  <a:pt x="0" y="206704"/>
                </a:lnTo>
              </a:path>
            </a:pathLst>
          </a:custGeom>
          <a:ln w="13139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625691" y="4063981"/>
            <a:ext cx="94615" cy="93345"/>
          </a:xfrm>
          <a:custGeom>
            <a:avLst/>
            <a:gdLst/>
            <a:ahLst/>
            <a:cxnLst/>
            <a:rect l="l" t="t" r="r" b="b"/>
            <a:pathLst>
              <a:path w="94615" h="93345">
                <a:moveTo>
                  <a:pt x="16125" y="0"/>
                </a:moveTo>
                <a:lnTo>
                  <a:pt x="16058" y="23811"/>
                </a:lnTo>
                <a:lnTo>
                  <a:pt x="13911" y="47595"/>
                </a:lnTo>
                <a:lnTo>
                  <a:pt x="8841" y="70774"/>
                </a:lnTo>
                <a:lnTo>
                  <a:pt x="0" y="92769"/>
                </a:lnTo>
                <a:lnTo>
                  <a:pt x="23271" y="87214"/>
                </a:lnTo>
                <a:lnTo>
                  <a:pt x="47029" y="85233"/>
                </a:lnTo>
                <a:lnTo>
                  <a:pt x="88902" y="85233"/>
                </a:lnTo>
                <a:lnTo>
                  <a:pt x="83061" y="79724"/>
                </a:lnTo>
                <a:lnTo>
                  <a:pt x="69348" y="69866"/>
                </a:lnTo>
                <a:lnTo>
                  <a:pt x="54388" y="62341"/>
                </a:lnTo>
                <a:lnTo>
                  <a:pt x="39430" y="58765"/>
                </a:lnTo>
                <a:lnTo>
                  <a:pt x="37871" y="43136"/>
                </a:lnTo>
                <a:lnTo>
                  <a:pt x="32621" y="27728"/>
                </a:lnTo>
                <a:lnTo>
                  <a:pt x="24948" y="13147"/>
                </a:lnTo>
                <a:lnTo>
                  <a:pt x="16125" y="0"/>
                </a:lnTo>
                <a:close/>
              </a:path>
              <a:path w="94615" h="93345">
                <a:moveTo>
                  <a:pt x="88902" y="85233"/>
                </a:moveTo>
                <a:lnTo>
                  <a:pt x="47029" y="85233"/>
                </a:lnTo>
                <a:lnTo>
                  <a:pt x="70841" y="86404"/>
                </a:lnTo>
                <a:lnTo>
                  <a:pt x="94275" y="90302"/>
                </a:lnTo>
                <a:lnTo>
                  <a:pt x="88902" y="85233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6147479" y="4015431"/>
            <a:ext cx="337185" cy="166370"/>
          </a:xfrm>
          <a:custGeom>
            <a:avLst/>
            <a:gdLst/>
            <a:ahLst/>
            <a:cxnLst/>
            <a:rect l="l" t="t" r="r" b="b"/>
            <a:pathLst>
              <a:path w="337185" h="166370">
                <a:moveTo>
                  <a:pt x="0" y="0"/>
                </a:moveTo>
                <a:lnTo>
                  <a:pt x="336594" y="165741"/>
                </a:lnTo>
              </a:path>
            </a:pathLst>
          </a:custGeom>
          <a:ln w="13133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6434180" y="4116122"/>
            <a:ext cx="92075" cy="107314"/>
          </a:xfrm>
          <a:custGeom>
            <a:avLst/>
            <a:gdLst/>
            <a:ahLst/>
            <a:cxnLst/>
            <a:rect l="l" t="t" r="r" b="b"/>
            <a:pathLst>
              <a:path w="92075" h="107314">
                <a:moveTo>
                  <a:pt x="52898" y="0"/>
                </a:moveTo>
                <a:lnTo>
                  <a:pt x="47490" y="14439"/>
                </a:lnTo>
                <a:lnTo>
                  <a:pt x="43730" y="30892"/>
                </a:lnTo>
                <a:lnTo>
                  <a:pt x="42614" y="47581"/>
                </a:lnTo>
                <a:lnTo>
                  <a:pt x="45138" y="62730"/>
                </a:lnTo>
                <a:lnTo>
                  <a:pt x="31334" y="70234"/>
                </a:lnTo>
                <a:lnTo>
                  <a:pt x="19165" y="81058"/>
                </a:lnTo>
                <a:lnTo>
                  <a:pt x="8698" y="93791"/>
                </a:lnTo>
                <a:lnTo>
                  <a:pt x="0" y="107027"/>
                </a:lnTo>
                <a:lnTo>
                  <a:pt x="21998" y="97814"/>
                </a:lnTo>
                <a:lnTo>
                  <a:pt x="44776" y="90530"/>
                </a:lnTo>
                <a:lnTo>
                  <a:pt x="68136" y="86172"/>
                </a:lnTo>
                <a:lnTo>
                  <a:pt x="91881" y="85732"/>
                </a:lnTo>
                <a:lnTo>
                  <a:pt x="77704" y="66502"/>
                </a:lnTo>
                <a:lnTo>
                  <a:pt x="66629" y="45426"/>
                </a:lnTo>
                <a:lnTo>
                  <a:pt x="58434" y="23069"/>
                </a:lnTo>
                <a:lnTo>
                  <a:pt x="52898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6068874" y="4402060"/>
            <a:ext cx="334010" cy="323850"/>
          </a:xfrm>
          <a:custGeom>
            <a:avLst/>
            <a:gdLst/>
            <a:ahLst/>
            <a:cxnLst/>
            <a:rect l="l" t="t" r="r" b="b"/>
            <a:pathLst>
              <a:path w="334010" h="323850">
                <a:moveTo>
                  <a:pt x="0" y="323343"/>
                </a:moveTo>
                <a:lnTo>
                  <a:pt x="333412" y="0"/>
                </a:lnTo>
              </a:path>
            </a:pathLst>
          </a:custGeom>
          <a:ln w="13140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341894" y="4369452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4" h="93979">
                <a:moveTo>
                  <a:pt x="0" y="7955"/>
                </a:moveTo>
                <a:lnTo>
                  <a:pt x="11815" y="17876"/>
                </a:lnTo>
                <a:lnTo>
                  <a:pt x="26085" y="26923"/>
                </a:lnTo>
                <a:lnTo>
                  <a:pt x="41463" y="33563"/>
                </a:lnTo>
                <a:lnTo>
                  <a:pt x="56607" y="36262"/>
                </a:lnTo>
                <a:lnTo>
                  <a:pt x="59075" y="51776"/>
                </a:lnTo>
                <a:lnTo>
                  <a:pt x="65216" y="66849"/>
                </a:lnTo>
                <a:lnTo>
                  <a:pt x="73735" y="80953"/>
                </a:lnTo>
                <a:lnTo>
                  <a:pt x="83333" y="93557"/>
                </a:lnTo>
                <a:lnTo>
                  <a:pt x="81983" y="69784"/>
                </a:lnTo>
                <a:lnTo>
                  <a:pt x="82732" y="45921"/>
                </a:lnTo>
                <a:lnTo>
                  <a:pt x="86445" y="22486"/>
                </a:lnTo>
                <a:lnTo>
                  <a:pt x="90472" y="10478"/>
                </a:lnTo>
                <a:lnTo>
                  <a:pt x="23622" y="10478"/>
                </a:lnTo>
                <a:lnTo>
                  <a:pt x="0" y="7955"/>
                </a:lnTo>
                <a:close/>
              </a:path>
              <a:path w="94614" h="93979">
                <a:moveTo>
                  <a:pt x="93987" y="0"/>
                </a:moveTo>
                <a:lnTo>
                  <a:pt x="71074" y="6899"/>
                </a:lnTo>
                <a:lnTo>
                  <a:pt x="47467" y="10259"/>
                </a:lnTo>
                <a:lnTo>
                  <a:pt x="23622" y="10478"/>
                </a:lnTo>
                <a:lnTo>
                  <a:pt x="90472" y="10478"/>
                </a:lnTo>
                <a:lnTo>
                  <a:pt x="93987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6267442" y="5215049"/>
            <a:ext cx="349250" cy="38100"/>
          </a:xfrm>
          <a:custGeom>
            <a:avLst/>
            <a:gdLst/>
            <a:ahLst/>
            <a:cxnLst/>
            <a:rect l="l" t="t" r="r" b="b"/>
            <a:pathLst>
              <a:path w="349250" h="38100">
                <a:moveTo>
                  <a:pt x="0" y="0"/>
                </a:moveTo>
                <a:lnTo>
                  <a:pt x="349089" y="37706"/>
                </a:lnTo>
              </a:path>
            </a:pathLst>
          </a:custGeom>
          <a:ln w="13129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584158" y="5190605"/>
            <a:ext cx="79375" cy="118745"/>
          </a:xfrm>
          <a:custGeom>
            <a:avLst/>
            <a:gdLst/>
            <a:ahLst/>
            <a:cxnLst/>
            <a:rect l="l" t="t" r="r" b="b"/>
            <a:pathLst>
              <a:path w="79375" h="118745">
                <a:moveTo>
                  <a:pt x="12837" y="0"/>
                </a:moveTo>
                <a:lnTo>
                  <a:pt x="12723" y="15414"/>
                </a:lnTo>
                <a:lnTo>
                  <a:pt x="14852" y="32156"/>
                </a:lnTo>
                <a:lnTo>
                  <a:pt x="19550" y="48213"/>
                </a:lnTo>
                <a:lnTo>
                  <a:pt x="27146" y="61574"/>
                </a:lnTo>
                <a:lnTo>
                  <a:pt x="16753" y="73370"/>
                </a:lnTo>
                <a:lnTo>
                  <a:pt x="9045" y="87705"/>
                </a:lnTo>
                <a:lnTo>
                  <a:pt x="3601" y="103245"/>
                </a:lnTo>
                <a:lnTo>
                  <a:pt x="0" y="118659"/>
                </a:lnTo>
                <a:lnTo>
                  <a:pt x="17484" y="102461"/>
                </a:lnTo>
                <a:lnTo>
                  <a:pt x="36376" y="87813"/>
                </a:lnTo>
                <a:lnTo>
                  <a:pt x="56822" y="75715"/>
                </a:lnTo>
                <a:lnTo>
                  <a:pt x="78967" y="67167"/>
                </a:lnTo>
                <a:lnTo>
                  <a:pt x="59012" y="53966"/>
                </a:lnTo>
                <a:lnTo>
                  <a:pt x="41354" y="37965"/>
                </a:lnTo>
                <a:lnTo>
                  <a:pt x="25970" y="19774"/>
                </a:lnTo>
                <a:lnTo>
                  <a:pt x="12837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6960931" y="5364699"/>
            <a:ext cx="605790" cy="377825"/>
          </a:xfrm>
          <a:custGeom>
            <a:avLst/>
            <a:gdLst/>
            <a:ahLst/>
            <a:cxnLst/>
            <a:rect l="l" t="t" r="r" b="b"/>
            <a:pathLst>
              <a:path w="605790" h="377825">
                <a:moveTo>
                  <a:pt x="605639" y="377461"/>
                </a:moveTo>
                <a:lnTo>
                  <a:pt x="0" y="0"/>
                </a:lnTo>
              </a:path>
            </a:pathLst>
          </a:custGeom>
          <a:ln w="1313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6921199" y="5327898"/>
            <a:ext cx="93980" cy="101600"/>
          </a:xfrm>
          <a:custGeom>
            <a:avLst/>
            <a:gdLst/>
            <a:ahLst/>
            <a:cxnLst/>
            <a:rect l="l" t="t" r="r" b="b"/>
            <a:pathLst>
              <a:path w="93979" h="101600">
                <a:moveTo>
                  <a:pt x="0" y="12025"/>
                </a:moveTo>
                <a:lnTo>
                  <a:pt x="12195" y="32580"/>
                </a:lnTo>
                <a:lnTo>
                  <a:pt x="21112" y="54656"/>
                </a:lnTo>
                <a:lnTo>
                  <a:pt x="27036" y="77716"/>
                </a:lnTo>
                <a:lnTo>
                  <a:pt x="30250" y="101225"/>
                </a:lnTo>
                <a:lnTo>
                  <a:pt x="37067" y="87408"/>
                </a:lnTo>
                <a:lnTo>
                  <a:pt x="42452" y="71415"/>
                </a:lnTo>
                <a:lnTo>
                  <a:pt x="45227" y="54920"/>
                </a:lnTo>
                <a:lnTo>
                  <a:pt x="44217" y="39597"/>
                </a:lnTo>
                <a:lnTo>
                  <a:pt x="58719" y="33487"/>
                </a:lnTo>
                <a:lnTo>
                  <a:pt x="71906" y="23923"/>
                </a:lnTo>
                <a:lnTo>
                  <a:pt x="81905" y="13965"/>
                </a:lnTo>
                <a:lnTo>
                  <a:pt x="23674" y="13965"/>
                </a:lnTo>
                <a:lnTo>
                  <a:pt x="0" y="12025"/>
                </a:lnTo>
                <a:close/>
              </a:path>
              <a:path w="93979" h="101600">
                <a:moveTo>
                  <a:pt x="93539" y="0"/>
                </a:moveTo>
                <a:lnTo>
                  <a:pt x="70737" y="6982"/>
                </a:lnTo>
                <a:lnTo>
                  <a:pt x="47351" y="11960"/>
                </a:lnTo>
                <a:lnTo>
                  <a:pt x="23674" y="13965"/>
                </a:lnTo>
                <a:lnTo>
                  <a:pt x="81905" y="13965"/>
                </a:lnTo>
                <a:lnTo>
                  <a:pt x="83579" y="12297"/>
                </a:lnTo>
                <a:lnTo>
                  <a:pt x="93539" y="0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668485" y="5564164"/>
            <a:ext cx="29845" cy="410845"/>
          </a:xfrm>
          <a:custGeom>
            <a:avLst/>
            <a:gdLst/>
            <a:ahLst/>
            <a:cxnLst/>
            <a:rect l="l" t="t" r="r" b="b"/>
            <a:pathLst>
              <a:path w="29845" h="410845">
                <a:moveTo>
                  <a:pt x="29592" y="410730"/>
                </a:moveTo>
                <a:lnTo>
                  <a:pt x="0" y="0"/>
                </a:lnTo>
              </a:path>
            </a:pathLst>
          </a:custGeom>
          <a:ln w="13152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6610739" y="5517545"/>
            <a:ext cx="119380" cy="77470"/>
          </a:xfrm>
          <a:custGeom>
            <a:avLst/>
            <a:gdLst/>
            <a:ahLst/>
            <a:cxnLst/>
            <a:rect l="l" t="t" r="r" b="b"/>
            <a:pathLst>
              <a:path w="119379" h="77470">
                <a:moveTo>
                  <a:pt x="54371" y="0"/>
                </a:moveTo>
                <a:lnTo>
                  <a:pt x="44929" y="21954"/>
                </a:lnTo>
                <a:lnTo>
                  <a:pt x="32315" y="42147"/>
                </a:lnTo>
                <a:lnTo>
                  <a:pt x="17136" y="60495"/>
                </a:lnTo>
                <a:lnTo>
                  <a:pt x="0" y="76910"/>
                </a:lnTo>
                <a:lnTo>
                  <a:pt x="15205" y="74282"/>
                </a:lnTo>
                <a:lnTo>
                  <a:pt x="31325" y="69216"/>
                </a:lnTo>
                <a:lnTo>
                  <a:pt x="46316" y="61748"/>
                </a:lnTo>
                <a:lnTo>
                  <a:pt x="58132" y="51912"/>
                </a:lnTo>
                <a:lnTo>
                  <a:pt x="97727" y="51912"/>
                </a:lnTo>
                <a:lnTo>
                  <a:pt x="82346" y="38146"/>
                </a:lnTo>
                <a:lnTo>
                  <a:pt x="66763" y="20225"/>
                </a:lnTo>
                <a:lnTo>
                  <a:pt x="54371" y="0"/>
                </a:lnTo>
                <a:close/>
              </a:path>
              <a:path w="119379" h="77470">
                <a:moveTo>
                  <a:pt x="97727" y="51912"/>
                </a:moveTo>
                <a:lnTo>
                  <a:pt x="58132" y="51912"/>
                </a:lnTo>
                <a:lnTo>
                  <a:pt x="71602" y="59998"/>
                </a:lnTo>
                <a:lnTo>
                  <a:pt x="87108" y="64999"/>
                </a:lnTo>
                <a:lnTo>
                  <a:pt x="103403" y="67572"/>
                </a:lnTo>
                <a:lnTo>
                  <a:pt x="119239" y="68376"/>
                </a:lnTo>
                <a:lnTo>
                  <a:pt x="100159" y="54088"/>
                </a:lnTo>
                <a:lnTo>
                  <a:pt x="97727" y="51912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6133040" y="5404735"/>
            <a:ext cx="383540" cy="223520"/>
          </a:xfrm>
          <a:custGeom>
            <a:avLst/>
            <a:gdLst/>
            <a:ahLst/>
            <a:cxnLst/>
            <a:rect l="l" t="t" r="r" b="b"/>
            <a:pathLst>
              <a:path w="383540" h="223520">
                <a:moveTo>
                  <a:pt x="0" y="222931"/>
                </a:moveTo>
                <a:lnTo>
                  <a:pt x="383206" y="0"/>
                </a:lnTo>
              </a:path>
            </a:pathLst>
          </a:custGeom>
          <a:ln w="13134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6463576" y="5366327"/>
            <a:ext cx="93345" cy="103505"/>
          </a:xfrm>
          <a:custGeom>
            <a:avLst/>
            <a:gdLst/>
            <a:ahLst/>
            <a:cxnLst/>
            <a:rect l="l" t="t" r="r" b="b"/>
            <a:pathLst>
              <a:path w="93345" h="103504">
                <a:moveTo>
                  <a:pt x="0" y="0"/>
                </a:moveTo>
                <a:lnTo>
                  <a:pt x="9078" y="12468"/>
                </a:lnTo>
                <a:lnTo>
                  <a:pt x="20741" y="24679"/>
                </a:lnTo>
                <a:lnTo>
                  <a:pt x="34061" y="34817"/>
                </a:lnTo>
                <a:lnTo>
                  <a:pt x="48111" y="41067"/>
                </a:lnTo>
                <a:lnTo>
                  <a:pt x="46759" y="56723"/>
                </a:lnTo>
                <a:lnTo>
                  <a:pt x="49080" y="72817"/>
                </a:lnTo>
                <a:lnTo>
                  <a:pt x="53944" y="88550"/>
                </a:lnTo>
                <a:lnTo>
                  <a:pt x="60210" y="103089"/>
                </a:lnTo>
                <a:lnTo>
                  <a:pt x="64650" y="79699"/>
                </a:lnTo>
                <a:lnTo>
                  <a:pt x="71147" y="56714"/>
                </a:lnTo>
                <a:lnTo>
                  <a:pt x="80444" y="34817"/>
                </a:lnTo>
                <a:lnTo>
                  <a:pt x="92391" y="16069"/>
                </a:lnTo>
                <a:lnTo>
                  <a:pt x="69242" y="16069"/>
                </a:lnTo>
                <a:lnTo>
                  <a:pt x="45516" y="13647"/>
                </a:lnTo>
                <a:lnTo>
                  <a:pt x="22317" y="8123"/>
                </a:lnTo>
                <a:lnTo>
                  <a:pt x="0" y="0"/>
                </a:lnTo>
                <a:close/>
              </a:path>
              <a:path w="93345" h="103504">
                <a:moveTo>
                  <a:pt x="93144" y="14888"/>
                </a:moveTo>
                <a:lnTo>
                  <a:pt x="69242" y="16069"/>
                </a:lnTo>
                <a:lnTo>
                  <a:pt x="92391" y="16069"/>
                </a:lnTo>
                <a:lnTo>
                  <a:pt x="93144" y="14888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7188703" y="4435044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7188703" y="4435044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7188699" y="443504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7188699" y="447948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7188699" y="452356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6787977" y="4396130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6787977" y="4396130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6787962" y="439614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6787962" y="444058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6787962" y="448464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7303918" y="4823534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7303918" y="4823534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7303910" y="482353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7303910" y="486797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7303910" y="491202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6905691" y="5116943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B38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6905691" y="5116943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6905692" y="511694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6905692" y="5161353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905692" y="5205432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7303918" y="3933566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7303918" y="3933566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7303910" y="393358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7303910" y="393358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7303910" y="397801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7303910" y="397801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7303910" y="402209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7303910" y="402209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6717613" y="392290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6717613" y="392290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6717603" y="392291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6717603" y="392291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6717603" y="396735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6717603" y="396735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6717603" y="401142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6717603" y="401142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6243181" y="398500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6243181" y="398500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6243168" y="398501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6243168" y="398501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6243168" y="4029433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6243168" y="4029433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6243168" y="4073512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6243168" y="4073512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6177051" y="4464663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177051" y="4464663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177046" y="446466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177046" y="446466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6177046" y="450910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6177046" y="450910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6177046" y="455315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6177046" y="455315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6377125" y="5136899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6377125" y="5136899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6377106" y="513691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6377106" y="513691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6377106" y="518135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6377106" y="518135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6377106" y="522540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6377106" y="522540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7272353" y="5504408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7272353" y="5504408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7272339" y="550442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7272339" y="5504427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7272339" y="554886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7272339" y="5548866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7272339" y="559294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7272339" y="5592945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6630623" y="568267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6630623" y="5682675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90" h="137160">
                <a:moveTo>
                  <a:pt x="0" y="137041"/>
                </a:moveTo>
                <a:lnTo>
                  <a:pt x="110374" y="137041"/>
                </a:lnTo>
                <a:lnTo>
                  <a:pt x="110374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6630623" y="568267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6630623" y="568267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6630623" y="572710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6630623" y="5727109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6630623" y="5771162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6630623" y="5771162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 h="0">
                <a:moveTo>
                  <a:pt x="0" y="0"/>
                </a:moveTo>
                <a:lnTo>
                  <a:pt x="110374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6220428" y="5435901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solidFill>
            <a:srgbClr val="27AA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6220428" y="5435901"/>
            <a:ext cx="110489" cy="137160"/>
          </a:xfrm>
          <a:custGeom>
            <a:avLst/>
            <a:gdLst/>
            <a:ahLst/>
            <a:cxnLst/>
            <a:rect l="l" t="t" r="r" b="b"/>
            <a:pathLst>
              <a:path w="110489" h="137160">
                <a:moveTo>
                  <a:pt x="0" y="137041"/>
                </a:moveTo>
                <a:lnTo>
                  <a:pt x="110348" y="137041"/>
                </a:lnTo>
                <a:lnTo>
                  <a:pt x="110348" y="0"/>
                </a:lnTo>
                <a:lnTo>
                  <a:pt x="0" y="0"/>
                </a:lnTo>
                <a:lnTo>
                  <a:pt x="0" y="137041"/>
                </a:lnTo>
                <a:close/>
              </a:path>
            </a:pathLst>
          </a:custGeom>
          <a:ln w="851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6220406" y="543591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6220406" y="5435911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6220406" y="548034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6220406" y="548034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6220406" y="552443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3175">
            <a:solidFill>
              <a:srgbClr val="27AA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6220406" y="552443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 h="0">
                <a:moveTo>
                  <a:pt x="0" y="0"/>
                </a:moveTo>
                <a:lnTo>
                  <a:pt x="110348" y="0"/>
                </a:lnTo>
              </a:path>
            </a:pathLst>
          </a:custGeom>
          <a:ln w="850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 txBox="1"/>
          <p:nvPr/>
        </p:nvSpPr>
        <p:spPr>
          <a:xfrm>
            <a:off x="4713926" y="3120276"/>
            <a:ext cx="551815" cy="31432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 marR="5080" indent="116839">
              <a:lnSpc>
                <a:spcPts val="1030"/>
              </a:lnSpc>
              <a:spcBef>
                <a:spcPts val="309"/>
              </a:spcBef>
            </a:pP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Input 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networks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4659081" y="6049111"/>
            <a:ext cx="661670" cy="31432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 marR="5080" indent="120014">
              <a:lnSpc>
                <a:spcPts val="1030"/>
              </a:lnSpc>
              <a:spcBef>
                <a:spcPts val="309"/>
              </a:spcBef>
            </a:pPr>
            <a:r>
              <a:rPr dirty="0" sz="1000" spc="10">
                <a:solidFill>
                  <a:srgbClr val="231F20"/>
                </a:solidFill>
                <a:latin typeface="Arial"/>
                <a:cs typeface="Arial"/>
              </a:rPr>
              <a:t>Output  </a:t>
            </a:r>
            <a:r>
              <a:rPr dirty="0" sz="1000" spc="5">
                <a:solidFill>
                  <a:srgbClr val="231F20"/>
                </a:solidFill>
                <a:latin typeface="Arial"/>
                <a:cs typeface="Arial"/>
              </a:rPr>
              <a:t>predictions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9" name="object 269"/>
          <p:cNvSpPr/>
          <p:nvPr/>
        </p:nvSpPr>
        <p:spPr>
          <a:xfrm>
            <a:off x="6949991" y="4768198"/>
            <a:ext cx="134620" cy="118745"/>
          </a:xfrm>
          <a:custGeom>
            <a:avLst/>
            <a:gdLst/>
            <a:ahLst/>
            <a:cxnLst/>
            <a:rect l="l" t="t" r="r" b="b"/>
            <a:pathLst>
              <a:path w="134620" h="118745">
                <a:moveTo>
                  <a:pt x="49321" y="5750"/>
                </a:moveTo>
                <a:lnTo>
                  <a:pt x="36064" y="5750"/>
                </a:lnTo>
                <a:lnTo>
                  <a:pt x="40246" y="5986"/>
                </a:lnTo>
                <a:lnTo>
                  <a:pt x="40246" y="20586"/>
                </a:lnTo>
                <a:lnTo>
                  <a:pt x="37353" y="28148"/>
                </a:lnTo>
                <a:lnTo>
                  <a:pt x="35801" y="32087"/>
                </a:lnTo>
                <a:lnTo>
                  <a:pt x="29350" y="49733"/>
                </a:lnTo>
                <a:lnTo>
                  <a:pt x="24595" y="64348"/>
                </a:lnTo>
                <a:lnTo>
                  <a:pt x="21656" y="76526"/>
                </a:lnTo>
                <a:lnTo>
                  <a:pt x="20650" y="86861"/>
                </a:lnTo>
                <a:lnTo>
                  <a:pt x="23685" y="102198"/>
                </a:lnTo>
                <a:lnTo>
                  <a:pt x="31421" y="111797"/>
                </a:lnTo>
                <a:lnTo>
                  <a:pt x="41801" y="116753"/>
                </a:lnTo>
                <a:lnTo>
                  <a:pt x="52767" y="118162"/>
                </a:lnTo>
                <a:lnTo>
                  <a:pt x="64284" y="116238"/>
                </a:lnTo>
                <a:lnTo>
                  <a:pt x="71539" y="112411"/>
                </a:lnTo>
                <a:lnTo>
                  <a:pt x="53557" y="112411"/>
                </a:lnTo>
                <a:lnTo>
                  <a:pt x="45298" y="110426"/>
                </a:lnTo>
                <a:lnTo>
                  <a:pt x="40365" y="105334"/>
                </a:lnTo>
                <a:lnTo>
                  <a:pt x="37976" y="98430"/>
                </a:lnTo>
                <a:lnTo>
                  <a:pt x="37375" y="91274"/>
                </a:lnTo>
                <a:lnTo>
                  <a:pt x="37408" y="90484"/>
                </a:lnTo>
                <a:lnTo>
                  <a:pt x="46419" y="51659"/>
                </a:lnTo>
                <a:lnTo>
                  <a:pt x="54608" y="29985"/>
                </a:lnTo>
                <a:lnTo>
                  <a:pt x="55924" y="26337"/>
                </a:lnTo>
                <a:lnTo>
                  <a:pt x="55924" y="21374"/>
                </a:lnTo>
                <a:lnTo>
                  <a:pt x="54413" y="13082"/>
                </a:lnTo>
                <a:lnTo>
                  <a:pt x="50107" y="6285"/>
                </a:lnTo>
                <a:lnTo>
                  <a:pt x="49321" y="5750"/>
                </a:lnTo>
                <a:close/>
              </a:path>
              <a:path w="134620" h="118745">
                <a:moveTo>
                  <a:pt x="99800" y="100672"/>
                </a:moveTo>
                <a:lnTo>
                  <a:pt x="83859" y="100672"/>
                </a:lnTo>
                <a:lnTo>
                  <a:pt x="87123" y="107914"/>
                </a:lnTo>
                <a:lnTo>
                  <a:pt x="92352" y="113425"/>
                </a:lnTo>
                <a:lnTo>
                  <a:pt x="99155" y="116932"/>
                </a:lnTo>
                <a:lnTo>
                  <a:pt x="107139" y="118162"/>
                </a:lnTo>
                <a:lnTo>
                  <a:pt x="116267" y="118162"/>
                </a:lnTo>
                <a:lnTo>
                  <a:pt x="122027" y="112411"/>
                </a:lnTo>
                <a:lnTo>
                  <a:pt x="102430" y="112411"/>
                </a:lnTo>
                <a:lnTo>
                  <a:pt x="99885" y="109133"/>
                </a:lnTo>
                <a:lnTo>
                  <a:pt x="99800" y="100672"/>
                </a:lnTo>
                <a:close/>
              </a:path>
              <a:path w="134620" h="118745">
                <a:moveTo>
                  <a:pt x="117055" y="2861"/>
                </a:moveTo>
                <a:lnTo>
                  <a:pt x="111822" y="2861"/>
                </a:lnTo>
                <a:lnTo>
                  <a:pt x="105035" y="3098"/>
                </a:lnTo>
                <a:lnTo>
                  <a:pt x="102983" y="12000"/>
                </a:lnTo>
                <a:lnTo>
                  <a:pt x="98248" y="30352"/>
                </a:lnTo>
                <a:lnTo>
                  <a:pt x="92468" y="53201"/>
                </a:lnTo>
                <a:lnTo>
                  <a:pt x="86683" y="76526"/>
                </a:lnTo>
                <a:lnTo>
                  <a:pt x="83333" y="90484"/>
                </a:lnTo>
                <a:lnTo>
                  <a:pt x="81266" y="94354"/>
                </a:lnTo>
                <a:lnTo>
                  <a:pt x="75518" y="101842"/>
                </a:lnTo>
                <a:lnTo>
                  <a:pt x="66233" y="109133"/>
                </a:lnTo>
                <a:lnTo>
                  <a:pt x="53557" y="112411"/>
                </a:lnTo>
                <a:lnTo>
                  <a:pt x="71539" y="112411"/>
                </a:lnTo>
                <a:lnTo>
                  <a:pt x="73127" y="111573"/>
                </a:lnTo>
                <a:lnTo>
                  <a:pt x="79563" y="105831"/>
                </a:lnTo>
                <a:lnTo>
                  <a:pt x="83859" y="100672"/>
                </a:lnTo>
                <a:lnTo>
                  <a:pt x="99800" y="100672"/>
                </a:lnTo>
                <a:lnTo>
                  <a:pt x="99800" y="100411"/>
                </a:lnTo>
                <a:lnTo>
                  <a:pt x="100329" y="95032"/>
                </a:lnTo>
                <a:lnTo>
                  <a:pt x="101648" y="88119"/>
                </a:lnTo>
                <a:lnTo>
                  <a:pt x="105035" y="73286"/>
                </a:lnTo>
                <a:lnTo>
                  <a:pt x="112348" y="45137"/>
                </a:lnTo>
                <a:lnTo>
                  <a:pt x="113136" y="41198"/>
                </a:lnTo>
                <a:lnTo>
                  <a:pt x="116793" y="27387"/>
                </a:lnTo>
                <a:lnTo>
                  <a:pt x="118108" y="21374"/>
                </a:lnTo>
                <a:lnTo>
                  <a:pt x="120712" y="11474"/>
                </a:lnTo>
                <a:lnTo>
                  <a:pt x="120712" y="5199"/>
                </a:lnTo>
                <a:lnTo>
                  <a:pt x="117055" y="2861"/>
                </a:lnTo>
                <a:close/>
              </a:path>
              <a:path w="134620" h="118745">
                <a:moveTo>
                  <a:pt x="134312" y="75387"/>
                </a:moveTo>
                <a:lnTo>
                  <a:pt x="128551" y="75387"/>
                </a:lnTo>
                <a:lnTo>
                  <a:pt x="128264" y="76526"/>
                </a:lnTo>
                <a:lnTo>
                  <a:pt x="127525" y="80060"/>
                </a:lnTo>
                <a:lnTo>
                  <a:pt x="124463" y="91274"/>
                </a:lnTo>
                <a:lnTo>
                  <a:pt x="120466" y="101711"/>
                </a:lnTo>
                <a:lnTo>
                  <a:pt x="115092" y="109409"/>
                </a:lnTo>
                <a:lnTo>
                  <a:pt x="107901" y="112411"/>
                </a:lnTo>
                <a:lnTo>
                  <a:pt x="122027" y="112411"/>
                </a:lnTo>
                <a:lnTo>
                  <a:pt x="134312" y="77986"/>
                </a:lnTo>
                <a:lnTo>
                  <a:pt x="134312" y="75387"/>
                </a:lnTo>
                <a:close/>
              </a:path>
              <a:path w="134620" h="118745">
                <a:moveTo>
                  <a:pt x="34485" y="0"/>
                </a:moveTo>
                <a:lnTo>
                  <a:pt x="18632" y="5944"/>
                </a:lnTo>
                <a:lnTo>
                  <a:pt x="7940" y="19197"/>
                </a:lnTo>
                <a:lnTo>
                  <a:pt x="1900" y="32889"/>
                </a:lnTo>
                <a:lnTo>
                  <a:pt x="0" y="40148"/>
                </a:lnTo>
                <a:lnTo>
                  <a:pt x="0" y="42774"/>
                </a:lnTo>
                <a:lnTo>
                  <a:pt x="5735" y="42774"/>
                </a:lnTo>
                <a:lnTo>
                  <a:pt x="5998" y="42249"/>
                </a:lnTo>
                <a:lnTo>
                  <a:pt x="7312" y="38047"/>
                </a:lnTo>
                <a:lnTo>
                  <a:pt x="12804" y="23441"/>
                </a:lnTo>
                <a:lnTo>
                  <a:pt x="19245" y="13401"/>
                </a:lnTo>
                <a:lnTo>
                  <a:pt x="26322" y="7610"/>
                </a:lnTo>
                <a:lnTo>
                  <a:pt x="33723" y="5750"/>
                </a:lnTo>
                <a:lnTo>
                  <a:pt x="49321" y="5750"/>
                </a:lnTo>
                <a:lnTo>
                  <a:pt x="43350" y="1689"/>
                </a:lnTo>
                <a:lnTo>
                  <a:pt x="34485" y="0"/>
                </a:lnTo>
                <a:close/>
              </a:path>
            </a:pathLst>
          </a:custGeom>
          <a:solidFill>
            <a:srgbClr val="BBBC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271" name="object 271"/>
          <p:cNvSpPr txBox="1"/>
          <p:nvPr/>
        </p:nvSpPr>
        <p:spPr>
          <a:xfrm>
            <a:off x="1071793" y="6633921"/>
            <a:ext cx="700087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8491217" y="6730186"/>
            <a:ext cx="100330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2</a:t>
            </a:fld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1913" y="375411"/>
            <a:ext cx="646176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85"/>
              <a:t>Biology </a:t>
            </a:r>
            <a:r>
              <a:rPr dirty="0" sz="4600" spc="-130"/>
              <a:t>is</a:t>
            </a:r>
            <a:r>
              <a:rPr dirty="0" sz="4600" spc="10"/>
              <a:t> </a:t>
            </a:r>
            <a:r>
              <a:rPr dirty="0" sz="4600" spc="-80"/>
              <a:t>Interconnected!</a:t>
            </a:r>
            <a:endParaRPr sz="4600"/>
          </a:p>
        </p:txBody>
      </p:sp>
      <p:sp>
        <p:nvSpPr>
          <p:cNvPr id="3" name="object 3"/>
          <p:cNvSpPr/>
          <p:nvPr/>
        </p:nvSpPr>
        <p:spPr>
          <a:xfrm>
            <a:off x="1460413" y="1387876"/>
            <a:ext cx="5855898" cy="244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2360" y="1376594"/>
            <a:ext cx="363084" cy="277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89938" y="1320799"/>
            <a:ext cx="458883" cy="4182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1320800"/>
            <a:ext cx="1333630" cy="17829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2950792"/>
            <a:ext cx="1333630" cy="18020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4599905"/>
            <a:ext cx="1333630" cy="17399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298" y="3441690"/>
            <a:ext cx="181610" cy="690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>
                <a:latin typeface="Arial"/>
                <a:cs typeface="Arial"/>
              </a:rPr>
              <a:t>N</a:t>
            </a:r>
            <a:r>
              <a:rPr dirty="0" sz="1100" spc="-5">
                <a:latin typeface="Arial"/>
                <a:cs typeface="Arial"/>
              </a:rPr>
              <a:t>on</a:t>
            </a:r>
            <a:r>
              <a:rPr dirty="0" sz="1100">
                <a:latin typeface="Arial"/>
                <a:cs typeface="Arial"/>
              </a:rPr>
              <a:t>c</a:t>
            </a:r>
            <a:r>
              <a:rPr dirty="0" sz="1100" spc="-5">
                <a:latin typeface="Arial"/>
                <a:cs typeface="Arial"/>
              </a:rPr>
              <a:t>od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5">
                <a:latin typeface="Arial"/>
                <a:cs typeface="Arial"/>
              </a:rPr>
              <a:t>n</a:t>
            </a:r>
            <a:r>
              <a:rPr dirty="0" sz="1100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98" y="1880612"/>
            <a:ext cx="181610" cy="4667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>
                <a:latin typeface="Arial"/>
                <a:cs typeface="Arial"/>
              </a:rPr>
              <a:t>C</a:t>
            </a:r>
            <a:r>
              <a:rPr dirty="0" sz="1100" spc="-5">
                <a:latin typeface="Arial"/>
                <a:cs typeface="Arial"/>
              </a:rPr>
              <a:t>od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5">
                <a:latin typeface="Arial"/>
                <a:cs typeface="Arial"/>
              </a:rPr>
              <a:t>n</a:t>
            </a:r>
            <a:r>
              <a:rPr dirty="0" sz="1100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98" y="5260098"/>
            <a:ext cx="181610" cy="4667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z="1100">
                <a:latin typeface="Arial"/>
                <a:cs typeface="Arial"/>
              </a:rPr>
              <a:t>C</a:t>
            </a:r>
            <a:r>
              <a:rPr dirty="0" sz="1100" spc="-5">
                <a:latin typeface="Arial"/>
                <a:cs typeface="Arial"/>
              </a:rPr>
              <a:t>od</a:t>
            </a:r>
            <a:r>
              <a:rPr dirty="0" sz="1100">
                <a:latin typeface="Arial"/>
                <a:cs typeface="Arial"/>
              </a:rPr>
              <a:t>i</a:t>
            </a:r>
            <a:r>
              <a:rPr dirty="0" sz="1100" spc="-5">
                <a:latin typeface="Arial"/>
                <a:cs typeface="Arial"/>
              </a:rPr>
              <a:t>n</a:t>
            </a:r>
            <a:r>
              <a:rPr dirty="0" sz="1100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9639" y="3227077"/>
            <a:ext cx="607726" cy="2532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46615" y="3480285"/>
            <a:ext cx="190749" cy="4578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38889" y="3227077"/>
            <a:ext cx="798474" cy="7110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38889" y="3227077"/>
            <a:ext cx="190749" cy="4578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38889" y="3684897"/>
            <a:ext cx="607725" cy="2532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30227" y="2181206"/>
            <a:ext cx="2817832" cy="41586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61594" y="2526742"/>
            <a:ext cx="495967" cy="65836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71345" y="2111430"/>
            <a:ext cx="591820" cy="513080"/>
          </a:xfrm>
          <a:custGeom>
            <a:avLst/>
            <a:gdLst/>
            <a:ahLst/>
            <a:cxnLst/>
            <a:rect l="l" t="t" r="r" b="b"/>
            <a:pathLst>
              <a:path w="591819" h="513080">
                <a:moveTo>
                  <a:pt x="591299" y="230518"/>
                </a:moveTo>
                <a:lnTo>
                  <a:pt x="130608" y="512852"/>
                </a:lnTo>
                <a:lnTo>
                  <a:pt x="0" y="0"/>
                </a:lnTo>
                <a:lnTo>
                  <a:pt x="591299" y="230518"/>
                </a:lnTo>
                <a:close/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60014" y="1960830"/>
            <a:ext cx="669925" cy="428625"/>
          </a:xfrm>
          <a:custGeom>
            <a:avLst/>
            <a:gdLst/>
            <a:ahLst/>
            <a:cxnLst/>
            <a:rect l="l" t="t" r="r" b="b"/>
            <a:pathLst>
              <a:path w="669925" h="428625">
                <a:moveTo>
                  <a:pt x="223982" y="0"/>
                </a:moveTo>
                <a:lnTo>
                  <a:pt x="171816" y="1531"/>
                </a:lnTo>
                <a:lnTo>
                  <a:pt x="124516" y="9215"/>
                </a:lnTo>
                <a:lnTo>
                  <a:pt x="83192" y="22871"/>
                </a:lnTo>
                <a:lnTo>
                  <a:pt x="48951" y="42319"/>
                </a:lnTo>
                <a:lnTo>
                  <a:pt x="6155" y="97872"/>
                </a:lnTo>
                <a:lnTo>
                  <a:pt x="0" y="132113"/>
                </a:lnTo>
                <a:lnTo>
                  <a:pt x="4492" y="167980"/>
                </a:lnTo>
                <a:lnTo>
                  <a:pt x="18882" y="204634"/>
                </a:lnTo>
                <a:lnTo>
                  <a:pt x="42424" y="241241"/>
                </a:lnTo>
                <a:lnTo>
                  <a:pt x="74367" y="276961"/>
                </a:lnTo>
                <a:lnTo>
                  <a:pt x="113963" y="310959"/>
                </a:lnTo>
                <a:lnTo>
                  <a:pt x="160464" y="342398"/>
                </a:lnTo>
                <a:lnTo>
                  <a:pt x="213121" y="370439"/>
                </a:lnTo>
                <a:lnTo>
                  <a:pt x="271186" y="394247"/>
                </a:lnTo>
                <a:lnTo>
                  <a:pt x="331304" y="412253"/>
                </a:lnTo>
                <a:lnTo>
                  <a:pt x="389880" y="423567"/>
                </a:lnTo>
                <a:lnTo>
                  <a:pt x="445805" y="428368"/>
                </a:lnTo>
                <a:lnTo>
                  <a:pt x="497972" y="426836"/>
                </a:lnTo>
                <a:lnTo>
                  <a:pt x="545272" y="419152"/>
                </a:lnTo>
                <a:lnTo>
                  <a:pt x="586596" y="405496"/>
                </a:lnTo>
                <a:lnTo>
                  <a:pt x="620836" y="386048"/>
                </a:lnTo>
                <a:lnTo>
                  <a:pt x="663633" y="330496"/>
                </a:lnTo>
                <a:lnTo>
                  <a:pt x="669788" y="296255"/>
                </a:lnTo>
                <a:lnTo>
                  <a:pt x="665296" y="260388"/>
                </a:lnTo>
                <a:lnTo>
                  <a:pt x="650905" y="223734"/>
                </a:lnTo>
                <a:lnTo>
                  <a:pt x="627364" y="187127"/>
                </a:lnTo>
                <a:lnTo>
                  <a:pt x="595421" y="151406"/>
                </a:lnTo>
                <a:lnTo>
                  <a:pt x="555824" y="117408"/>
                </a:lnTo>
                <a:lnTo>
                  <a:pt x="509323" y="85970"/>
                </a:lnTo>
                <a:lnTo>
                  <a:pt x="456666" y="57928"/>
                </a:lnTo>
                <a:lnTo>
                  <a:pt x="398601" y="34120"/>
                </a:lnTo>
                <a:lnTo>
                  <a:pt x="338484" y="16114"/>
                </a:lnTo>
                <a:lnTo>
                  <a:pt x="279908" y="4800"/>
                </a:lnTo>
                <a:lnTo>
                  <a:pt x="223982" y="0"/>
                </a:lnTo>
                <a:close/>
              </a:path>
            </a:pathLst>
          </a:custGeom>
          <a:solidFill>
            <a:srgbClr val="C5F7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60014" y="1960830"/>
            <a:ext cx="669925" cy="428625"/>
          </a:xfrm>
          <a:custGeom>
            <a:avLst/>
            <a:gdLst/>
            <a:ahLst/>
            <a:cxnLst/>
            <a:rect l="l" t="t" r="r" b="b"/>
            <a:pathLst>
              <a:path w="669925" h="428625">
                <a:moveTo>
                  <a:pt x="6155" y="97872"/>
                </a:moveTo>
                <a:lnTo>
                  <a:pt x="48951" y="42319"/>
                </a:lnTo>
                <a:lnTo>
                  <a:pt x="83192" y="22871"/>
                </a:lnTo>
                <a:lnTo>
                  <a:pt x="124516" y="9215"/>
                </a:lnTo>
                <a:lnTo>
                  <a:pt x="171816" y="1531"/>
                </a:lnTo>
                <a:lnTo>
                  <a:pt x="223983" y="0"/>
                </a:lnTo>
                <a:lnTo>
                  <a:pt x="279909" y="4801"/>
                </a:lnTo>
                <a:lnTo>
                  <a:pt x="338484" y="16114"/>
                </a:lnTo>
                <a:lnTo>
                  <a:pt x="398602" y="34120"/>
                </a:lnTo>
                <a:lnTo>
                  <a:pt x="456667" y="57928"/>
                </a:lnTo>
                <a:lnTo>
                  <a:pt x="509324" y="85970"/>
                </a:lnTo>
                <a:lnTo>
                  <a:pt x="555825" y="117408"/>
                </a:lnTo>
                <a:lnTo>
                  <a:pt x="595421" y="151406"/>
                </a:lnTo>
                <a:lnTo>
                  <a:pt x="627364" y="187127"/>
                </a:lnTo>
                <a:lnTo>
                  <a:pt x="650905" y="223733"/>
                </a:lnTo>
                <a:lnTo>
                  <a:pt x="665296" y="260388"/>
                </a:lnTo>
                <a:lnTo>
                  <a:pt x="669788" y="296254"/>
                </a:lnTo>
                <a:lnTo>
                  <a:pt x="663633" y="330495"/>
                </a:lnTo>
                <a:lnTo>
                  <a:pt x="620837" y="386048"/>
                </a:lnTo>
                <a:lnTo>
                  <a:pt x="586596" y="405496"/>
                </a:lnTo>
                <a:lnTo>
                  <a:pt x="545271" y="419152"/>
                </a:lnTo>
                <a:lnTo>
                  <a:pt x="497972" y="426836"/>
                </a:lnTo>
                <a:lnTo>
                  <a:pt x="445805" y="428367"/>
                </a:lnTo>
                <a:lnTo>
                  <a:pt x="389879" y="423566"/>
                </a:lnTo>
                <a:lnTo>
                  <a:pt x="331303" y="412253"/>
                </a:lnTo>
                <a:lnTo>
                  <a:pt x="271186" y="394247"/>
                </a:lnTo>
                <a:lnTo>
                  <a:pt x="213121" y="370439"/>
                </a:lnTo>
                <a:lnTo>
                  <a:pt x="160464" y="342397"/>
                </a:lnTo>
                <a:lnTo>
                  <a:pt x="113963" y="310959"/>
                </a:lnTo>
                <a:lnTo>
                  <a:pt x="74367" y="276961"/>
                </a:lnTo>
                <a:lnTo>
                  <a:pt x="42424" y="241240"/>
                </a:lnTo>
                <a:lnTo>
                  <a:pt x="18882" y="204634"/>
                </a:lnTo>
                <a:lnTo>
                  <a:pt x="4492" y="167979"/>
                </a:lnTo>
                <a:lnTo>
                  <a:pt x="0" y="132113"/>
                </a:lnTo>
                <a:lnTo>
                  <a:pt x="6155" y="97872"/>
                </a:lnTo>
                <a:close/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42329" y="2002306"/>
            <a:ext cx="496291" cy="37866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48947" y="2826567"/>
            <a:ext cx="508988" cy="41758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57937" y="2826567"/>
            <a:ext cx="314577" cy="38343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248947" y="2826567"/>
            <a:ext cx="823567" cy="80102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48947" y="3244150"/>
            <a:ext cx="314578" cy="3834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63526" y="3210006"/>
            <a:ext cx="508988" cy="41758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37368" y="2973749"/>
            <a:ext cx="227965" cy="104139"/>
          </a:xfrm>
          <a:custGeom>
            <a:avLst/>
            <a:gdLst/>
            <a:ahLst/>
            <a:cxnLst/>
            <a:rect l="l" t="t" r="r" b="b"/>
            <a:pathLst>
              <a:path w="227964" h="104139">
                <a:moveTo>
                  <a:pt x="0" y="0"/>
                </a:moveTo>
                <a:lnTo>
                  <a:pt x="227761" y="103896"/>
                </a:lnTo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82703" y="3380457"/>
            <a:ext cx="300990" cy="38100"/>
          </a:xfrm>
          <a:custGeom>
            <a:avLst/>
            <a:gdLst/>
            <a:ahLst/>
            <a:cxnLst/>
            <a:rect l="l" t="t" r="r" b="b"/>
            <a:pathLst>
              <a:path w="300989" h="38100">
                <a:moveTo>
                  <a:pt x="0" y="37845"/>
                </a:moveTo>
                <a:lnTo>
                  <a:pt x="300410" y="0"/>
                </a:lnTo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03354" y="2670084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7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9"/>
                </a:lnTo>
                <a:lnTo>
                  <a:pt x="24990" y="90484"/>
                </a:lnTo>
                <a:lnTo>
                  <a:pt x="6538" y="134125"/>
                </a:lnTo>
                <a:lnTo>
                  <a:pt x="0" y="182692"/>
                </a:lnTo>
                <a:lnTo>
                  <a:pt x="6538" y="231258"/>
                </a:lnTo>
                <a:lnTo>
                  <a:pt x="24990" y="274899"/>
                </a:lnTo>
                <a:lnTo>
                  <a:pt x="53610" y="311873"/>
                </a:lnTo>
                <a:lnTo>
                  <a:pt x="90655" y="340439"/>
                </a:lnTo>
                <a:lnTo>
                  <a:pt x="134379" y="358856"/>
                </a:lnTo>
                <a:lnTo>
                  <a:pt x="183037" y="365382"/>
                </a:lnTo>
                <a:lnTo>
                  <a:pt x="231696" y="358856"/>
                </a:lnTo>
                <a:lnTo>
                  <a:pt x="275420" y="340439"/>
                </a:lnTo>
                <a:lnTo>
                  <a:pt x="312465" y="311873"/>
                </a:lnTo>
                <a:lnTo>
                  <a:pt x="341086" y="274899"/>
                </a:lnTo>
                <a:lnTo>
                  <a:pt x="359537" y="231258"/>
                </a:lnTo>
                <a:lnTo>
                  <a:pt x="366076" y="182692"/>
                </a:lnTo>
                <a:lnTo>
                  <a:pt x="359537" y="134125"/>
                </a:lnTo>
                <a:lnTo>
                  <a:pt x="341086" y="90484"/>
                </a:lnTo>
                <a:lnTo>
                  <a:pt x="312465" y="53509"/>
                </a:lnTo>
                <a:lnTo>
                  <a:pt x="275420" y="24942"/>
                </a:lnTo>
                <a:lnTo>
                  <a:pt x="231696" y="6525"/>
                </a:lnTo>
                <a:lnTo>
                  <a:pt x="183037" y="0"/>
                </a:lnTo>
                <a:close/>
              </a:path>
            </a:pathLst>
          </a:custGeom>
          <a:solidFill>
            <a:srgbClr val="C5F7F8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03354" y="2670084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77695" y="3052923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90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6"/>
                </a:lnTo>
                <a:lnTo>
                  <a:pt x="24990" y="274897"/>
                </a:lnTo>
                <a:lnTo>
                  <a:pt x="53610" y="311871"/>
                </a:lnTo>
                <a:lnTo>
                  <a:pt x="90655" y="340437"/>
                </a:lnTo>
                <a:lnTo>
                  <a:pt x="134379" y="358854"/>
                </a:lnTo>
                <a:lnTo>
                  <a:pt x="183038" y="365380"/>
                </a:lnTo>
                <a:lnTo>
                  <a:pt x="231697" y="358854"/>
                </a:lnTo>
                <a:lnTo>
                  <a:pt x="275421" y="340437"/>
                </a:lnTo>
                <a:lnTo>
                  <a:pt x="312466" y="311871"/>
                </a:lnTo>
                <a:lnTo>
                  <a:pt x="341087" y="274897"/>
                </a:lnTo>
                <a:lnTo>
                  <a:pt x="359539" y="231256"/>
                </a:lnTo>
                <a:lnTo>
                  <a:pt x="366077" y="182690"/>
                </a:lnTo>
                <a:lnTo>
                  <a:pt x="359539" y="134124"/>
                </a:lnTo>
                <a:lnTo>
                  <a:pt x="341087" y="90483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C5F7F8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77695" y="3052923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61250" y="3380459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90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90" y="274898"/>
                </a:lnTo>
                <a:lnTo>
                  <a:pt x="53610" y="311872"/>
                </a:lnTo>
                <a:lnTo>
                  <a:pt x="90655" y="340438"/>
                </a:lnTo>
                <a:lnTo>
                  <a:pt x="134379" y="358855"/>
                </a:lnTo>
                <a:lnTo>
                  <a:pt x="183038" y="365381"/>
                </a:lnTo>
                <a:lnTo>
                  <a:pt x="231697" y="358855"/>
                </a:lnTo>
                <a:lnTo>
                  <a:pt x="275421" y="340438"/>
                </a:lnTo>
                <a:lnTo>
                  <a:pt x="312466" y="311872"/>
                </a:lnTo>
                <a:lnTo>
                  <a:pt x="341086" y="274898"/>
                </a:lnTo>
                <a:lnTo>
                  <a:pt x="359537" y="231257"/>
                </a:lnTo>
                <a:lnTo>
                  <a:pt x="366076" y="182690"/>
                </a:lnTo>
                <a:lnTo>
                  <a:pt x="359537" y="134124"/>
                </a:lnTo>
                <a:lnTo>
                  <a:pt x="341086" y="90483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C5F7F8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61250" y="3380459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21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13812" y="4753983"/>
            <a:ext cx="309880" cy="325755"/>
          </a:xfrm>
          <a:custGeom>
            <a:avLst/>
            <a:gdLst/>
            <a:ahLst/>
            <a:cxnLst/>
            <a:rect l="l" t="t" r="r" b="b"/>
            <a:pathLst>
              <a:path w="309880" h="325754">
                <a:moveTo>
                  <a:pt x="153456" y="0"/>
                </a:moveTo>
                <a:lnTo>
                  <a:pt x="111911" y="7891"/>
                </a:lnTo>
                <a:lnTo>
                  <a:pt x="72578" y="27058"/>
                </a:lnTo>
                <a:lnTo>
                  <a:pt x="39694" y="55928"/>
                </a:lnTo>
                <a:lnTo>
                  <a:pt x="16347" y="91202"/>
                </a:lnTo>
                <a:lnTo>
                  <a:pt x="2971" y="130724"/>
                </a:lnTo>
                <a:lnTo>
                  <a:pt x="0" y="172339"/>
                </a:lnTo>
                <a:lnTo>
                  <a:pt x="7868" y="213891"/>
                </a:lnTo>
                <a:lnTo>
                  <a:pt x="27011" y="253225"/>
                </a:lnTo>
                <a:lnTo>
                  <a:pt x="55856" y="286102"/>
                </a:lnTo>
                <a:lnTo>
                  <a:pt x="91110" y="309438"/>
                </a:lnTo>
                <a:lnTo>
                  <a:pt x="130615" y="322798"/>
                </a:lnTo>
                <a:lnTo>
                  <a:pt x="172218" y="325749"/>
                </a:lnTo>
                <a:lnTo>
                  <a:pt x="213763" y="317858"/>
                </a:lnTo>
                <a:lnTo>
                  <a:pt x="231305" y="309310"/>
                </a:lnTo>
                <a:lnTo>
                  <a:pt x="182547" y="309310"/>
                </a:lnTo>
                <a:lnTo>
                  <a:pt x="136917" y="308333"/>
                </a:lnTo>
                <a:lnTo>
                  <a:pt x="94146" y="293699"/>
                </a:lnTo>
                <a:lnTo>
                  <a:pt x="57488" y="266521"/>
                </a:lnTo>
                <a:lnTo>
                  <a:pt x="30198" y="227912"/>
                </a:lnTo>
                <a:lnTo>
                  <a:pt x="16433" y="182672"/>
                </a:lnTo>
                <a:lnTo>
                  <a:pt x="17434" y="137028"/>
                </a:lnTo>
                <a:lnTo>
                  <a:pt x="32088" y="94236"/>
                </a:lnTo>
                <a:lnTo>
                  <a:pt x="59279" y="57553"/>
                </a:lnTo>
                <a:lnTo>
                  <a:pt x="97892" y="30234"/>
                </a:lnTo>
                <a:lnTo>
                  <a:pt x="143127" y="16439"/>
                </a:lnTo>
                <a:lnTo>
                  <a:pt x="234758" y="16439"/>
                </a:lnTo>
                <a:lnTo>
                  <a:pt x="234564" y="16311"/>
                </a:lnTo>
                <a:lnTo>
                  <a:pt x="195059" y="2951"/>
                </a:lnTo>
                <a:lnTo>
                  <a:pt x="153456" y="0"/>
                </a:lnTo>
                <a:close/>
              </a:path>
              <a:path w="309880" h="325754">
                <a:moveTo>
                  <a:pt x="244574" y="285869"/>
                </a:moveTo>
                <a:lnTo>
                  <a:pt x="239193" y="289448"/>
                </a:lnTo>
                <a:lnTo>
                  <a:pt x="233584" y="292671"/>
                </a:lnTo>
                <a:lnTo>
                  <a:pt x="227782" y="295516"/>
                </a:lnTo>
                <a:lnTo>
                  <a:pt x="182547" y="309310"/>
                </a:lnTo>
                <a:lnTo>
                  <a:pt x="231305" y="309310"/>
                </a:lnTo>
                <a:lnTo>
                  <a:pt x="253096" y="298691"/>
                </a:lnTo>
                <a:lnTo>
                  <a:pt x="244574" y="285869"/>
                </a:lnTo>
                <a:close/>
              </a:path>
              <a:path w="309880" h="325754">
                <a:moveTo>
                  <a:pt x="234758" y="16439"/>
                </a:moveTo>
                <a:lnTo>
                  <a:pt x="143127" y="16439"/>
                </a:lnTo>
                <a:lnTo>
                  <a:pt x="188757" y="17416"/>
                </a:lnTo>
                <a:lnTo>
                  <a:pt x="231528" y="32049"/>
                </a:lnTo>
                <a:lnTo>
                  <a:pt x="268186" y="59228"/>
                </a:lnTo>
                <a:lnTo>
                  <a:pt x="295476" y="97836"/>
                </a:lnTo>
                <a:lnTo>
                  <a:pt x="309299" y="91060"/>
                </a:lnTo>
                <a:lnTo>
                  <a:pt x="306163" y="84655"/>
                </a:lnTo>
                <a:lnTo>
                  <a:pt x="302610" y="78464"/>
                </a:lnTo>
                <a:lnTo>
                  <a:pt x="298664" y="72525"/>
                </a:lnTo>
                <a:lnTo>
                  <a:pt x="269818" y="39647"/>
                </a:lnTo>
                <a:lnTo>
                  <a:pt x="234758" y="16439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13813" y="4753983"/>
            <a:ext cx="309880" cy="325755"/>
          </a:xfrm>
          <a:custGeom>
            <a:avLst/>
            <a:gdLst/>
            <a:ahLst/>
            <a:cxnLst/>
            <a:rect l="l" t="t" r="r" b="b"/>
            <a:pathLst>
              <a:path w="309880" h="325754">
                <a:moveTo>
                  <a:pt x="253095" y="298691"/>
                </a:moveTo>
                <a:lnTo>
                  <a:pt x="213763" y="317858"/>
                </a:lnTo>
                <a:lnTo>
                  <a:pt x="172218" y="325749"/>
                </a:lnTo>
                <a:lnTo>
                  <a:pt x="130615" y="322798"/>
                </a:lnTo>
                <a:lnTo>
                  <a:pt x="91110" y="309437"/>
                </a:lnTo>
                <a:lnTo>
                  <a:pt x="55856" y="286102"/>
                </a:lnTo>
                <a:lnTo>
                  <a:pt x="27010" y="253223"/>
                </a:lnTo>
                <a:lnTo>
                  <a:pt x="7868" y="213891"/>
                </a:lnTo>
                <a:lnTo>
                  <a:pt x="0" y="172339"/>
                </a:lnTo>
                <a:lnTo>
                  <a:pt x="2971" y="130724"/>
                </a:lnTo>
                <a:lnTo>
                  <a:pt x="16347" y="91201"/>
                </a:lnTo>
                <a:lnTo>
                  <a:pt x="39695" y="55927"/>
                </a:lnTo>
                <a:lnTo>
                  <a:pt x="72579" y="27058"/>
                </a:lnTo>
                <a:lnTo>
                  <a:pt x="111911" y="7891"/>
                </a:lnTo>
                <a:lnTo>
                  <a:pt x="153456" y="0"/>
                </a:lnTo>
                <a:lnTo>
                  <a:pt x="195058" y="2951"/>
                </a:lnTo>
                <a:lnTo>
                  <a:pt x="234564" y="16311"/>
                </a:lnTo>
                <a:lnTo>
                  <a:pt x="269817" y="39647"/>
                </a:lnTo>
                <a:lnTo>
                  <a:pt x="298663" y="72525"/>
                </a:lnTo>
                <a:lnTo>
                  <a:pt x="309299" y="91059"/>
                </a:lnTo>
                <a:lnTo>
                  <a:pt x="295475" y="97837"/>
                </a:lnTo>
                <a:lnTo>
                  <a:pt x="268185" y="59228"/>
                </a:lnTo>
                <a:lnTo>
                  <a:pt x="231528" y="32050"/>
                </a:lnTo>
                <a:lnTo>
                  <a:pt x="188756" y="17415"/>
                </a:lnTo>
                <a:lnTo>
                  <a:pt x="143126" y="16439"/>
                </a:lnTo>
                <a:lnTo>
                  <a:pt x="97891" y="30234"/>
                </a:lnTo>
                <a:lnTo>
                  <a:pt x="59278" y="57552"/>
                </a:lnTo>
                <a:lnTo>
                  <a:pt x="32088" y="94236"/>
                </a:lnTo>
                <a:lnTo>
                  <a:pt x="17434" y="137027"/>
                </a:lnTo>
                <a:lnTo>
                  <a:pt x="16433" y="182671"/>
                </a:lnTo>
                <a:lnTo>
                  <a:pt x="30199" y="227911"/>
                </a:lnTo>
                <a:lnTo>
                  <a:pt x="57488" y="266520"/>
                </a:lnTo>
                <a:lnTo>
                  <a:pt x="94146" y="293699"/>
                </a:lnTo>
                <a:lnTo>
                  <a:pt x="136917" y="308333"/>
                </a:lnTo>
                <a:lnTo>
                  <a:pt x="182547" y="309309"/>
                </a:lnTo>
                <a:lnTo>
                  <a:pt x="227782" y="295515"/>
                </a:lnTo>
                <a:lnTo>
                  <a:pt x="233584" y="292670"/>
                </a:lnTo>
                <a:lnTo>
                  <a:pt x="239193" y="289447"/>
                </a:lnTo>
                <a:lnTo>
                  <a:pt x="244574" y="285868"/>
                </a:lnTo>
                <a:lnTo>
                  <a:pt x="253095" y="298691"/>
                </a:lnTo>
                <a:close/>
              </a:path>
            </a:pathLst>
          </a:custGeom>
          <a:ln w="9958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55451" y="5039296"/>
            <a:ext cx="370840" cy="107950"/>
          </a:xfrm>
          <a:custGeom>
            <a:avLst/>
            <a:gdLst/>
            <a:ahLst/>
            <a:cxnLst/>
            <a:rect l="l" t="t" r="r" b="b"/>
            <a:pathLst>
              <a:path w="370839" h="107950">
                <a:moveTo>
                  <a:pt x="0" y="0"/>
                </a:moveTo>
                <a:lnTo>
                  <a:pt x="370480" y="107852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11864" y="4845514"/>
            <a:ext cx="370840" cy="107950"/>
          </a:xfrm>
          <a:custGeom>
            <a:avLst/>
            <a:gdLst/>
            <a:ahLst/>
            <a:cxnLst/>
            <a:rect l="l" t="t" r="r" b="b"/>
            <a:pathLst>
              <a:path w="370839" h="107950">
                <a:moveTo>
                  <a:pt x="0" y="0"/>
                </a:moveTo>
                <a:lnTo>
                  <a:pt x="370480" y="107852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93006" y="4887073"/>
            <a:ext cx="56515" cy="194310"/>
          </a:xfrm>
          <a:custGeom>
            <a:avLst/>
            <a:gdLst/>
            <a:ahLst/>
            <a:cxnLst/>
            <a:rect l="l" t="t" r="r" b="b"/>
            <a:pathLst>
              <a:path w="56514" h="194310">
                <a:moveTo>
                  <a:pt x="56412" y="0"/>
                </a:moveTo>
                <a:lnTo>
                  <a:pt x="0" y="193781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71021" y="4913499"/>
            <a:ext cx="56515" cy="194310"/>
          </a:xfrm>
          <a:custGeom>
            <a:avLst/>
            <a:gdLst/>
            <a:ahLst/>
            <a:cxnLst/>
            <a:rect l="l" t="t" r="r" b="b"/>
            <a:pathLst>
              <a:path w="56514" h="194310">
                <a:moveTo>
                  <a:pt x="56412" y="0"/>
                </a:moveTo>
                <a:lnTo>
                  <a:pt x="0" y="193781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953355" y="4932396"/>
            <a:ext cx="56515" cy="194310"/>
          </a:xfrm>
          <a:custGeom>
            <a:avLst/>
            <a:gdLst/>
            <a:ahLst/>
            <a:cxnLst/>
            <a:rect l="l" t="t" r="r" b="b"/>
            <a:pathLst>
              <a:path w="56514" h="194310">
                <a:moveTo>
                  <a:pt x="56412" y="0"/>
                </a:moveTo>
                <a:lnTo>
                  <a:pt x="0" y="193781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03180" y="4866486"/>
            <a:ext cx="56515" cy="194310"/>
          </a:xfrm>
          <a:custGeom>
            <a:avLst/>
            <a:gdLst/>
            <a:ahLst/>
            <a:cxnLst/>
            <a:rect l="l" t="t" r="r" b="b"/>
            <a:pathLst>
              <a:path w="56514" h="194310">
                <a:moveTo>
                  <a:pt x="56412" y="0"/>
                </a:moveTo>
                <a:lnTo>
                  <a:pt x="0" y="193781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581398" y="4519141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89" h="326389">
                <a:moveTo>
                  <a:pt x="231813" y="16507"/>
                </a:moveTo>
                <a:lnTo>
                  <a:pt x="181121" y="16507"/>
                </a:lnTo>
                <a:lnTo>
                  <a:pt x="226528" y="29713"/>
                </a:lnTo>
                <a:lnTo>
                  <a:pt x="264200" y="55504"/>
                </a:lnTo>
                <a:lnTo>
                  <a:pt x="292020" y="91167"/>
                </a:lnTo>
                <a:lnTo>
                  <a:pt x="307871" y="133989"/>
                </a:lnTo>
                <a:lnTo>
                  <a:pt x="309637" y="181256"/>
                </a:lnTo>
                <a:lnTo>
                  <a:pt x="296458" y="226675"/>
                </a:lnTo>
                <a:lnTo>
                  <a:pt x="270695" y="264349"/>
                </a:lnTo>
                <a:lnTo>
                  <a:pt x="235059" y="292163"/>
                </a:lnTo>
                <a:lnTo>
                  <a:pt x="192261" y="307999"/>
                </a:lnTo>
                <a:lnTo>
                  <a:pt x="145013" y="309742"/>
                </a:lnTo>
                <a:lnTo>
                  <a:pt x="143132" y="325023"/>
                </a:lnTo>
                <a:lnTo>
                  <a:pt x="150209" y="325898"/>
                </a:lnTo>
                <a:lnTo>
                  <a:pt x="157335" y="326308"/>
                </a:lnTo>
                <a:lnTo>
                  <a:pt x="164466" y="326250"/>
                </a:lnTo>
                <a:lnTo>
                  <a:pt x="207765" y="320070"/>
                </a:lnTo>
                <a:lnTo>
                  <a:pt x="246578" y="303309"/>
                </a:lnTo>
                <a:lnTo>
                  <a:pt x="279362" y="277533"/>
                </a:lnTo>
                <a:lnTo>
                  <a:pt x="304577" y="244311"/>
                </a:lnTo>
                <a:lnTo>
                  <a:pt x="320681" y="205210"/>
                </a:lnTo>
                <a:lnTo>
                  <a:pt x="326134" y="161798"/>
                </a:lnTo>
                <a:lnTo>
                  <a:pt x="319938" y="118480"/>
                </a:lnTo>
                <a:lnTo>
                  <a:pt x="303165" y="79646"/>
                </a:lnTo>
                <a:lnTo>
                  <a:pt x="277384" y="46839"/>
                </a:lnTo>
                <a:lnTo>
                  <a:pt x="244162" y="21601"/>
                </a:lnTo>
                <a:lnTo>
                  <a:pt x="231813" y="16507"/>
                </a:lnTo>
                <a:close/>
              </a:path>
              <a:path w="326389" h="326389">
                <a:moveTo>
                  <a:pt x="161668" y="0"/>
                </a:moveTo>
                <a:lnTo>
                  <a:pt x="118368" y="6180"/>
                </a:lnTo>
                <a:lnTo>
                  <a:pt x="79556" y="22941"/>
                </a:lnTo>
                <a:lnTo>
                  <a:pt x="46772" y="48717"/>
                </a:lnTo>
                <a:lnTo>
                  <a:pt x="21557" y="81939"/>
                </a:lnTo>
                <a:lnTo>
                  <a:pt x="5453" y="121040"/>
                </a:lnTo>
                <a:lnTo>
                  <a:pt x="0" y="164453"/>
                </a:lnTo>
                <a:lnTo>
                  <a:pt x="15394" y="164327"/>
                </a:lnTo>
                <a:lnTo>
                  <a:pt x="15339" y="157866"/>
                </a:lnTo>
                <a:lnTo>
                  <a:pt x="15707" y="151408"/>
                </a:lnTo>
                <a:lnTo>
                  <a:pt x="29675" y="99576"/>
                </a:lnTo>
                <a:lnTo>
                  <a:pt x="55439" y="61901"/>
                </a:lnTo>
                <a:lnTo>
                  <a:pt x="91075" y="34088"/>
                </a:lnTo>
                <a:lnTo>
                  <a:pt x="133873" y="18251"/>
                </a:lnTo>
                <a:lnTo>
                  <a:pt x="181121" y="16507"/>
                </a:lnTo>
                <a:lnTo>
                  <a:pt x="231813" y="16507"/>
                </a:lnTo>
                <a:lnTo>
                  <a:pt x="205068" y="5474"/>
                </a:lnTo>
                <a:lnTo>
                  <a:pt x="16166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581397" y="4519142"/>
            <a:ext cx="326390" cy="326390"/>
          </a:xfrm>
          <a:custGeom>
            <a:avLst/>
            <a:gdLst/>
            <a:ahLst/>
            <a:cxnLst/>
            <a:rect l="l" t="t" r="r" b="b"/>
            <a:pathLst>
              <a:path w="326389" h="326389">
                <a:moveTo>
                  <a:pt x="0" y="164452"/>
                </a:moveTo>
                <a:lnTo>
                  <a:pt x="5453" y="121040"/>
                </a:lnTo>
                <a:lnTo>
                  <a:pt x="21557" y="81939"/>
                </a:lnTo>
                <a:lnTo>
                  <a:pt x="46772" y="48717"/>
                </a:lnTo>
                <a:lnTo>
                  <a:pt x="79556" y="22941"/>
                </a:lnTo>
                <a:lnTo>
                  <a:pt x="118368" y="6179"/>
                </a:lnTo>
                <a:lnTo>
                  <a:pt x="161668" y="0"/>
                </a:lnTo>
                <a:lnTo>
                  <a:pt x="205068" y="5474"/>
                </a:lnTo>
                <a:lnTo>
                  <a:pt x="244162" y="21601"/>
                </a:lnTo>
                <a:lnTo>
                  <a:pt x="277384" y="46839"/>
                </a:lnTo>
                <a:lnTo>
                  <a:pt x="303165" y="79646"/>
                </a:lnTo>
                <a:lnTo>
                  <a:pt x="319937" y="118479"/>
                </a:lnTo>
                <a:lnTo>
                  <a:pt x="326134" y="161797"/>
                </a:lnTo>
                <a:lnTo>
                  <a:pt x="320681" y="205210"/>
                </a:lnTo>
                <a:lnTo>
                  <a:pt x="304577" y="244311"/>
                </a:lnTo>
                <a:lnTo>
                  <a:pt x="279362" y="277533"/>
                </a:lnTo>
                <a:lnTo>
                  <a:pt x="246578" y="303309"/>
                </a:lnTo>
                <a:lnTo>
                  <a:pt x="207765" y="320070"/>
                </a:lnTo>
                <a:lnTo>
                  <a:pt x="164465" y="326250"/>
                </a:lnTo>
                <a:lnTo>
                  <a:pt x="157335" y="326308"/>
                </a:lnTo>
                <a:lnTo>
                  <a:pt x="150209" y="325898"/>
                </a:lnTo>
                <a:lnTo>
                  <a:pt x="143132" y="325023"/>
                </a:lnTo>
                <a:lnTo>
                  <a:pt x="145014" y="309743"/>
                </a:lnTo>
                <a:lnTo>
                  <a:pt x="192261" y="307999"/>
                </a:lnTo>
                <a:lnTo>
                  <a:pt x="235059" y="292162"/>
                </a:lnTo>
                <a:lnTo>
                  <a:pt x="270695" y="264348"/>
                </a:lnTo>
                <a:lnTo>
                  <a:pt x="296458" y="226674"/>
                </a:lnTo>
                <a:lnTo>
                  <a:pt x="309637" y="181256"/>
                </a:lnTo>
                <a:lnTo>
                  <a:pt x="307871" y="133989"/>
                </a:lnTo>
                <a:lnTo>
                  <a:pt x="292019" y="91167"/>
                </a:lnTo>
                <a:lnTo>
                  <a:pt x="264199" y="55504"/>
                </a:lnTo>
                <a:lnTo>
                  <a:pt x="226527" y="29712"/>
                </a:lnTo>
                <a:lnTo>
                  <a:pt x="181120" y="16507"/>
                </a:lnTo>
                <a:lnTo>
                  <a:pt x="133872" y="18251"/>
                </a:lnTo>
                <a:lnTo>
                  <a:pt x="91075" y="34088"/>
                </a:lnTo>
                <a:lnTo>
                  <a:pt x="55439" y="61901"/>
                </a:lnTo>
                <a:lnTo>
                  <a:pt x="29676" y="99575"/>
                </a:lnTo>
                <a:lnTo>
                  <a:pt x="16497" y="144994"/>
                </a:lnTo>
                <a:lnTo>
                  <a:pt x="15339" y="157865"/>
                </a:lnTo>
                <a:lnTo>
                  <a:pt x="15395" y="164327"/>
                </a:lnTo>
                <a:lnTo>
                  <a:pt x="0" y="164452"/>
                </a:lnTo>
                <a:close/>
              </a:path>
            </a:pathLst>
          </a:custGeom>
          <a:ln w="9958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306019" y="4681315"/>
            <a:ext cx="293370" cy="251460"/>
          </a:xfrm>
          <a:custGeom>
            <a:avLst/>
            <a:gdLst/>
            <a:ahLst/>
            <a:cxnLst/>
            <a:rect l="l" t="t" r="r" b="b"/>
            <a:pathLst>
              <a:path w="293369" h="251460">
                <a:moveTo>
                  <a:pt x="292845" y="0"/>
                </a:moveTo>
                <a:lnTo>
                  <a:pt x="0" y="251256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437439" y="4834489"/>
            <a:ext cx="293370" cy="251460"/>
          </a:xfrm>
          <a:custGeom>
            <a:avLst/>
            <a:gdLst/>
            <a:ahLst/>
            <a:cxnLst/>
            <a:rect l="l" t="t" r="r" b="b"/>
            <a:pathLst>
              <a:path w="293369" h="251460">
                <a:moveTo>
                  <a:pt x="292845" y="0"/>
                </a:moveTo>
                <a:lnTo>
                  <a:pt x="0" y="251256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488867" y="4773776"/>
            <a:ext cx="131445" cy="153670"/>
          </a:xfrm>
          <a:custGeom>
            <a:avLst/>
            <a:gdLst/>
            <a:ahLst/>
            <a:cxnLst/>
            <a:rect l="l" t="t" r="r" b="b"/>
            <a:pathLst>
              <a:path w="131444" h="153670">
                <a:moveTo>
                  <a:pt x="131421" y="153173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424088" y="4824653"/>
            <a:ext cx="131445" cy="153670"/>
          </a:xfrm>
          <a:custGeom>
            <a:avLst/>
            <a:gdLst/>
            <a:ahLst/>
            <a:cxnLst/>
            <a:rect l="l" t="t" r="r" b="b"/>
            <a:pathLst>
              <a:path w="131444" h="153670">
                <a:moveTo>
                  <a:pt x="131421" y="153173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63255" y="4883264"/>
            <a:ext cx="131445" cy="153670"/>
          </a:xfrm>
          <a:custGeom>
            <a:avLst/>
            <a:gdLst/>
            <a:ahLst/>
            <a:cxnLst/>
            <a:rect l="l" t="t" r="r" b="b"/>
            <a:pathLst>
              <a:path w="131444" h="153670">
                <a:moveTo>
                  <a:pt x="131421" y="153173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555210" y="4709815"/>
            <a:ext cx="131445" cy="153670"/>
          </a:xfrm>
          <a:custGeom>
            <a:avLst/>
            <a:gdLst/>
            <a:ahLst/>
            <a:cxnLst/>
            <a:rect l="l" t="t" r="r" b="b"/>
            <a:pathLst>
              <a:path w="131444" h="153670">
                <a:moveTo>
                  <a:pt x="131421" y="153173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971261" y="5320884"/>
            <a:ext cx="326390" cy="295910"/>
          </a:xfrm>
          <a:custGeom>
            <a:avLst/>
            <a:gdLst/>
            <a:ahLst/>
            <a:cxnLst/>
            <a:rect l="l" t="t" r="r" b="b"/>
            <a:pathLst>
              <a:path w="326389" h="295910">
                <a:moveTo>
                  <a:pt x="228953" y="15301"/>
                </a:moveTo>
                <a:lnTo>
                  <a:pt x="164688" y="15301"/>
                </a:lnTo>
                <a:lnTo>
                  <a:pt x="209303" y="22736"/>
                </a:lnTo>
                <a:lnTo>
                  <a:pt x="249950" y="43541"/>
                </a:lnTo>
                <a:lnTo>
                  <a:pt x="283233" y="77150"/>
                </a:lnTo>
                <a:lnTo>
                  <a:pt x="304261" y="119509"/>
                </a:lnTo>
                <a:lnTo>
                  <a:pt x="310783" y="164681"/>
                </a:lnTo>
                <a:lnTo>
                  <a:pt x="303363" y="209274"/>
                </a:lnTo>
                <a:lnTo>
                  <a:pt x="282566" y="249893"/>
                </a:lnTo>
                <a:lnTo>
                  <a:pt x="248956" y="283147"/>
                </a:lnTo>
                <a:lnTo>
                  <a:pt x="257911" y="295671"/>
                </a:lnTo>
                <a:lnTo>
                  <a:pt x="302149" y="248291"/>
                </a:lnTo>
                <a:lnTo>
                  <a:pt x="319386" y="209687"/>
                </a:lnTo>
                <a:lnTo>
                  <a:pt x="326085" y="168525"/>
                </a:lnTo>
                <a:lnTo>
                  <a:pt x="322172" y="127002"/>
                </a:lnTo>
                <a:lnTo>
                  <a:pt x="307573" y="87314"/>
                </a:lnTo>
                <a:lnTo>
                  <a:pt x="282213" y="51659"/>
                </a:lnTo>
                <a:lnTo>
                  <a:pt x="248340" y="23956"/>
                </a:lnTo>
                <a:lnTo>
                  <a:pt x="228953" y="15301"/>
                </a:lnTo>
                <a:close/>
              </a:path>
              <a:path w="326389" h="295910">
                <a:moveTo>
                  <a:pt x="168533" y="0"/>
                </a:moveTo>
                <a:lnTo>
                  <a:pt x="126994" y="3895"/>
                </a:lnTo>
                <a:lnTo>
                  <a:pt x="87296" y="18473"/>
                </a:lnTo>
                <a:lnTo>
                  <a:pt x="51636" y="43808"/>
                </a:lnTo>
                <a:lnTo>
                  <a:pt x="23935" y="77656"/>
                </a:lnTo>
                <a:lnTo>
                  <a:pt x="6698" y="116260"/>
                </a:lnTo>
                <a:lnTo>
                  <a:pt x="0" y="157423"/>
                </a:lnTo>
                <a:lnTo>
                  <a:pt x="3913" y="198946"/>
                </a:lnTo>
                <a:lnTo>
                  <a:pt x="18512" y="238633"/>
                </a:lnTo>
                <a:lnTo>
                  <a:pt x="43871" y="274289"/>
                </a:lnTo>
                <a:lnTo>
                  <a:pt x="55122" y="263779"/>
                </a:lnTo>
                <a:lnTo>
                  <a:pt x="50709" y="259059"/>
                </a:lnTo>
                <a:lnTo>
                  <a:pt x="46611" y="254055"/>
                </a:lnTo>
                <a:lnTo>
                  <a:pt x="42851" y="248798"/>
                </a:lnTo>
                <a:lnTo>
                  <a:pt x="21823" y="206439"/>
                </a:lnTo>
                <a:lnTo>
                  <a:pt x="15302" y="161266"/>
                </a:lnTo>
                <a:lnTo>
                  <a:pt x="22722" y="116674"/>
                </a:lnTo>
                <a:lnTo>
                  <a:pt x="43519" y="76054"/>
                </a:lnTo>
                <a:lnTo>
                  <a:pt x="77129" y="42800"/>
                </a:lnTo>
                <a:lnTo>
                  <a:pt x="119498" y="21800"/>
                </a:lnTo>
                <a:lnTo>
                  <a:pt x="164688" y="15301"/>
                </a:lnTo>
                <a:lnTo>
                  <a:pt x="228953" y="15301"/>
                </a:lnTo>
                <a:lnTo>
                  <a:pt x="209714" y="6712"/>
                </a:lnTo>
                <a:lnTo>
                  <a:pt x="168533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971261" y="5320884"/>
            <a:ext cx="326390" cy="295910"/>
          </a:xfrm>
          <a:custGeom>
            <a:avLst/>
            <a:gdLst/>
            <a:ahLst/>
            <a:cxnLst/>
            <a:rect l="l" t="t" r="r" b="b"/>
            <a:pathLst>
              <a:path w="326389" h="295910">
                <a:moveTo>
                  <a:pt x="43871" y="274289"/>
                </a:moveTo>
                <a:lnTo>
                  <a:pt x="18512" y="238633"/>
                </a:lnTo>
                <a:lnTo>
                  <a:pt x="3913" y="198946"/>
                </a:lnTo>
                <a:lnTo>
                  <a:pt x="0" y="157422"/>
                </a:lnTo>
                <a:lnTo>
                  <a:pt x="6698" y="116260"/>
                </a:lnTo>
                <a:lnTo>
                  <a:pt x="23935" y="77657"/>
                </a:lnTo>
                <a:lnTo>
                  <a:pt x="51636" y="43808"/>
                </a:lnTo>
                <a:lnTo>
                  <a:pt x="87296" y="18473"/>
                </a:lnTo>
                <a:lnTo>
                  <a:pt x="126994" y="3895"/>
                </a:lnTo>
                <a:lnTo>
                  <a:pt x="168533" y="0"/>
                </a:lnTo>
                <a:lnTo>
                  <a:pt x="209714" y="6712"/>
                </a:lnTo>
                <a:lnTo>
                  <a:pt x="248340" y="23956"/>
                </a:lnTo>
                <a:lnTo>
                  <a:pt x="282213" y="51659"/>
                </a:lnTo>
                <a:lnTo>
                  <a:pt x="307573" y="87314"/>
                </a:lnTo>
                <a:lnTo>
                  <a:pt x="322172" y="127002"/>
                </a:lnTo>
                <a:lnTo>
                  <a:pt x="326085" y="168525"/>
                </a:lnTo>
                <a:lnTo>
                  <a:pt x="319386" y="209687"/>
                </a:lnTo>
                <a:lnTo>
                  <a:pt x="302149" y="248291"/>
                </a:lnTo>
                <a:lnTo>
                  <a:pt x="274448" y="282140"/>
                </a:lnTo>
                <a:lnTo>
                  <a:pt x="257910" y="295671"/>
                </a:lnTo>
                <a:lnTo>
                  <a:pt x="248956" y="283147"/>
                </a:lnTo>
                <a:lnTo>
                  <a:pt x="282566" y="249893"/>
                </a:lnTo>
                <a:lnTo>
                  <a:pt x="303363" y="209274"/>
                </a:lnTo>
                <a:lnTo>
                  <a:pt x="310782" y="164681"/>
                </a:lnTo>
                <a:lnTo>
                  <a:pt x="304261" y="119509"/>
                </a:lnTo>
                <a:lnTo>
                  <a:pt x="283232" y="77150"/>
                </a:lnTo>
                <a:lnTo>
                  <a:pt x="249950" y="43541"/>
                </a:lnTo>
                <a:lnTo>
                  <a:pt x="209303" y="22736"/>
                </a:lnTo>
                <a:lnTo>
                  <a:pt x="164688" y="15301"/>
                </a:lnTo>
                <a:lnTo>
                  <a:pt x="119498" y="21800"/>
                </a:lnTo>
                <a:lnTo>
                  <a:pt x="77128" y="42801"/>
                </a:lnTo>
                <a:lnTo>
                  <a:pt x="43519" y="76055"/>
                </a:lnTo>
                <a:lnTo>
                  <a:pt x="22722" y="116674"/>
                </a:lnTo>
                <a:lnTo>
                  <a:pt x="15302" y="161266"/>
                </a:lnTo>
                <a:lnTo>
                  <a:pt x="21824" y="206439"/>
                </a:lnTo>
                <a:lnTo>
                  <a:pt x="42852" y="248798"/>
                </a:lnTo>
                <a:lnTo>
                  <a:pt x="46610" y="254054"/>
                </a:lnTo>
                <a:lnTo>
                  <a:pt x="50709" y="259059"/>
                </a:lnTo>
                <a:lnTo>
                  <a:pt x="55122" y="263779"/>
                </a:lnTo>
                <a:lnTo>
                  <a:pt x="43871" y="274289"/>
                </a:lnTo>
                <a:close/>
              </a:path>
            </a:pathLst>
          </a:custGeom>
          <a:ln w="9958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980833" y="5581676"/>
            <a:ext cx="45720" cy="383540"/>
          </a:xfrm>
          <a:custGeom>
            <a:avLst/>
            <a:gdLst/>
            <a:ahLst/>
            <a:cxnLst/>
            <a:rect l="l" t="t" r="r" b="b"/>
            <a:pathLst>
              <a:path w="45719" h="383539">
                <a:moveTo>
                  <a:pt x="45617" y="0"/>
                </a:moveTo>
                <a:lnTo>
                  <a:pt x="0" y="383154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181243" y="5605538"/>
            <a:ext cx="45720" cy="383540"/>
          </a:xfrm>
          <a:custGeom>
            <a:avLst/>
            <a:gdLst/>
            <a:ahLst/>
            <a:cxnLst/>
            <a:rect l="l" t="t" r="r" b="b"/>
            <a:pathLst>
              <a:path w="45719" h="383539">
                <a:moveTo>
                  <a:pt x="45617" y="0"/>
                </a:moveTo>
                <a:lnTo>
                  <a:pt x="0" y="383154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08020" y="5724185"/>
            <a:ext cx="200660" cy="24130"/>
          </a:xfrm>
          <a:custGeom>
            <a:avLst/>
            <a:gdLst/>
            <a:ahLst/>
            <a:cxnLst/>
            <a:rect l="l" t="t" r="r" b="b"/>
            <a:pathLst>
              <a:path w="200660" h="24129">
                <a:moveTo>
                  <a:pt x="200410" y="23860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994749" y="5805478"/>
            <a:ext cx="200660" cy="24130"/>
          </a:xfrm>
          <a:custGeom>
            <a:avLst/>
            <a:gdLst/>
            <a:ahLst/>
            <a:cxnLst/>
            <a:rect l="l" t="t" r="r" b="b"/>
            <a:pathLst>
              <a:path w="200660" h="24129">
                <a:moveTo>
                  <a:pt x="200410" y="23860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989613" y="5889797"/>
            <a:ext cx="200660" cy="24130"/>
          </a:xfrm>
          <a:custGeom>
            <a:avLst/>
            <a:gdLst/>
            <a:ahLst/>
            <a:cxnLst/>
            <a:rect l="l" t="t" r="r" b="b"/>
            <a:pathLst>
              <a:path w="200660" h="24129">
                <a:moveTo>
                  <a:pt x="200410" y="23860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013594" y="5632200"/>
            <a:ext cx="200660" cy="24130"/>
          </a:xfrm>
          <a:custGeom>
            <a:avLst/>
            <a:gdLst/>
            <a:ahLst/>
            <a:cxnLst/>
            <a:rect l="l" t="t" r="r" b="b"/>
            <a:pathLst>
              <a:path w="200660" h="24129">
                <a:moveTo>
                  <a:pt x="200410" y="23860"/>
                </a:moveTo>
                <a:lnTo>
                  <a:pt x="0" y="0"/>
                </a:lnTo>
              </a:path>
            </a:pathLst>
          </a:custGeom>
          <a:ln w="24896">
            <a:solidFill>
              <a:srgbClr val="5725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028772" y="4744559"/>
            <a:ext cx="271780" cy="45085"/>
          </a:xfrm>
          <a:custGeom>
            <a:avLst/>
            <a:gdLst/>
            <a:ahLst/>
            <a:cxnLst/>
            <a:rect l="l" t="t" r="r" b="b"/>
            <a:pathLst>
              <a:path w="271780" h="45085">
                <a:moveTo>
                  <a:pt x="0" y="44906"/>
                </a:moveTo>
                <a:lnTo>
                  <a:pt x="271753" y="0"/>
                </a:lnTo>
              </a:path>
            </a:pathLst>
          </a:custGeom>
          <a:ln w="24896">
            <a:solidFill>
              <a:srgbClr val="B66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759593" y="5271886"/>
            <a:ext cx="111760" cy="290830"/>
          </a:xfrm>
          <a:custGeom>
            <a:avLst/>
            <a:gdLst/>
            <a:ahLst/>
            <a:cxnLst/>
            <a:rect l="l" t="t" r="r" b="b"/>
            <a:pathLst>
              <a:path w="111760" h="290829">
                <a:moveTo>
                  <a:pt x="111426" y="290629"/>
                </a:moveTo>
                <a:lnTo>
                  <a:pt x="0" y="0"/>
                </a:lnTo>
              </a:path>
            </a:pathLst>
          </a:custGeom>
          <a:ln w="24896">
            <a:solidFill>
              <a:srgbClr val="B66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62046" y="4792952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90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90" y="274898"/>
                </a:lnTo>
                <a:lnTo>
                  <a:pt x="53610" y="311872"/>
                </a:lnTo>
                <a:lnTo>
                  <a:pt x="90655" y="340438"/>
                </a:lnTo>
                <a:lnTo>
                  <a:pt x="134379" y="358855"/>
                </a:lnTo>
                <a:lnTo>
                  <a:pt x="183038" y="365381"/>
                </a:lnTo>
                <a:lnTo>
                  <a:pt x="231697" y="358855"/>
                </a:lnTo>
                <a:lnTo>
                  <a:pt x="275421" y="340438"/>
                </a:lnTo>
                <a:lnTo>
                  <a:pt x="312466" y="311872"/>
                </a:lnTo>
                <a:lnTo>
                  <a:pt x="341087" y="274898"/>
                </a:lnTo>
                <a:lnTo>
                  <a:pt x="359539" y="231257"/>
                </a:lnTo>
                <a:lnTo>
                  <a:pt x="366077" y="182690"/>
                </a:lnTo>
                <a:lnTo>
                  <a:pt x="359539" y="134124"/>
                </a:lnTo>
                <a:lnTo>
                  <a:pt x="341087" y="90483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D89AE1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562046" y="4792952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B66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03770" y="4606775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7" y="0"/>
                </a:moveTo>
                <a:lnTo>
                  <a:pt x="134378" y="6525"/>
                </a:lnTo>
                <a:lnTo>
                  <a:pt x="90654" y="24942"/>
                </a:lnTo>
                <a:lnTo>
                  <a:pt x="53610" y="53508"/>
                </a:lnTo>
                <a:lnTo>
                  <a:pt x="24989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89" y="274898"/>
                </a:lnTo>
                <a:lnTo>
                  <a:pt x="53610" y="311872"/>
                </a:lnTo>
                <a:lnTo>
                  <a:pt x="90654" y="340438"/>
                </a:lnTo>
                <a:lnTo>
                  <a:pt x="134378" y="358855"/>
                </a:lnTo>
                <a:lnTo>
                  <a:pt x="183037" y="365381"/>
                </a:lnTo>
                <a:lnTo>
                  <a:pt x="231696" y="358855"/>
                </a:lnTo>
                <a:lnTo>
                  <a:pt x="275420" y="340438"/>
                </a:lnTo>
                <a:lnTo>
                  <a:pt x="312465" y="311872"/>
                </a:lnTo>
                <a:lnTo>
                  <a:pt x="341086" y="274898"/>
                </a:lnTo>
                <a:lnTo>
                  <a:pt x="359537" y="231257"/>
                </a:lnTo>
                <a:lnTo>
                  <a:pt x="366076" y="182690"/>
                </a:lnTo>
                <a:lnTo>
                  <a:pt x="359537" y="134124"/>
                </a:lnTo>
                <a:lnTo>
                  <a:pt x="341086" y="90483"/>
                </a:lnTo>
                <a:lnTo>
                  <a:pt x="312465" y="53508"/>
                </a:lnTo>
                <a:lnTo>
                  <a:pt x="275420" y="24942"/>
                </a:lnTo>
                <a:lnTo>
                  <a:pt x="231696" y="6525"/>
                </a:lnTo>
                <a:lnTo>
                  <a:pt x="183037" y="0"/>
                </a:lnTo>
                <a:close/>
              </a:path>
            </a:pathLst>
          </a:custGeom>
          <a:solidFill>
            <a:srgbClr val="D89AE1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03770" y="4606775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B66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922277" y="5452086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183038" y="0"/>
                </a:moveTo>
                <a:lnTo>
                  <a:pt x="134380" y="6525"/>
                </a:lnTo>
                <a:lnTo>
                  <a:pt x="90656" y="24942"/>
                </a:lnTo>
                <a:lnTo>
                  <a:pt x="53611" y="53508"/>
                </a:lnTo>
                <a:lnTo>
                  <a:pt x="24990" y="90482"/>
                </a:lnTo>
                <a:lnTo>
                  <a:pt x="6538" y="134123"/>
                </a:lnTo>
                <a:lnTo>
                  <a:pt x="0" y="182690"/>
                </a:lnTo>
                <a:lnTo>
                  <a:pt x="6538" y="231256"/>
                </a:lnTo>
                <a:lnTo>
                  <a:pt x="24990" y="274898"/>
                </a:lnTo>
                <a:lnTo>
                  <a:pt x="53611" y="311872"/>
                </a:lnTo>
                <a:lnTo>
                  <a:pt x="90656" y="340438"/>
                </a:lnTo>
                <a:lnTo>
                  <a:pt x="134380" y="358855"/>
                </a:lnTo>
                <a:lnTo>
                  <a:pt x="183038" y="365381"/>
                </a:lnTo>
                <a:lnTo>
                  <a:pt x="231697" y="358855"/>
                </a:lnTo>
                <a:lnTo>
                  <a:pt x="275421" y="340438"/>
                </a:lnTo>
                <a:lnTo>
                  <a:pt x="312466" y="311872"/>
                </a:lnTo>
                <a:lnTo>
                  <a:pt x="341087" y="274898"/>
                </a:lnTo>
                <a:lnTo>
                  <a:pt x="359539" y="231256"/>
                </a:lnTo>
                <a:lnTo>
                  <a:pt x="366077" y="182690"/>
                </a:lnTo>
                <a:lnTo>
                  <a:pt x="359539" y="134123"/>
                </a:lnTo>
                <a:lnTo>
                  <a:pt x="341087" y="90482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D89AE1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922277" y="5452086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4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B66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714560" y="3560430"/>
            <a:ext cx="17145" cy="851535"/>
          </a:xfrm>
          <a:custGeom>
            <a:avLst/>
            <a:gdLst/>
            <a:ahLst/>
            <a:cxnLst/>
            <a:rect l="l" t="t" r="r" b="b"/>
            <a:pathLst>
              <a:path w="17144" h="851535">
                <a:moveTo>
                  <a:pt x="16727" y="851499"/>
                </a:moveTo>
                <a:lnTo>
                  <a:pt x="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86278" y="3918651"/>
            <a:ext cx="34290" cy="737870"/>
          </a:xfrm>
          <a:custGeom>
            <a:avLst/>
            <a:gdLst/>
            <a:ahLst/>
            <a:cxnLst/>
            <a:rect l="l" t="t" r="r" b="b"/>
            <a:pathLst>
              <a:path w="34289" h="737870">
                <a:moveTo>
                  <a:pt x="0" y="737412"/>
                </a:moveTo>
                <a:lnTo>
                  <a:pt x="3368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80682" y="3561643"/>
            <a:ext cx="643890" cy="1161415"/>
          </a:xfrm>
          <a:custGeom>
            <a:avLst/>
            <a:gdLst/>
            <a:ahLst/>
            <a:cxnLst/>
            <a:rect l="l" t="t" r="r" b="b"/>
            <a:pathLst>
              <a:path w="643889" h="1161414">
                <a:moveTo>
                  <a:pt x="0" y="1160960"/>
                </a:moveTo>
                <a:lnTo>
                  <a:pt x="643645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051146" y="2601687"/>
            <a:ext cx="345440" cy="405765"/>
          </a:xfrm>
          <a:custGeom>
            <a:avLst/>
            <a:gdLst/>
            <a:ahLst/>
            <a:cxnLst/>
            <a:rect l="l" t="t" r="r" b="b"/>
            <a:pathLst>
              <a:path w="345439" h="405764">
                <a:moveTo>
                  <a:pt x="277990" y="0"/>
                </a:moveTo>
                <a:lnTo>
                  <a:pt x="270114" y="49111"/>
                </a:lnTo>
                <a:lnTo>
                  <a:pt x="246969" y="93025"/>
                </a:lnTo>
                <a:lnTo>
                  <a:pt x="213367" y="145388"/>
                </a:lnTo>
                <a:lnTo>
                  <a:pt x="171068" y="202860"/>
                </a:lnTo>
                <a:lnTo>
                  <a:pt x="125500" y="257776"/>
                </a:lnTo>
                <a:lnTo>
                  <a:pt x="82791" y="303020"/>
                </a:lnTo>
                <a:lnTo>
                  <a:pt x="45760" y="336077"/>
                </a:lnTo>
                <a:lnTo>
                  <a:pt x="0" y="355570"/>
                </a:lnTo>
                <a:lnTo>
                  <a:pt x="64147" y="405721"/>
                </a:lnTo>
                <a:lnTo>
                  <a:pt x="109907" y="386229"/>
                </a:lnTo>
                <a:lnTo>
                  <a:pt x="146939" y="353171"/>
                </a:lnTo>
                <a:lnTo>
                  <a:pt x="189648" y="307927"/>
                </a:lnTo>
                <a:lnTo>
                  <a:pt x="235216" y="253011"/>
                </a:lnTo>
                <a:lnTo>
                  <a:pt x="277515" y="195539"/>
                </a:lnTo>
                <a:lnTo>
                  <a:pt x="311117" y="143176"/>
                </a:lnTo>
                <a:lnTo>
                  <a:pt x="334263" y="99263"/>
                </a:lnTo>
                <a:lnTo>
                  <a:pt x="345190" y="67141"/>
                </a:lnTo>
                <a:lnTo>
                  <a:pt x="342139" y="50152"/>
                </a:lnTo>
                <a:lnTo>
                  <a:pt x="277990" y="0"/>
                </a:lnTo>
                <a:close/>
              </a:path>
            </a:pathLst>
          </a:custGeom>
          <a:solidFill>
            <a:srgbClr val="843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048094" y="2601687"/>
            <a:ext cx="284480" cy="355600"/>
          </a:xfrm>
          <a:custGeom>
            <a:avLst/>
            <a:gdLst/>
            <a:ahLst/>
            <a:cxnLst/>
            <a:rect l="l" t="t" r="r" b="b"/>
            <a:pathLst>
              <a:path w="284479" h="355600">
                <a:moveTo>
                  <a:pt x="281042" y="0"/>
                </a:moveTo>
                <a:lnTo>
                  <a:pt x="235282" y="19492"/>
                </a:lnTo>
                <a:lnTo>
                  <a:pt x="198250" y="52549"/>
                </a:lnTo>
                <a:lnTo>
                  <a:pt x="155542" y="97794"/>
                </a:lnTo>
                <a:lnTo>
                  <a:pt x="109974" y="152709"/>
                </a:lnTo>
                <a:lnTo>
                  <a:pt x="67675" y="210181"/>
                </a:lnTo>
                <a:lnTo>
                  <a:pt x="34072" y="262545"/>
                </a:lnTo>
                <a:lnTo>
                  <a:pt x="10927" y="306458"/>
                </a:lnTo>
                <a:lnTo>
                  <a:pt x="0" y="338581"/>
                </a:lnTo>
                <a:lnTo>
                  <a:pt x="3051" y="355570"/>
                </a:lnTo>
                <a:lnTo>
                  <a:pt x="48812" y="336077"/>
                </a:lnTo>
                <a:lnTo>
                  <a:pt x="85843" y="303020"/>
                </a:lnTo>
                <a:lnTo>
                  <a:pt x="128552" y="257776"/>
                </a:lnTo>
                <a:lnTo>
                  <a:pt x="174120" y="202860"/>
                </a:lnTo>
                <a:lnTo>
                  <a:pt x="216418" y="145388"/>
                </a:lnTo>
                <a:lnTo>
                  <a:pt x="250021" y="93025"/>
                </a:lnTo>
                <a:lnTo>
                  <a:pt x="273166" y="49111"/>
                </a:lnTo>
                <a:lnTo>
                  <a:pt x="284093" y="16989"/>
                </a:lnTo>
                <a:lnTo>
                  <a:pt x="281042" y="0"/>
                </a:lnTo>
                <a:close/>
              </a:path>
            </a:pathLst>
          </a:custGeom>
          <a:solidFill>
            <a:srgbClr val="B58A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8094" y="2601686"/>
            <a:ext cx="348615" cy="405765"/>
          </a:xfrm>
          <a:custGeom>
            <a:avLst/>
            <a:gdLst/>
            <a:ahLst/>
            <a:cxnLst/>
            <a:rect l="l" t="t" r="r" b="b"/>
            <a:pathLst>
              <a:path w="348614" h="405764">
                <a:moveTo>
                  <a:pt x="281042" y="0"/>
                </a:moveTo>
                <a:lnTo>
                  <a:pt x="273167" y="49111"/>
                </a:lnTo>
                <a:lnTo>
                  <a:pt x="250021" y="93025"/>
                </a:lnTo>
                <a:lnTo>
                  <a:pt x="216419" y="145388"/>
                </a:lnTo>
                <a:lnTo>
                  <a:pt x="174121" y="202861"/>
                </a:lnTo>
                <a:lnTo>
                  <a:pt x="128552" y="257776"/>
                </a:lnTo>
                <a:lnTo>
                  <a:pt x="85843" y="303020"/>
                </a:lnTo>
                <a:lnTo>
                  <a:pt x="48812" y="336077"/>
                </a:lnTo>
                <a:lnTo>
                  <a:pt x="3051" y="355570"/>
                </a:lnTo>
                <a:lnTo>
                  <a:pt x="0" y="338581"/>
                </a:lnTo>
                <a:lnTo>
                  <a:pt x="10927" y="306458"/>
                </a:lnTo>
                <a:lnTo>
                  <a:pt x="34072" y="262545"/>
                </a:lnTo>
                <a:lnTo>
                  <a:pt x="67675" y="210181"/>
                </a:lnTo>
                <a:lnTo>
                  <a:pt x="109973" y="152709"/>
                </a:lnTo>
                <a:lnTo>
                  <a:pt x="155542" y="97793"/>
                </a:lnTo>
                <a:lnTo>
                  <a:pt x="198250" y="52549"/>
                </a:lnTo>
                <a:lnTo>
                  <a:pt x="235282" y="19492"/>
                </a:lnTo>
                <a:lnTo>
                  <a:pt x="281042" y="0"/>
                </a:lnTo>
                <a:lnTo>
                  <a:pt x="345190" y="50151"/>
                </a:lnTo>
                <a:lnTo>
                  <a:pt x="348242" y="67141"/>
                </a:lnTo>
                <a:lnTo>
                  <a:pt x="337314" y="99263"/>
                </a:lnTo>
                <a:lnTo>
                  <a:pt x="314169" y="143176"/>
                </a:lnTo>
                <a:lnTo>
                  <a:pt x="280566" y="195540"/>
                </a:lnTo>
                <a:lnTo>
                  <a:pt x="238268" y="253012"/>
                </a:lnTo>
                <a:lnTo>
                  <a:pt x="192700" y="307928"/>
                </a:lnTo>
                <a:lnTo>
                  <a:pt x="149991" y="353172"/>
                </a:lnTo>
                <a:lnTo>
                  <a:pt x="112959" y="386229"/>
                </a:lnTo>
                <a:lnTo>
                  <a:pt x="67199" y="405722"/>
                </a:lnTo>
                <a:lnTo>
                  <a:pt x="3051" y="355570"/>
                </a:lnTo>
              </a:path>
            </a:pathLst>
          </a:custGeom>
          <a:ln w="24896">
            <a:solidFill>
              <a:srgbClr val="843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735331" y="3959680"/>
            <a:ext cx="167640" cy="241300"/>
          </a:xfrm>
          <a:custGeom>
            <a:avLst/>
            <a:gdLst/>
            <a:ahLst/>
            <a:cxnLst/>
            <a:rect l="l" t="t" r="r" b="b"/>
            <a:pathLst>
              <a:path w="167639" h="241300">
                <a:moveTo>
                  <a:pt x="166822" y="157353"/>
                </a:moveTo>
                <a:lnTo>
                  <a:pt x="507" y="157353"/>
                </a:lnTo>
                <a:lnTo>
                  <a:pt x="0" y="162095"/>
                </a:lnTo>
                <a:lnTo>
                  <a:pt x="6574" y="192719"/>
                </a:lnTo>
                <a:lnTo>
                  <a:pt x="24505" y="217727"/>
                </a:lnTo>
                <a:lnTo>
                  <a:pt x="51099" y="234588"/>
                </a:lnTo>
                <a:lnTo>
                  <a:pt x="83666" y="240771"/>
                </a:lnTo>
                <a:lnTo>
                  <a:pt x="116232" y="234588"/>
                </a:lnTo>
                <a:lnTo>
                  <a:pt x="142826" y="217727"/>
                </a:lnTo>
                <a:lnTo>
                  <a:pt x="160756" y="192719"/>
                </a:lnTo>
                <a:lnTo>
                  <a:pt x="167331" y="162095"/>
                </a:lnTo>
                <a:lnTo>
                  <a:pt x="166822" y="157353"/>
                </a:lnTo>
                <a:close/>
              </a:path>
              <a:path w="167639" h="241300">
                <a:moveTo>
                  <a:pt x="167330" y="0"/>
                </a:moveTo>
                <a:lnTo>
                  <a:pt x="0" y="0"/>
                </a:lnTo>
                <a:lnTo>
                  <a:pt x="0" y="157353"/>
                </a:lnTo>
                <a:lnTo>
                  <a:pt x="167330" y="157353"/>
                </a:lnTo>
                <a:lnTo>
                  <a:pt x="167330" y="0"/>
                </a:lnTo>
                <a:close/>
              </a:path>
            </a:pathLst>
          </a:custGeom>
          <a:solidFill>
            <a:srgbClr val="843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735331" y="3959680"/>
            <a:ext cx="167640" cy="241300"/>
          </a:xfrm>
          <a:custGeom>
            <a:avLst/>
            <a:gdLst/>
            <a:ahLst/>
            <a:cxnLst/>
            <a:rect l="l" t="t" r="r" b="b"/>
            <a:pathLst>
              <a:path w="167639" h="241300">
                <a:moveTo>
                  <a:pt x="0" y="0"/>
                </a:moveTo>
                <a:lnTo>
                  <a:pt x="167330" y="0"/>
                </a:lnTo>
                <a:lnTo>
                  <a:pt x="167330" y="157353"/>
                </a:lnTo>
                <a:lnTo>
                  <a:pt x="166822" y="157353"/>
                </a:lnTo>
                <a:lnTo>
                  <a:pt x="167331" y="162095"/>
                </a:lnTo>
                <a:lnTo>
                  <a:pt x="160756" y="192720"/>
                </a:lnTo>
                <a:lnTo>
                  <a:pt x="142826" y="217728"/>
                </a:lnTo>
                <a:lnTo>
                  <a:pt x="116232" y="234589"/>
                </a:lnTo>
                <a:lnTo>
                  <a:pt x="83665" y="240772"/>
                </a:lnTo>
                <a:lnTo>
                  <a:pt x="51099" y="234589"/>
                </a:lnTo>
                <a:lnTo>
                  <a:pt x="24505" y="217728"/>
                </a:lnTo>
                <a:lnTo>
                  <a:pt x="6574" y="192720"/>
                </a:lnTo>
                <a:lnTo>
                  <a:pt x="0" y="162095"/>
                </a:lnTo>
                <a:lnTo>
                  <a:pt x="508" y="157353"/>
                </a:lnTo>
                <a:lnTo>
                  <a:pt x="0" y="157353"/>
                </a:lnTo>
                <a:lnTo>
                  <a:pt x="0" y="0"/>
                </a:lnTo>
                <a:close/>
              </a:path>
            </a:pathLst>
          </a:custGeom>
          <a:ln w="24896">
            <a:solidFill>
              <a:srgbClr val="843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735332" y="3721360"/>
            <a:ext cx="167640" cy="241300"/>
          </a:xfrm>
          <a:custGeom>
            <a:avLst/>
            <a:gdLst/>
            <a:ahLst/>
            <a:cxnLst/>
            <a:rect l="l" t="t" r="r" b="b"/>
            <a:pathLst>
              <a:path w="167639" h="241300">
                <a:moveTo>
                  <a:pt x="167331" y="240772"/>
                </a:moveTo>
                <a:lnTo>
                  <a:pt x="0" y="240772"/>
                </a:lnTo>
                <a:lnTo>
                  <a:pt x="0" y="83418"/>
                </a:lnTo>
                <a:lnTo>
                  <a:pt x="508" y="83418"/>
                </a:lnTo>
                <a:lnTo>
                  <a:pt x="0" y="78676"/>
                </a:lnTo>
                <a:lnTo>
                  <a:pt x="6574" y="48052"/>
                </a:lnTo>
                <a:lnTo>
                  <a:pt x="24505" y="23043"/>
                </a:lnTo>
                <a:lnTo>
                  <a:pt x="51099" y="6182"/>
                </a:lnTo>
                <a:lnTo>
                  <a:pt x="83665" y="0"/>
                </a:lnTo>
                <a:lnTo>
                  <a:pt x="116231" y="6182"/>
                </a:lnTo>
                <a:lnTo>
                  <a:pt x="142825" y="23043"/>
                </a:lnTo>
                <a:lnTo>
                  <a:pt x="160756" y="48052"/>
                </a:lnTo>
                <a:lnTo>
                  <a:pt x="167330" y="78676"/>
                </a:lnTo>
                <a:lnTo>
                  <a:pt x="166822" y="83418"/>
                </a:lnTo>
                <a:lnTo>
                  <a:pt x="167331" y="83418"/>
                </a:lnTo>
                <a:lnTo>
                  <a:pt x="167331" y="240772"/>
                </a:lnTo>
                <a:close/>
              </a:path>
            </a:pathLst>
          </a:custGeom>
          <a:ln w="24896">
            <a:solidFill>
              <a:srgbClr val="843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755622" y="3190948"/>
            <a:ext cx="276860" cy="253365"/>
          </a:xfrm>
          <a:custGeom>
            <a:avLst/>
            <a:gdLst/>
            <a:ahLst/>
            <a:cxnLst/>
            <a:rect l="l" t="t" r="r" b="b"/>
            <a:pathLst>
              <a:path w="276860" h="253364">
                <a:moveTo>
                  <a:pt x="142237" y="22641"/>
                </a:moveTo>
                <a:lnTo>
                  <a:pt x="0" y="128986"/>
                </a:lnTo>
                <a:lnTo>
                  <a:pt x="92718" y="252999"/>
                </a:lnTo>
                <a:lnTo>
                  <a:pt x="234955" y="146655"/>
                </a:lnTo>
                <a:lnTo>
                  <a:pt x="234674" y="146278"/>
                </a:lnTo>
                <a:lnTo>
                  <a:pt x="239242" y="143450"/>
                </a:lnTo>
                <a:lnTo>
                  <a:pt x="263282" y="117881"/>
                </a:lnTo>
                <a:lnTo>
                  <a:pt x="275953" y="87691"/>
                </a:lnTo>
                <a:lnTo>
                  <a:pt x="276458" y="56586"/>
                </a:lnTo>
                <a:lnTo>
                  <a:pt x="264001" y="28271"/>
                </a:lnTo>
                <a:lnTo>
                  <a:pt x="257780" y="23018"/>
                </a:lnTo>
                <a:lnTo>
                  <a:pt x="142518" y="23018"/>
                </a:lnTo>
                <a:lnTo>
                  <a:pt x="142237" y="22641"/>
                </a:lnTo>
                <a:close/>
              </a:path>
              <a:path w="276860" h="253364">
                <a:moveTo>
                  <a:pt x="210390" y="0"/>
                </a:moveTo>
                <a:lnTo>
                  <a:pt x="177848" y="3613"/>
                </a:lnTo>
                <a:lnTo>
                  <a:pt x="146522" y="19437"/>
                </a:lnTo>
                <a:lnTo>
                  <a:pt x="142518" y="23018"/>
                </a:lnTo>
                <a:lnTo>
                  <a:pt x="257780" y="23018"/>
                </a:lnTo>
                <a:lnTo>
                  <a:pt x="240367" y="8314"/>
                </a:lnTo>
                <a:lnTo>
                  <a:pt x="210390" y="0"/>
                </a:lnTo>
                <a:close/>
              </a:path>
            </a:pathLst>
          </a:custGeom>
          <a:solidFill>
            <a:srgbClr val="843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755622" y="3190947"/>
            <a:ext cx="276860" cy="253365"/>
          </a:xfrm>
          <a:custGeom>
            <a:avLst/>
            <a:gdLst/>
            <a:ahLst/>
            <a:cxnLst/>
            <a:rect l="l" t="t" r="r" b="b"/>
            <a:pathLst>
              <a:path w="276860" h="253364">
                <a:moveTo>
                  <a:pt x="92719" y="252999"/>
                </a:moveTo>
                <a:lnTo>
                  <a:pt x="0" y="128986"/>
                </a:lnTo>
                <a:lnTo>
                  <a:pt x="142237" y="22641"/>
                </a:lnTo>
                <a:lnTo>
                  <a:pt x="142518" y="23018"/>
                </a:lnTo>
                <a:lnTo>
                  <a:pt x="146523" y="19436"/>
                </a:lnTo>
                <a:lnTo>
                  <a:pt x="177849" y="3612"/>
                </a:lnTo>
                <a:lnTo>
                  <a:pt x="210390" y="0"/>
                </a:lnTo>
                <a:lnTo>
                  <a:pt x="240368" y="8314"/>
                </a:lnTo>
                <a:lnTo>
                  <a:pt x="264002" y="28271"/>
                </a:lnTo>
                <a:lnTo>
                  <a:pt x="276458" y="56586"/>
                </a:lnTo>
                <a:lnTo>
                  <a:pt x="275953" y="87691"/>
                </a:lnTo>
                <a:lnTo>
                  <a:pt x="263282" y="117881"/>
                </a:lnTo>
                <a:lnTo>
                  <a:pt x="239243" y="143450"/>
                </a:lnTo>
                <a:lnTo>
                  <a:pt x="234674" y="146279"/>
                </a:lnTo>
                <a:lnTo>
                  <a:pt x="234956" y="146655"/>
                </a:lnTo>
                <a:lnTo>
                  <a:pt x="92719" y="252999"/>
                </a:lnTo>
                <a:close/>
              </a:path>
            </a:pathLst>
          </a:custGeom>
          <a:ln w="24896">
            <a:solidFill>
              <a:srgbClr val="843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574101" y="3318276"/>
            <a:ext cx="276860" cy="253365"/>
          </a:xfrm>
          <a:custGeom>
            <a:avLst/>
            <a:gdLst/>
            <a:ahLst/>
            <a:cxnLst/>
            <a:rect l="l" t="t" r="r" b="b"/>
            <a:pathLst>
              <a:path w="276860" h="253364">
                <a:moveTo>
                  <a:pt x="183739" y="0"/>
                </a:moveTo>
                <a:lnTo>
                  <a:pt x="276458" y="124013"/>
                </a:lnTo>
                <a:lnTo>
                  <a:pt x="134221" y="230358"/>
                </a:lnTo>
                <a:lnTo>
                  <a:pt x="133939" y="229981"/>
                </a:lnTo>
                <a:lnTo>
                  <a:pt x="129934" y="233563"/>
                </a:lnTo>
                <a:lnTo>
                  <a:pt x="98609" y="249387"/>
                </a:lnTo>
                <a:lnTo>
                  <a:pt x="66067" y="252999"/>
                </a:lnTo>
                <a:lnTo>
                  <a:pt x="36090" y="244685"/>
                </a:lnTo>
                <a:lnTo>
                  <a:pt x="12456" y="224728"/>
                </a:lnTo>
                <a:lnTo>
                  <a:pt x="0" y="196413"/>
                </a:lnTo>
                <a:lnTo>
                  <a:pt x="505" y="165308"/>
                </a:lnTo>
                <a:lnTo>
                  <a:pt x="13176" y="135118"/>
                </a:lnTo>
                <a:lnTo>
                  <a:pt x="37215" y="109549"/>
                </a:lnTo>
                <a:lnTo>
                  <a:pt x="41783" y="106720"/>
                </a:lnTo>
                <a:lnTo>
                  <a:pt x="41501" y="106344"/>
                </a:lnTo>
                <a:lnTo>
                  <a:pt x="183739" y="0"/>
                </a:lnTo>
                <a:close/>
              </a:path>
            </a:pathLst>
          </a:custGeom>
          <a:ln w="24896">
            <a:solidFill>
              <a:srgbClr val="843C0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617439" y="3179172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89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89" y="274898"/>
                </a:lnTo>
                <a:lnTo>
                  <a:pt x="53610" y="311873"/>
                </a:lnTo>
                <a:lnTo>
                  <a:pt x="90655" y="340439"/>
                </a:lnTo>
                <a:lnTo>
                  <a:pt x="134379" y="358856"/>
                </a:lnTo>
                <a:lnTo>
                  <a:pt x="183038" y="365382"/>
                </a:lnTo>
                <a:lnTo>
                  <a:pt x="231697" y="358856"/>
                </a:lnTo>
                <a:lnTo>
                  <a:pt x="275420" y="340439"/>
                </a:lnTo>
                <a:lnTo>
                  <a:pt x="312465" y="311873"/>
                </a:lnTo>
                <a:lnTo>
                  <a:pt x="341086" y="274898"/>
                </a:lnTo>
                <a:lnTo>
                  <a:pt x="359537" y="231257"/>
                </a:lnTo>
                <a:lnTo>
                  <a:pt x="366076" y="182690"/>
                </a:lnTo>
                <a:lnTo>
                  <a:pt x="359537" y="134124"/>
                </a:lnTo>
                <a:lnTo>
                  <a:pt x="341086" y="90483"/>
                </a:lnTo>
                <a:lnTo>
                  <a:pt x="312465" y="53508"/>
                </a:lnTo>
                <a:lnTo>
                  <a:pt x="275420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FFC000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617439" y="3179172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637458" y="378094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7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9"/>
                </a:lnTo>
                <a:lnTo>
                  <a:pt x="24990" y="90484"/>
                </a:lnTo>
                <a:lnTo>
                  <a:pt x="6538" y="134125"/>
                </a:lnTo>
                <a:lnTo>
                  <a:pt x="0" y="182692"/>
                </a:lnTo>
                <a:lnTo>
                  <a:pt x="6538" y="231258"/>
                </a:lnTo>
                <a:lnTo>
                  <a:pt x="24990" y="274899"/>
                </a:lnTo>
                <a:lnTo>
                  <a:pt x="53610" y="311874"/>
                </a:lnTo>
                <a:lnTo>
                  <a:pt x="90655" y="340440"/>
                </a:lnTo>
                <a:lnTo>
                  <a:pt x="134379" y="358856"/>
                </a:lnTo>
                <a:lnTo>
                  <a:pt x="183037" y="365382"/>
                </a:lnTo>
                <a:lnTo>
                  <a:pt x="231696" y="358856"/>
                </a:lnTo>
                <a:lnTo>
                  <a:pt x="275421" y="340440"/>
                </a:lnTo>
                <a:lnTo>
                  <a:pt x="312465" y="311874"/>
                </a:lnTo>
                <a:lnTo>
                  <a:pt x="341086" y="274899"/>
                </a:lnTo>
                <a:lnTo>
                  <a:pt x="359537" y="231258"/>
                </a:lnTo>
                <a:lnTo>
                  <a:pt x="366076" y="182692"/>
                </a:lnTo>
                <a:lnTo>
                  <a:pt x="359537" y="134125"/>
                </a:lnTo>
                <a:lnTo>
                  <a:pt x="341086" y="90484"/>
                </a:lnTo>
                <a:lnTo>
                  <a:pt x="312465" y="53509"/>
                </a:lnTo>
                <a:lnTo>
                  <a:pt x="275421" y="24942"/>
                </a:lnTo>
                <a:lnTo>
                  <a:pt x="231696" y="6525"/>
                </a:lnTo>
                <a:lnTo>
                  <a:pt x="183037" y="0"/>
                </a:lnTo>
                <a:close/>
              </a:path>
            </a:pathLst>
          </a:custGeom>
          <a:solidFill>
            <a:srgbClr val="FFC000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637458" y="378094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039552" y="260836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89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89" y="274898"/>
                </a:lnTo>
                <a:lnTo>
                  <a:pt x="53610" y="311872"/>
                </a:lnTo>
                <a:lnTo>
                  <a:pt x="90655" y="340438"/>
                </a:lnTo>
                <a:lnTo>
                  <a:pt x="134379" y="358855"/>
                </a:lnTo>
                <a:lnTo>
                  <a:pt x="183038" y="365381"/>
                </a:lnTo>
                <a:lnTo>
                  <a:pt x="231697" y="358855"/>
                </a:lnTo>
                <a:lnTo>
                  <a:pt x="275421" y="340438"/>
                </a:lnTo>
                <a:lnTo>
                  <a:pt x="312466" y="311872"/>
                </a:lnTo>
                <a:lnTo>
                  <a:pt x="341087" y="274898"/>
                </a:lnTo>
                <a:lnTo>
                  <a:pt x="359539" y="231257"/>
                </a:lnTo>
                <a:lnTo>
                  <a:pt x="366077" y="182690"/>
                </a:lnTo>
                <a:lnTo>
                  <a:pt x="359539" y="134124"/>
                </a:lnTo>
                <a:lnTo>
                  <a:pt x="341087" y="90483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FFC000">
              <a:alpha val="670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039552" y="260836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418453" y="2961723"/>
            <a:ext cx="217804" cy="194310"/>
          </a:xfrm>
          <a:custGeom>
            <a:avLst/>
            <a:gdLst/>
            <a:ahLst/>
            <a:cxnLst/>
            <a:rect l="l" t="t" r="r" b="b"/>
            <a:pathLst>
              <a:path w="217804" h="194310">
                <a:moveTo>
                  <a:pt x="0" y="0"/>
                </a:moveTo>
                <a:lnTo>
                  <a:pt x="217287" y="193880"/>
                </a:lnTo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648259" y="4745207"/>
            <a:ext cx="231775" cy="462915"/>
          </a:xfrm>
          <a:custGeom>
            <a:avLst/>
            <a:gdLst/>
            <a:ahLst/>
            <a:cxnLst/>
            <a:rect l="l" t="t" r="r" b="b"/>
            <a:pathLst>
              <a:path w="231775" h="462914">
                <a:moveTo>
                  <a:pt x="0" y="0"/>
                </a:moveTo>
                <a:lnTo>
                  <a:pt x="231283" y="462863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639645" y="4730686"/>
            <a:ext cx="213360" cy="1369060"/>
          </a:xfrm>
          <a:custGeom>
            <a:avLst/>
            <a:gdLst/>
            <a:ahLst/>
            <a:cxnLst/>
            <a:rect l="l" t="t" r="r" b="b"/>
            <a:pathLst>
              <a:path w="213359" h="1369060">
                <a:moveTo>
                  <a:pt x="0" y="0"/>
                </a:moveTo>
                <a:lnTo>
                  <a:pt x="213008" y="1368742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635925" y="4738649"/>
            <a:ext cx="1636395" cy="427355"/>
          </a:xfrm>
          <a:custGeom>
            <a:avLst/>
            <a:gdLst/>
            <a:ahLst/>
            <a:cxnLst/>
            <a:rect l="l" t="t" r="r" b="b"/>
            <a:pathLst>
              <a:path w="1636395" h="427354">
                <a:moveTo>
                  <a:pt x="0" y="0"/>
                </a:moveTo>
                <a:lnTo>
                  <a:pt x="1635923" y="42677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859337" y="5171298"/>
            <a:ext cx="1412510" cy="92812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846889" y="5158851"/>
            <a:ext cx="1437640" cy="953135"/>
          </a:xfrm>
          <a:custGeom>
            <a:avLst/>
            <a:gdLst/>
            <a:ahLst/>
            <a:cxnLst/>
            <a:rect l="l" t="t" r="r" b="b"/>
            <a:pathLst>
              <a:path w="1437640" h="953135">
                <a:moveTo>
                  <a:pt x="0" y="0"/>
                </a:moveTo>
                <a:lnTo>
                  <a:pt x="1437406" y="0"/>
                </a:lnTo>
                <a:lnTo>
                  <a:pt x="1437406" y="953026"/>
                </a:lnTo>
                <a:lnTo>
                  <a:pt x="0" y="953026"/>
                </a:lnTo>
                <a:lnTo>
                  <a:pt x="0" y="0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505809" y="5319482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8" y="0"/>
                </a:moveTo>
                <a:lnTo>
                  <a:pt x="37028" y="4755"/>
                </a:lnTo>
                <a:lnTo>
                  <a:pt x="17757" y="17724"/>
                </a:lnTo>
                <a:lnTo>
                  <a:pt x="4764" y="36959"/>
                </a:lnTo>
                <a:lnTo>
                  <a:pt x="0" y="60514"/>
                </a:lnTo>
                <a:lnTo>
                  <a:pt x="4764" y="84068"/>
                </a:lnTo>
                <a:lnTo>
                  <a:pt x="17757" y="103303"/>
                </a:lnTo>
                <a:lnTo>
                  <a:pt x="37028" y="116271"/>
                </a:lnTo>
                <a:lnTo>
                  <a:pt x="60628" y="121027"/>
                </a:lnTo>
                <a:lnTo>
                  <a:pt x="84227" y="116271"/>
                </a:lnTo>
                <a:lnTo>
                  <a:pt x="103499" y="103303"/>
                </a:lnTo>
                <a:lnTo>
                  <a:pt x="116492" y="84068"/>
                </a:lnTo>
                <a:lnTo>
                  <a:pt x="121257" y="60514"/>
                </a:lnTo>
                <a:lnTo>
                  <a:pt x="116492" y="36959"/>
                </a:lnTo>
                <a:lnTo>
                  <a:pt x="103499" y="17724"/>
                </a:lnTo>
                <a:lnTo>
                  <a:pt x="84227" y="4755"/>
                </a:lnTo>
                <a:lnTo>
                  <a:pt x="60628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505809" y="5319482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640473" y="5438339"/>
            <a:ext cx="58419" cy="35560"/>
          </a:xfrm>
          <a:custGeom>
            <a:avLst/>
            <a:gdLst/>
            <a:ahLst/>
            <a:cxnLst/>
            <a:rect l="l" t="t" r="r" b="b"/>
            <a:pathLst>
              <a:path w="58420" h="35560">
                <a:moveTo>
                  <a:pt x="0" y="0"/>
                </a:moveTo>
                <a:lnTo>
                  <a:pt x="58251" y="35507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894867" y="5226665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7" y="0"/>
                </a:moveTo>
                <a:lnTo>
                  <a:pt x="37028" y="4755"/>
                </a:lnTo>
                <a:lnTo>
                  <a:pt x="17757" y="17724"/>
                </a:lnTo>
                <a:lnTo>
                  <a:pt x="4764" y="36959"/>
                </a:lnTo>
                <a:lnTo>
                  <a:pt x="0" y="60514"/>
                </a:lnTo>
                <a:lnTo>
                  <a:pt x="4764" y="84068"/>
                </a:lnTo>
                <a:lnTo>
                  <a:pt x="17757" y="103303"/>
                </a:lnTo>
                <a:lnTo>
                  <a:pt x="37028" y="116271"/>
                </a:lnTo>
                <a:lnTo>
                  <a:pt x="60627" y="121027"/>
                </a:lnTo>
                <a:lnTo>
                  <a:pt x="84226" y="116271"/>
                </a:lnTo>
                <a:lnTo>
                  <a:pt x="103498" y="103303"/>
                </a:lnTo>
                <a:lnTo>
                  <a:pt x="116491" y="84068"/>
                </a:lnTo>
                <a:lnTo>
                  <a:pt x="121255" y="60514"/>
                </a:lnTo>
                <a:lnTo>
                  <a:pt x="116491" y="36959"/>
                </a:lnTo>
                <a:lnTo>
                  <a:pt x="103498" y="17724"/>
                </a:lnTo>
                <a:lnTo>
                  <a:pt x="84226" y="4755"/>
                </a:lnTo>
                <a:lnTo>
                  <a:pt x="60627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894867" y="5226665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708788" y="5454269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7" y="0"/>
                </a:moveTo>
                <a:lnTo>
                  <a:pt x="37028" y="4755"/>
                </a:lnTo>
                <a:lnTo>
                  <a:pt x="17757" y="17723"/>
                </a:lnTo>
                <a:lnTo>
                  <a:pt x="4764" y="36958"/>
                </a:lnTo>
                <a:lnTo>
                  <a:pt x="0" y="60512"/>
                </a:lnTo>
                <a:lnTo>
                  <a:pt x="4764" y="84067"/>
                </a:lnTo>
                <a:lnTo>
                  <a:pt x="17757" y="103301"/>
                </a:lnTo>
                <a:lnTo>
                  <a:pt x="37028" y="116270"/>
                </a:lnTo>
                <a:lnTo>
                  <a:pt x="60627" y="121025"/>
                </a:lnTo>
                <a:lnTo>
                  <a:pt x="84226" y="116270"/>
                </a:lnTo>
                <a:lnTo>
                  <a:pt x="103498" y="103301"/>
                </a:lnTo>
                <a:lnTo>
                  <a:pt x="116491" y="84067"/>
                </a:lnTo>
                <a:lnTo>
                  <a:pt x="121255" y="60512"/>
                </a:lnTo>
                <a:lnTo>
                  <a:pt x="116491" y="36958"/>
                </a:lnTo>
                <a:lnTo>
                  <a:pt x="103498" y="17723"/>
                </a:lnTo>
                <a:lnTo>
                  <a:pt x="84226" y="4755"/>
                </a:lnTo>
                <a:lnTo>
                  <a:pt x="60627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708788" y="5454269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333861" y="5772796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8" y="0"/>
                </a:moveTo>
                <a:lnTo>
                  <a:pt x="37028" y="4755"/>
                </a:lnTo>
                <a:lnTo>
                  <a:pt x="17757" y="17723"/>
                </a:lnTo>
                <a:lnTo>
                  <a:pt x="4764" y="36958"/>
                </a:lnTo>
                <a:lnTo>
                  <a:pt x="0" y="60513"/>
                </a:lnTo>
                <a:lnTo>
                  <a:pt x="4764" y="84067"/>
                </a:lnTo>
                <a:lnTo>
                  <a:pt x="17757" y="103302"/>
                </a:lnTo>
                <a:lnTo>
                  <a:pt x="37028" y="116271"/>
                </a:lnTo>
                <a:lnTo>
                  <a:pt x="60628" y="121026"/>
                </a:lnTo>
                <a:lnTo>
                  <a:pt x="84227" y="116271"/>
                </a:lnTo>
                <a:lnTo>
                  <a:pt x="103498" y="103302"/>
                </a:lnTo>
                <a:lnTo>
                  <a:pt x="116491" y="84067"/>
                </a:lnTo>
                <a:lnTo>
                  <a:pt x="121255" y="60513"/>
                </a:lnTo>
                <a:lnTo>
                  <a:pt x="116491" y="36958"/>
                </a:lnTo>
                <a:lnTo>
                  <a:pt x="103498" y="17723"/>
                </a:lnTo>
                <a:lnTo>
                  <a:pt x="84227" y="4755"/>
                </a:lnTo>
                <a:lnTo>
                  <a:pt x="60628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333861" y="5772796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943764" y="5852622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8" y="0"/>
                </a:moveTo>
                <a:lnTo>
                  <a:pt x="37029" y="4755"/>
                </a:lnTo>
                <a:lnTo>
                  <a:pt x="17757" y="17723"/>
                </a:lnTo>
                <a:lnTo>
                  <a:pt x="4764" y="36958"/>
                </a:lnTo>
                <a:lnTo>
                  <a:pt x="0" y="60513"/>
                </a:lnTo>
                <a:lnTo>
                  <a:pt x="4764" y="84067"/>
                </a:lnTo>
                <a:lnTo>
                  <a:pt x="17757" y="103302"/>
                </a:lnTo>
                <a:lnTo>
                  <a:pt x="37029" y="116271"/>
                </a:lnTo>
                <a:lnTo>
                  <a:pt x="60628" y="121026"/>
                </a:lnTo>
                <a:lnTo>
                  <a:pt x="84228" y="116271"/>
                </a:lnTo>
                <a:lnTo>
                  <a:pt x="103499" y="103302"/>
                </a:lnTo>
                <a:lnTo>
                  <a:pt x="116492" y="84067"/>
                </a:lnTo>
                <a:lnTo>
                  <a:pt x="121257" y="60513"/>
                </a:lnTo>
                <a:lnTo>
                  <a:pt x="116492" y="36958"/>
                </a:lnTo>
                <a:lnTo>
                  <a:pt x="103499" y="17723"/>
                </a:lnTo>
                <a:lnTo>
                  <a:pt x="84228" y="4755"/>
                </a:lnTo>
                <a:lnTo>
                  <a:pt x="60628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943764" y="5852622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661838" y="5303722"/>
            <a:ext cx="202565" cy="48260"/>
          </a:xfrm>
          <a:custGeom>
            <a:avLst/>
            <a:gdLst/>
            <a:ahLst/>
            <a:cxnLst/>
            <a:rect l="l" t="t" r="r" b="b"/>
            <a:pathLst>
              <a:path w="202565" h="48260">
                <a:moveTo>
                  <a:pt x="0" y="48172"/>
                </a:moveTo>
                <a:lnTo>
                  <a:pt x="202517" y="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852771" y="5381400"/>
            <a:ext cx="84455" cy="92710"/>
          </a:xfrm>
          <a:custGeom>
            <a:avLst/>
            <a:gdLst/>
            <a:ahLst/>
            <a:cxnLst/>
            <a:rect l="l" t="t" r="r" b="b"/>
            <a:pathLst>
              <a:path w="84454" h="92710">
                <a:moveTo>
                  <a:pt x="0" y="92447"/>
                </a:moveTo>
                <a:lnTo>
                  <a:pt x="84134" y="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176162" y="5537687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8" y="0"/>
                </a:moveTo>
                <a:lnTo>
                  <a:pt x="37028" y="4755"/>
                </a:lnTo>
                <a:lnTo>
                  <a:pt x="17757" y="17723"/>
                </a:lnTo>
                <a:lnTo>
                  <a:pt x="4764" y="36958"/>
                </a:lnTo>
                <a:lnTo>
                  <a:pt x="0" y="60512"/>
                </a:lnTo>
                <a:lnTo>
                  <a:pt x="4764" y="84067"/>
                </a:lnTo>
                <a:lnTo>
                  <a:pt x="17757" y="103302"/>
                </a:lnTo>
                <a:lnTo>
                  <a:pt x="37028" y="116270"/>
                </a:lnTo>
                <a:lnTo>
                  <a:pt x="60628" y="121026"/>
                </a:lnTo>
                <a:lnTo>
                  <a:pt x="84226" y="116270"/>
                </a:lnTo>
                <a:lnTo>
                  <a:pt x="103498" y="103302"/>
                </a:lnTo>
                <a:lnTo>
                  <a:pt x="116491" y="84067"/>
                </a:lnTo>
                <a:lnTo>
                  <a:pt x="121255" y="60512"/>
                </a:lnTo>
                <a:lnTo>
                  <a:pt x="116491" y="36958"/>
                </a:lnTo>
                <a:lnTo>
                  <a:pt x="103498" y="17723"/>
                </a:lnTo>
                <a:lnTo>
                  <a:pt x="84226" y="4755"/>
                </a:lnTo>
                <a:lnTo>
                  <a:pt x="60628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176162" y="5537687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841988" y="5648385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60629" y="0"/>
                </a:moveTo>
                <a:lnTo>
                  <a:pt x="37029" y="4755"/>
                </a:lnTo>
                <a:lnTo>
                  <a:pt x="17758" y="17723"/>
                </a:lnTo>
                <a:lnTo>
                  <a:pt x="4764" y="36958"/>
                </a:lnTo>
                <a:lnTo>
                  <a:pt x="0" y="60513"/>
                </a:lnTo>
                <a:lnTo>
                  <a:pt x="4764" y="84067"/>
                </a:lnTo>
                <a:lnTo>
                  <a:pt x="17758" y="103302"/>
                </a:lnTo>
                <a:lnTo>
                  <a:pt x="37029" y="116271"/>
                </a:lnTo>
                <a:lnTo>
                  <a:pt x="60629" y="121026"/>
                </a:lnTo>
                <a:lnTo>
                  <a:pt x="84228" y="116271"/>
                </a:lnTo>
                <a:lnTo>
                  <a:pt x="103499" y="103302"/>
                </a:lnTo>
                <a:lnTo>
                  <a:pt x="116492" y="84067"/>
                </a:lnTo>
                <a:lnTo>
                  <a:pt x="121257" y="60513"/>
                </a:lnTo>
                <a:lnTo>
                  <a:pt x="116492" y="36958"/>
                </a:lnTo>
                <a:lnTo>
                  <a:pt x="103499" y="17723"/>
                </a:lnTo>
                <a:lnTo>
                  <a:pt x="84228" y="4755"/>
                </a:lnTo>
                <a:lnTo>
                  <a:pt x="60629" y="0"/>
                </a:lnTo>
                <a:close/>
              </a:path>
            </a:pathLst>
          </a:custGeom>
          <a:solidFill>
            <a:srgbClr val="1500EC">
              <a:alpha val="2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841988" y="5648385"/>
            <a:ext cx="121285" cy="121285"/>
          </a:xfrm>
          <a:custGeom>
            <a:avLst/>
            <a:gdLst/>
            <a:ahLst/>
            <a:cxnLst/>
            <a:rect l="l" t="t" r="r" b="b"/>
            <a:pathLst>
              <a:path w="121284" h="121285">
                <a:moveTo>
                  <a:pt x="0" y="60513"/>
                </a:moveTo>
                <a:lnTo>
                  <a:pt x="4764" y="36958"/>
                </a:lnTo>
                <a:lnTo>
                  <a:pt x="17757" y="17723"/>
                </a:lnTo>
                <a:lnTo>
                  <a:pt x="37029" y="4755"/>
                </a:lnTo>
                <a:lnTo>
                  <a:pt x="60628" y="0"/>
                </a:lnTo>
                <a:lnTo>
                  <a:pt x="84227" y="4755"/>
                </a:lnTo>
                <a:lnTo>
                  <a:pt x="103498" y="17723"/>
                </a:lnTo>
                <a:lnTo>
                  <a:pt x="116492" y="36958"/>
                </a:lnTo>
                <a:lnTo>
                  <a:pt x="121256" y="60513"/>
                </a:lnTo>
                <a:lnTo>
                  <a:pt x="116492" y="84067"/>
                </a:lnTo>
                <a:lnTo>
                  <a:pt x="103498" y="103302"/>
                </a:lnTo>
                <a:lnTo>
                  <a:pt x="84227" y="116271"/>
                </a:lnTo>
                <a:lnTo>
                  <a:pt x="60628" y="121026"/>
                </a:lnTo>
                <a:lnTo>
                  <a:pt x="37029" y="116271"/>
                </a:lnTo>
                <a:lnTo>
                  <a:pt x="17757" y="103302"/>
                </a:lnTo>
                <a:lnTo>
                  <a:pt x="4764" y="84067"/>
                </a:lnTo>
                <a:lnTo>
                  <a:pt x="0" y="60513"/>
                </a:lnTo>
                <a:close/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297418" y="5434997"/>
            <a:ext cx="195580" cy="113664"/>
          </a:xfrm>
          <a:custGeom>
            <a:avLst/>
            <a:gdLst/>
            <a:ahLst/>
            <a:cxnLst/>
            <a:rect l="l" t="t" r="r" b="b"/>
            <a:pathLst>
              <a:path w="195579" h="113664">
                <a:moveTo>
                  <a:pt x="0" y="113286"/>
                </a:moveTo>
                <a:lnTo>
                  <a:pt x="194981" y="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941610" y="5780343"/>
            <a:ext cx="32384" cy="53340"/>
          </a:xfrm>
          <a:custGeom>
            <a:avLst/>
            <a:gdLst/>
            <a:ahLst/>
            <a:cxnLst/>
            <a:rect l="l" t="t" r="r" b="b"/>
            <a:pathLst>
              <a:path w="32384" h="53339">
                <a:moveTo>
                  <a:pt x="32010" y="52966"/>
                </a:moveTo>
                <a:lnTo>
                  <a:pt x="0" y="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822466" y="5586902"/>
            <a:ext cx="36195" cy="50800"/>
          </a:xfrm>
          <a:custGeom>
            <a:avLst/>
            <a:gdLst/>
            <a:ahLst/>
            <a:cxnLst/>
            <a:rect l="l" t="t" r="r" b="b"/>
            <a:pathLst>
              <a:path w="36195" h="50800">
                <a:moveTo>
                  <a:pt x="35876" y="50550"/>
                </a:moveTo>
                <a:lnTo>
                  <a:pt x="0" y="0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7281442" y="5672470"/>
            <a:ext cx="58419" cy="83185"/>
          </a:xfrm>
          <a:custGeom>
            <a:avLst/>
            <a:gdLst/>
            <a:ahLst/>
            <a:cxnLst/>
            <a:rect l="l" t="t" r="r" b="b"/>
            <a:pathLst>
              <a:path w="58420" h="83185">
                <a:moveTo>
                  <a:pt x="0" y="0"/>
                </a:moveTo>
                <a:lnTo>
                  <a:pt x="58317" y="83031"/>
                </a:lnTo>
              </a:path>
            </a:pathLst>
          </a:custGeom>
          <a:ln w="24896">
            <a:solidFill>
              <a:srgbClr val="1500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065266" y="2826565"/>
            <a:ext cx="857885" cy="259715"/>
          </a:xfrm>
          <a:custGeom>
            <a:avLst/>
            <a:gdLst/>
            <a:ahLst/>
            <a:cxnLst/>
            <a:rect l="l" t="t" r="r" b="b"/>
            <a:pathLst>
              <a:path w="857885" h="259714">
                <a:moveTo>
                  <a:pt x="0" y="259458"/>
                </a:moveTo>
                <a:lnTo>
                  <a:pt x="857258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974134" y="4146331"/>
            <a:ext cx="614045" cy="421005"/>
          </a:xfrm>
          <a:custGeom>
            <a:avLst/>
            <a:gdLst/>
            <a:ahLst/>
            <a:cxnLst/>
            <a:rect l="l" t="t" r="r" b="b"/>
            <a:pathLst>
              <a:path w="614045" h="421004">
                <a:moveTo>
                  <a:pt x="0" y="420410"/>
                </a:moveTo>
                <a:lnTo>
                  <a:pt x="613611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963096" y="2202717"/>
            <a:ext cx="549704" cy="5497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989387" y="4468455"/>
            <a:ext cx="497123" cy="49712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166248" y="3395336"/>
            <a:ext cx="580774" cy="57838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321325" y="2757566"/>
            <a:ext cx="100330" cy="596265"/>
          </a:xfrm>
          <a:custGeom>
            <a:avLst/>
            <a:gdLst/>
            <a:ahLst/>
            <a:cxnLst/>
            <a:rect l="l" t="t" r="r" b="b"/>
            <a:pathLst>
              <a:path w="100329" h="596264">
                <a:moveTo>
                  <a:pt x="99807" y="595679"/>
                </a:moveTo>
                <a:lnTo>
                  <a:pt x="0" y="0"/>
                </a:lnTo>
              </a:path>
            </a:pathLst>
          </a:custGeom>
          <a:ln w="24896">
            <a:solidFill>
              <a:srgbClr val="009D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058630" y="226884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90" y="90482"/>
                </a:lnTo>
                <a:lnTo>
                  <a:pt x="6538" y="134123"/>
                </a:lnTo>
                <a:lnTo>
                  <a:pt x="0" y="182689"/>
                </a:lnTo>
                <a:lnTo>
                  <a:pt x="6538" y="231256"/>
                </a:lnTo>
                <a:lnTo>
                  <a:pt x="24990" y="274897"/>
                </a:lnTo>
                <a:lnTo>
                  <a:pt x="53610" y="311871"/>
                </a:lnTo>
                <a:lnTo>
                  <a:pt x="90655" y="340437"/>
                </a:lnTo>
                <a:lnTo>
                  <a:pt x="134379" y="358854"/>
                </a:lnTo>
                <a:lnTo>
                  <a:pt x="183038" y="365380"/>
                </a:lnTo>
                <a:lnTo>
                  <a:pt x="231697" y="358854"/>
                </a:lnTo>
                <a:lnTo>
                  <a:pt x="275420" y="340437"/>
                </a:lnTo>
                <a:lnTo>
                  <a:pt x="312465" y="311871"/>
                </a:lnTo>
                <a:lnTo>
                  <a:pt x="341086" y="274897"/>
                </a:lnTo>
                <a:lnTo>
                  <a:pt x="359537" y="231256"/>
                </a:lnTo>
                <a:lnTo>
                  <a:pt x="366076" y="182689"/>
                </a:lnTo>
                <a:lnTo>
                  <a:pt x="359537" y="134123"/>
                </a:lnTo>
                <a:lnTo>
                  <a:pt x="341086" y="90482"/>
                </a:lnTo>
                <a:lnTo>
                  <a:pt x="312465" y="53508"/>
                </a:lnTo>
                <a:lnTo>
                  <a:pt x="275420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73FF7D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058630" y="2268847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009D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275539" y="3530570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7" y="0"/>
                </a:moveTo>
                <a:lnTo>
                  <a:pt x="134378" y="6525"/>
                </a:lnTo>
                <a:lnTo>
                  <a:pt x="90654" y="24942"/>
                </a:lnTo>
                <a:lnTo>
                  <a:pt x="53610" y="53508"/>
                </a:lnTo>
                <a:lnTo>
                  <a:pt x="24989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7"/>
                </a:lnTo>
                <a:lnTo>
                  <a:pt x="24989" y="274898"/>
                </a:lnTo>
                <a:lnTo>
                  <a:pt x="53610" y="311872"/>
                </a:lnTo>
                <a:lnTo>
                  <a:pt x="90654" y="340438"/>
                </a:lnTo>
                <a:lnTo>
                  <a:pt x="134378" y="358855"/>
                </a:lnTo>
                <a:lnTo>
                  <a:pt x="183037" y="365381"/>
                </a:lnTo>
                <a:lnTo>
                  <a:pt x="231696" y="358855"/>
                </a:lnTo>
                <a:lnTo>
                  <a:pt x="275420" y="340438"/>
                </a:lnTo>
                <a:lnTo>
                  <a:pt x="312465" y="311872"/>
                </a:lnTo>
                <a:lnTo>
                  <a:pt x="341086" y="274898"/>
                </a:lnTo>
                <a:lnTo>
                  <a:pt x="359537" y="231257"/>
                </a:lnTo>
                <a:lnTo>
                  <a:pt x="366076" y="182690"/>
                </a:lnTo>
                <a:lnTo>
                  <a:pt x="359537" y="134124"/>
                </a:lnTo>
                <a:lnTo>
                  <a:pt x="341086" y="90483"/>
                </a:lnTo>
                <a:lnTo>
                  <a:pt x="312465" y="53508"/>
                </a:lnTo>
                <a:lnTo>
                  <a:pt x="275420" y="24942"/>
                </a:lnTo>
                <a:lnTo>
                  <a:pt x="231696" y="6525"/>
                </a:lnTo>
                <a:lnTo>
                  <a:pt x="183037" y="0"/>
                </a:lnTo>
                <a:close/>
              </a:path>
            </a:pathLst>
          </a:custGeom>
          <a:solidFill>
            <a:srgbClr val="73FF7D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275539" y="3530570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009D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055056" y="4521080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183038" y="0"/>
                </a:moveTo>
                <a:lnTo>
                  <a:pt x="134379" y="6525"/>
                </a:lnTo>
                <a:lnTo>
                  <a:pt x="90655" y="24942"/>
                </a:lnTo>
                <a:lnTo>
                  <a:pt x="53610" y="53508"/>
                </a:lnTo>
                <a:lnTo>
                  <a:pt x="24989" y="90483"/>
                </a:lnTo>
                <a:lnTo>
                  <a:pt x="6538" y="134124"/>
                </a:lnTo>
                <a:lnTo>
                  <a:pt x="0" y="182690"/>
                </a:lnTo>
                <a:lnTo>
                  <a:pt x="6538" y="231256"/>
                </a:lnTo>
                <a:lnTo>
                  <a:pt x="24989" y="274897"/>
                </a:lnTo>
                <a:lnTo>
                  <a:pt x="53610" y="311872"/>
                </a:lnTo>
                <a:lnTo>
                  <a:pt x="90655" y="340438"/>
                </a:lnTo>
                <a:lnTo>
                  <a:pt x="134379" y="358855"/>
                </a:lnTo>
                <a:lnTo>
                  <a:pt x="183038" y="365381"/>
                </a:lnTo>
                <a:lnTo>
                  <a:pt x="231697" y="358855"/>
                </a:lnTo>
                <a:lnTo>
                  <a:pt x="275421" y="340438"/>
                </a:lnTo>
                <a:lnTo>
                  <a:pt x="312466" y="311872"/>
                </a:lnTo>
                <a:lnTo>
                  <a:pt x="341087" y="274897"/>
                </a:lnTo>
                <a:lnTo>
                  <a:pt x="359539" y="231256"/>
                </a:lnTo>
                <a:lnTo>
                  <a:pt x="366077" y="182690"/>
                </a:lnTo>
                <a:lnTo>
                  <a:pt x="359539" y="134124"/>
                </a:lnTo>
                <a:lnTo>
                  <a:pt x="341087" y="90483"/>
                </a:lnTo>
                <a:lnTo>
                  <a:pt x="312466" y="53508"/>
                </a:lnTo>
                <a:lnTo>
                  <a:pt x="275421" y="24942"/>
                </a:lnTo>
                <a:lnTo>
                  <a:pt x="231697" y="6525"/>
                </a:lnTo>
                <a:lnTo>
                  <a:pt x="183038" y="0"/>
                </a:lnTo>
                <a:close/>
              </a:path>
            </a:pathLst>
          </a:custGeom>
          <a:solidFill>
            <a:srgbClr val="73FF7D">
              <a:alpha val="6666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055056" y="4521080"/>
            <a:ext cx="366395" cy="365760"/>
          </a:xfrm>
          <a:custGeom>
            <a:avLst/>
            <a:gdLst/>
            <a:ahLst/>
            <a:cxnLst/>
            <a:rect l="l" t="t" r="r" b="b"/>
            <a:pathLst>
              <a:path w="366395" h="365760">
                <a:moveTo>
                  <a:pt x="0" y="182690"/>
                </a:moveTo>
                <a:lnTo>
                  <a:pt x="6538" y="134124"/>
                </a:lnTo>
                <a:lnTo>
                  <a:pt x="24990" y="90483"/>
                </a:lnTo>
                <a:lnTo>
                  <a:pt x="53610" y="53508"/>
                </a:lnTo>
                <a:lnTo>
                  <a:pt x="90655" y="24942"/>
                </a:lnTo>
                <a:lnTo>
                  <a:pt x="134379" y="6525"/>
                </a:lnTo>
                <a:lnTo>
                  <a:pt x="183038" y="0"/>
                </a:lnTo>
                <a:lnTo>
                  <a:pt x="231697" y="6525"/>
                </a:lnTo>
                <a:lnTo>
                  <a:pt x="275421" y="24942"/>
                </a:lnTo>
                <a:lnTo>
                  <a:pt x="312466" y="53508"/>
                </a:lnTo>
                <a:lnTo>
                  <a:pt x="341086" y="90483"/>
                </a:lnTo>
                <a:lnTo>
                  <a:pt x="359538" y="134124"/>
                </a:lnTo>
                <a:lnTo>
                  <a:pt x="366076" y="182690"/>
                </a:lnTo>
                <a:lnTo>
                  <a:pt x="359538" y="231257"/>
                </a:lnTo>
                <a:lnTo>
                  <a:pt x="341086" y="274898"/>
                </a:lnTo>
                <a:lnTo>
                  <a:pt x="312466" y="311873"/>
                </a:lnTo>
                <a:lnTo>
                  <a:pt x="275421" y="340439"/>
                </a:lnTo>
                <a:lnTo>
                  <a:pt x="231697" y="358856"/>
                </a:lnTo>
                <a:lnTo>
                  <a:pt x="183038" y="365381"/>
                </a:lnTo>
                <a:lnTo>
                  <a:pt x="134379" y="358856"/>
                </a:lnTo>
                <a:lnTo>
                  <a:pt x="90655" y="340439"/>
                </a:lnTo>
                <a:lnTo>
                  <a:pt x="53610" y="311873"/>
                </a:lnTo>
                <a:lnTo>
                  <a:pt x="24990" y="274898"/>
                </a:lnTo>
                <a:lnTo>
                  <a:pt x="6538" y="231257"/>
                </a:lnTo>
                <a:lnTo>
                  <a:pt x="0" y="182690"/>
                </a:lnTo>
                <a:close/>
              </a:path>
            </a:pathLst>
          </a:custGeom>
          <a:ln w="24896">
            <a:solidFill>
              <a:srgbClr val="009D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298139" y="3989147"/>
            <a:ext cx="123189" cy="453390"/>
          </a:xfrm>
          <a:custGeom>
            <a:avLst/>
            <a:gdLst/>
            <a:ahLst/>
            <a:cxnLst/>
            <a:rect l="l" t="t" r="r" b="b"/>
            <a:pathLst>
              <a:path w="123189" h="453389">
                <a:moveTo>
                  <a:pt x="0" y="453300"/>
                </a:moveTo>
                <a:lnTo>
                  <a:pt x="122990" y="0"/>
                </a:lnTo>
              </a:path>
            </a:pathLst>
          </a:custGeom>
          <a:ln w="24896">
            <a:solidFill>
              <a:srgbClr val="009D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083579" y="4058299"/>
            <a:ext cx="1806575" cy="535940"/>
          </a:xfrm>
          <a:custGeom>
            <a:avLst/>
            <a:gdLst/>
            <a:ahLst/>
            <a:cxnLst/>
            <a:rect l="l" t="t" r="r" b="b"/>
            <a:pathLst>
              <a:path w="1806575" h="535939">
                <a:moveTo>
                  <a:pt x="1806466" y="535729"/>
                </a:moveTo>
                <a:lnTo>
                  <a:pt x="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514855" y="2513347"/>
            <a:ext cx="1397000" cy="121285"/>
          </a:xfrm>
          <a:custGeom>
            <a:avLst/>
            <a:gdLst/>
            <a:ahLst/>
            <a:cxnLst/>
            <a:rect l="l" t="t" r="r" b="b"/>
            <a:pathLst>
              <a:path w="1397000" h="121285">
                <a:moveTo>
                  <a:pt x="1396947" y="0"/>
                </a:moveTo>
                <a:lnTo>
                  <a:pt x="0" y="12088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065988" y="3520210"/>
            <a:ext cx="1102995" cy="165735"/>
          </a:xfrm>
          <a:custGeom>
            <a:avLst/>
            <a:gdLst/>
            <a:ahLst/>
            <a:cxnLst/>
            <a:rect l="l" t="t" r="r" b="b"/>
            <a:pathLst>
              <a:path w="1102995" h="165735">
                <a:moveTo>
                  <a:pt x="1102450" y="165144"/>
                </a:moveTo>
                <a:lnTo>
                  <a:pt x="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1252249" y="2478411"/>
            <a:ext cx="46672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"/>
                <a:cs typeface="Arial"/>
              </a:rPr>
              <a:t>P</a:t>
            </a:r>
            <a:r>
              <a:rPr dirty="0" sz="1100" spc="-10">
                <a:latin typeface="Arial"/>
                <a:cs typeface="Arial"/>
              </a:rPr>
              <a:t>rote</a:t>
            </a:r>
            <a:r>
              <a:rPr dirty="0" sz="1100" spc="-5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340240" y="5181523"/>
            <a:ext cx="1023619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"/>
                <a:cs typeface="Arial"/>
              </a:rPr>
              <a:t>Noncoding</a:t>
            </a:r>
            <a:r>
              <a:rPr dirty="0" sz="1100" spc="-90">
                <a:latin typeface="Arial"/>
                <a:cs typeface="Arial"/>
              </a:rPr>
              <a:t> </a:t>
            </a:r>
            <a:r>
              <a:rPr dirty="0" sz="1100" spc="-5">
                <a:latin typeface="Arial"/>
                <a:cs typeface="Arial"/>
              </a:rPr>
              <a:t>RNA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040139" y="2174879"/>
            <a:ext cx="674370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149860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Arial"/>
                <a:cs typeface="Arial"/>
              </a:rPr>
              <a:t>Small  </a:t>
            </a:r>
            <a:r>
              <a:rPr dirty="0" sz="1100" spc="-5">
                <a:latin typeface="Arial"/>
                <a:cs typeface="Arial"/>
              </a:rPr>
              <a:t>c</a:t>
            </a:r>
            <a:r>
              <a:rPr dirty="0" sz="1100" spc="-10">
                <a:latin typeface="Arial"/>
                <a:cs typeface="Arial"/>
              </a:rPr>
              <a:t>ompoun</a:t>
            </a:r>
            <a:r>
              <a:rPr dirty="0" sz="1100" spc="-5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366461" y="1947827"/>
            <a:ext cx="798830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59385" marR="5080" indent="-147320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Arial"/>
                <a:cs typeface="Arial"/>
              </a:rPr>
              <a:t>N</a:t>
            </a:r>
            <a:r>
              <a:rPr dirty="0" sz="1100" spc="-10">
                <a:latin typeface="Arial"/>
                <a:cs typeface="Arial"/>
              </a:rPr>
              <a:t>euro</a:t>
            </a:r>
            <a:r>
              <a:rPr dirty="0" sz="1100" spc="-5">
                <a:latin typeface="Arial"/>
                <a:cs typeface="Arial"/>
              </a:rPr>
              <a:t>l</a:t>
            </a:r>
            <a:r>
              <a:rPr dirty="0" sz="1100" spc="-10">
                <a:latin typeface="Arial"/>
                <a:cs typeface="Arial"/>
              </a:rPr>
              <a:t>og</a:t>
            </a:r>
            <a:r>
              <a:rPr dirty="0" sz="1100" spc="-5">
                <a:latin typeface="Arial"/>
                <a:cs typeface="Arial"/>
              </a:rPr>
              <a:t>ic</a:t>
            </a:r>
            <a:r>
              <a:rPr dirty="0" sz="1100" spc="-10">
                <a:latin typeface="Arial"/>
                <a:cs typeface="Arial"/>
              </a:rPr>
              <a:t>a</a:t>
            </a:r>
            <a:r>
              <a:rPr dirty="0" sz="1100" spc="-5">
                <a:latin typeface="Arial"/>
                <a:cs typeface="Arial"/>
              </a:rPr>
              <a:t>l  </a:t>
            </a:r>
            <a:r>
              <a:rPr dirty="0" sz="1100" spc="-5">
                <a:latin typeface="Arial"/>
                <a:cs typeface="Arial"/>
              </a:rPr>
              <a:t>disease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398288" y="3859843"/>
            <a:ext cx="953769" cy="3530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36220" marR="5080" indent="-224154">
              <a:lnSpc>
                <a:spcPts val="1260"/>
              </a:lnSpc>
              <a:spcBef>
                <a:spcPts val="190"/>
              </a:spcBef>
            </a:pPr>
            <a:r>
              <a:rPr dirty="0" sz="1100" spc="-5">
                <a:latin typeface="Arial"/>
                <a:cs typeface="Arial"/>
              </a:rPr>
              <a:t>C</a:t>
            </a:r>
            <a:r>
              <a:rPr dirty="0" sz="1100" spc="-10">
                <a:latin typeface="Arial"/>
                <a:cs typeface="Arial"/>
              </a:rPr>
              <a:t>ard</a:t>
            </a:r>
            <a:r>
              <a:rPr dirty="0" sz="1100" spc="-5">
                <a:latin typeface="Arial"/>
                <a:cs typeface="Arial"/>
              </a:rPr>
              <a:t>i</a:t>
            </a:r>
            <a:r>
              <a:rPr dirty="0" sz="1100" spc="-10">
                <a:latin typeface="Arial"/>
                <a:cs typeface="Arial"/>
              </a:rPr>
              <a:t>o</a:t>
            </a:r>
            <a:r>
              <a:rPr dirty="0" sz="1100" spc="-5">
                <a:latin typeface="Arial"/>
                <a:cs typeface="Arial"/>
              </a:rPr>
              <a:t>v</a:t>
            </a:r>
            <a:r>
              <a:rPr dirty="0" sz="1100" spc="-10">
                <a:latin typeface="Arial"/>
                <a:cs typeface="Arial"/>
              </a:rPr>
              <a:t>a</a:t>
            </a:r>
            <a:r>
              <a:rPr dirty="0" sz="1100" spc="-5">
                <a:latin typeface="Arial"/>
                <a:cs typeface="Arial"/>
              </a:rPr>
              <a:t>sc</a:t>
            </a:r>
            <a:r>
              <a:rPr dirty="0" sz="1100" spc="-10">
                <a:latin typeface="Arial"/>
                <a:cs typeface="Arial"/>
              </a:rPr>
              <a:t>u</a:t>
            </a:r>
            <a:r>
              <a:rPr dirty="0" sz="1100" spc="-5">
                <a:latin typeface="Arial"/>
                <a:cs typeface="Arial"/>
              </a:rPr>
              <a:t>l</a:t>
            </a:r>
            <a:r>
              <a:rPr dirty="0" sz="1100" spc="-10">
                <a:latin typeface="Arial"/>
                <a:cs typeface="Arial"/>
              </a:rPr>
              <a:t>a</a:t>
            </a:r>
            <a:r>
              <a:rPr dirty="0" sz="1100" spc="-5">
                <a:latin typeface="Arial"/>
                <a:cs typeface="Arial"/>
              </a:rPr>
              <a:t>r  </a:t>
            </a:r>
            <a:r>
              <a:rPr dirty="0" sz="1100" spc="-5">
                <a:latin typeface="Arial"/>
                <a:cs typeface="Arial"/>
              </a:rPr>
              <a:t>disease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851089" y="4913840"/>
            <a:ext cx="451484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">
                <a:latin typeface="Arial"/>
                <a:cs typeface="Arial"/>
              </a:rPr>
              <a:t>Ki</a:t>
            </a:r>
            <a:r>
              <a:rPr dirty="0" sz="1100" spc="-10">
                <a:latin typeface="Arial"/>
                <a:cs typeface="Arial"/>
              </a:rPr>
              <a:t>dne</a:t>
            </a:r>
            <a:r>
              <a:rPr dirty="0" sz="1100" spc="-5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2931665" y="3418302"/>
            <a:ext cx="611505" cy="419734"/>
          </a:xfrm>
          <a:custGeom>
            <a:avLst/>
            <a:gdLst/>
            <a:ahLst/>
            <a:cxnLst/>
            <a:rect l="l" t="t" r="r" b="b"/>
            <a:pathLst>
              <a:path w="611504" h="419735">
                <a:moveTo>
                  <a:pt x="0" y="0"/>
                </a:moveTo>
                <a:lnTo>
                  <a:pt x="611250" y="419435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055567" y="3571862"/>
            <a:ext cx="433070" cy="266065"/>
          </a:xfrm>
          <a:custGeom>
            <a:avLst/>
            <a:gdLst/>
            <a:ahLst/>
            <a:cxnLst/>
            <a:rect l="l" t="t" r="r" b="b"/>
            <a:pathLst>
              <a:path w="433070" h="266064">
                <a:moveTo>
                  <a:pt x="0" y="265877"/>
                </a:moveTo>
                <a:lnTo>
                  <a:pt x="432543" y="0"/>
                </a:lnTo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587743" y="4194293"/>
            <a:ext cx="1314450" cy="288290"/>
          </a:xfrm>
          <a:custGeom>
            <a:avLst/>
            <a:gdLst/>
            <a:ahLst/>
            <a:cxnLst/>
            <a:rect l="l" t="t" r="r" b="b"/>
            <a:pathLst>
              <a:path w="1314450" h="288289">
                <a:moveTo>
                  <a:pt x="0" y="288037"/>
                </a:moveTo>
                <a:lnTo>
                  <a:pt x="249071" y="0"/>
                </a:lnTo>
                <a:lnTo>
                  <a:pt x="1313876" y="288037"/>
                </a:lnTo>
                <a:lnTo>
                  <a:pt x="0" y="288037"/>
                </a:lnTo>
                <a:close/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3542915" y="4473076"/>
            <a:ext cx="1447165" cy="210185"/>
          </a:xfrm>
          <a:prstGeom prst="rect">
            <a:avLst/>
          </a:prstGeom>
          <a:solidFill>
            <a:srgbClr val="FFF2CC"/>
          </a:solidFill>
          <a:ln w="24896">
            <a:solidFill>
              <a:srgbClr val="FFC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200"/>
              </a:spcBef>
            </a:pPr>
            <a:r>
              <a:rPr dirty="0" sz="850" spc="0">
                <a:latin typeface="Arial"/>
                <a:cs typeface="Arial"/>
              </a:rPr>
              <a:t>OC1=NC=NC2=C1C=NN2</a:t>
            </a:r>
            <a:endParaRPr sz="850">
              <a:latin typeface="Arial"/>
              <a:cs typeface="Arial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3851679" y="3077645"/>
            <a:ext cx="232410" cy="578485"/>
          </a:xfrm>
          <a:custGeom>
            <a:avLst/>
            <a:gdLst/>
            <a:ahLst/>
            <a:cxnLst/>
            <a:rect l="l" t="t" r="r" b="b"/>
            <a:pathLst>
              <a:path w="232410" h="578485">
                <a:moveTo>
                  <a:pt x="231901" y="0"/>
                </a:moveTo>
                <a:lnTo>
                  <a:pt x="0" y="578165"/>
                </a:lnTo>
              </a:path>
            </a:pathLst>
          </a:custGeom>
          <a:ln w="24896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143758" y="2673049"/>
            <a:ext cx="890905" cy="506730"/>
          </a:xfrm>
          <a:custGeom>
            <a:avLst/>
            <a:gdLst/>
            <a:ahLst/>
            <a:cxnLst/>
            <a:rect l="l" t="t" r="r" b="b"/>
            <a:pathLst>
              <a:path w="890904" h="506730">
                <a:moveTo>
                  <a:pt x="890834" y="0"/>
                </a:moveTo>
                <a:lnTo>
                  <a:pt x="0" y="50612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 txBox="1"/>
          <p:nvPr/>
        </p:nvSpPr>
        <p:spPr>
          <a:xfrm>
            <a:off x="8273948" y="2550112"/>
            <a:ext cx="636905" cy="5226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>
              <a:lnSpc>
                <a:spcPct val="98400"/>
              </a:lnSpc>
              <a:spcBef>
                <a:spcPts val="114"/>
              </a:spcBef>
            </a:pPr>
            <a:r>
              <a:rPr dirty="0" sz="1100" spc="-5">
                <a:latin typeface="Arial"/>
                <a:cs typeface="Arial"/>
              </a:rPr>
              <a:t>El</a:t>
            </a:r>
            <a:r>
              <a:rPr dirty="0" sz="1100" spc="-10">
                <a:latin typeface="Arial"/>
                <a:cs typeface="Arial"/>
              </a:rPr>
              <a:t>e</a:t>
            </a:r>
            <a:r>
              <a:rPr dirty="0" sz="1100" spc="-5">
                <a:latin typeface="Arial"/>
                <a:cs typeface="Arial"/>
              </a:rPr>
              <a:t>c</a:t>
            </a:r>
            <a:r>
              <a:rPr dirty="0" sz="1100" spc="-10">
                <a:latin typeface="Arial"/>
                <a:cs typeface="Arial"/>
              </a:rPr>
              <a:t>tron</a:t>
            </a:r>
            <a:r>
              <a:rPr dirty="0" sz="1100" spc="-5">
                <a:latin typeface="Arial"/>
                <a:cs typeface="Arial"/>
              </a:rPr>
              <a:t>ic  </a:t>
            </a:r>
            <a:r>
              <a:rPr dirty="0" sz="1100" spc="-5">
                <a:latin typeface="Arial"/>
                <a:cs typeface="Arial"/>
              </a:rPr>
              <a:t>Health  Records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6940615" y="2252907"/>
            <a:ext cx="1771003" cy="177100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184396" y="3679748"/>
            <a:ext cx="172081" cy="17208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8104554" y="3684528"/>
            <a:ext cx="172081" cy="17208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392328" y="3679748"/>
            <a:ext cx="172081" cy="17208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686300" y="2386749"/>
            <a:ext cx="272462" cy="27485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738881" y="3091803"/>
            <a:ext cx="174471" cy="1744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8288584" y="3684529"/>
            <a:ext cx="179251" cy="17925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6641613" y="2562552"/>
            <a:ext cx="462915" cy="998219"/>
          </a:xfrm>
          <a:custGeom>
            <a:avLst/>
            <a:gdLst/>
            <a:ahLst/>
            <a:cxnLst/>
            <a:rect l="l" t="t" r="r" b="b"/>
            <a:pathLst>
              <a:path w="462915" h="998220">
                <a:moveTo>
                  <a:pt x="462418" y="997876"/>
                </a:moveTo>
                <a:lnTo>
                  <a:pt x="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744901" y="372136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 h="0">
                <a:moveTo>
                  <a:pt x="292540" y="0"/>
                </a:moveTo>
                <a:lnTo>
                  <a:pt x="0" y="0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486238" y="3959678"/>
            <a:ext cx="1619250" cy="607695"/>
          </a:xfrm>
          <a:custGeom>
            <a:avLst/>
            <a:gdLst/>
            <a:ahLst/>
            <a:cxnLst/>
            <a:rect l="l" t="t" r="r" b="b"/>
            <a:pathLst>
              <a:path w="1619250" h="607695">
                <a:moveTo>
                  <a:pt x="1618880" y="0"/>
                </a:moveTo>
                <a:lnTo>
                  <a:pt x="0" y="607061"/>
                </a:lnTo>
              </a:path>
            </a:pathLst>
          </a:custGeom>
          <a:ln w="24896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897970" y="5029200"/>
            <a:ext cx="5064760" cy="1508760"/>
          </a:xfrm>
          <a:custGeom>
            <a:avLst/>
            <a:gdLst/>
            <a:ahLst/>
            <a:cxnLst/>
            <a:rect l="l" t="t" r="r" b="b"/>
            <a:pathLst>
              <a:path w="5064759" h="1508759">
                <a:moveTo>
                  <a:pt x="0" y="1162"/>
                </a:moveTo>
                <a:lnTo>
                  <a:pt x="445428" y="628538"/>
                </a:lnTo>
                <a:lnTo>
                  <a:pt x="445428" y="1508494"/>
                </a:lnTo>
                <a:lnTo>
                  <a:pt x="5064598" y="1508494"/>
                </a:lnTo>
                <a:lnTo>
                  <a:pt x="5064598" y="251416"/>
                </a:lnTo>
                <a:lnTo>
                  <a:pt x="445428" y="251416"/>
                </a:lnTo>
                <a:lnTo>
                  <a:pt x="0" y="1162"/>
                </a:lnTo>
                <a:close/>
              </a:path>
              <a:path w="5064759" h="1508759">
                <a:moveTo>
                  <a:pt x="5064598" y="0"/>
                </a:moveTo>
                <a:lnTo>
                  <a:pt x="445428" y="0"/>
                </a:lnTo>
                <a:lnTo>
                  <a:pt x="445428" y="251416"/>
                </a:lnTo>
                <a:lnTo>
                  <a:pt x="5064598" y="251416"/>
                </a:lnTo>
                <a:lnTo>
                  <a:pt x="50645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897970" y="5029200"/>
            <a:ext cx="5064760" cy="1508760"/>
          </a:xfrm>
          <a:custGeom>
            <a:avLst/>
            <a:gdLst/>
            <a:ahLst/>
            <a:cxnLst/>
            <a:rect l="l" t="t" r="r" b="b"/>
            <a:pathLst>
              <a:path w="5064759" h="1508759">
                <a:moveTo>
                  <a:pt x="445428" y="0"/>
                </a:moveTo>
                <a:lnTo>
                  <a:pt x="1215290" y="0"/>
                </a:lnTo>
                <a:lnTo>
                  <a:pt x="2370083" y="0"/>
                </a:lnTo>
                <a:lnTo>
                  <a:pt x="5064599" y="0"/>
                </a:lnTo>
                <a:lnTo>
                  <a:pt x="5064599" y="251417"/>
                </a:lnTo>
                <a:lnTo>
                  <a:pt x="5064599" y="628538"/>
                </a:lnTo>
                <a:lnTo>
                  <a:pt x="5064599" y="1508495"/>
                </a:lnTo>
                <a:lnTo>
                  <a:pt x="2370083" y="1508495"/>
                </a:lnTo>
                <a:lnTo>
                  <a:pt x="1215290" y="1508495"/>
                </a:lnTo>
                <a:lnTo>
                  <a:pt x="445428" y="1508495"/>
                </a:lnTo>
                <a:lnTo>
                  <a:pt x="445428" y="628538"/>
                </a:lnTo>
                <a:lnTo>
                  <a:pt x="0" y="1161"/>
                </a:lnTo>
                <a:lnTo>
                  <a:pt x="445428" y="251417"/>
                </a:lnTo>
                <a:lnTo>
                  <a:pt x="445428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 txBox="1"/>
          <p:nvPr/>
        </p:nvSpPr>
        <p:spPr>
          <a:xfrm>
            <a:off x="4422138" y="5004815"/>
            <a:ext cx="4397375" cy="1540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98000"/>
              </a:lnSpc>
              <a:spcBef>
                <a:spcPts val="140"/>
              </a:spcBef>
            </a:pPr>
            <a:r>
              <a:rPr dirty="0" sz="1700" spc="-55">
                <a:latin typeface="Arial"/>
                <a:cs typeface="Arial"/>
              </a:rPr>
              <a:t>The </a:t>
            </a:r>
            <a:r>
              <a:rPr dirty="0" sz="1700" spc="-10">
                <a:latin typeface="Arial"/>
                <a:cs typeface="Arial"/>
              </a:rPr>
              <a:t>effects </a:t>
            </a:r>
            <a:r>
              <a:rPr dirty="0" sz="1700" spc="10">
                <a:latin typeface="Arial"/>
                <a:cs typeface="Arial"/>
              </a:rPr>
              <a:t>of </a:t>
            </a:r>
            <a:r>
              <a:rPr dirty="0" sz="1700" spc="-300">
                <a:latin typeface="Arial"/>
                <a:cs typeface="Arial"/>
              </a:rPr>
              <a:t>d</a:t>
            </a:r>
            <a:r>
              <a:rPr dirty="0" baseline="5050" sz="1650" spc="-450">
                <a:latin typeface="Arial"/>
                <a:cs typeface="Arial"/>
              </a:rPr>
              <a:t>d</a:t>
            </a:r>
            <a:r>
              <a:rPr dirty="0" sz="1700" spc="-300">
                <a:latin typeface="Arial"/>
                <a:cs typeface="Arial"/>
              </a:rPr>
              <a:t>r</a:t>
            </a:r>
            <a:r>
              <a:rPr dirty="0" baseline="5050" sz="1650" spc="-450">
                <a:latin typeface="Arial"/>
                <a:cs typeface="Arial"/>
              </a:rPr>
              <a:t>is</a:t>
            </a:r>
            <a:r>
              <a:rPr dirty="0" sz="1700" spc="-300">
                <a:latin typeface="Arial"/>
                <a:cs typeface="Arial"/>
              </a:rPr>
              <a:t>u</a:t>
            </a:r>
            <a:r>
              <a:rPr dirty="0" baseline="5050" sz="1650" spc="-450">
                <a:latin typeface="Arial"/>
                <a:cs typeface="Arial"/>
              </a:rPr>
              <a:t>or</a:t>
            </a:r>
            <a:r>
              <a:rPr dirty="0" sz="1700" spc="-300">
                <a:latin typeface="Arial"/>
                <a:cs typeface="Arial"/>
              </a:rPr>
              <a:t>g</a:t>
            </a:r>
            <a:r>
              <a:rPr dirty="0" baseline="5050" sz="1650" spc="-450">
                <a:latin typeface="Arial"/>
                <a:cs typeface="Arial"/>
              </a:rPr>
              <a:t>d</a:t>
            </a:r>
            <a:r>
              <a:rPr dirty="0" sz="1700" spc="-300">
                <a:latin typeface="Arial"/>
                <a:cs typeface="Arial"/>
              </a:rPr>
              <a:t>s</a:t>
            </a:r>
            <a:r>
              <a:rPr dirty="0" baseline="5050" sz="1650" spc="-450">
                <a:latin typeface="Arial"/>
                <a:cs typeface="Arial"/>
              </a:rPr>
              <a:t>er </a:t>
            </a:r>
            <a:r>
              <a:rPr dirty="0" sz="1700" spc="-50">
                <a:latin typeface="Arial"/>
                <a:cs typeface="Arial"/>
              </a:rPr>
              <a:t>are </a:t>
            </a:r>
            <a:r>
              <a:rPr dirty="0" sz="1700" spc="0">
                <a:latin typeface="Arial"/>
                <a:cs typeface="Arial"/>
              </a:rPr>
              <a:t>not </a:t>
            </a:r>
            <a:r>
              <a:rPr dirty="0" sz="1700" spc="-5">
                <a:latin typeface="Arial"/>
                <a:cs typeface="Arial"/>
              </a:rPr>
              <a:t>limited </a:t>
            </a:r>
            <a:r>
              <a:rPr dirty="0" sz="1700" spc="30">
                <a:latin typeface="Arial"/>
                <a:cs typeface="Arial"/>
              </a:rPr>
              <a:t>to </a:t>
            </a:r>
            <a:r>
              <a:rPr dirty="0" sz="1700" spc="-10">
                <a:latin typeface="Arial"/>
                <a:cs typeface="Arial"/>
              </a:rPr>
              <a:t>the  </a:t>
            </a:r>
            <a:r>
              <a:rPr dirty="0" sz="1700" spc="-20">
                <a:latin typeface="Arial"/>
                <a:cs typeface="Arial"/>
              </a:rPr>
              <a:t>molecules </a:t>
            </a:r>
            <a:r>
              <a:rPr dirty="0" sz="1700" spc="30">
                <a:latin typeface="Arial"/>
                <a:cs typeface="Arial"/>
              </a:rPr>
              <a:t>to </a:t>
            </a:r>
            <a:r>
              <a:rPr dirty="0" sz="1700" spc="-5">
                <a:latin typeface="Arial"/>
                <a:cs typeface="Arial"/>
              </a:rPr>
              <a:t>which </a:t>
            </a:r>
            <a:r>
              <a:rPr dirty="0" sz="1700" spc="-15">
                <a:latin typeface="Arial"/>
                <a:cs typeface="Arial"/>
              </a:rPr>
              <a:t>they </a:t>
            </a:r>
            <a:r>
              <a:rPr dirty="0" sz="1700" spc="-10">
                <a:latin typeface="Arial"/>
                <a:cs typeface="Arial"/>
              </a:rPr>
              <a:t>directly </a:t>
            </a:r>
            <a:r>
              <a:rPr dirty="0" sz="1700" spc="0">
                <a:latin typeface="Arial"/>
                <a:cs typeface="Arial"/>
              </a:rPr>
              <a:t>bind </a:t>
            </a:r>
            <a:r>
              <a:rPr dirty="0" sz="1700" spc="-10">
                <a:latin typeface="Arial"/>
                <a:cs typeface="Arial"/>
              </a:rPr>
              <a:t>in </a:t>
            </a:r>
            <a:r>
              <a:rPr dirty="0" sz="1700" spc="-20">
                <a:latin typeface="Arial"/>
                <a:cs typeface="Arial"/>
              </a:rPr>
              <a:t>the  body. </a:t>
            </a:r>
            <a:r>
              <a:rPr dirty="0" sz="1700" spc="-25">
                <a:latin typeface="Arial"/>
                <a:cs typeface="Arial"/>
              </a:rPr>
              <a:t>Instead, these </a:t>
            </a:r>
            <a:r>
              <a:rPr dirty="0" sz="1700" spc="-10">
                <a:latin typeface="Arial"/>
                <a:cs typeface="Arial"/>
              </a:rPr>
              <a:t>effects </a:t>
            </a:r>
            <a:r>
              <a:rPr dirty="0" sz="1700" spc="-20">
                <a:latin typeface="Arial"/>
                <a:cs typeface="Arial"/>
              </a:rPr>
              <a:t>spread </a:t>
            </a:r>
            <a:r>
              <a:rPr dirty="0" sz="1700" spc="-10">
                <a:latin typeface="Arial"/>
                <a:cs typeface="Arial"/>
              </a:rPr>
              <a:t>throughout  </a:t>
            </a:r>
            <a:r>
              <a:rPr dirty="0" sz="1700" spc="-5">
                <a:latin typeface="Arial"/>
                <a:cs typeface="Arial"/>
              </a:rPr>
              <a:t>biological networks </a:t>
            </a:r>
            <a:r>
              <a:rPr dirty="0" sz="1700" spc="-15">
                <a:latin typeface="Arial"/>
                <a:cs typeface="Arial"/>
              </a:rPr>
              <a:t>in </a:t>
            </a:r>
            <a:r>
              <a:rPr dirty="0" sz="1700" spc="-5">
                <a:latin typeface="Arial"/>
                <a:cs typeface="Arial"/>
              </a:rPr>
              <a:t>which </a:t>
            </a:r>
            <a:r>
              <a:rPr dirty="0" sz="1700" spc="-15">
                <a:latin typeface="Arial"/>
                <a:cs typeface="Arial"/>
              </a:rPr>
              <a:t>they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act.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dirty="0" sz="1700" spc="-45">
                <a:latin typeface="Arial"/>
                <a:cs typeface="Arial"/>
              </a:rPr>
              <a:t>Therefore, </a:t>
            </a:r>
            <a:r>
              <a:rPr dirty="0" sz="1700" spc="-10">
                <a:latin typeface="Arial"/>
                <a:cs typeface="Arial"/>
              </a:rPr>
              <a:t>the effect </a:t>
            </a:r>
            <a:r>
              <a:rPr dirty="0" sz="1700" spc="10">
                <a:latin typeface="Arial"/>
                <a:cs typeface="Arial"/>
              </a:rPr>
              <a:t>of </a:t>
            </a:r>
            <a:r>
              <a:rPr dirty="0" sz="1700" spc="-35">
                <a:latin typeface="Arial"/>
                <a:cs typeface="Arial"/>
              </a:rPr>
              <a:t>a </a:t>
            </a:r>
            <a:r>
              <a:rPr dirty="0" sz="1700">
                <a:latin typeface="Arial"/>
                <a:cs typeface="Arial"/>
              </a:rPr>
              <a:t>drug </a:t>
            </a:r>
            <a:r>
              <a:rPr dirty="0" sz="1700" spc="-285">
                <a:latin typeface="Arial"/>
                <a:cs typeface="Arial"/>
              </a:rPr>
              <a:t>on</a:t>
            </a:r>
            <a:r>
              <a:rPr dirty="0" baseline="-17676" sz="1650" spc="-427">
                <a:latin typeface="Arial"/>
                <a:cs typeface="Arial"/>
              </a:rPr>
              <a:t>Me</a:t>
            </a:r>
            <a:r>
              <a:rPr dirty="0" sz="1700" spc="-285">
                <a:latin typeface="Arial"/>
                <a:cs typeface="Arial"/>
              </a:rPr>
              <a:t>a</a:t>
            </a:r>
            <a:r>
              <a:rPr dirty="0" baseline="-17676" sz="1650" spc="-427">
                <a:latin typeface="Arial"/>
                <a:cs typeface="Arial"/>
              </a:rPr>
              <a:t>dic</a:t>
            </a:r>
            <a:r>
              <a:rPr dirty="0" sz="1700" spc="-285">
                <a:latin typeface="Arial"/>
                <a:cs typeface="Arial"/>
              </a:rPr>
              <a:t>d</a:t>
            </a:r>
            <a:r>
              <a:rPr dirty="0" baseline="-17676" sz="1650" spc="-427">
                <a:latin typeface="Arial"/>
                <a:cs typeface="Arial"/>
              </a:rPr>
              <a:t>al</a:t>
            </a:r>
            <a:r>
              <a:rPr dirty="0" sz="1700" spc="-285">
                <a:latin typeface="Arial"/>
                <a:cs typeface="Arial"/>
              </a:rPr>
              <a:t>is</a:t>
            </a:r>
            <a:r>
              <a:rPr dirty="0" baseline="-17676" sz="1650" spc="-427">
                <a:latin typeface="Arial"/>
                <a:cs typeface="Arial"/>
              </a:rPr>
              <a:t>im</a:t>
            </a:r>
            <a:r>
              <a:rPr dirty="0" sz="1700" spc="-285">
                <a:latin typeface="Arial"/>
                <a:cs typeface="Arial"/>
              </a:rPr>
              <a:t>e</a:t>
            </a:r>
            <a:r>
              <a:rPr dirty="0" baseline="-17676" sz="1650" spc="-427">
                <a:latin typeface="Arial"/>
                <a:cs typeface="Arial"/>
              </a:rPr>
              <a:t>a</a:t>
            </a:r>
            <a:r>
              <a:rPr dirty="0" sz="1700" spc="-285">
                <a:latin typeface="Arial"/>
                <a:cs typeface="Arial"/>
              </a:rPr>
              <a:t>a</a:t>
            </a:r>
            <a:r>
              <a:rPr dirty="0" baseline="-17676" sz="1650" spc="-427">
                <a:latin typeface="Arial"/>
                <a:cs typeface="Arial"/>
              </a:rPr>
              <a:t>ge</a:t>
            </a:r>
            <a:r>
              <a:rPr dirty="0" sz="1700" spc="-285">
                <a:latin typeface="Arial"/>
                <a:cs typeface="Arial"/>
              </a:rPr>
              <a:t>se 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is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2014"/>
              </a:lnSpc>
            </a:pPr>
            <a:r>
              <a:rPr dirty="0" sz="1700" spc="-30">
                <a:latin typeface="Arial"/>
                <a:cs typeface="Arial"/>
              </a:rPr>
              <a:t>inherently </a:t>
            </a:r>
            <a:r>
              <a:rPr dirty="0" sz="1700" spc="-35">
                <a:latin typeface="Arial"/>
                <a:cs typeface="Arial"/>
              </a:rPr>
              <a:t>a </a:t>
            </a:r>
            <a:r>
              <a:rPr dirty="0" sz="1700" spc="-5">
                <a:latin typeface="Arial"/>
                <a:cs typeface="Arial"/>
              </a:rPr>
              <a:t>network</a:t>
            </a:r>
            <a:r>
              <a:rPr dirty="0" sz="1700" spc="-25">
                <a:latin typeface="Arial"/>
                <a:cs typeface="Arial"/>
              </a:rPr>
              <a:t> phenomenon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071793" y="6633921"/>
            <a:ext cx="700087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8491217" y="6730186"/>
            <a:ext cx="100330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2</a:t>
            </a:fld>
            <a:endParaRPr sz="7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143000"/>
            <a:ext cx="8446142" cy="5537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2700" y="375411"/>
            <a:ext cx="6579234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55"/>
              <a:t>Why </a:t>
            </a:r>
            <a:r>
              <a:rPr dirty="0" sz="4600" spc="-50"/>
              <a:t>Networks </a:t>
            </a:r>
            <a:r>
              <a:rPr dirty="0" sz="4600" spc="-130"/>
              <a:t>in</a:t>
            </a:r>
            <a:r>
              <a:rPr dirty="0" sz="4600" spc="65"/>
              <a:t> </a:t>
            </a:r>
            <a:r>
              <a:rPr dirty="0" sz="4600" spc="-90"/>
              <a:t>Biology?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8491217" y="6730186"/>
            <a:ext cx="100330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</a:t>
            </a:fld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143000"/>
            <a:ext cx="8369009" cy="5537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2700" y="375411"/>
            <a:ext cx="6579234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55"/>
              <a:t>Why </a:t>
            </a:r>
            <a:r>
              <a:rPr dirty="0" sz="4600" spc="-50"/>
              <a:t>Networks </a:t>
            </a:r>
            <a:r>
              <a:rPr dirty="0" sz="4600" spc="-130"/>
              <a:t>in</a:t>
            </a:r>
            <a:r>
              <a:rPr dirty="0" sz="4600" spc="65"/>
              <a:t> </a:t>
            </a:r>
            <a:r>
              <a:rPr dirty="0" sz="4600" spc="-90"/>
              <a:t>Biology?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8491217" y="6730186"/>
            <a:ext cx="100330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</a:t>
            </a:fld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9546" y="951918"/>
            <a:ext cx="8224906" cy="5719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23900" y="2362200"/>
            <a:ext cx="7791450" cy="2512060"/>
          </a:xfrm>
          <a:custGeom>
            <a:avLst/>
            <a:gdLst/>
            <a:ahLst/>
            <a:cxnLst/>
            <a:rect l="l" t="t" r="r" b="b"/>
            <a:pathLst>
              <a:path w="7791450" h="2512060">
                <a:moveTo>
                  <a:pt x="0" y="0"/>
                </a:moveTo>
                <a:lnTo>
                  <a:pt x="7791450" y="0"/>
                </a:lnTo>
                <a:lnTo>
                  <a:pt x="7791450" y="2511651"/>
                </a:lnTo>
                <a:lnTo>
                  <a:pt x="0" y="2511651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8513" y="2348849"/>
            <a:ext cx="7231380" cy="201295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760"/>
              </a:spcBef>
            </a:pPr>
            <a:r>
              <a:rPr dirty="0" sz="2550">
                <a:solidFill>
                  <a:srgbClr val="FFFFFF"/>
                </a:solidFill>
                <a:latin typeface="Arial"/>
                <a:cs typeface="Arial"/>
              </a:rPr>
              <a:t>Long-standing </a:t>
            </a:r>
            <a:r>
              <a:rPr dirty="0" sz="2550" spc="-20">
                <a:solidFill>
                  <a:srgbClr val="FFFFFF"/>
                </a:solidFill>
                <a:latin typeface="Arial"/>
                <a:cs typeface="Arial"/>
              </a:rPr>
              <a:t>Paradigm: </a:t>
            </a:r>
            <a:r>
              <a:rPr dirty="0" sz="2550">
                <a:solidFill>
                  <a:srgbClr val="FFFFFF"/>
                </a:solidFill>
                <a:latin typeface="Arial"/>
                <a:cs typeface="Arial"/>
              </a:rPr>
              <a:t>“Local</a:t>
            </a:r>
            <a:r>
              <a:rPr dirty="0" sz="255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5">
                <a:solidFill>
                  <a:srgbClr val="FFFFFF"/>
                </a:solidFill>
                <a:latin typeface="Arial"/>
                <a:cs typeface="Arial"/>
              </a:rPr>
              <a:t>Hypothesis”</a:t>
            </a:r>
            <a:endParaRPr sz="255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  <a:spcBef>
                <a:spcPts val="515"/>
              </a:spcBef>
            </a:pP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Proteins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involved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same disease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increased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tendency  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interact 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endParaRPr sz="20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520"/>
              </a:spcBef>
            </a:pPr>
            <a:r>
              <a:rPr dirty="0" sz="2550" spc="-45">
                <a:solidFill>
                  <a:srgbClr val="FFFFFF"/>
                </a:solidFill>
                <a:latin typeface="Arial"/>
                <a:cs typeface="Arial"/>
              </a:rPr>
              <a:t>Corollary </a:t>
            </a:r>
            <a:r>
              <a:rPr dirty="0" sz="2550" spc="-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550" spc="-1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550" spc="-15">
                <a:solidFill>
                  <a:srgbClr val="FFFFFF"/>
                </a:solidFill>
                <a:latin typeface="Arial"/>
                <a:cs typeface="Arial"/>
              </a:rPr>
              <a:t>Local</a:t>
            </a:r>
            <a:r>
              <a:rPr dirty="0" sz="2550" spc="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15">
                <a:solidFill>
                  <a:srgbClr val="FFFFFF"/>
                </a:solidFill>
                <a:latin typeface="Arial"/>
                <a:cs typeface="Arial"/>
              </a:rPr>
              <a:t>Hypothesis</a:t>
            </a:r>
            <a:endParaRPr sz="255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615"/>
              </a:spcBef>
            </a:pP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Mutations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interacting 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proteins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often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lead 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similar</a:t>
            </a:r>
            <a:r>
              <a:rPr dirty="0" sz="2000" spc="2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diseases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1217" y="6730186"/>
            <a:ext cx="100330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</a:t>
            </a:fld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3547" y="4589779"/>
            <a:ext cx="6442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Network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medicine: 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network-based 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approach </a:t>
            </a:r>
            <a:r>
              <a:rPr dirty="0" sz="1200" spc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human 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disease, </a:t>
            </a:r>
            <a:r>
              <a:rPr dirty="0" sz="1200" spc="-30" i="1">
                <a:solidFill>
                  <a:srgbClr val="FFFFFF"/>
                </a:solidFill>
                <a:latin typeface="Arial"/>
                <a:cs typeface="Arial"/>
              </a:rPr>
              <a:t>Nature </a:t>
            </a:r>
            <a:r>
              <a:rPr dirty="0" sz="1200" spc="-45" i="1">
                <a:solidFill>
                  <a:srgbClr val="FFFFFF"/>
                </a:solidFill>
                <a:latin typeface="Arial"/>
                <a:cs typeface="Arial"/>
              </a:rPr>
              <a:t>Reviews </a:t>
            </a:r>
            <a:r>
              <a:rPr dirty="0" sz="1200" spc="-25" i="1">
                <a:solidFill>
                  <a:srgbClr val="FFFFFF"/>
                </a:solidFill>
                <a:latin typeface="Arial"/>
                <a:cs typeface="Arial"/>
              </a:rPr>
              <a:t>Genetics, </a:t>
            </a:r>
            <a:r>
              <a:rPr dirty="0" sz="1200" spc="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FFFFFF"/>
                </a:solidFill>
                <a:latin typeface="Arial"/>
                <a:cs typeface="Arial"/>
              </a:rPr>
              <a:t>2011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82700" y="375411"/>
            <a:ext cx="6579234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55"/>
              <a:t>Why </a:t>
            </a:r>
            <a:r>
              <a:rPr dirty="0" sz="4600" spc="-50"/>
              <a:t>Networks </a:t>
            </a:r>
            <a:r>
              <a:rPr dirty="0" sz="4600" spc="-130"/>
              <a:t>in</a:t>
            </a:r>
            <a:r>
              <a:rPr dirty="0" sz="4600" spc="65"/>
              <a:t> </a:t>
            </a:r>
            <a:r>
              <a:rPr dirty="0" sz="4600" spc="-90"/>
              <a:t>Biology?</a:t>
            </a:r>
            <a:endParaRPr sz="4600"/>
          </a:p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7695" y="3647615"/>
            <a:ext cx="2247304" cy="2171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57950" y="3665304"/>
            <a:ext cx="2178108" cy="23270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8173" y="5851652"/>
            <a:ext cx="16986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98145" marR="5080" indent="-386080">
              <a:lnSpc>
                <a:spcPts val="2090"/>
              </a:lnSpc>
              <a:spcBef>
                <a:spcPts val="225"/>
              </a:spcBef>
            </a:pPr>
            <a:r>
              <a:rPr dirty="0" sz="1800" spc="-40">
                <a:latin typeface="Arial"/>
                <a:cs typeface="Arial"/>
              </a:rPr>
              <a:t>Cell-cell </a:t>
            </a:r>
            <a:r>
              <a:rPr dirty="0" sz="1800" spc="-45">
                <a:latin typeface="Arial"/>
                <a:cs typeface="Arial"/>
              </a:rPr>
              <a:t>similarity  </a:t>
            </a:r>
            <a:r>
              <a:rPr dirty="0" sz="1800" spc="-15"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588" y="5863844"/>
            <a:ext cx="224917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784225" marR="5080" indent="-771525">
              <a:lnSpc>
                <a:spcPts val="2090"/>
              </a:lnSpc>
              <a:spcBef>
                <a:spcPts val="225"/>
              </a:spcBef>
            </a:pPr>
            <a:r>
              <a:rPr dirty="0" sz="1800" spc="-30">
                <a:latin typeface="Arial"/>
                <a:cs typeface="Arial"/>
              </a:rPr>
              <a:t>Biomedical </a:t>
            </a:r>
            <a:r>
              <a:rPr dirty="0" sz="1800" spc="-25">
                <a:latin typeface="Arial"/>
                <a:cs typeface="Arial"/>
              </a:rPr>
              <a:t>knowledge  </a:t>
            </a:r>
            <a:r>
              <a:rPr dirty="0" sz="1800" spc="-30">
                <a:latin typeface="Arial"/>
                <a:cs typeface="Arial"/>
              </a:rPr>
              <a:t>graphs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297" y="3396919"/>
            <a:ext cx="7689850" cy="276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0"/>
              </a:lnSpc>
              <a:tabLst>
                <a:tab pos="2334895" algn="l"/>
                <a:tab pos="5902325" algn="l"/>
              </a:tabLst>
            </a:pPr>
            <a:r>
              <a:rPr dirty="0" sz="1800" spc="-35">
                <a:latin typeface="Arial"/>
                <a:cs typeface="Arial"/>
              </a:rPr>
              <a:t>Patient</a:t>
            </a:r>
            <a:r>
              <a:rPr dirty="0" sz="1800">
                <a:latin typeface="Arial"/>
                <a:cs typeface="Arial"/>
              </a:rPr>
              <a:t> </a:t>
            </a:r>
            <a:r>
              <a:rPr dirty="0" sz="1800" spc="-15">
                <a:latin typeface="Arial"/>
                <a:cs typeface="Arial"/>
              </a:rPr>
              <a:t>networks	</a:t>
            </a:r>
            <a:r>
              <a:rPr dirty="0" sz="1800" spc="-50">
                <a:latin typeface="Arial"/>
                <a:cs typeface="Arial"/>
              </a:rPr>
              <a:t>Hierarchies </a:t>
            </a:r>
            <a:r>
              <a:rPr dirty="0" sz="1800" spc="-20">
                <a:latin typeface="Arial"/>
                <a:cs typeface="Arial"/>
              </a:rPr>
              <a:t>of</a:t>
            </a:r>
            <a:r>
              <a:rPr dirty="0" sz="1800" spc="60">
                <a:latin typeface="Arial"/>
                <a:cs typeface="Arial"/>
              </a:rPr>
              <a:t> </a:t>
            </a:r>
            <a:r>
              <a:rPr dirty="0" sz="1800" spc="-45">
                <a:latin typeface="Arial"/>
                <a:cs typeface="Arial"/>
              </a:rPr>
              <a:t>cell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systems	</a:t>
            </a:r>
            <a:r>
              <a:rPr dirty="0" baseline="1543" sz="2700" spc="-89">
                <a:latin typeface="Arial"/>
                <a:cs typeface="Arial"/>
              </a:rPr>
              <a:t>Disease</a:t>
            </a:r>
            <a:r>
              <a:rPr dirty="0" baseline="1543" sz="2700" spc="-104">
                <a:latin typeface="Arial"/>
                <a:cs typeface="Arial"/>
              </a:rPr>
              <a:t> </a:t>
            </a:r>
            <a:r>
              <a:rPr dirty="0" baseline="1543" sz="2700" spc="-37">
                <a:latin typeface="Arial"/>
                <a:cs typeface="Arial"/>
              </a:rPr>
              <a:t>pathways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7294" y="5863844"/>
            <a:ext cx="164274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69570" marR="5080" indent="-357505">
              <a:lnSpc>
                <a:spcPts val="2090"/>
              </a:lnSpc>
              <a:spcBef>
                <a:spcPts val="225"/>
              </a:spcBef>
            </a:pPr>
            <a:r>
              <a:rPr dirty="0" sz="1800" spc="-60">
                <a:latin typeface="Arial"/>
                <a:cs typeface="Arial"/>
              </a:rPr>
              <a:t>Gene </a:t>
            </a:r>
            <a:r>
              <a:rPr dirty="0" sz="1800" spc="-30">
                <a:latin typeface="Arial"/>
                <a:cs typeface="Arial"/>
              </a:rPr>
              <a:t>interaction  </a:t>
            </a:r>
            <a:r>
              <a:rPr dirty="0" sz="1800" spc="-15"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7074" y="1712197"/>
            <a:ext cx="1881632" cy="1671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9274" y="1620934"/>
            <a:ext cx="507727" cy="5077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4694" y="1414005"/>
            <a:ext cx="507727" cy="5077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80179" y="2562054"/>
            <a:ext cx="374404" cy="3744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2971" y="2661987"/>
            <a:ext cx="374405" cy="3744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44627" y="3126306"/>
            <a:ext cx="222354" cy="2223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98071" y="1414006"/>
            <a:ext cx="374404" cy="3744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99065" y="1808703"/>
            <a:ext cx="374404" cy="3744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6363" y="2085245"/>
            <a:ext cx="374404" cy="3744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0759" y="2182592"/>
            <a:ext cx="374405" cy="3744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48421" y="1435651"/>
            <a:ext cx="1887096" cy="19178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88400" y="1558864"/>
            <a:ext cx="2675896" cy="18088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6563" y="3920651"/>
            <a:ext cx="2542881" cy="181634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60069" y="27939"/>
            <a:ext cx="8024495" cy="142494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508634" marR="5080" indent="-496570">
              <a:lnSpc>
                <a:spcPts val="5500"/>
              </a:lnSpc>
              <a:spcBef>
                <a:spcPts val="300"/>
              </a:spcBef>
            </a:pPr>
            <a:r>
              <a:rPr dirty="0" sz="4600" spc="-145"/>
              <a:t>Similar </a:t>
            </a:r>
            <a:r>
              <a:rPr dirty="0" sz="4600" spc="-90"/>
              <a:t>findings </a:t>
            </a:r>
            <a:r>
              <a:rPr dirty="0" sz="4600" spc="-85"/>
              <a:t>apply </a:t>
            </a:r>
            <a:r>
              <a:rPr dirty="0" sz="4600" spc="25"/>
              <a:t>to </a:t>
            </a:r>
            <a:r>
              <a:rPr dirty="0" sz="4600" spc="-175"/>
              <a:t>a </a:t>
            </a:r>
            <a:r>
              <a:rPr dirty="0" sz="4600" spc="-55"/>
              <a:t>broad  </a:t>
            </a:r>
            <a:r>
              <a:rPr dirty="0" sz="4600" spc="-120"/>
              <a:t>range </a:t>
            </a:r>
            <a:r>
              <a:rPr dirty="0" sz="4600" spc="-60"/>
              <a:t>of </a:t>
            </a:r>
            <a:r>
              <a:rPr dirty="0" sz="4600" spc="-85"/>
              <a:t>biological</a:t>
            </a:r>
            <a:r>
              <a:rPr dirty="0" sz="4600" spc="114"/>
              <a:t> </a:t>
            </a:r>
            <a:r>
              <a:rPr dirty="0" sz="4600" spc="-50"/>
              <a:t>networks</a:t>
            </a:r>
            <a:endParaRPr sz="4600"/>
          </a:p>
        </p:txBody>
      </p:sp>
      <p:sp>
        <p:nvSpPr>
          <p:cNvPr id="22" name="object 22"/>
          <p:cNvSpPr txBox="1"/>
          <p:nvPr/>
        </p:nvSpPr>
        <p:spPr>
          <a:xfrm>
            <a:off x="451071" y="6446011"/>
            <a:ext cx="8242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1176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integrating</a:t>
            </a:r>
            <a:r>
              <a:rPr dirty="0" sz="1200" spc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data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in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biology</a:t>
            </a:r>
            <a:r>
              <a:rPr dirty="0" sz="1200" spc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medicine: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Principles,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practice,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Information</a:t>
            </a:r>
            <a:r>
              <a:rPr dirty="0" sz="1200" spc="1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40" i="1">
                <a:solidFill>
                  <a:srgbClr val="7F7F7F"/>
                </a:solidFill>
                <a:latin typeface="Arial"/>
                <a:cs typeface="Arial"/>
              </a:rPr>
              <a:t>Fusion</a:t>
            </a:r>
            <a:r>
              <a:rPr dirty="0" sz="1200" spc="10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65">
                <a:solidFill>
                  <a:srgbClr val="7F7F7F"/>
                </a:solidFill>
                <a:latin typeface="Arial"/>
                <a:cs typeface="Arial"/>
              </a:rPr>
              <a:t>201</a:t>
            </a:r>
            <a:r>
              <a:rPr dirty="0" baseline="-19841" sz="1050" spc="-247">
                <a:solidFill>
                  <a:srgbClr val="898989"/>
                </a:solidFill>
                <a:latin typeface="Arial"/>
                <a:cs typeface="Arial"/>
              </a:rPr>
              <a:t>7   </a:t>
            </a:r>
            <a:r>
              <a:rPr dirty="0" baseline="-19841" sz="1050" spc="-217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3900" y="2046767"/>
            <a:ext cx="7696200" cy="3602354"/>
          </a:xfrm>
          <a:custGeom>
            <a:avLst/>
            <a:gdLst/>
            <a:ahLst/>
            <a:cxnLst/>
            <a:rect l="l" t="t" r="r" b="b"/>
            <a:pathLst>
              <a:path w="7696200" h="3602354">
                <a:moveTo>
                  <a:pt x="0" y="0"/>
                </a:moveTo>
                <a:lnTo>
                  <a:pt x="7696200" y="0"/>
                </a:lnTo>
                <a:lnTo>
                  <a:pt x="7696200" y="3602046"/>
                </a:lnTo>
                <a:lnTo>
                  <a:pt x="0" y="3602046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23900" y="2212339"/>
            <a:ext cx="7696200" cy="32505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302260" marR="164465">
              <a:lnSpc>
                <a:spcPct val="100800"/>
              </a:lnSpc>
              <a:spcBef>
                <a:spcPts val="75"/>
              </a:spcBef>
            </a:pP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Cellular 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components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associated 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specific 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disease  (phenotype) 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show 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tendency </a:t>
            </a:r>
            <a:r>
              <a:rPr dirty="0" sz="2400" spc="1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cluster 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same 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network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neighborhood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50">
              <a:latin typeface="Times New Roman"/>
              <a:cs typeface="Times New Roman"/>
            </a:endParaRPr>
          </a:p>
          <a:p>
            <a:pPr algn="ctr" marL="131445">
              <a:lnSpc>
                <a:spcPct val="100000"/>
              </a:lnSpc>
            </a:pP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GNNs 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well-suited</a:t>
            </a:r>
            <a:r>
              <a:rPr dirty="0" sz="240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  <a:p>
            <a:pPr algn="ctr" marL="130810">
              <a:lnSpc>
                <a:spcPct val="100000"/>
              </a:lnSpc>
              <a:spcBef>
                <a:spcPts val="20"/>
              </a:spcBef>
            </a:pP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analysis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biological</a:t>
            </a:r>
            <a:r>
              <a:rPr dirty="0" sz="2400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98116" y="3442962"/>
            <a:ext cx="666750" cy="1219200"/>
          </a:xfrm>
          <a:custGeom>
            <a:avLst/>
            <a:gdLst/>
            <a:ahLst/>
            <a:cxnLst/>
            <a:rect l="l" t="t" r="r" b="b"/>
            <a:pathLst>
              <a:path w="666750" h="1219200">
                <a:moveTo>
                  <a:pt x="499845" y="0"/>
                </a:moveTo>
                <a:lnTo>
                  <a:pt x="166613" y="0"/>
                </a:lnTo>
                <a:lnTo>
                  <a:pt x="166613" y="20826"/>
                </a:lnTo>
                <a:lnTo>
                  <a:pt x="499845" y="20826"/>
                </a:lnTo>
                <a:lnTo>
                  <a:pt x="499845" y="0"/>
                </a:lnTo>
                <a:close/>
              </a:path>
              <a:path w="666750" h="1219200">
                <a:moveTo>
                  <a:pt x="499845" y="41653"/>
                </a:moveTo>
                <a:lnTo>
                  <a:pt x="166613" y="41653"/>
                </a:lnTo>
                <a:lnTo>
                  <a:pt x="166613" y="83308"/>
                </a:lnTo>
                <a:lnTo>
                  <a:pt x="499845" y="83308"/>
                </a:lnTo>
                <a:lnTo>
                  <a:pt x="499845" y="41653"/>
                </a:lnTo>
                <a:close/>
              </a:path>
              <a:path w="666750" h="1219200">
                <a:moveTo>
                  <a:pt x="666460" y="885971"/>
                </a:moveTo>
                <a:lnTo>
                  <a:pt x="0" y="885971"/>
                </a:lnTo>
                <a:lnTo>
                  <a:pt x="333228" y="1219200"/>
                </a:lnTo>
                <a:lnTo>
                  <a:pt x="666460" y="885971"/>
                </a:lnTo>
                <a:close/>
              </a:path>
              <a:path w="666750" h="1219200">
                <a:moveTo>
                  <a:pt x="499845" y="104134"/>
                </a:moveTo>
                <a:lnTo>
                  <a:pt x="166613" y="104134"/>
                </a:lnTo>
                <a:lnTo>
                  <a:pt x="166613" y="885971"/>
                </a:lnTo>
                <a:lnTo>
                  <a:pt x="499845" y="885971"/>
                </a:lnTo>
                <a:lnTo>
                  <a:pt x="499845" y="1041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6313" y="27939"/>
            <a:ext cx="7172325" cy="142494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969135" marR="5080" indent="-1957070">
              <a:lnSpc>
                <a:spcPts val="5500"/>
              </a:lnSpc>
              <a:spcBef>
                <a:spcPts val="300"/>
              </a:spcBef>
            </a:pPr>
            <a:r>
              <a:rPr dirty="0" sz="4600" spc="-155"/>
              <a:t>Why </a:t>
            </a:r>
            <a:r>
              <a:rPr dirty="0" sz="4600" spc="-180"/>
              <a:t>are </a:t>
            </a:r>
            <a:r>
              <a:rPr dirty="0" sz="4600" spc="-90"/>
              <a:t>Biological </a:t>
            </a:r>
            <a:r>
              <a:rPr dirty="0" sz="4600" spc="-50"/>
              <a:t>Networks  </a:t>
            </a:r>
            <a:r>
              <a:rPr dirty="0" sz="4600" spc="-120"/>
              <a:t>Challenging?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1647444"/>
            <a:ext cx="8215630" cy="47675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419100" marR="5080" indent="-406400">
              <a:lnSpc>
                <a:spcPts val="3100"/>
              </a:lnSpc>
              <a:spcBef>
                <a:spcPts val="219"/>
              </a:spcBef>
              <a:buClr>
                <a:srgbClr val="C00000"/>
              </a:buClr>
              <a:buAutoNum type="arabicPeriod"/>
              <a:tabLst>
                <a:tab pos="419100" algn="l"/>
              </a:tabLst>
            </a:pPr>
            <a:r>
              <a:rPr dirty="0" sz="2600" spc="-20">
                <a:latin typeface="Arial"/>
                <a:cs typeface="Arial"/>
              </a:rPr>
              <a:t>Networks </a:t>
            </a:r>
            <a:r>
              <a:rPr dirty="0" sz="2600" spc="-85">
                <a:latin typeface="Arial"/>
                <a:cs typeface="Arial"/>
              </a:rPr>
              <a:t>involve </a:t>
            </a:r>
            <a:r>
              <a:rPr dirty="0" sz="2600" spc="-50">
                <a:solidFill>
                  <a:srgbClr val="C00000"/>
                </a:solidFill>
                <a:latin typeface="Arial"/>
                <a:cs typeface="Arial"/>
              </a:rPr>
              <a:t>heterogeneous </a:t>
            </a:r>
            <a:r>
              <a:rPr dirty="0" sz="2600" spc="-40">
                <a:solidFill>
                  <a:srgbClr val="C00000"/>
                </a:solidFill>
                <a:latin typeface="Arial"/>
                <a:cs typeface="Arial"/>
              </a:rPr>
              <a:t>interactions </a:t>
            </a:r>
            <a:r>
              <a:rPr dirty="0" sz="2600" spc="-15">
                <a:solidFill>
                  <a:srgbClr val="C00000"/>
                </a:solidFill>
                <a:latin typeface="Arial"/>
                <a:cs typeface="Arial"/>
              </a:rPr>
              <a:t>that </a:t>
            </a:r>
            <a:r>
              <a:rPr dirty="0" sz="2600" spc="-45">
                <a:solidFill>
                  <a:srgbClr val="C00000"/>
                </a:solidFill>
                <a:latin typeface="Arial"/>
                <a:cs typeface="Arial"/>
              </a:rPr>
              <a:t>span  </a:t>
            </a:r>
            <a:r>
              <a:rPr dirty="0" sz="2600" spc="-40">
                <a:solidFill>
                  <a:srgbClr val="C00000"/>
                </a:solidFill>
                <a:latin typeface="Arial"/>
                <a:cs typeface="Arial"/>
              </a:rPr>
              <a:t>from </a:t>
            </a:r>
            <a:r>
              <a:rPr dirty="0" sz="2600" spc="-55">
                <a:solidFill>
                  <a:srgbClr val="C00000"/>
                </a:solidFill>
                <a:latin typeface="Arial"/>
                <a:cs typeface="Arial"/>
              </a:rPr>
              <a:t>molecules </a:t>
            </a:r>
            <a:r>
              <a:rPr dirty="0" sz="2600" spc="15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2600" spc="-45">
                <a:solidFill>
                  <a:srgbClr val="C00000"/>
                </a:solidFill>
                <a:latin typeface="Arial"/>
                <a:cs typeface="Arial"/>
              </a:rPr>
              <a:t>whole</a:t>
            </a:r>
            <a:r>
              <a:rPr dirty="0" sz="2600" spc="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C00000"/>
                </a:solidFill>
                <a:latin typeface="Arial"/>
                <a:cs typeface="Arial"/>
              </a:rPr>
              <a:t>populations</a:t>
            </a:r>
            <a:endParaRPr sz="2600">
              <a:latin typeface="Arial"/>
              <a:cs typeface="Arial"/>
            </a:endParaRPr>
          </a:p>
          <a:p>
            <a:pPr lvl="1" marL="755650" marR="172720" indent="-285750">
              <a:lnSpc>
                <a:spcPct val="101800"/>
              </a:lnSpc>
              <a:spcBef>
                <a:spcPts val="34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200" spc="-85">
                <a:latin typeface="Arial"/>
                <a:cs typeface="Arial"/>
              </a:rPr>
              <a:t>The </a:t>
            </a:r>
            <a:r>
              <a:rPr dirty="0" sz="2200" spc="-55">
                <a:latin typeface="Arial"/>
                <a:cs typeface="Arial"/>
              </a:rPr>
              <a:t>challenge </a:t>
            </a:r>
            <a:r>
              <a:rPr dirty="0" sz="2200" spc="-65">
                <a:latin typeface="Arial"/>
                <a:cs typeface="Arial"/>
              </a:rPr>
              <a:t>is </a:t>
            </a:r>
            <a:r>
              <a:rPr dirty="0" sz="2200" spc="-5">
                <a:latin typeface="Arial"/>
                <a:cs typeface="Arial"/>
              </a:rPr>
              <a:t>how </a:t>
            </a:r>
            <a:r>
              <a:rPr dirty="0" sz="2200" spc="10">
                <a:latin typeface="Arial"/>
                <a:cs typeface="Arial"/>
              </a:rPr>
              <a:t>to </a:t>
            </a:r>
            <a:r>
              <a:rPr dirty="0" sz="2200" spc="-30">
                <a:latin typeface="Arial"/>
                <a:cs typeface="Arial"/>
              </a:rPr>
              <a:t>computationally </a:t>
            </a:r>
            <a:r>
              <a:rPr dirty="0" sz="2200" spc="-50">
                <a:latin typeface="Arial"/>
                <a:cs typeface="Arial"/>
              </a:rPr>
              <a:t>operationalize </a:t>
            </a:r>
            <a:r>
              <a:rPr dirty="0" sz="2200" spc="-45">
                <a:latin typeface="Arial"/>
                <a:cs typeface="Arial"/>
              </a:rPr>
              <a:t>these  </a:t>
            </a:r>
            <a:r>
              <a:rPr dirty="0" sz="2200" spc="-25">
                <a:latin typeface="Arial"/>
                <a:cs typeface="Arial"/>
              </a:rPr>
              <a:t>data </a:t>
            </a:r>
            <a:r>
              <a:rPr dirty="0" sz="2200" spc="-30">
                <a:latin typeface="Arial"/>
                <a:cs typeface="Arial"/>
              </a:rPr>
              <a:t>and </a:t>
            </a:r>
            <a:r>
              <a:rPr dirty="0" sz="2200" spc="-45">
                <a:latin typeface="Arial"/>
                <a:cs typeface="Arial"/>
              </a:rPr>
              <a:t>make </a:t>
            </a:r>
            <a:r>
              <a:rPr dirty="0" sz="2200" spc="-25">
                <a:latin typeface="Arial"/>
                <a:cs typeface="Arial"/>
              </a:rPr>
              <a:t>them </a:t>
            </a:r>
            <a:r>
              <a:rPr dirty="0" sz="2200" spc="-55">
                <a:latin typeface="Arial"/>
                <a:cs typeface="Arial"/>
              </a:rPr>
              <a:t>amenable </a:t>
            </a:r>
            <a:r>
              <a:rPr dirty="0" sz="2200" spc="10">
                <a:latin typeface="Arial"/>
                <a:cs typeface="Arial"/>
              </a:rPr>
              <a:t>to</a:t>
            </a:r>
            <a:r>
              <a:rPr dirty="0" sz="2200" spc="114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ML</a:t>
            </a:r>
            <a:endParaRPr sz="2200">
              <a:latin typeface="Arial"/>
              <a:cs typeface="Arial"/>
            </a:endParaRPr>
          </a:p>
          <a:p>
            <a:pPr marL="419100" marR="82550" indent="-406400">
              <a:lnSpc>
                <a:spcPts val="3100"/>
              </a:lnSpc>
              <a:spcBef>
                <a:spcPts val="675"/>
              </a:spcBef>
              <a:buClr>
                <a:srgbClr val="C00000"/>
              </a:buClr>
              <a:buAutoNum type="arabicPeriod"/>
              <a:tabLst>
                <a:tab pos="419100" algn="l"/>
              </a:tabLst>
            </a:pPr>
            <a:r>
              <a:rPr dirty="0" sz="2600" spc="-20">
                <a:latin typeface="Arial"/>
                <a:cs typeface="Arial"/>
              </a:rPr>
              <a:t>Networks </a:t>
            </a:r>
            <a:r>
              <a:rPr dirty="0" sz="2600" spc="-30">
                <a:latin typeface="Arial"/>
                <a:cs typeface="Arial"/>
              </a:rPr>
              <a:t>contain </a:t>
            </a:r>
            <a:r>
              <a:rPr dirty="0" sz="2600" spc="-30">
                <a:solidFill>
                  <a:srgbClr val="C00000"/>
                </a:solidFill>
                <a:latin typeface="Arial"/>
                <a:cs typeface="Arial"/>
              </a:rPr>
              <a:t>data </a:t>
            </a:r>
            <a:r>
              <a:rPr dirty="0" sz="2600" spc="-40">
                <a:solidFill>
                  <a:srgbClr val="C00000"/>
                </a:solidFill>
                <a:latin typeface="Arial"/>
                <a:cs typeface="Arial"/>
              </a:rPr>
              <a:t>from </a:t>
            </a:r>
            <a:r>
              <a:rPr dirty="0" sz="2600" spc="-65">
                <a:solidFill>
                  <a:srgbClr val="C00000"/>
                </a:solidFill>
                <a:latin typeface="Arial"/>
                <a:cs typeface="Arial"/>
              </a:rPr>
              <a:t>diverse </a:t>
            </a:r>
            <a:r>
              <a:rPr dirty="0" sz="2600" spc="-40">
                <a:solidFill>
                  <a:srgbClr val="C00000"/>
                </a:solidFill>
                <a:latin typeface="Arial"/>
                <a:cs typeface="Arial"/>
              </a:rPr>
              <a:t>sources</a:t>
            </a:r>
            <a:r>
              <a:rPr dirty="0" sz="2600" spc="-40">
                <a:latin typeface="Arial"/>
                <a:cs typeface="Arial"/>
              </a:rPr>
              <a:t>, </a:t>
            </a:r>
            <a:r>
              <a:rPr dirty="0" sz="2600" spc="-45">
                <a:latin typeface="Arial"/>
                <a:cs typeface="Arial"/>
              </a:rPr>
              <a:t>including  </a:t>
            </a:r>
            <a:r>
              <a:rPr dirty="0" sz="2600" spc="-55">
                <a:latin typeface="Arial"/>
                <a:cs typeface="Arial"/>
              </a:rPr>
              <a:t>experimental </a:t>
            </a:r>
            <a:r>
              <a:rPr dirty="0" sz="2600" spc="-35">
                <a:latin typeface="Arial"/>
                <a:cs typeface="Arial"/>
              </a:rPr>
              <a:t>readouts, </a:t>
            </a:r>
            <a:r>
              <a:rPr dirty="0" sz="2600" spc="-25">
                <a:latin typeface="Arial"/>
                <a:cs typeface="Arial"/>
              </a:rPr>
              <a:t>curated </a:t>
            </a:r>
            <a:r>
              <a:rPr dirty="0" sz="2600" spc="-35">
                <a:latin typeface="Arial"/>
                <a:cs typeface="Arial"/>
              </a:rPr>
              <a:t>annotations,</a:t>
            </a:r>
            <a:r>
              <a:rPr dirty="0" sz="2600" spc="16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metadata</a:t>
            </a:r>
            <a:endParaRPr sz="2600">
              <a:latin typeface="Arial"/>
              <a:cs typeface="Arial"/>
            </a:endParaRPr>
          </a:p>
          <a:p>
            <a:pPr lvl="1" marL="755650" marR="334010" indent="-285750">
              <a:lnSpc>
                <a:spcPts val="2590"/>
              </a:lnSpc>
              <a:spcBef>
                <a:spcPts val="61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200" spc="-25">
                <a:latin typeface="Arial"/>
                <a:cs typeface="Arial"/>
              </a:rPr>
              <a:t>No </a:t>
            </a:r>
            <a:r>
              <a:rPr dirty="0" sz="2200" spc="-55">
                <a:latin typeface="Arial"/>
                <a:cs typeface="Arial"/>
              </a:rPr>
              <a:t>single </a:t>
            </a:r>
            <a:r>
              <a:rPr dirty="0" sz="2200" spc="-25">
                <a:latin typeface="Arial"/>
                <a:cs typeface="Arial"/>
              </a:rPr>
              <a:t>data type </a:t>
            </a:r>
            <a:r>
              <a:rPr dirty="0" sz="2200" spc="-35">
                <a:latin typeface="Arial"/>
                <a:cs typeface="Arial"/>
              </a:rPr>
              <a:t>can </a:t>
            </a:r>
            <a:r>
              <a:rPr dirty="0" sz="2200" spc="-30">
                <a:latin typeface="Arial"/>
                <a:cs typeface="Arial"/>
              </a:rPr>
              <a:t>capture </a:t>
            </a:r>
            <a:r>
              <a:rPr dirty="0" sz="2200" spc="-85">
                <a:latin typeface="Arial"/>
                <a:cs typeface="Arial"/>
              </a:rPr>
              <a:t>all </a:t>
            </a:r>
            <a:r>
              <a:rPr dirty="0" sz="2200" spc="-30">
                <a:latin typeface="Arial"/>
                <a:cs typeface="Arial"/>
              </a:rPr>
              <a:t>the </a:t>
            </a:r>
            <a:r>
              <a:rPr dirty="0" sz="2200" spc="-25">
                <a:latin typeface="Arial"/>
                <a:cs typeface="Arial"/>
              </a:rPr>
              <a:t>factors </a:t>
            </a:r>
            <a:r>
              <a:rPr dirty="0" sz="2200" spc="-55">
                <a:latin typeface="Arial"/>
                <a:cs typeface="Arial"/>
              </a:rPr>
              <a:t>necessary </a:t>
            </a:r>
            <a:r>
              <a:rPr dirty="0" sz="2200" spc="10">
                <a:latin typeface="Arial"/>
                <a:cs typeface="Arial"/>
              </a:rPr>
              <a:t>to  </a:t>
            </a:r>
            <a:r>
              <a:rPr dirty="0" sz="2200" spc="-30">
                <a:latin typeface="Arial"/>
                <a:cs typeface="Arial"/>
              </a:rPr>
              <a:t>understand </a:t>
            </a:r>
            <a:r>
              <a:rPr dirty="0" sz="2200" spc="-85">
                <a:latin typeface="Arial"/>
                <a:cs typeface="Arial"/>
              </a:rPr>
              <a:t>a </a:t>
            </a:r>
            <a:r>
              <a:rPr dirty="0" sz="2200" spc="-35">
                <a:latin typeface="Arial"/>
                <a:cs typeface="Arial"/>
              </a:rPr>
              <a:t>phenomenon </a:t>
            </a:r>
            <a:r>
              <a:rPr dirty="0" sz="2200" spc="-25">
                <a:latin typeface="Arial"/>
                <a:cs typeface="Arial"/>
              </a:rPr>
              <a:t>such </a:t>
            </a:r>
            <a:r>
              <a:rPr dirty="0" sz="2200" spc="-65">
                <a:latin typeface="Arial"/>
                <a:cs typeface="Arial"/>
              </a:rPr>
              <a:t>as </a:t>
            </a:r>
            <a:r>
              <a:rPr dirty="0" sz="2200" spc="-85">
                <a:latin typeface="Arial"/>
                <a:cs typeface="Arial"/>
              </a:rPr>
              <a:t>a</a:t>
            </a:r>
            <a:r>
              <a:rPr dirty="0" sz="2200" spc="300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disease</a:t>
            </a:r>
            <a:endParaRPr sz="2200">
              <a:latin typeface="Arial"/>
              <a:cs typeface="Arial"/>
            </a:endParaRPr>
          </a:p>
          <a:p>
            <a:pPr marL="419100" marR="352425" indent="-40640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AutoNum type="arabicPeriod"/>
              <a:tabLst>
                <a:tab pos="419100" algn="l"/>
              </a:tabLst>
            </a:pPr>
            <a:r>
              <a:rPr dirty="0" sz="2600" spc="-20">
                <a:latin typeface="Arial"/>
                <a:cs typeface="Arial"/>
              </a:rPr>
              <a:t>Networks </a:t>
            </a:r>
            <a:r>
              <a:rPr dirty="0" sz="2600" spc="-95">
                <a:latin typeface="Arial"/>
                <a:cs typeface="Arial"/>
              </a:rPr>
              <a:t>are </a:t>
            </a:r>
            <a:r>
              <a:rPr dirty="0" sz="2600" spc="-65">
                <a:solidFill>
                  <a:srgbClr val="C00000"/>
                </a:solidFill>
                <a:latin typeface="Arial"/>
                <a:cs typeface="Arial"/>
              </a:rPr>
              <a:t>noisy </a:t>
            </a:r>
            <a:r>
              <a:rPr dirty="0" sz="2600" spc="-35">
                <a:solidFill>
                  <a:srgbClr val="C00000"/>
                </a:solidFill>
                <a:latin typeface="Arial"/>
                <a:cs typeface="Arial"/>
              </a:rPr>
              <a:t>due </a:t>
            </a:r>
            <a:r>
              <a:rPr dirty="0" sz="2600" spc="15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2600" spc="-65">
                <a:solidFill>
                  <a:srgbClr val="C00000"/>
                </a:solidFill>
                <a:latin typeface="Arial"/>
                <a:cs typeface="Arial"/>
              </a:rPr>
              <a:t>inherent </a:t>
            </a:r>
            <a:r>
              <a:rPr dirty="0" sz="2600" spc="-60">
                <a:solidFill>
                  <a:srgbClr val="C00000"/>
                </a:solidFill>
                <a:latin typeface="Arial"/>
                <a:cs typeface="Arial"/>
              </a:rPr>
              <a:t>natural </a:t>
            </a:r>
            <a:r>
              <a:rPr dirty="0" sz="2600" spc="-65">
                <a:solidFill>
                  <a:srgbClr val="C00000"/>
                </a:solidFill>
                <a:latin typeface="Arial"/>
                <a:cs typeface="Arial"/>
              </a:rPr>
              <a:t>variations  </a:t>
            </a:r>
            <a:r>
              <a:rPr dirty="0" sz="2600" spc="-3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2600" spc="-50">
                <a:solidFill>
                  <a:srgbClr val="C00000"/>
                </a:solidFill>
                <a:latin typeface="Arial"/>
                <a:cs typeface="Arial"/>
              </a:rPr>
              <a:t>limitations </a:t>
            </a:r>
            <a:r>
              <a:rPr dirty="0" sz="2600" spc="-25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dirty="0" sz="2600" spc="-60">
                <a:solidFill>
                  <a:srgbClr val="C00000"/>
                </a:solidFill>
                <a:latin typeface="Arial"/>
                <a:cs typeface="Arial"/>
              </a:rPr>
              <a:t>measurement</a:t>
            </a:r>
            <a:r>
              <a:rPr dirty="0" sz="2600" spc="1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C00000"/>
                </a:solidFill>
                <a:latin typeface="Arial"/>
                <a:cs typeface="Arial"/>
              </a:rPr>
              <a:t>platforms</a:t>
            </a:r>
            <a:endParaRPr sz="2600">
              <a:latin typeface="Arial"/>
              <a:cs typeface="Arial"/>
            </a:endParaRPr>
          </a:p>
          <a:p>
            <a:pPr lvl="1" marL="755650" marR="587375" indent="-285750">
              <a:lnSpc>
                <a:spcPts val="2590"/>
              </a:lnSpc>
              <a:spcBef>
                <a:spcPts val="69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200" spc="-50">
                <a:latin typeface="Arial"/>
                <a:cs typeface="Arial"/>
              </a:rPr>
              <a:t>Missing </a:t>
            </a:r>
            <a:r>
              <a:rPr dirty="0" sz="2200" spc="-25">
                <a:latin typeface="Arial"/>
                <a:cs typeface="Arial"/>
              </a:rPr>
              <a:t>data, </a:t>
            </a:r>
            <a:r>
              <a:rPr dirty="0" sz="2200" spc="-45">
                <a:latin typeface="Arial"/>
                <a:cs typeface="Arial"/>
              </a:rPr>
              <a:t>repeated measurements, </a:t>
            </a:r>
            <a:r>
              <a:rPr dirty="0" sz="2200" spc="-30">
                <a:latin typeface="Arial"/>
                <a:cs typeface="Arial"/>
              </a:rPr>
              <a:t>and </a:t>
            </a:r>
            <a:r>
              <a:rPr dirty="0" sz="2200" spc="-20">
                <a:latin typeface="Arial"/>
                <a:cs typeface="Arial"/>
              </a:rPr>
              <a:t>contradictory  </a:t>
            </a:r>
            <a:r>
              <a:rPr dirty="0" sz="2200" spc="-40">
                <a:latin typeface="Arial"/>
                <a:cs typeface="Arial"/>
              </a:rPr>
              <a:t>observations </a:t>
            </a:r>
            <a:r>
              <a:rPr dirty="0" sz="2200" spc="-35">
                <a:latin typeface="Arial"/>
                <a:cs typeface="Arial"/>
              </a:rPr>
              <a:t>can </a:t>
            </a:r>
            <a:r>
              <a:rPr dirty="0" sz="2200" spc="-45">
                <a:latin typeface="Arial"/>
                <a:cs typeface="Arial"/>
              </a:rPr>
              <a:t>plague </a:t>
            </a:r>
            <a:r>
              <a:rPr dirty="0" sz="2200" spc="-30">
                <a:latin typeface="Arial"/>
                <a:cs typeface="Arial"/>
              </a:rPr>
              <a:t>the</a:t>
            </a:r>
            <a:r>
              <a:rPr dirty="0" sz="2200" spc="114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3917" y="6725919"/>
            <a:ext cx="749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8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1793" y="6628892"/>
            <a:ext cx="7000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Plan </a:t>
            </a:r>
            <a:r>
              <a:rPr dirty="0" spc="-70"/>
              <a:t>for</a:t>
            </a:r>
            <a:r>
              <a:rPr dirty="0" spc="80"/>
              <a:t> </a:t>
            </a:r>
            <a:r>
              <a:rPr dirty="0" spc="-245"/>
              <a:t>Today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763905" indent="-421005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14"/>
              <a:t>Safe </a:t>
            </a:r>
            <a:r>
              <a:rPr dirty="0" spc="-30"/>
              <a:t>drugs </a:t>
            </a:r>
            <a:r>
              <a:rPr dirty="0" spc="-50"/>
              <a:t>and </a:t>
            </a:r>
            <a:r>
              <a:rPr dirty="0" spc="-20"/>
              <a:t>drug</a:t>
            </a:r>
            <a:r>
              <a:rPr dirty="0" spc="190"/>
              <a:t> </a:t>
            </a:r>
            <a:r>
              <a:rPr dirty="0" spc="-40"/>
              <a:t>combinations</a:t>
            </a:r>
          </a:p>
          <a:p>
            <a:pPr marL="749300">
              <a:lnSpc>
                <a:spcPct val="100000"/>
              </a:lnSpc>
              <a:spcBef>
                <a:spcPts val="83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65">
                <a:solidFill>
                  <a:srgbClr val="C00000"/>
                </a:solidFill>
              </a:rPr>
              <a:t>Multi-relational </a:t>
            </a:r>
            <a:r>
              <a:rPr dirty="0" sz="3000" spc="-80">
                <a:solidFill>
                  <a:srgbClr val="C00000"/>
                </a:solidFill>
              </a:rPr>
              <a:t>link </a:t>
            </a:r>
            <a:r>
              <a:rPr dirty="0" sz="3000" spc="-35">
                <a:solidFill>
                  <a:srgbClr val="C00000"/>
                </a:solidFill>
              </a:rPr>
              <a:t>prediction on</a:t>
            </a:r>
            <a:r>
              <a:rPr dirty="0" sz="3000" spc="275">
                <a:solidFill>
                  <a:srgbClr val="C00000"/>
                </a:solidFill>
              </a:rPr>
              <a:t> </a:t>
            </a:r>
            <a:r>
              <a:rPr dirty="0" sz="3000" spc="-75">
                <a:solidFill>
                  <a:srgbClr val="C00000"/>
                </a:solidFill>
              </a:rPr>
              <a:t>KGs</a:t>
            </a:r>
            <a:endParaRPr sz="3000"/>
          </a:p>
          <a:p>
            <a:pPr marL="330200"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70"/>
              <a:t>Patient </a:t>
            </a:r>
            <a:r>
              <a:rPr dirty="0" spc="-20"/>
              <a:t>outcomes </a:t>
            </a:r>
            <a:r>
              <a:rPr dirty="0" spc="-195"/>
              <a:t>&amp; </a:t>
            </a:r>
            <a:r>
              <a:rPr dirty="0" spc="-90"/>
              <a:t>disease</a:t>
            </a:r>
            <a:r>
              <a:rPr dirty="0" spc="350"/>
              <a:t> </a:t>
            </a:r>
            <a:r>
              <a:rPr dirty="0" spc="-80"/>
              <a:t>classification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Subgraph</a:t>
            </a:r>
            <a:r>
              <a:rPr dirty="0" sz="3000" spc="25">
                <a:solidFill>
                  <a:srgbClr val="C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embeddings</a:t>
            </a:r>
            <a:endParaRPr sz="3000"/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00"/>
              <a:t>Effective </a:t>
            </a:r>
            <a:r>
              <a:rPr dirty="0" spc="-85"/>
              <a:t>disease</a:t>
            </a:r>
            <a:r>
              <a:rPr dirty="0" spc="100"/>
              <a:t> </a:t>
            </a:r>
            <a:r>
              <a:rPr dirty="0" spc="-50"/>
              <a:t>treatments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Few-shot </a:t>
            </a:r>
            <a:r>
              <a:rPr dirty="0" sz="3000" spc="-75">
                <a:solidFill>
                  <a:srgbClr val="C00000"/>
                </a:solidFill>
              </a:rPr>
              <a:t>learning </a:t>
            </a:r>
            <a:r>
              <a:rPr dirty="0" sz="3000" spc="-45">
                <a:solidFill>
                  <a:srgbClr val="C00000"/>
                </a:solidFill>
              </a:rPr>
              <a:t>for</a:t>
            </a:r>
            <a:r>
              <a:rPr dirty="0" sz="3000" spc="150">
                <a:solidFill>
                  <a:srgbClr val="C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graphs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503917" y="6725919"/>
            <a:ext cx="749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9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2148790"/>
            <a:ext cx="423609" cy="1280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1671074"/>
            <a:ext cx="831565" cy="370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1671075"/>
            <a:ext cx="1407574" cy="1757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609" y="3003693"/>
            <a:ext cx="983964" cy="4253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1565" y="1671074"/>
            <a:ext cx="576008" cy="13326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645156" y="1353819"/>
            <a:ext cx="7915909" cy="438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1005" marR="102235" indent="-365125">
              <a:lnSpc>
                <a:spcPct val="121000"/>
              </a:lnSpc>
              <a:spcBef>
                <a:spcPts val="100"/>
              </a:spcBef>
            </a:pPr>
            <a:r>
              <a:rPr dirty="0" sz="4000" spc="-80">
                <a:latin typeface="Arial"/>
                <a:cs typeface="Arial"/>
              </a:rPr>
              <a:t>Patients </a:t>
            </a:r>
            <a:r>
              <a:rPr dirty="0" sz="4000" spc="-60">
                <a:solidFill>
                  <a:srgbClr val="C00000"/>
                </a:solidFill>
                <a:latin typeface="Arial"/>
                <a:cs typeface="Arial"/>
              </a:rPr>
              <a:t>take </a:t>
            </a:r>
            <a:r>
              <a:rPr dirty="0" sz="4000" spc="-70">
                <a:solidFill>
                  <a:srgbClr val="C00000"/>
                </a:solidFill>
                <a:latin typeface="Arial"/>
                <a:cs typeface="Arial"/>
              </a:rPr>
              <a:t>multiple </a:t>
            </a:r>
            <a:r>
              <a:rPr dirty="0" sz="4000" spc="-35">
                <a:solidFill>
                  <a:srgbClr val="C00000"/>
                </a:solidFill>
                <a:latin typeface="Arial"/>
                <a:cs typeface="Arial"/>
              </a:rPr>
              <a:t>drugs </a:t>
            </a:r>
            <a:r>
              <a:rPr dirty="0" sz="4000" spc="30">
                <a:latin typeface="Arial"/>
                <a:cs typeface="Arial"/>
              </a:rPr>
              <a:t>to </a:t>
            </a:r>
            <a:r>
              <a:rPr dirty="0" sz="4000" spc="-65">
                <a:latin typeface="Arial"/>
                <a:cs typeface="Arial"/>
              </a:rPr>
              <a:t>treat  </a:t>
            </a:r>
            <a:r>
              <a:rPr dirty="0" sz="4000" spc="-35">
                <a:solidFill>
                  <a:srgbClr val="C00000"/>
                </a:solidFill>
                <a:latin typeface="Arial"/>
                <a:cs typeface="Arial"/>
              </a:rPr>
              <a:t>complex </a:t>
            </a:r>
            <a:r>
              <a:rPr dirty="0" sz="4000" spc="-40">
                <a:latin typeface="Arial"/>
                <a:cs typeface="Arial"/>
              </a:rPr>
              <a:t>or </a:t>
            </a:r>
            <a:r>
              <a:rPr dirty="0" sz="4000" spc="-40">
                <a:solidFill>
                  <a:srgbClr val="C00000"/>
                </a:solidFill>
                <a:latin typeface="Arial"/>
                <a:cs typeface="Arial"/>
              </a:rPr>
              <a:t>co-existing</a:t>
            </a:r>
            <a:r>
              <a:rPr dirty="0" sz="400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4000" spc="-95">
                <a:solidFill>
                  <a:srgbClr val="C00000"/>
                </a:solidFill>
                <a:latin typeface="Arial"/>
                <a:cs typeface="Arial"/>
              </a:rPr>
              <a:t>diseases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dirty="0" sz="3700" spc="40">
                <a:solidFill>
                  <a:srgbClr val="4F81BD"/>
                </a:solidFill>
                <a:latin typeface="Arial"/>
                <a:cs typeface="Arial"/>
              </a:rPr>
              <a:t>46%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25">
                <a:latin typeface="Arial"/>
                <a:cs typeface="Arial"/>
              </a:rPr>
              <a:t>people </a:t>
            </a:r>
            <a:r>
              <a:rPr dirty="0" sz="1800" spc="-45">
                <a:latin typeface="Arial"/>
                <a:cs typeface="Arial"/>
              </a:rPr>
              <a:t>over </a:t>
            </a:r>
            <a:r>
              <a:rPr dirty="0" sz="1800" spc="-5">
                <a:latin typeface="Arial"/>
                <a:cs typeface="Arial"/>
              </a:rPr>
              <a:t>65 </a:t>
            </a:r>
            <a:r>
              <a:rPr dirty="0" sz="1800" spc="-55">
                <a:latin typeface="Arial"/>
                <a:cs typeface="Arial"/>
              </a:rPr>
              <a:t>years </a:t>
            </a:r>
            <a:r>
              <a:rPr dirty="0" sz="1800" spc="-30">
                <a:latin typeface="Arial"/>
                <a:cs typeface="Arial"/>
              </a:rPr>
              <a:t>take </a:t>
            </a:r>
            <a:r>
              <a:rPr dirty="0" sz="1800" spc="-40">
                <a:latin typeface="Arial"/>
                <a:cs typeface="Arial"/>
              </a:rPr>
              <a:t>more </a:t>
            </a:r>
            <a:r>
              <a:rPr dirty="0" sz="1800" spc="-30">
                <a:latin typeface="Arial"/>
                <a:cs typeface="Arial"/>
              </a:rPr>
              <a:t>than </a:t>
            </a:r>
            <a:r>
              <a:rPr dirty="0" sz="1800" spc="-5">
                <a:latin typeface="Arial"/>
                <a:cs typeface="Arial"/>
              </a:rPr>
              <a:t>5</a:t>
            </a:r>
            <a:r>
              <a:rPr dirty="0" sz="1800" spc="15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drugs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800" spc="-50">
                <a:latin typeface="Arial"/>
                <a:cs typeface="Arial"/>
              </a:rPr>
              <a:t>Many </a:t>
            </a:r>
            <a:r>
              <a:rPr dirty="0" sz="1800" spc="-30">
                <a:latin typeface="Arial"/>
                <a:cs typeface="Arial"/>
              </a:rPr>
              <a:t>take </a:t>
            </a:r>
            <a:r>
              <a:rPr dirty="0" sz="1800" spc="-40">
                <a:latin typeface="Arial"/>
                <a:cs typeface="Arial"/>
              </a:rPr>
              <a:t>more </a:t>
            </a:r>
            <a:r>
              <a:rPr dirty="0" sz="1800" spc="-30">
                <a:latin typeface="Arial"/>
                <a:cs typeface="Arial"/>
              </a:rPr>
              <a:t>than </a:t>
            </a:r>
            <a:r>
              <a:rPr dirty="0" sz="3700" spc="35">
                <a:solidFill>
                  <a:srgbClr val="4F81BD"/>
                </a:solidFill>
                <a:latin typeface="Arial"/>
                <a:cs typeface="Arial"/>
              </a:rPr>
              <a:t>20 </a:t>
            </a:r>
            <a:r>
              <a:rPr dirty="0" sz="1800" spc="-20">
                <a:latin typeface="Arial"/>
                <a:cs typeface="Arial"/>
              </a:rPr>
              <a:t>drugs </a:t>
            </a:r>
            <a:r>
              <a:rPr dirty="0" sz="1800" spc="10">
                <a:latin typeface="Arial"/>
                <a:cs typeface="Arial"/>
              </a:rPr>
              <a:t>to </a:t>
            </a:r>
            <a:r>
              <a:rPr dirty="0" sz="1800" spc="-30">
                <a:latin typeface="Arial"/>
                <a:cs typeface="Arial"/>
              </a:rPr>
              <a:t>treat </a:t>
            </a:r>
            <a:r>
              <a:rPr dirty="0" sz="1800" spc="-40">
                <a:latin typeface="Arial"/>
                <a:cs typeface="Arial"/>
              </a:rPr>
              <a:t>heart diseases, </a:t>
            </a:r>
            <a:r>
              <a:rPr dirty="0" sz="1800" spc="-35">
                <a:latin typeface="Arial"/>
                <a:cs typeface="Arial"/>
              </a:rPr>
              <a:t>depression </a:t>
            </a:r>
            <a:r>
              <a:rPr dirty="0" sz="1800" spc="-20">
                <a:latin typeface="Arial"/>
                <a:cs typeface="Arial"/>
              </a:rPr>
              <a:t>or</a:t>
            </a:r>
            <a:r>
              <a:rPr dirty="0" sz="1800" spc="22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cancer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700" spc="40">
                <a:solidFill>
                  <a:srgbClr val="4F81BD"/>
                </a:solidFill>
                <a:latin typeface="Arial"/>
                <a:cs typeface="Arial"/>
              </a:rPr>
              <a:t>15%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 spc="-35">
                <a:latin typeface="Arial"/>
                <a:cs typeface="Arial"/>
              </a:rPr>
              <a:t>U.S. </a:t>
            </a:r>
            <a:r>
              <a:rPr dirty="0" sz="1800" spc="-20">
                <a:latin typeface="Arial"/>
                <a:cs typeface="Arial"/>
              </a:rPr>
              <a:t>population </a:t>
            </a:r>
            <a:r>
              <a:rPr dirty="0" sz="1800" spc="-30">
                <a:latin typeface="Arial"/>
                <a:cs typeface="Arial"/>
              </a:rPr>
              <a:t>affected </a:t>
            </a:r>
            <a:r>
              <a:rPr dirty="0" sz="1800" spc="-20">
                <a:latin typeface="Arial"/>
                <a:cs typeface="Arial"/>
              </a:rPr>
              <a:t>by unwanted </a:t>
            </a:r>
            <a:r>
              <a:rPr dirty="0" sz="1800" spc="-40">
                <a:latin typeface="Arial"/>
                <a:cs typeface="Arial"/>
              </a:rPr>
              <a:t>side</a:t>
            </a:r>
            <a:r>
              <a:rPr dirty="0" sz="1800" spc="90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effects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800" spc="-55">
                <a:latin typeface="Arial"/>
                <a:cs typeface="Arial"/>
              </a:rPr>
              <a:t>Annual </a:t>
            </a:r>
            <a:r>
              <a:rPr dirty="0" sz="1800" spc="-5">
                <a:latin typeface="Arial"/>
                <a:cs typeface="Arial"/>
              </a:rPr>
              <a:t>costs </a:t>
            </a:r>
            <a:r>
              <a:rPr dirty="0" sz="1800" spc="-55">
                <a:latin typeface="Arial"/>
                <a:cs typeface="Arial"/>
              </a:rPr>
              <a:t>in </a:t>
            </a:r>
            <a:r>
              <a:rPr dirty="0" sz="1800" spc="-35">
                <a:latin typeface="Arial"/>
                <a:cs typeface="Arial"/>
              </a:rPr>
              <a:t>treating </a:t>
            </a:r>
            <a:r>
              <a:rPr dirty="0" sz="1800" spc="-40">
                <a:latin typeface="Arial"/>
                <a:cs typeface="Arial"/>
              </a:rPr>
              <a:t>side </a:t>
            </a:r>
            <a:r>
              <a:rPr dirty="0" sz="1800" spc="-35">
                <a:latin typeface="Arial"/>
                <a:cs typeface="Arial"/>
              </a:rPr>
              <a:t>effects </a:t>
            </a:r>
            <a:r>
              <a:rPr dirty="0" sz="1800" spc="-30">
                <a:latin typeface="Arial"/>
                <a:cs typeface="Arial"/>
              </a:rPr>
              <a:t>exceed </a:t>
            </a:r>
            <a:r>
              <a:rPr dirty="0" sz="3700" spc="25">
                <a:solidFill>
                  <a:srgbClr val="4F81BD"/>
                </a:solidFill>
                <a:latin typeface="Arial"/>
                <a:cs typeface="Arial"/>
              </a:rPr>
              <a:t>$177 </a:t>
            </a:r>
            <a:r>
              <a:rPr dirty="0" sz="1800" spc="-40">
                <a:latin typeface="Arial"/>
                <a:cs typeface="Arial"/>
              </a:rPr>
              <a:t>billion </a:t>
            </a:r>
            <a:r>
              <a:rPr dirty="0" sz="1800" spc="-55">
                <a:latin typeface="Arial"/>
                <a:cs typeface="Arial"/>
              </a:rPr>
              <a:t>in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 spc="-35">
                <a:latin typeface="Arial"/>
                <a:cs typeface="Arial"/>
              </a:rPr>
              <a:t>U.S.</a:t>
            </a:r>
            <a:r>
              <a:rPr dirty="0" sz="1800" spc="38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alone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4331" y="375411"/>
            <a:ext cx="3335654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4"/>
              <a:t>Poly-Therapy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118" y="375411"/>
            <a:ext cx="749808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70"/>
              <a:t>Unexpected </a:t>
            </a:r>
            <a:r>
              <a:rPr dirty="0" sz="4600" spc="-100"/>
              <a:t>Drug</a:t>
            </a:r>
            <a:r>
              <a:rPr dirty="0" sz="4600" spc="25"/>
              <a:t> </a:t>
            </a:r>
            <a:r>
              <a:rPr dirty="0" sz="4600" spc="-85"/>
              <a:t>Interactions</a:t>
            </a:r>
            <a:endParaRPr sz="4600"/>
          </a:p>
        </p:txBody>
      </p:sp>
      <p:sp>
        <p:nvSpPr>
          <p:cNvPr id="3" name="object 3"/>
          <p:cNvSpPr/>
          <p:nvPr/>
        </p:nvSpPr>
        <p:spPr>
          <a:xfrm>
            <a:off x="1167750" y="3739145"/>
            <a:ext cx="862397" cy="842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6690" y="2084532"/>
            <a:ext cx="832665" cy="8423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1923" y="5303554"/>
            <a:ext cx="832659" cy="8423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05651" y="5303554"/>
            <a:ext cx="862413" cy="8423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95009" y="2325706"/>
            <a:ext cx="93980" cy="619760"/>
          </a:xfrm>
          <a:custGeom>
            <a:avLst/>
            <a:gdLst/>
            <a:ahLst/>
            <a:cxnLst/>
            <a:rect l="l" t="t" r="r" b="b"/>
            <a:pathLst>
              <a:path w="93979" h="619760">
                <a:moveTo>
                  <a:pt x="93573" y="619705"/>
                </a:moveTo>
                <a:lnTo>
                  <a:pt x="75373" y="615991"/>
                </a:lnTo>
                <a:lnTo>
                  <a:pt x="60503" y="605856"/>
                </a:lnTo>
                <a:lnTo>
                  <a:pt x="50475" y="590813"/>
                </a:lnTo>
                <a:lnTo>
                  <a:pt x="46797" y="572373"/>
                </a:lnTo>
                <a:lnTo>
                  <a:pt x="46797" y="357205"/>
                </a:lnTo>
                <a:lnTo>
                  <a:pt x="43121" y="338771"/>
                </a:lnTo>
                <a:lnTo>
                  <a:pt x="33096" y="323719"/>
                </a:lnTo>
                <a:lnTo>
                  <a:pt x="18221" y="313573"/>
                </a:lnTo>
                <a:lnTo>
                  <a:pt x="0" y="309852"/>
                </a:lnTo>
                <a:lnTo>
                  <a:pt x="18221" y="306134"/>
                </a:lnTo>
                <a:lnTo>
                  <a:pt x="33096" y="295993"/>
                </a:lnTo>
                <a:lnTo>
                  <a:pt x="43121" y="280951"/>
                </a:lnTo>
                <a:lnTo>
                  <a:pt x="46797" y="262531"/>
                </a:lnTo>
                <a:lnTo>
                  <a:pt x="46797" y="47332"/>
                </a:lnTo>
                <a:lnTo>
                  <a:pt x="50475" y="28909"/>
                </a:lnTo>
                <a:lnTo>
                  <a:pt x="60503" y="13864"/>
                </a:lnTo>
                <a:lnTo>
                  <a:pt x="75373" y="3720"/>
                </a:lnTo>
                <a:lnTo>
                  <a:pt x="93573" y="0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62962" y="2325706"/>
            <a:ext cx="93980" cy="619760"/>
          </a:xfrm>
          <a:custGeom>
            <a:avLst/>
            <a:gdLst/>
            <a:ahLst/>
            <a:cxnLst/>
            <a:rect l="l" t="t" r="r" b="b"/>
            <a:pathLst>
              <a:path w="93979" h="619760">
                <a:moveTo>
                  <a:pt x="0" y="0"/>
                </a:moveTo>
                <a:lnTo>
                  <a:pt x="18217" y="3720"/>
                </a:lnTo>
                <a:lnTo>
                  <a:pt x="33092" y="13864"/>
                </a:lnTo>
                <a:lnTo>
                  <a:pt x="43120" y="28909"/>
                </a:lnTo>
                <a:lnTo>
                  <a:pt x="46797" y="47332"/>
                </a:lnTo>
                <a:lnTo>
                  <a:pt x="46797" y="262531"/>
                </a:lnTo>
                <a:lnTo>
                  <a:pt x="50472" y="280951"/>
                </a:lnTo>
                <a:lnTo>
                  <a:pt x="60497" y="295993"/>
                </a:lnTo>
                <a:lnTo>
                  <a:pt x="75368" y="306134"/>
                </a:lnTo>
                <a:lnTo>
                  <a:pt x="93584" y="309852"/>
                </a:lnTo>
                <a:lnTo>
                  <a:pt x="75368" y="313573"/>
                </a:lnTo>
                <a:lnTo>
                  <a:pt x="60497" y="323719"/>
                </a:lnTo>
                <a:lnTo>
                  <a:pt x="50472" y="338771"/>
                </a:lnTo>
                <a:lnTo>
                  <a:pt x="46797" y="357205"/>
                </a:lnTo>
                <a:lnTo>
                  <a:pt x="46797" y="572373"/>
                </a:lnTo>
                <a:lnTo>
                  <a:pt x="43120" y="590813"/>
                </a:lnTo>
                <a:lnTo>
                  <a:pt x="33092" y="605856"/>
                </a:lnTo>
                <a:lnTo>
                  <a:pt x="18217" y="615991"/>
                </a:lnTo>
                <a:lnTo>
                  <a:pt x="0" y="619705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95009" y="3694255"/>
            <a:ext cx="93980" cy="619760"/>
          </a:xfrm>
          <a:custGeom>
            <a:avLst/>
            <a:gdLst/>
            <a:ahLst/>
            <a:cxnLst/>
            <a:rect l="l" t="t" r="r" b="b"/>
            <a:pathLst>
              <a:path w="93979" h="619760">
                <a:moveTo>
                  <a:pt x="93573" y="619705"/>
                </a:moveTo>
                <a:lnTo>
                  <a:pt x="75373" y="615985"/>
                </a:lnTo>
                <a:lnTo>
                  <a:pt x="60503" y="605841"/>
                </a:lnTo>
                <a:lnTo>
                  <a:pt x="50475" y="590799"/>
                </a:lnTo>
                <a:lnTo>
                  <a:pt x="46797" y="572383"/>
                </a:lnTo>
                <a:lnTo>
                  <a:pt x="46797" y="357163"/>
                </a:lnTo>
                <a:lnTo>
                  <a:pt x="43121" y="338741"/>
                </a:lnTo>
                <a:lnTo>
                  <a:pt x="33096" y="323695"/>
                </a:lnTo>
                <a:lnTo>
                  <a:pt x="18221" y="313551"/>
                </a:lnTo>
                <a:lnTo>
                  <a:pt x="0" y="309831"/>
                </a:lnTo>
                <a:lnTo>
                  <a:pt x="18221" y="306117"/>
                </a:lnTo>
                <a:lnTo>
                  <a:pt x="33096" y="295986"/>
                </a:lnTo>
                <a:lnTo>
                  <a:pt x="43121" y="280952"/>
                </a:lnTo>
                <a:lnTo>
                  <a:pt x="46797" y="262531"/>
                </a:lnTo>
                <a:lnTo>
                  <a:pt x="46797" y="47310"/>
                </a:lnTo>
                <a:lnTo>
                  <a:pt x="50475" y="28896"/>
                </a:lnTo>
                <a:lnTo>
                  <a:pt x="60503" y="13857"/>
                </a:lnTo>
                <a:lnTo>
                  <a:pt x="75373" y="3718"/>
                </a:lnTo>
                <a:lnTo>
                  <a:pt x="93573" y="0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62962" y="3694255"/>
            <a:ext cx="93980" cy="619760"/>
          </a:xfrm>
          <a:custGeom>
            <a:avLst/>
            <a:gdLst/>
            <a:ahLst/>
            <a:cxnLst/>
            <a:rect l="l" t="t" r="r" b="b"/>
            <a:pathLst>
              <a:path w="93979" h="619760">
                <a:moveTo>
                  <a:pt x="0" y="0"/>
                </a:moveTo>
                <a:lnTo>
                  <a:pt x="18217" y="3718"/>
                </a:lnTo>
                <a:lnTo>
                  <a:pt x="33092" y="13857"/>
                </a:lnTo>
                <a:lnTo>
                  <a:pt x="43120" y="28896"/>
                </a:lnTo>
                <a:lnTo>
                  <a:pt x="46797" y="47310"/>
                </a:lnTo>
                <a:lnTo>
                  <a:pt x="46797" y="262531"/>
                </a:lnTo>
                <a:lnTo>
                  <a:pt x="50472" y="280952"/>
                </a:lnTo>
                <a:lnTo>
                  <a:pt x="60497" y="295986"/>
                </a:lnTo>
                <a:lnTo>
                  <a:pt x="75368" y="306117"/>
                </a:lnTo>
                <a:lnTo>
                  <a:pt x="93584" y="309831"/>
                </a:lnTo>
                <a:lnTo>
                  <a:pt x="75368" y="313551"/>
                </a:lnTo>
                <a:lnTo>
                  <a:pt x="60497" y="323695"/>
                </a:lnTo>
                <a:lnTo>
                  <a:pt x="50472" y="338741"/>
                </a:lnTo>
                <a:lnTo>
                  <a:pt x="46797" y="357163"/>
                </a:lnTo>
                <a:lnTo>
                  <a:pt x="46797" y="572383"/>
                </a:lnTo>
                <a:lnTo>
                  <a:pt x="43120" y="590799"/>
                </a:lnTo>
                <a:lnTo>
                  <a:pt x="33092" y="605841"/>
                </a:lnTo>
                <a:lnTo>
                  <a:pt x="18217" y="615985"/>
                </a:lnTo>
                <a:lnTo>
                  <a:pt x="0" y="619705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78217" y="4856218"/>
            <a:ext cx="127635" cy="774700"/>
          </a:xfrm>
          <a:custGeom>
            <a:avLst/>
            <a:gdLst/>
            <a:ahLst/>
            <a:cxnLst/>
            <a:rect l="l" t="t" r="r" b="b"/>
            <a:pathLst>
              <a:path w="127634" h="774700">
                <a:moveTo>
                  <a:pt x="127627" y="774631"/>
                </a:moveTo>
                <a:lnTo>
                  <a:pt x="102777" y="769556"/>
                </a:lnTo>
                <a:lnTo>
                  <a:pt x="82494" y="755718"/>
                </a:lnTo>
                <a:lnTo>
                  <a:pt x="68825" y="735198"/>
                </a:lnTo>
                <a:lnTo>
                  <a:pt x="63813" y="710077"/>
                </a:lnTo>
                <a:lnTo>
                  <a:pt x="63813" y="451859"/>
                </a:lnTo>
                <a:lnTo>
                  <a:pt x="58799" y="426735"/>
                </a:lnTo>
                <a:lnTo>
                  <a:pt x="45124" y="406219"/>
                </a:lnTo>
                <a:lnTo>
                  <a:pt x="24840" y="392387"/>
                </a:lnTo>
                <a:lnTo>
                  <a:pt x="0" y="387315"/>
                </a:lnTo>
                <a:lnTo>
                  <a:pt x="24840" y="382243"/>
                </a:lnTo>
                <a:lnTo>
                  <a:pt x="45124" y="368407"/>
                </a:lnTo>
                <a:lnTo>
                  <a:pt x="58799" y="347882"/>
                </a:lnTo>
                <a:lnTo>
                  <a:pt x="63813" y="322740"/>
                </a:lnTo>
                <a:lnTo>
                  <a:pt x="63813" y="64543"/>
                </a:lnTo>
                <a:lnTo>
                  <a:pt x="68825" y="39406"/>
                </a:lnTo>
                <a:lnTo>
                  <a:pt x="82494" y="18891"/>
                </a:lnTo>
                <a:lnTo>
                  <a:pt x="102777" y="5067"/>
                </a:lnTo>
                <a:lnTo>
                  <a:pt x="127627" y="0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543625" y="4856218"/>
            <a:ext cx="127635" cy="774700"/>
          </a:xfrm>
          <a:custGeom>
            <a:avLst/>
            <a:gdLst/>
            <a:ahLst/>
            <a:cxnLst/>
            <a:rect l="l" t="t" r="r" b="b"/>
            <a:pathLst>
              <a:path w="127634" h="774700">
                <a:moveTo>
                  <a:pt x="0" y="0"/>
                </a:moveTo>
                <a:lnTo>
                  <a:pt x="24836" y="5067"/>
                </a:lnTo>
                <a:lnTo>
                  <a:pt x="45120" y="18891"/>
                </a:lnTo>
                <a:lnTo>
                  <a:pt x="58798" y="39406"/>
                </a:lnTo>
                <a:lnTo>
                  <a:pt x="63813" y="64543"/>
                </a:lnTo>
                <a:lnTo>
                  <a:pt x="63813" y="322740"/>
                </a:lnTo>
                <a:lnTo>
                  <a:pt x="68825" y="347882"/>
                </a:lnTo>
                <a:lnTo>
                  <a:pt x="82494" y="368407"/>
                </a:lnTo>
                <a:lnTo>
                  <a:pt x="102777" y="382243"/>
                </a:lnTo>
                <a:lnTo>
                  <a:pt x="127627" y="387315"/>
                </a:lnTo>
                <a:lnTo>
                  <a:pt x="102777" y="392387"/>
                </a:lnTo>
                <a:lnTo>
                  <a:pt x="82494" y="406219"/>
                </a:lnTo>
                <a:lnTo>
                  <a:pt x="68825" y="426735"/>
                </a:lnTo>
                <a:lnTo>
                  <a:pt x="63813" y="451859"/>
                </a:lnTo>
                <a:lnTo>
                  <a:pt x="63813" y="710077"/>
                </a:lnTo>
                <a:lnTo>
                  <a:pt x="58798" y="735198"/>
                </a:lnTo>
                <a:lnTo>
                  <a:pt x="45120" y="755718"/>
                </a:lnTo>
                <a:lnTo>
                  <a:pt x="24836" y="769556"/>
                </a:lnTo>
                <a:lnTo>
                  <a:pt x="0" y="774631"/>
                </a:lnTo>
              </a:path>
            </a:pathLst>
          </a:custGeom>
          <a:ln w="513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988871" y="5192722"/>
            <a:ext cx="1508760" cy="1117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74320">
              <a:lnSpc>
                <a:spcPts val="4585"/>
              </a:lnSpc>
              <a:spcBef>
                <a:spcPts val="114"/>
              </a:spcBef>
            </a:pPr>
            <a:r>
              <a:rPr dirty="0" sz="4050" spc="-10" b="1">
                <a:solidFill>
                  <a:srgbClr val="020303"/>
                </a:solidFill>
                <a:latin typeface="Arial"/>
                <a:cs typeface="Arial"/>
              </a:rPr>
              <a:t>,</a:t>
            </a:r>
            <a:endParaRPr sz="4050">
              <a:latin typeface="Arial"/>
              <a:cs typeface="Arial"/>
            </a:endParaRPr>
          </a:p>
          <a:p>
            <a:pPr algn="ctr">
              <a:lnSpc>
                <a:spcPts val="1860"/>
              </a:lnSpc>
              <a:tabLst>
                <a:tab pos="960755" algn="l"/>
              </a:tabLst>
            </a:pPr>
            <a:r>
              <a:rPr dirty="0" sz="1800" spc="-5">
                <a:latin typeface="Arial"/>
                <a:cs typeface="Arial"/>
              </a:rPr>
              <a:t>3%	2%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135"/>
              </a:lnSpc>
              <a:tabLst>
                <a:tab pos="960755" algn="l"/>
              </a:tabLst>
            </a:pP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 spc="-45">
                <a:latin typeface="Arial"/>
                <a:cs typeface="Arial"/>
              </a:rPr>
              <a:t>r</a:t>
            </a:r>
            <a:r>
              <a:rPr dirty="0" sz="1800" spc="-10">
                <a:latin typeface="Arial"/>
                <a:cs typeface="Arial"/>
              </a:rPr>
              <a:t>o</a:t>
            </a:r>
            <a:r>
              <a:rPr dirty="0" sz="1800" spc="10">
                <a:latin typeface="Arial"/>
                <a:cs typeface="Arial"/>
              </a:rPr>
              <a:t>b.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 spc="-45">
                <a:latin typeface="Arial"/>
                <a:cs typeface="Arial"/>
              </a:rPr>
              <a:t>r</a:t>
            </a:r>
            <a:r>
              <a:rPr dirty="0" sz="1800" spc="-10">
                <a:latin typeface="Arial"/>
                <a:cs typeface="Arial"/>
              </a:rPr>
              <a:t>o</a:t>
            </a:r>
            <a:r>
              <a:rPr dirty="0" sz="1800" spc="10">
                <a:latin typeface="Arial"/>
                <a:cs typeface="Arial"/>
              </a:rPr>
              <a:t>b.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846225" y="4920781"/>
            <a:ext cx="664210" cy="774700"/>
          </a:xfrm>
          <a:custGeom>
            <a:avLst/>
            <a:gdLst/>
            <a:ahLst/>
            <a:cxnLst/>
            <a:rect l="l" t="t" r="r" b="b"/>
            <a:pathLst>
              <a:path w="664209" h="774700">
                <a:moveTo>
                  <a:pt x="366228" y="0"/>
                </a:moveTo>
                <a:lnTo>
                  <a:pt x="315900" y="4572"/>
                </a:lnTo>
                <a:lnTo>
                  <a:pt x="267628" y="17565"/>
                </a:lnTo>
                <a:lnTo>
                  <a:pt x="222434" y="37889"/>
                </a:lnTo>
                <a:lnTo>
                  <a:pt x="181337" y="64458"/>
                </a:lnTo>
                <a:lnTo>
                  <a:pt x="145358" y="96183"/>
                </a:lnTo>
                <a:lnTo>
                  <a:pt x="115516" y="131977"/>
                </a:lnTo>
                <a:lnTo>
                  <a:pt x="92832" y="170751"/>
                </a:lnTo>
                <a:lnTo>
                  <a:pt x="78325" y="211418"/>
                </a:lnTo>
                <a:lnTo>
                  <a:pt x="69220" y="264551"/>
                </a:lnTo>
                <a:lnTo>
                  <a:pt x="64869" y="299575"/>
                </a:lnTo>
                <a:lnTo>
                  <a:pt x="2366" y="453243"/>
                </a:lnTo>
                <a:lnTo>
                  <a:pt x="0" y="455555"/>
                </a:lnTo>
                <a:lnTo>
                  <a:pt x="0" y="462584"/>
                </a:lnTo>
                <a:lnTo>
                  <a:pt x="2052" y="471966"/>
                </a:lnTo>
                <a:lnTo>
                  <a:pt x="7516" y="479666"/>
                </a:lnTo>
                <a:lnTo>
                  <a:pt x="15351" y="484878"/>
                </a:lnTo>
                <a:lnTo>
                  <a:pt x="24517" y="486794"/>
                </a:lnTo>
                <a:lnTo>
                  <a:pt x="64869" y="486794"/>
                </a:lnTo>
                <a:lnTo>
                  <a:pt x="64869" y="567910"/>
                </a:lnTo>
                <a:lnTo>
                  <a:pt x="74287" y="613158"/>
                </a:lnTo>
                <a:lnTo>
                  <a:pt x="99872" y="650377"/>
                </a:lnTo>
                <a:lnTo>
                  <a:pt x="137613" y="675609"/>
                </a:lnTo>
                <a:lnTo>
                  <a:pt x="183503" y="684898"/>
                </a:lnTo>
                <a:lnTo>
                  <a:pt x="230183" y="684898"/>
                </a:lnTo>
                <a:lnTo>
                  <a:pt x="230183" y="774621"/>
                </a:lnTo>
                <a:lnTo>
                  <a:pt x="549763" y="774621"/>
                </a:lnTo>
                <a:lnTo>
                  <a:pt x="549763" y="524221"/>
                </a:lnTo>
                <a:lnTo>
                  <a:pt x="588036" y="488888"/>
                </a:lnTo>
                <a:lnTo>
                  <a:pt x="609702" y="460231"/>
                </a:lnTo>
                <a:lnTo>
                  <a:pt x="558458" y="460231"/>
                </a:lnTo>
                <a:lnTo>
                  <a:pt x="558010" y="438899"/>
                </a:lnTo>
                <a:lnTo>
                  <a:pt x="544805" y="391970"/>
                </a:lnTo>
                <a:lnTo>
                  <a:pt x="511748" y="356514"/>
                </a:lnTo>
                <a:lnTo>
                  <a:pt x="138410" y="356514"/>
                </a:lnTo>
                <a:lnTo>
                  <a:pt x="125880" y="353807"/>
                </a:lnTo>
                <a:lnTo>
                  <a:pt x="115279" y="346562"/>
                </a:lnTo>
                <a:lnTo>
                  <a:pt x="107941" y="336091"/>
                </a:lnTo>
                <a:lnTo>
                  <a:pt x="105199" y="323709"/>
                </a:lnTo>
                <a:lnTo>
                  <a:pt x="107941" y="310917"/>
                </a:lnTo>
                <a:lnTo>
                  <a:pt x="115279" y="300242"/>
                </a:lnTo>
                <a:lnTo>
                  <a:pt x="125880" y="292927"/>
                </a:lnTo>
                <a:lnTo>
                  <a:pt x="138410" y="290212"/>
                </a:lnTo>
                <a:lnTo>
                  <a:pt x="282822" y="290212"/>
                </a:lnTo>
                <a:lnTo>
                  <a:pt x="274874" y="288102"/>
                </a:lnTo>
                <a:lnTo>
                  <a:pt x="206638" y="216578"/>
                </a:lnTo>
                <a:lnTo>
                  <a:pt x="182008" y="146364"/>
                </a:lnTo>
                <a:lnTo>
                  <a:pt x="178741" y="114687"/>
                </a:lnTo>
                <a:lnTo>
                  <a:pt x="217384" y="80502"/>
                </a:lnTo>
                <a:lnTo>
                  <a:pt x="262403" y="54724"/>
                </a:lnTo>
                <a:lnTo>
                  <a:pt x="312463" y="38451"/>
                </a:lnTo>
                <a:lnTo>
                  <a:pt x="366228" y="32783"/>
                </a:lnTo>
                <a:lnTo>
                  <a:pt x="504677" y="32783"/>
                </a:lnTo>
                <a:lnTo>
                  <a:pt x="502329" y="31357"/>
                </a:lnTo>
                <a:lnTo>
                  <a:pt x="459729" y="13886"/>
                </a:lnTo>
                <a:lnTo>
                  <a:pt x="414150" y="3227"/>
                </a:lnTo>
                <a:lnTo>
                  <a:pt x="366228" y="0"/>
                </a:lnTo>
                <a:close/>
              </a:path>
              <a:path w="664209" h="774700">
                <a:moveTo>
                  <a:pt x="504677" y="32783"/>
                </a:moveTo>
                <a:lnTo>
                  <a:pt x="366228" y="32783"/>
                </a:lnTo>
                <a:lnTo>
                  <a:pt x="412831" y="36909"/>
                </a:lnTo>
                <a:lnTo>
                  <a:pt x="456705" y="48801"/>
                </a:lnTo>
                <a:lnTo>
                  <a:pt x="497116" y="67735"/>
                </a:lnTo>
                <a:lnTo>
                  <a:pt x="533329" y="92986"/>
                </a:lnTo>
                <a:lnTo>
                  <a:pt x="564606" y="123829"/>
                </a:lnTo>
                <a:lnTo>
                  <a:pt x="590214" y="159538"/>
                </a:lnTo>
                <a:lnTo>
                  <a:pt x="609416" y="199389"/>
                </a:lnTo>
                <a:lnTo>
                  <a:pt x="621476" y="242656"/>
                </a:lnTo>
                <a:lnTo>
                  <a:pt x="625613" y="288102"/>
                </a:lnTo>
                <a:lnTo>
                  <a:pt x="625606" y="289196"/>
                </a:lnTo>
                <a:lnTo>
                  <a:pt x="621164" y="336623"/>
                </a:lnTo>
                <a:lnTo>
                  <a:pt x="608069" y="381764"/>
                </a:lnTo>
                <a:lnTo>
                  <a:pt x="586970" y="423234"/>
                </a:lnTo>
                <a:lnTo>
                  <a:pt x="558458" y="460231"/>
                </a:lnTo>
                <a:lnTo>
                  <a:pt x="609702" y="460231"/>
                </a:lnTo>
                <a:lnTo>
                  <a:pt x="619585" y="447160"/>
                </a:lnTo>
                <a:lnTo>
                  <a:pt x="643387" y="399933"/>
                </a:lnTo>
                <a:lnTo>
                  <a:pt x="658419" y="348103"/>
                </a:lnTo>
                <a:lnTo>
                  <a:pt x="663657" y="292566"/>
                </a:lnTo>
                <a:lnTo>
                  <a:pt x="659728" y="244690"/>
                </a:lnTo>
                <a:lnTo>
                  <a:pt x="648367" y="199305"/>
                </a:lnTo>
                <a:lnTo>
                  <a:pt x="630208" y="157028"/>
                </a:lnTo>
                <a:lnTo>
                  <a:pt x="605888" y="118478"/>
                </a:lnTo>
                <a:lnTo>
                  <a:pt x="576045" y="84271"/>
                </a:lnTo>
                <a:lnTo>
                  <a:pt x="541313" y="55025"/>
                </a:lnTo>
                <a:lnTo>
                  <a:pt x="504677" y="32783"/>
                </a:lnTo>
                <a:close/>
              </a:path>
              <a:path w="664209" h="774700">
                <a:moveTo>
                  <a:pt x="282822" y="290212"/>
                </a:moveTo>
                <a:lnTo>
                  <a:pt x="138410" y="290212"/>
                </a:lnTo>
                <a:lnTo>
                  <a:pt x="151399" y="292927"/>
                </a:lnTo>
                <a:lnTo>
                  <a:pt x="162242" y="300242"/>
                </a:lnTo>
                <a:lnTo>
                  <a:pt x="169674" y="310917"/>
                </a:lnTo>
                <a:lnTo>
                  <a:pt x="172432" y="323709"/>
                </a:lnTo>
                <a:lnTo>
                  <a:pt x="169674" y="336091"/>
                </a:lnTo>
                <a:lnTo>
                  <a:pt x="162242" y="346562"/>
                </a:lnTo>
                <a:lnTo>
                  <a:pt x="151399" y="353807"/>
                </a:lnTo>
                <a:lnTo>
                  <a:pt x="138410" y="356514"/>
                </a:lnTo>
                <a:lnTo>
                  <a:pt x="511748" y="356514"/>
                </a:lnTo>
                <a:lnTo>
                  <a:pt x="501051" y="345040"/>
                </a:lnTo>
                <a:lnTo>
                  <a:pt x="408956" y="323709"/>
                </a:lnTo>
                <a:lnTo>
                  <a:pt x="282822" y="290212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46227" y="4920781"/>
            <a:ext cx="664210" cy="774700"/>
          </a:xfrm>
          <a:custGeom>
            <a:avLst/>
            <a:gdLst/>
            <a:ahLst/>
            <a:cxnLst/>
            <a:rect l="l" t="t" r="r" b="b"/>
            <a:pathLst>
              <a:path w="664209" h="774700">
                <a:moveTo>
                  <a:pt x="663656" y="292566"/>
                </a:moveTo>
                <a:lnTo>
                  <a:pt x="658418" y="348103"/>
                </a:lnTo>
                <a:lnTo>
                  <a:pt x="643386" y="399933"/>
                </a:lnTo>
                <a:lnTo>
                  <a:pt x="619584" y="447159"/>
                </a:lnTo>
                <a:lnTo>
                  <a:pt x="588036" y="488887"/>
                </a:lnTo>
                <a:lnTo>
                  <a:pt x="549763" y="524220"/>
                </a:lnTo>
                <a:lnTo>
                  <a:pt x="549763" y="774620"/>
                </a:lnTo>
                <a:lnTo>
                  <a:pt x="230183" y="774620"/>
                </a:lnTo>
                <a:lnTo>
                  <a:pt x="230183" y="684898"/>
                </a:lnTo>
                <a:lnTo>
                  <a:pt x="183503" y="684898"/>
                </a:lnTo>
                <a:lnTo>
                  <a:pt x="137613" y="675608"/>
                </a:lnTo>
                <a:lnTo>
                  <a:pt x="99872" y="650376"/>
                </a:lnTo>
                <a:lnTo>
                  <a:pt x="74287" y="613158"/>
                </a:lnTo>
                <a:lnTo>
                  <a:pt x="64868" y="567910"/>
                </a:lnTo>
                <a:lnTo>
                  <a:pt x="64868" y="486794"/>
                </a:lnTo>
                <a:lnTo>
                  <a:pt x="24517" y="486794"/>
                </a:lnTo>
                <a:lnTo>
                  <a:pt x="15350" y="484877"/>
                </a:lnTo>
                <a:lnTo>
                  <a:pt x="7515" y="479665"/>
                </a:lnTo>
                <a:lnTo>
                  <a:pt x="2052" y="471966"/>
                </a:lnTo>
                <a:lnTo>
                  <a:pt x="0" y="462584"/>
                </a:lnTo>
                <a:lnTo>
                  <a:pt x="0" y="457898"/>
                </a:lnTo>
                <a:lnTo>
                  <a:pt x="0" y="455555"/>
                </a:lnTo>
                <a:lnTo>
                  <a:pt x="2365" y="453244"/>
                </a:lnTo>
                <a:lnTo>
                  <a:pt x="64868" y="299574"/>
                </a:lnTo>
                <a:lnTo>
                  <a:pt x="66079" y="289195"/>
                </a:lnTo>
                <a:lnTo>
                  <a:pt x="69219" y="264550"/>
                </a:lnTo>
                <a:lnTo>
                  <a:pt x="78326" y="211418"/>
                </a:lnTo>
                <a:lnTo>
                  <a:pt x="92832" y="170751"/>
                </a:lnTo>
                <a:lnTo>
                  <a:pt x="115516" y="131977"/>
                </a:lnTo>
                <a:lnTo>
                  <a:pt x="145358" y="96183"/>
                </a:lnTo>
                <a:lnTo>
                  <a:pt x="181337" y="64458"/>
                </a:lnTo>
                <a:lnTo>
                  <a:pt x="222434" y="37889"/>
                </a:lnTo>
                <a:lnTo>
                  <a:pt x="267628" y="17565"/>
                </a:lnTo>
                <a:lnTo>
                  <a:pt x="315900" y="4572"/>
                </a:lnTo>
                <a:lnTo>
                  <a:pt x="366228" y="0"/>
                </a:lnTo>
                <a:lnTo>
                  <a:pt x="414150" y="3227"/>
                </a:lnTo>
                <a:lnTo>
                  <a:pt x="459729" y="13886"/>
                </a:lnTo>
                <a:lnTo>
                  <a:pt x="502328" y="31358"/>
                </a:lnTo>
                <a:lnTo>
                  <a:pt x="541312" y="55025"/>
                </a:lnTo>
                <a:lnTo>
                  <a:pt x="576044" y="84271"/>
                </a:lnTo>
                <a:lnTo>
                  <a:pt x="605888" y="118478"/>
                </a:lnTo>
                <a:lnTo>
                  <a:pt x="630207" y="157028"/>
                </a:lnTo>
                <a:lnTo>
                  <a:pt x="648366" y="199305"/>
                </a:lnTo>
                <a:lnTo>
                  <a:pt x="659728" y="244690"/>
                </a:lnTo>
                <a:lnTo>
                  <a:pt x="663656" y="292566"/>
                </a:lnTo>
                <a:close/>
              </a:path>
            </a:pathLst>
          </a:custGeom>
          <a:ln w="2567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51425" y="5210993"/>
            <a:ext cx="67310" cy="66675"/>
          </a:xfrm>
          <a:custGeom>
            <a:avLst/>
            <a:gdLst/>
            <a:ahLst/>
            <a:cxnLst/>
            <a:rect l="l" t="t" r="r" b="b"/>
            <a:pathLst>
              <a:path w="67309" h="66675">
                <a:moveTo>
                  <a:pt x="67234" y="33496"/>
                </a:moveTo>
                <a:lnTo>
                  <a:pt x="64475" y="20705"/>
                </a:lnTo>
                <a:lnTo>
                  <a:pt x="57043" y="10030"/>
                </a:lnTo>
                <a:lnTo>
                  <a:pt x="46201" y="2714"/>
                </a:lnTo>
                <a:lnTo>
                  <a:pt x="33212" y="0"/>
                </a:lnTo>
                <a:lnTo>
                  <a:pt x="20682" y="2714"/>
                </a:lnTo>
                <a:lnTo>
                  <a:pt x="10081" y="10030"/>
                </a:lnTo>
                <a:lnTo>
                  <a:pt x="2742" y="20705"/>
                </a:lnTo>
                <a:lnTo>
                  <a:pt x="0" y="33496"/>
                </a:lnTo>
                <a:lnTo>
                  <a:pt x="2742" y="45879"/>
                </a:lnTo>
                <a:lnTo>
                  <a:pt x="10081" y="56349"/>
                </a:lnTo>
                <a:lnTo>
                  <a:pt x="20682" y="63594"/>
                </a:lnTo>
                <a:lnTo>
                  <a:pt x="33212" y="66301"/>
                </a:lnTo>
                <a:lnTo>
                  <a:pt x="46201" y="63594"/>
                </a:lnTo>
                <a:lnTo>
                  <a:pt x="57043" y="56349"/>
                </a:lnTo>
                <a:lnTo>
                  <a:pt x="64475" y="45879"/>
                </a:lnTo>
                <a:lnTo>
                  <a:pt x="67234" y="33496"/>
                </a:lnTo>
                <a:close/>
              </a:path>
            </a:pathLst>
          </a:custGeom>
          <a:ln w="25673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24967" y="4953564"/>
            <a:ext cx="447040" cy="427990"/>
          </a:xfrm>
          <a:custGeom>
            <a:avLst/>
            <a:gdLst/>
            <a:ahLst/>
            <a:cxnLst/>
            <a:rect l="l" t="t" r="r" b="b"/>
            <a:pathLst>
              <a:path w="447040" h="427989">
                <a:moveTo>
                  <a:pt x="446920" y="255831"/>
                </a:moveTo>
                <a:lnTo>
                  <a:pt x="442736" y="209873"/>
                </a:lnTo>
                <a:lnTo>
                  <a:pt x="430675" y="166606"/>
                </a:lnTo>
                <a:lnTo>
                  <a:pt x="411473" y="126755"/>
                </a:lnTo>
                <a:lnTo>
                  <a:pt x="385866" y="91045"/>
                </a:lnTo>
                <a:lnTo>
                  <a:pt x="354588" y="60203"/>
                </a:lnTo>
                <a:lnTo>
                  <a:pt x="318376" y="34951"/>
                </a:lnTo>
                <a:lnTo>
                  <a:pt x="277964" y="16017"/>
                </a:lnTo>
                <a:lnTo>
                  <a:pt x="234090" y="4125"/>
                </a:lnTo>
                <a:lnTo>
                  <a:pt x="187488" y="0"/>
                </a:lnTo>
                <a:lnTo>
                  <a:pt x="133723" y="5668"/>
                </a:lnTo>
                <a:lnTo>
                  <a:pt x="83662" y="21940"/>
                </a:lnTo>
                <a:lnTo>
                  <a:pt x="38643" y="47718"/>
                </a:lnTo>
                <a:lnTo>
                  <a:pt x="0" y="81904"/>
                </a:lnTo>
                <a:lnTo>
                  <a:pt x="3267" y="113581"/>
                </a:lnTo>
                <a:lnTo>
                  <a:pt x="27897" y="183795"/>
                </a:lnTo>
                <a:lnTo>
                  <a:pt x="96133" y="255318"/>
                </a:lnTo>
                <a:lnTo>
                  <a:pt x="230215" y="290926"/>
                </a:lnTo>
                <a:lnTo>
                  <a:pt x="322310" y="312257"/>
                </a:lnTo>
                <a:lnTo>
                  <a:pt x="366064" y="359187"/>
                </a:lnTo>
                <a:lnTo>
                  <a:pt x="379269" y="406116"/>
                </a:lnTo>
                <a:lnTo>
                  <a:pt x="379717" y="427447"/>
                </a:lnTo>
                <a:lnTo>
                  <a:pt x="408230" y="390451"/>
                </a:lnTo>
                <a:lnTo>
                  <a:pt x="429329" y="348980"/>
                </a:lnTo>
                <a:lnTo>
                  <a:pt x="442423" y="303840"/>
                </a:lnTo>
                <a:lnTo>
                  <a:pt x="446920" y="255831"/>
                </a:lnTo>
                <a:close/>
              </a:path>
            </a:pathLst>
          </a:custGeom>
          <a:ln w="25673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35566" y="4804540"/>
            <a:ext cx="229870" cy="258445"/>
          </a:xfrm>
          <a:custGeom>
            <a:avLst/>
            <a:gdLst/>
            <a:ahLst/>
            <a:cxnLst/>
            <a:rect l="l" t="t" r="r" b="b"/>
            <a:pathLst>
              <a:path w="229870" h="258445">
                <a:moveTo>
                  <a:pt x="90088" y="0"/>
                </a:moveTo>
                <a:lnTo>
                  <a:pt x="0" y="46534"/>
                </a:lnTo>
                <a:lnTo>
                  <a:pt x="80850" y="100244"/>
                </a:lnTo>
                <a:lnTo>
                  <a:pt x="53393" y="116041"/>
                </a:lnTo>
                <a:lnTo>
                  <a:pt x="129981" y="167228"/>
                </a:lnTo>
                <a:lnTo>
                  <a:pt x="106476" y="178315"/>
                </a:lnTo>
                <a:lnTo>
                  <a:pt x="229725" y="258217"/>
                </a:lnTo>
                <a:lnTo>
                  <a:pt x="157035" y="153978"/>
                </a:lnTo>
                <a:lnTo>
                  <a:pt x="176310" y="143540"/>
                </a:lnTo>
                <a:lnTo>
                  <a:pt x="117515" y="81276"/>
                </a:lnTo>
                <a:lnTo>
                  <a:pt x="136770" y="72702"/>
                </a:lnTo>
                <a:lnTo>
                  <a:pt x="90088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23900" y="4771876"/>
            <a:ext cx="116205" cy="285115"/>
          </a:xfrm>
          <a:custGeom>
            <a:avLst/>
            <a:gdLst/>
            <a:ahLst/>
            <a:cxnLst/>
            <a:rect l="l" t="t" r="r" b="b"/>
            <a:pathLst>
              <a:path w="116204" h="285114">
                <a:moveTo>
                  <a:pt x="38007" y="159015"/>
                </a:moveTo>
                <a:lnTo>
                  <a:pt x="113776" y="284993"/>
                </a:lnTo>
                <a:lnTo>
                  <a:pt x="94128" y="165033"/>
                </a:lnTo>
                <a:lnTo>
                  <a:pt x="115546" y="165033"/>
                </a:lnTo>
                <a:lnTo>
                  <a:pt x="114565" y="161987"/>
                </a:lnTo>
                <a:lnTo>
                  <a:pt x="63995" y="161987"/>
                </a:lnTo>
                <a:lnTo>
                  <a:pt x="38007" y="159015"/>
                </a:lnTo>
                <a:close/>
              </a:path>
              <a:path w="116204" h="285114">
                <a:moveTo>
                  <a:pt x="115546" y="165033"/>
                </a:moveTo>
                <a:lnTo>
                  <a:pt x="94128" y="165033"/>
                </a:lnTo>
                <a:lnTo>
                  <a:pt x="115981" y="166386"/>
                </a:lnTo>
                <a:lnTo>
                  <a:pt x="115546" y="165033"/>
                </a:lnTo>
                <a:close/>
              </a:path>
              <a:path w="116204" h="285114">
                <a:moveTo>
                  <a:pt x="17581" y="82490"/>
                </a:moveTo>
                <a:lnTo>
                  <a:pt x="63995" y="161987"/>
                </a:lnTo>
                <a:lnTo>
                  <a:pt x="114565" y="161987"/>
                </a:lnTo>
                <a:lnTo>
                  <a:pt x="90410" y="86953"/>
                </a:lnTo>
                <a:lnTo>
                  <a:pt x="111117" y="86953"/>
                </a:lnTo>
                <a:lnTo>
                  <a:pt x="110711" y="83672"/>
                </a:lnTo>
                <a:lnTo>
                  <a:pt x="49162" y="83672"/>
                </a:lnTo>
                <a:lnTo>
                  <a:pt x="17581" y="82490"/>
                </a:lnTo>
                <a:close/>
              </a:path>
              <a:path w="116204" h="285114">
                <a:moveTo>
                  <a:pt x="111117" y="86953"/>
                </a:moveTo>
                <a:lnTo>
                  <a:pt x="90410" y="86953"/>
                </a:lnTo>
                <a:lnTo>
                  <a:pt x="111474" y="89828"/>
                </a:lnTo>
                <a:lnTo>
                  <a:pt x="111117" y="86953"/>
                </a:lnTo>
                <a:close/>
              </a:path>
              <a:path w="116204" h="285114">
                <a:moveTo>
                  <a:pt x="0" y="0"/>
                </a:moveTo>
                <a:lnTo>
                  <a:pt x="49162" y="83672"/>
                </a:lnTo>
                <a:lnTo>
                  <a:pt x="110711" y="83672"/>
                </a:lnTo>
                <a:lnTo>
                  <a:pt x="101352" y="8180"/>
                </a:lnTo>
                <a:lnTo>
                  <a:pt x="0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41693" y="4920781"/>
            <a:ext cx="664210" cy="800735"/>
          </a:xfrm>
          <a:custGeom>
            <a:avLst/>
            <a:gdLst/>
            <a:ahLst/>
            <a:cxnLst/>
            <a:rect l="l" t="t" r="r" b="b"/>
            <a:pathLst>
              <a:path w="664209" h="800735">
                <a:moveTo>
                  <a:pt x="366207" y="0"/>
                </a:moveTo>
                <a:lnTo>
                  <a:pt x="315885" y="4724"/>
                </a:lnTo>
                <a:lnTo>
                  <a:pt x="267619" y="18148"/>
                </a:lnTo>
                <a:lnTo>
                  <a:pt x="222428" y="39147"/>
                </a:lnTo>
                <a:lnTo>
                  <a:pt x="181333" y="66599"/>
                </a:lnTo>
                <a:lnTo>
                  <a:pt x="145354" y="99378"/>
                </a:lnTo>
                <a:lnTo>
                  <a:pt x="115511" y="136362"/>
                </a:lnTo>
                <a:lnTo>
                  <a:pt x="92825" y="176426"/>
                </a:lnTo>
                <a:lnTo>
                  <a:pt x="78315" y="218447"/>
                </a:lnTo>
                <a:lnTo>
                  <a:pt x="69213" y="273395"/>
                </a:lnTo>
                <a:lnTo>
                  <a:pt x="64858" y="309586"/>
                </a:lnTo>
                <a:lnTo>
                  <a:pt x="2354" y="468346"/>
                </a:lnTo>
                <a:lnTo>
                  <a:pt x="0" y="470754"/>
                </a:lnTo>
                <a:lnTo>
                  <a:pt x="0" y="477996"/>
                </a:lnTo>
                <a:lnTo>
                  <a:pt x="2050" y="487699"/>
                </a:lnTo>
                <a:lnTo>
                  <a:pt x="7511" y="495660"/>
                </a:lnTo>
                <a:lnTo>
                  <a:pt x="15346" y="501046"/>
                </a:lnTo>
                <a:lnTo>
                  <a:pt x="24517" y="503026"/>
                </a:lnTo>
                <a:lnTo>
                  <a:pt x="64858" y="503026"/>
                </a:lnTo>
                <a:lnTo>
                  <a:pt x="64858" y="586836"/>
                </a:lnTo>
                <a:lnTo>
                  <a:pt x="74276" y="633605"/>
                </a:lnTo>
                <a:lnTo>
                  <a:pt x="99859" y="672082"/>
                </a:lnTo>
                <a:lnTo>
                  <a:pt x="137603" y="698170"/>
                </a:lnTo>
                <a:lnTo>
                  <a:pt x="183503" y="707776"/>
                </a:lnTo>
                <a:lnTo>
                  <a:pt x="230183" y="707776"/>
                </a:lnTo>
                <a:lnTo>
                  <a:pt x="230183" y="800438"/>
                </a:lnTo>
                <a:lnTo>
                  <a:pt x="549753" y="800438"/>
                </a:lnTo>
                <a:lnTo>
                  <a:pt x="549753" y="541731"/>
                </a:lnTo>
                <a:lnTo>
                  <a:pt x="582085" y="511776"/>
                </a:lnTo>
                <a:lnTo>
                  <a:pt x="609866" y="477124"/>
                </a:lnTo>
                <a:lnTo>
                  <a:pt x="610773" y="475568"/>
                </a:lnTo>
                <a:lnTo>
                  <a:pt x="558448" y="475568"/>
                </a:lnTo>
                <a:lnTo>
                  <a:pt x="558001" y="453529"/>
                </a:lnTo>
                <a:lnTo>
                  <a:pt x="544798" y="405044"/>
                </a:lnTo>
                <a:lnTo>
                  <a:pt x="511721" y="368390"/>
                </a:lnTo>
                <a:lnTo>
                  <a:pt x="138410" y="368390"/>
                </a:lnTo>
                <a:lnTo>
                  <a:pt x="125885" y="365596"/>
                </a:lnTo>
                <a:lnTo>
                  <a:pt x="115284" y="358117"/>
                </a:lnTo>
                <a:lnTo>
                  <a:pt x="107943" y="347307"/>
                </a:lnTo>
                <a:lnTo>
                  <a:pt x="105199" y="334520"/>
                </a:lnTo>
                <a:lnTo>
                  <a:pt x="107943" y="321299"/>
                </a:lnTo>
                <a:lnTo>
                  <a:pt x="115284" y="310260"/>
                </a:lnTo>
                <a:lnTo>
                  <a:pt x="125885" y="302692"/>
                </a:lnTo>
                <a:lnTo>
                  <a:pt x="138410" y="299883"/>
                </a:lnTo>
                <a:lnTo>
                  <a:pt x="282720" y="299883"/>
                </a:lnTo>
                <a:lnTo>
                  <a:pt x="274860" y="297726"/>
                </a:lnTo>
                <a:lnTo>
                  <a:pt x="206629" y="223811"/>
                </a:lnTo>
                <a:lnTo>
                  <a:pt x="182005" y="151248"/>
                </a:lnTo>
                <a:lnTo>
                  <a:pt x="178741" y="118511"/>
                </a:lnTo>
                <a:lnTo>
                  <a:pt x="217391" y="83160"/>
                </a:lnTo>
                <a:lnTo>
                  <a:pt x="262412" y="56523"/>
                </a:lnTo>
                <a:lnTo>
                  <a:pt x="312464" y="39719"/>
                </a:lnTo>
                <a:lnTo>
                  <a:pt x="366207" y="33869"/>
                </a:lnTo>
                <a:lnTo>
                  <a:pt x="504642" y="33869"/>
                </a:lnTo>
                <a:lnTo>
                  <a:pt x="502312" y="32407"/>
                </a:lnTo>
                <a:lnTo>
                  <a:pt x="459712" y="14352"/>
                </a:lnTo>
                <a:lnTo>
                  <a:pt x="414131" y="3336"/>
                </a:lnTo>
                <a:lnTo>
                  <a:pt x="366207" y="0"/>
                </a:lnTo>
                <a:close/>
              </a:path>
              <a:path w="664209" h="800735">
                <a:moveTo>
                  <a:pt x="504642" y="33869"/>
                </a:moveTo>
                <a:lnTo>
                  <a:pt x="366207" y="33869"/>
                </a:lnTo>
                <a:lnTo>
                  <a:pt x="412815" y="38133"/>
                </a:lnTo>
                <a:lnTo>
                  <a:pt x="456695" y="50424"/>
                </a:lnTo>
                <a:lnTo>
                  <a:pt x="497110" y="69993"/>
                </a:lnTo>
                <a:lnTo>
                  <a:pt x="533325" y="96090"/>
                </a:lnTo>
                <a:lnTo>
                  <a:pt x="564604" y="127966"/>
                </a:lnTo>
                <a:lnTo>
                  <a:pt x="590213" y="164870"/>
                </a:lnTo>
                <a:lnTo>
                  <a:pt x="609416" y="206055"/>
                </a:lnTo>
                <a:lnTo>
                  <a:pt x="621476" y="250769"/>
                </a:lnTo>
                <a:lnTo>
                  <a:pt x="625613" y="297726"/>
                </a:lnTo>
                <a:lnTo>
                  <a:pt x="625606" y="298863"/>
                </a:lnTo>
                <a:lnTo>
                  <a:pt x="621165" y="347843"/>
                </a:lnTo>
                <a:lnTo>
                  <a:pt x="608072" y="394477"/>
                </a:lnTo>
                <a:lnTo>
                  <a:pt x="586971" y="437330"/>
                </a:lnTo>
                <a:lnTo>
                  <a:pt x="558448" y="475568"/>
                </a:lnTo>
                <a:lnTo>
                  <a:pt x="610773" y="475568"/>
                </a:lnTo>
                <a:lnTo>
                  <a:pt x="632502" y="438312"/>
                </a:lnTo>
                <a:lnTo>
                  <a:pt x="649404" y="395878"/>
                </a:lnTo>
                <a:lnTo>
                  <a:pt x="659979" y="350362"/>
                </a:lnTo>
                <a:lnTo>
                  <a:pt x="663635" y="302301"/>
                </a:lnTo>
                <a:lnTo>
                  <a:pt x="659707" y="252839"/>
                </a:lnTo>
                <a:lnTo>
                  <a:pt x="648346" y="205947"/>
                </a:lnTo>
                <a:lnTo>
                  <a:pt x="630188" y="162266"/>
                </a:lnTo>
                <a:lnTo>
                  <a:pt x="605870" y="122433"/>
                </a:lnTo>
                <a:lnTo>
                  <a:pt x="576027" y="87086"/>
                </a:lnTo>
                <a:lnTo>
                  <a:pt x="541296" y="56865"/>
                </a:lnTo>
                <a:lnTo>
                  <a:pt x="504642" y="33869"/>
                </a:lnTo>
                <a:close/>
              </a:path>
              <a:path w="664209" h="800735">
                <a:moveTo>
                  <a:pt x="282720" y="299883"/>
                </a:moveTo>
                <a:lnTo>
                  <a:pt x="138410" y="299883"/>
                </a:lnTo>
                <a:lnTo>
                  <a:pt x="151401" y="302692"/>
                </a:lnTo>
                <a:lnTo>
                  <a:pt x="162235" y="310260"/>
                </a:lnTo>
                <a:lnTo>
                  <a:pt x="169658" y="321299"/>
                </a:lnTo>
                <a:lnTo>
                  <a:pt x="172411" y="334520"/>
                </a:lnTo>
                <a:lnTo>
                  <a:pt x="169658" y="347307"/>
                </a:lnTo>
                <a:lnTo>
                  <a:pt x="162235" y="358117"/>
                </a:lnTo>
                <a:lnTo>
                  <a:pt x="151401" y="365596"/>
                </a:lnTo>
                <a:lnTo>
                  <a:pt x="138410" y="368390"/>
                </a:lnTo>
                <a:lnTo>
                  <a:pt x="511721" y="368390"/>
                </a:lnTo>
                <a:lnTo>
                  <a:pt x="501044" y="356559"/>
                </a:lnTo>
                <a:lnTo>
                  <a:pt x="408945" y="334520"/>
                </a:lnTo>
                <a:lnTo>
                  <a:pt x="282720" y="299883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841694" y="4920782"/>
            <a:ext cx="664210" cy="800735"/>
          </a:xfrm>
          <a:custGeom>
            <a:avLst/>
            <a:gdLst/>
            <a:ahLst/>
            <a:cxnLst/>
            <a:rect l="l" t="t" r="r" b="b"/>
            <a:pathLst>
              <a:path w="664209" h="800735">
                <a:moveTo>
                  <a:pt x="663635" y="302301"/>
                </a:moveTo>
                <a:lnTo>
                  <a:pt x="659978" y="350361"/>
                </a:lnTo>
                <a:lnTo>
                  <a:pt x="649404" y="395878"/>
                </a:lnTo>
                <a:lnTo>
                  <a:pt x="632502" y="438311"/>
                </a:lnTo>
                <a:lnTo>
                  <a:pt x="609865" y="477123"/>
                </a:lnTo>
                <a:lnTo>
                  <a:pt x="582085" y="511776"/>
                </a:lnTo>
                <a:lnTo>
                  <a:pt x="549753" y="541730"/>
                </a:lnTo>
                <a:lnTo>
                  <a:pt x="549753" y="800438"/>
                </a:lnTo>
                <a:lnTo>
                  <a:pt x="230183" y="800438"/>
                </a:lnTo>
                <a:lnTo>
                  <a:pt x="230183" y="707776"/>
                </a:lnTo>
                <a:lnTo>
                  <a:pt x="183503" y="707776"/>
                </a:lnTo>
                <a:lnTo>
                  <a:pt x="137602" y="698170"/>
                </a:lnTo>
                <a:lnTo>
                  <a:pt x="99858" y="672081"/>
                </a:lnTo>
                <a:lnTo>
                  <a:pt x="74275" y="633605"/>
                </a:lnTo>
                <a:lnTo>
                  <a:pt x="64857" y="586836"/>
                </a:lnTo>
                <a:lnTo>
                  <a:pt x="64857" y="503025"/>
                </a:lnTo>
                <a:lnTo>
                  <a:pt x="24517" y="503025"/>
                </a:lnTo>
                <a:lnTo>
                  <a:pt x="15346" y="501045"/>
                </a:lnTo>
                <a:lnTo>
                  <a:pt x="7511" y="495659"/>
                </a:lnTo>
                <a:lnTo>
                  <a:pt x="2050" y="487699"/>
                </a:lnTo>
                <a:lnTo>
                  <a:pt x="0" y="477996"/>
                </a:lnTo>
                <a:lnTo>
                  <a:pt x="0" y="473150"/>
                </a:lnTo>
                <a:lnTo>
                  <a:pt x="0" y="470753"/>
                </a:lnTo>
                <a:lnTo>
                  <a:pt x="2354" y="468346"/>
                </a:lnTo>
                <a:lnTo>
                  <a:pt x="64857" y="309586"/>
                </a:lnTo>
                <a:lnTo>
                  <a:pt x="66070" y="298862"/>
                </a:lnTo>
                <a:lnTo>
                  <a:pt x="69213" y="273394"/>
                </a:lnTo>
                <a:lnTo>
                  <a:pt x="78315" y="218447"/>
                </a:lnTo>
                <a:lnTo>
                  <a:pt x="92825" y="176426"/>
                </a:lnTo>
                <a:lnTo>
                  <a:pt x="115511" y="136362"/>
                </a:lnTo>
                <a:lnTo>
                  <a:pt x="145354" y="99378"/>
                </a:lnTo>
                <a:lnTo>
                  <a:pt x="181333" y="66599"/>
                </a:lnTo>
                <a:lnTo>
                  <a:pt x="222428" y="39147"/>
                </a:lnTo>
                <a:lnTo>
                  <a:pt x="267619" y="18148"/>
                </a:lnTo>
                <a:lnTo>
                  <a:pt x="315885" y="4724"/>
                </a:lnTo>
                <a:lnTo>
                  <a:pt x="366207" y="0"/>
                </a:lnTo>
                <a:lnTo>
                  <a:pt x="414131" y="3336"/>
                </a:lnTo>
                <a:lnTo>
                  <a:pt x="459712" y="14351"/>
                </a:lnTo>
                <a:lnTo>
                  <a:pt x="502312" y="32407"/>
                </a:lnTo>
                <a:lnTo>
                  <a:pt x="541296" y="56864"/>
                </a:lnTo>
                <a:lnTo>
                  <a:pt x="576027" y="87086"/>
                </a:lnTo>
                <a:lnTo>
                  <a:pt x="605870" y="122432"/>
                </a:lnTo>
                <a:lnTo>
                  <a:pt x="630188" y="162265"/>
                </a:lnTo>
                <a:lnTo>
                  <a:pt x="648345" y="205946"/>
                </a:lnTo>
                <a:lnTo>
                  <a:pt x="659707" y="252838"/>
                </a:lnTo>
                <a:lnTo>
                  <a:pt x="663635" y="302301"/>
                </a:lnTo>
                <a:close/>
              </a:path>
            </a:pathLst>
          </a:custGeom>
          <a:ln w="2567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946892" y="5220665"/>
            <a:ext cx="67310" cy="68580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212" y="34636"/>
                </a:moveTo>
                <a:lnTo>
                  <a:pt x="64454" y="21415"/>
                </a:lnTo>
                <a:lnTo>
                  <a:pt x="57025" y="10376"/>
                </a:lnTo>
                <a:lnTo>
                  <a:pt x="46188" y="2808"/>
                </a:lnTo>
                <a:lnTo>
                  <a:pt x="33212" y="0"/>
                </a:lnTo>
                <a:lnTo>
                  <a:pt x="20686" y="2808"/>
                </a:lnTo>
                <a:lnTo>
                  <a:pt x="10085" y="10376"/>
                </a:lnTo>
                <a:lnTo>
                  <a:pt x="2744" y="21415"/>
                </a:lnTo>
                <a:lnTo>
                  <a:pt x="0" y="34636"/>
                </a:lnTo>
                <a:lnTo>
                  <a:pt x="2744" y="47423"/>
                </a:lnTo>
                <a:lnTo>
                  <a:pt x="10085" y="58233"/>
                </a:lnTo>
                <a:lnTo>
                  <a:pt x="20686" y="65712"/>
                </a:lnTo>
                <a:lnTo>
                  <a:pt x="33212" y="68505"/>
                </a:lnTo>
                <a:lnTo>
                  <a:pt x="46188" y="65712"/>
                </a:lnTo>
                <a:lnTo>
                  <a:pt x="57025" y="58233"/>
                </a:lnTo>
                <a:lnTo>
                  <a:pt x="64454" y="47423"/>
                </a:lnTo>
                <a:lnTo>
                  <a:pt x="67212" y="34636"/>
                </a:lnTo>
                <a:close/>
              </a:path>
            </a:pathLst>
          </a:custGeom>
          <a:ln w="25673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020434" y="4954651"/>
            <a:ext cx="447040" cy="441959"/>
          </a:xfrm>
          <a:custGeom>
            <a:avLst/>
            <a:gdLst/>
            <a:ahLst/>
            <a:cxnLst/>
            <a:rect l="l" t="t" r="r" b="b"/>
            <a:pathLst>
              <a:path w="447040" h="441960">
                <a:moveTo>
                  <a:pt x="446920" y="264395"/>
                </a:moveTo>
                <a:lnTo>
                  <a:pt x="442736" y="216900"/>
                </a:lnTo>
                <a:lnTo>
                  <a:pt x="430675" y="172185"/>
                </a:lnTo>
                <a:lnTo>
                  <a:pt x="411473" y="131001"/>
                </a:lnTo>
                <a:lnTo>
                  <a:pt x="385864" y="94096"/>
                </a:lnTo>
                <a:lnTo>
                  <a:pt x="354584" y="62220"/>
                </a:lnTo>
                <a:lnTo>
                  <a:pt x="318369" y="36123"/>
                </a:lnTo>
                <a:lnTo>
                  <a:pt x="277954" y="16554"/>
                </a:lnTo>
                <a:lnTo>
                  <a:pt x="234075" y="4263"/>
                </a:lnTo>
                <a:lnTo>
                  <a:pt x="187466" y="0"/>
                </a:lnTo>
                <a:lnTo>
                  <a:pt x="133724" y="5850"/>
                </a:lnTo>
                <a:lnTo>
                  <a:pt x="83672" y="22654"/>
                </a:lnTo>
                <a:lnTo>
                  <a:pt x="38650" y="49291"/>
                </a:lnTo>
                <a:lnTo>
                  <a:pt x="0" y="84641"/>
                </a:lnTo>
                <a:lnTo>
                  <a:pt x="3264" y="117379"/>
                </a:lnTo>
                <a:lnTo>
                  <a:pt x="27888" y="189942"/>
                </a:lnTo>
                <a:lnTo>
                  <a:pt x="96119" y="263857"/>
                </a:lnTo>
                <a:lnTo>
                  <a:pt x="230204" y="300650"/>
                </a:lnTo>
                <a:lnTo>
                  <a:pt x="322304" y="322689"/>
                </a:lnTo>
                <a:lnTo>
                  <a:pt x="366058" y="371174"/>
                </a:lnTo>
                <a:lnTo>
                  <a:pt x="379260" y="419659"/>
                </a:lnTo>
                <a:lnTo>
                  <a:pt x="379707" y="441698"/>
                </a:lnTo>
                <a:lnTo>
                  <a:pt x="408230" y="403461"/>
                </a:lnTo>
                <a:lnTo>
                  <a:pt x="429332" y="360607"/>
                </a:lnTo>
                <a:lnTo>
                  <a:pt x="442425" y="313973"/>
                </a:lnTo>
                <a:lnTo>
                  <a:pt x="446920" y="264395"/>
                </a:lnTo>
                <a:close/>
              </a:path>
            </a:pathLst>
          </a:custGeom>
          <a:ln w="25673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38785" y="5444288"/>
            <a:ext cx="117475" cy="186055"/>
          </a:xfrm>
          <a:custGeom>
            <a:avLst/>
            <a:gdLst/>
            <a:ahLst/>
            <a:cxnLst/>
            <a:rect l="l" t="t" r="r" b="b"/>
            <a:pathLst>
              <a:path w="117475" h="186054">
                <a:moveTo>
                  <a:pt x="79914" y="0"/>
                </a:moveTo>
                <a:lnTo>
                  <a:pt x="35817" y="39383"/>
                </a:lnTo>
                <a:lnTo>
                  <a:pt x="16603" y="74062"/>
                </a:lnTo>
                <a:lnTo>
                  <a:pt x="3992" y="111692"/>
                </a:lnTo>
                <a:lnTo>
                  <a:pt x="0" y="145268"/>
                </a:lnTo>
                <a:lnTo>
                  <a:pt x="4586" y="171184"/>
                </a:lnTo>
                <a:lnTo>
                  <a:pt x="17711" y="185832"/>
                </a:lnTo>
                <a:lnTo>
                  <a:pt x="37253" y="185892"/>
                </a:lnTo>
                <a:lnTo>
                  <a:pt x="59356" y="171992"/>
                </a:lnTo>
                <a:lnTo>
                  <a:pt x="81352" y="146520"/>
                </a:lnTo>
                <a:lnTo>
                  <a:pt x="100577" y="111862"/>
                </a:lnTo>
                <a:lnTo>
                  <a:pt x="113174" y="74224"/>
                </a:lnTo>
                <a:lnTo>
                  <a:pt x="117167" y="40639"/>
                </a:lnTo>
                <a:lnTo>
                  <a:pt x="112585" y="14712"/>
                </a:lnTo>
                <a:lnTo>
                  <a:pt x="99458" y="50"/>
                </a:lnTo>
                <a:lnTo>
                  <a:pt x="79914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738786" y="5444287"/>
            <a:ext cx="117475" cy="186055"/>
          </a:xfrm>
          <a:custGeom>
            <a:avLst/>
            <a:gdLst/>
            <a:ahLst/>
            <a:cxnLst/>
            <a:rect l="l" t="t" r="r" b="b"/>
            <a:pathLst>
              <a:path w="117475" h="186054">
                <a:moveTo>
                  <a:pt x="16603" y="74063"/>
                </a:moveTo>
                <a:lnTo>
                  <a:pt x="35817" y="39383"/>
                </a:lnTo>
                <a:lnTo>
                  <a:pt x="57810" y="13903"/>
                </a:lnTo>
                <a:lnTo>
                  <a:pt x="79914" y="0"/>
                </a:lnTo>
                <a:lnTo>
                  <a:pt x="99457" y="50"/>
                </a:lnTo>
                <a:lnTo>
                  <a:pt x="112584" y="14713"/>
                </a:lnTo>
                <a:lnTo>
                  <a:pt x="117166" y="40639"/>
                </a:lnTo>
                <a:lnTo>
                  <a:pt x="113174" y="74224"/>
                </a:lnTo>
                <a:lnTo>
                  <a:pt x="100576" y="111862"/>
                </a:lnTo>
                <a:lnTo>
                  <a:pt x="81352" y="146520"/>
                </a:lnTo>
                <a:lnTo>
                  <a:pt x="59355" y="171993"/>
                </a:lnTo>
                <a:lnTo>
                  <a:pt x="37253" y="185892"/>
                </a:lnTo>
                <a:lnTo>
                  <a:pt x="17711" y="185832"/>
                </a:lnTo>
                <a:lnTo>
                  <a:pt x="4586" y="171184"/>
                </a:lnTo>
                <a:lnTo>
                  <a:pt x="0" y="145268"/>
                </a:lnTo>
                <a:lnTo>
                  <a:pt x="3992" y="111692"/>
                </a:lnTo>
                <a:lnTo>
                  <a:pt x="16603" y="74063"/>
                </a:lnTo>
                <a:close/>
              </a:path>
            </a:pathLst>
          </a:custGeom>
          <a:ln w="2567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49336" y="2123463"/>
            <a:ext cx="2634030" cy="10673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68833" y="2253251"/>
            <a:ext cx="2195195" cy="692785"/>
          </a:xfrm>
          <a:custGeom>
            <a:avLst/>
            <a:gdLst/>
            <a:ahLst/>
            <a:cxnLst/>
            <a:rect l="l" t="t" r="r" b="b"/>
            <a:pathLst>
              <a:path w="2195195" h="692785">
                <a:moveTo>
                  <a:pt x="29921" y="173090"/>
                </a:moveTo>
                <a:lnTo>
                  <a:pt x="0" y="173090"/>
                </a:lnTo>
                <a:lnTo>
                  <a:pt x="0" y="519297"/>
                </a:lnTo>
                <a:lnTo>
                  <a:pt x="29921" y="519297"/>
                </a:lnTo>
                <a:lnTo>
                  <a:pt x="29921" y="173090"/>
                </a:lnTo>
                <a:close/>
              </a:path>
              <a:path w="2195195" h="692785">
                <a:moveTo>
                  <a:pt x="119719" y="173090"/>
                </a:moveTo>
                <a:lnTo>
                  <a:pt x="59858" y="173090"/>
                </a:lnTo>
                <a:lnTo>
                  <a:pt x="59858" y="519297"/>
                </a:lnTo>
                <a:lnTo>
                  <a:pt x="119719" y="519297"/>
                </a:lnTo>
                <a:lnTo>
                  <a:pt x="119719" y="173090"/>
                </a:lnTo>
                <a:close/>
              </a:path>
              <a:path w="2195195" h="692785">
                <a:moveTo>
                  <a:pt x="1716117" y="0"/>
                </a:moveTo>
                <a:lnTo>
                  <a:pt x="1716117" y="173090"/>
                </a:lnTo>
                <a:lnTo>
                  <a:pt x="149673" y="173090"/>
                </a:lnTo>
                <a:lnTo>
                  <a:pt x="149673" y="519297"/>
                </a:lnTo>
                <a:lnTo>
                  <a:pt x="1716117" y="519297"/>
                </a:lnTo>
                <a:lnTo>
                  <a:pt x="1716117" y="692377"/>
                </a:lnTo>
                <a:lnTo>
                  <a:pt x="2195045" y="346194"/>
                </a:lnTo>
                <a:lnTo>
                  <a:pt x="1716117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68833" y="2426343"/>
            <a:ext cx="30480" cy="346710"/>
          </a:xfrm>
          <a:custGeom>
            <a:avLst/>
            <a:gdLst/>
            <a:ahLst/>
            <a:cxnLst/>
            <a:rect l="l" t="t" r="r" b="b"/>
            <a:pathLst>
              <a:path w="30479" h="346710">
                <a:moveTo>
                  <a:pt x="0" y="0"/>
                </a:moveTo>
                <a:lnTo>
                  <a:pt x="29921" y="0"/>
                </a:lnTo>
                <a:lnTo>
                  <a:pt x="29921" y="346206"/>
                </a:lnTo>
                <a:lnTo>
                  <a:pt x="0" y="346206"/>
                </a:lnTo>
                <a:lnTo>
                  <a:pt x="0" y="0"/>
                </a:lnTo>
                <a:close/>
              </a:path>
            </a:pathLst>
          </a:custGeom>
          <a:ln w="4006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28692" y="2426343"/>
            <a:ext cx="60325" cy="346710"/>
          </a:xfrm>
          <a:custGeom>
            <a:avLst/>
            <a:gdLst/>
            <a:ahLst/>
            <a:cxnLst/>
            <a:rect l="l" t="t" r="r" b="b"/>
            <a:pathLst>
              <a:path w="60325" h="346710">
                <a:moveTo>
                  <a:pt x="0" y="0"/>
                </a:moveTo>
                <a:lnTo>
                  <a:pt x="59859" y="0"/>
                </a:lnTo>
                <a:lnTo>
                  <a:pt x="59859" y="346206"/>
                </a:lnTo>
                <a:lnTo>
                  <a:pt x="0" y="346206"/>
                </a:lnTo>
                <a:lnTo>
                  <a:pt x="0" y="0"/>
                </a:lnTo>
                <a:close/>
              </a:path>
            </a:pathLst>
          </a:custGeom>
          <a:ln w="3981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18507" y="2253251"/>
            <a:ext cx="2045970" cy="692785"/>
          </a:xfrm>
          <a:custGeom>
            <a:avLst/>
            <a:gdLst/>
            <a:ahLst/>
            <a:cxnLst/>
            <a:rect l="l" t="t" r="r" b="b"/>
            <a:pathLst>
              <a:path w="2045970" h="692785">
                <a:moveTo>
                  <a:pt x="0" y="173091"/>
                </a:moveTo>
                <a:lnTo>
                  <a:pt x="1566444" y="173091"/>
                </a:lnTo>
                <a:lnTo>
                  <a:pt x="1566444" y="0"/>
                </a:lnTo>
                <a:lnTo>
                  <a:pt x="2045371" y="346194"/>
                </a:lnTo>
                <a:lnTo>
                  <a:pt x="1566444" y="692376"/>
                </a:lnTo>
                <a:lnTo>
                  <a:pt x="1566444" y="519297"/>
                </a:lnTo>
                <a:lnTo>
                  <a:pt x="0" y="519297"/>
                </a:lnTo>
                <a:lnTo>
                  <a:pt x="0" y="173091"/>
                </a:lnTo>
                <a:close/>
              </a:path>
            </a:pathLst>
          </a:custGeom>
          <a:ln w="298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49336" y="3652428"/>
            <a:ext cx="2634030" cy="10673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68833" y="3782252"/>
            <a:ext cx="2195195" cy="692785"/>
          </a:xfrm>
          <a:custGeom>
            <a:avLst/>
            <a:gdLst/>
            <a:ahLst/>
            <a:cxnLst/>
            <a:rect l="l" t="t" r="r" b="b"/>
            <a:pathLst>
              <a:path w="2195195" h="692785">
                <a:moveTo>
                  <a:pt x="29921" y="173126"/>
                </a:moveTo>
                <a:lnTo>
                  <a:pt x="0" y="173126"/>
                </a:lnTo>
                <a:lnTo>
                  <a:pt x="0" y="519285"/>
                </a:lnTo>
                <a:lnTo>
                  <a:pt x="29921" y="519285"/>
                </a:lnTo>
                <a:lnTo>
                  <a:pt x="29921" y="173126"/>
                </a:lnTo>
                <a:close/>
              </a:path>
              <a:path w="2195195" h="692785">
                <a:moveTo>
                  <a:pt x="119719" y="173126"/>
                </a:moveTo>
                <a:lnTo>
                  <a:pt x="59858" y="173126"/>
                </a:lnTo>
                <a:lnTo>
                  <a:pt x="59858" y="519285"/>
                </a:lnTo>
                <a:lnTo>
                  <a:pt x="119719" y="519285"/>
                </a:lnTo>
                <a:lnTo>
                  <a:pt x="119719" y="173126"/>
                </a:lnTo>
                <a:close/>
              </a:path>
              <a:path w="2195195" h="692785">
                <a:moveTo>
                  <a:pt x="1716117" y="0"/>
                </a:moveTo>
                <a:lnTo>
                  <a:pt x="1716117" y="173126"/>
                </a:lnTo>
                <a:lnTo>
                  <a:pt x="149673" y="173126"/>
                </a:lnTo>
                <a:lnTo>
                  <a:pt x="149673" y="519285"/>
                </a:lnTo>
                <a:lnTo>
                  <a:pt x="1716117" y="519285"/>
                </a:lnTo>
                <a:lnTo>
                  <a:pt x="1716117" y="692364"/>
                </a:lnTo>
                <a:lnTo>
                  <a:pt x="2195045" y="346181"/>
                </a:lnTo>
                <a:lnTo>
                  <a:pt x="1716117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68833" y="3955379"/>
            <a:ext cx="30480" cy="346710"/>
          </a:xfrm>
          <a:custGeom>
            <a:avLst/>
            <a:gdLst/>
            <a:ahLst/>
            <a:cxnLst/>
            <a:rect l="l" t="t" r="r" b="b"/>
            <a:pathLst>
              <a:path w="30479" h="346710">
                <a:moveTo>
                  <a:pt x="0" y="0"/>
                </a:moveTo>
                <a:lnTo>
                  <a:pt x="29921" y="0"/>
                </a:lnTo>
                <a:lnTo>
                  <a:pt x="29921" y="346158"/>
                </a:lnTo>
                <a:lnTo>
                  <a:pt x="0" y="346158"/>
                </a:lnTo>
                <a:lnTo>
                  <a:pt x="0" y="0"/>
                </a:lnTo>
                <a:close/>
              </a:path>
            </a:pathLst>
          </a:custGeom>
          <a:ln w="4006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28692" y="3955379"/>
            <a:ext cx="60325" cy="346710"/>
          </a:xfrm>
          <a:custGeom>
            <a:avLst/>
            <a:gdLst/>
            <a:ahLst/>
            <a:cxnLst/>
            <a:rect l="l" t="t" r="r" b="b"/>
            <a:pathLst>
              <a:path w="60325" h="346710">
                <a:moveTo>
                  <a:pt x="0" y="0"/>
                </a:moveTo>
                <a:lnTo>
                  <a:pt x="59859" y="0"/>
                </a:lnTo>
                <a:lnTo>
                  <a:pt x="59859" y="346158"/>
                </a:lnTo>
                <a:lnTo>
                  <a:pt x="0" y="346158"/>
                </a:lnTo>
                <a:lnTo>
                  <a:pt x="0" y="0"/>
                </a:lnTo>
                <a:close/>
              </a:path>
            </a:pathLst>
          </a:custGeom>
          <a:ln w="3981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18507" y="3782252"/>
            <a:ext cx="2045970" cy="692785"/>
          </a:xfrm>
          <a:custGeom>
            <a:avLst/>
            <a:gdLst/>
            <a:ahLst/>
            <a:cxnLst/>
            <a:rect l="l" t="t" r="r" b="b"/>
            <a:pathLst>
              <a:path w="2045970" h="692785">
                <a:moveTo>
                  <a:pt x="0" y="173126"/>
                </a:moveTo>
                <a:lnTo>
                  <a:pt x="1566444" y="173126"/>
                </a:lnTo>
                <a:lnTo>
                  <a:pt x="1566444" y="0"/>
                </a:lnTo>
                <a:lnTo>
                  <a:pt x="2045371" y="346182"/>
                </a:lnTo>
                <a:lnTo>
                  <a:pt x="1566444" y="692365"/>
                </a:lnTo>
                <a:lnTo>
                  <a:pt x="1566444" y="519285"/>
                </a:lnTo>
                <a:lnTo>
                  <a:pt x="0" y="519285"/>
                </a:lnTo>
                <a:lnTo>
                  <a:pt x="0" y="173126"/>
                </a:lnTo>
                <a:close/>
              </a:path>
            </a:pathLst>
          </a:custGeom>
          <a:ln w="2985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49330" y="5094854"/>
            <a:ext cx="2634037" cy="10385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68833" y="5224707"/>
            <a:ext cx="2195195" cy="663575"/>
          </a:xfrm>
          <a:custGeom>
            <a:avLst/>
            <a:gdLst/>
            <a:ahLst/>
            <a:cxnLst/>
            <a:rect l="l" t="t" r="r" b="b"/>
            <a:pathLst>
              <a:path w="2195195" h="663575">
                <a:moveTo>
                  <a:pt x="28688" y="165844"/>
                </a:moveTo>
                <a:lnTo>
                  <a:pt x="0" y="165844"/>
                </a:lnTo>
                <a:lnTo>
                  <a:pt x="0" y="497640"/>
                </a:lnTo>
                <a:lnTo>
                  <a:pt x="28688" y="497640"/>
                </a:lnTo>
                <a:lnTo>
                  <a:pt x="28688" y="165844"/>
                </a:lnTo>
                <a:close/>
              </a:path>
              <a:path w="2195195" h="663575">
                <a:moveTo>
                  <a:pt x="114720" y="165844"/>
                </a:moveTo>
                <a:lnTo>
                  <a:pt x="57360" y="165844"/>
                </a:lnTo>
                <a:lnTo>
                  <a:pt x="57360" y="497640"/>
                </a:lnTo>
                <a:lnTo>
                  <a:pt x="114720" y="497640"/>
                </a:lnTo>
                <a:lnTo>
                  <a:pt x="114720" y="165844"/>
                </a:lnTo>
                <a:close/>
              </a:path>
              <a:path w="2195195" h="663575">
                <a:moveTo>
                  <a:pt x="1736060" y="0"/>
                </a:moveTo>
                <a:lnTo>
                  <a:pt x="1736060" y="165844"/>
                </a:lnTo>
                <a:lnTo>
                  <a:pt x="143426" y="165844"/>
                </a:lnTo>
                <a:lnTo>
                  <a:pt x="143426" y="497640"/>
                </a:lnTo>
                <a:lnTo>
                  <a:pt x="1736060" y="497640"/>
                </a:lnTo>
                <a:lnTo>
                  <a:pt x="1736060" y="663532"/>
                </a:lnTo>
                <a:lnTo>
                  <a:pt x="2195045" y="331748"/>
                </a:lnTo>
                <a:lnTo>
                  <a:pt x="1736060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68833" y="5390551"/>
            <a:ext cx="29209" cy="332105"/>
          </a:xfrm>
          <a:custGeom>
            <a:avLst/>
            <a:gdLst/>
            <a:ahLst/>
            <a:cxnLst/>
            <a:rect l="l" t="t" r="r" b="b"/>
            <a:pathLst>
              <a:path w="29210" h="332104">
                <a:moveTo>
                  <a:pt x="0" y="0"/>
                </a:moveTo>
                <a:lnTo>
                  <a:pt x="28688" y="0"/>
                </a:lnTo>
                <a:lnTo>
                  <a:pt x="28688" y="331795"/>
                </a:lnTo>
                <a:lnTo>
                  <a:pt x="0" y="331795"/>
                </a:lnTo>
                <a:lnTo>
                  <a:pt x="0" y="0"/>
                </a:lnTo>
                <a:close/>
              </a:path>
            </a:pathLst>
          </a:custGeom>
          <a:ln w="4006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726193" y="5390551"/>
            <a:ext cx="57785" cy="332105"/>
          </a:xfrm>
          <a:custGeom>
            <a:avLst/>
            <a:gdLst/>
            <a:ahLst/>
            <a:cxnLst/>
            <a:rect l="l" t="t" r="r" b="b"/>
            <a:pathLst>
              <a:path w="57785" h="332104">
                <a:moveTo>
                  <a:pt x="0" y="0"/>
                </a:moveTo>
                <a:lnTo>
                  <a:pt x="57360" y="0"/>
                </a:lnTo>
                <a:lnTo>
                  <a:pt x="57360" y="331795"/>
                </a:lnTo>
                <a:lnTo>
                  <a:pt x="0" y="331795"/>
                </a:lnTo>
                <a:lnTo>
                  <a:pt x="0" y="0"/>
                </a:lnTo>
                <a:close/>
              </a:path>
            </a:pathLst>
          </a:custGeom>
          <a:ln w="39817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12259" y="5224707"/>
            <a:ext cx="2051685" cy="663575"/>
          </a:xfrm>
          <a:custGeom>
            <a:avLst/>
            <a:gdLst/>
            <a:ahLst/>
            <a:cxnLst/>
            <a:rect l="l" t="t" r="r" b="b"/>
            <a:pathLst>
              <a:path w="2051685" h="663575">
                <a:moveTo>
                  <a:pt x="0" y="165844"/>
                </a:moveTo>
                <a:lnTo>
                  <a:pt x="1592634" y="165844"/>
                </a:lnTo>
                <a:lnTo>
                  <a:pt x="1592634" y="0"/>
                </a:lnTo>
                <a:lnTo>
                  <a:pt x="2051618" y="331748"/>
                </a:lnTo>
                <a:lnTo>
                  <a:pt x="1592634" y="663532"/>
                </a:lnTo>
                <a:lnTo>
                  <a:pt x="1592634" y="497640"/>
                </a:lnTo>
                <a:lnTo>
                  <a:pt x="0" y="497640"/>
                </a:lnTo>
                <a:lnTo>
                  <a:pt x="0" y="165844"/>
                </a:lnTo>
                <a:close/>
              </a:path>
            </a:pathLst>
          </a:custGeom>
          <a:ln w="29764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55676" y="1406862"/>
            <a:ext cx="275336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0">
                <a:latin typeface="Arial"/>
                <a:cs typeface="Arial"/>
              </a:rPr>
              <a:t>Co-prescribed</a:t>
            </a:r>
            <a:r>
              <a:rPr dirty="0" sz="2350" spc="-3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drugs</a:t>
            </a:r>
            <a:endParaRPr sz="23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49270" y="1513542"/>
            <a:ext cx="158305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35">
                <a:latin typeface="Arial"/>
                <a:cs typeface="Arial"/>
              </a:rPr>
              <a:t>Side</a:t>
            </a:r>
            <a:r>
              <a:rPr dirty="0" sz="2350" spc="-45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Effects</a:t>
            </a:r>
            <a:endParaRPr sz="23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76213" y="5231329"/>
            <a:ext cx="473709" cy="715645"/>
          </a:xfrm>
          <a:custGeom>
            <a:avLst/>
            <a:gdLst/>
            <a:ahLst/>
            <a:cxnLst/>
            <a:rect l="l" t="t" r="r" b="b"/>
            <a:pathLst>
              <a:path w="473710" h="715645">
                <a:moveTo>
                  <a:pt x="0" y="0"/>
                </a:moveTo>
                <a:lnTo>
                  <a:pt x="473205" y="0"/>
                </a:lnTo>
                <a:lnTo>
                  <a:pt x="473205" y="715580"/>
                </a:lnTo>
                <a:lnTo>
                  <a:pt x="0" y="7155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554954" y="5256061"/>
            <a:ext cx="305435" cy="63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-25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4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415920" y="3877436"/>
            <a:ext cx="3257550" cy="1519555"/>
          </a:xfrm>
          <a:custGeom>
            <a:avLst/>
            <a:gdLst/>
            <a:ahLst/>
            <a:cxnLst/>
            <a:rect l="l" t="t" r="r" b="b"/>
            <a:pathLst>
              <a:path w="3257550" h="1519554">
                <a:moveTo>
                  <a:pt x="2714625" y="952867"/>
                </a:moveTo>
                <a:lnTo>
                  <a:pt x="1900237" y="952867"/>
                </a:lnTo>
                <a:lnTo>
                  <a:pt x="3089592" y="1519537"/>
                </a:lnTo>
                <a:lnTo>
                  <a:pt x="2714625" y="952867"/>
                </a:lnTo>
                <a:close/>
              </a:path>
              <a:path w="3257550" h="1519554">
                <a:moveTo>
                  <a:pt x="3257550" y="0"/>
                </a:moveTo>
                <a:lnTo>
                  <a:pt x="0" y="0"/>
                </a:lnTo>
                <a:lnTo>
                  <a:pt x="0" y="952867"/>
                </a:lnTo>
                <a:lnTo>
                  <a:pt x="3257550" y="952867"/>
                </a:lnTo>
                <a:lnTo>
                  <a:pt x="3257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415920" y="3877436"/>
            <a:ext cx="3257550" cy="1519555"/>
          </a:xfrm>
          <a:custGeom>
            <a:avLst/>
            <a:gdLst/>
            <a:ahLst/>
            <a:cxnLst/>
            <a:rect l="l" t="t" r="r" b="b"/>
            <a:pathLst>
              <a:path w="3257550" h="1519554">
                <a:moveTo>
                  <a:pt x="0" y="0"/>
                </a:moveTo>
                <a:lnTo>
                  <a:pt x="1900238" y="0"/>
                </a:lnTo>
                <a:lnTo>
                  <a:pt x="2714626" y="0"/>
                </a:lnTo>
                <a:lnTo>
                  <a:pt x="3257551" y="0"/>
                </a:lnTo>
                <a:lnTo>
                  <a:pt x="3257551" y="555840"/>
                </a:lnTo>
                <a:lnTo>
                  <a:pt x="3257551" y="794057"/>
                </a:lnTo>
                <a:lnTo>
                  <a:pt x="3257551" y="952867"/>
                </a:lnTo>
                <a:lnTo>
                  <a:pt x="2714626" y="952867"/>
                </a:lnTo>
                <a:lnTo>
                  <a:pt x="3089593" y="1519537"/>
                </a:lnTo>
                <a:lnTo>
                  <a:pt x="1900238" y="952867"/>
                </a:lnTo>
                <a:lnTo>
                  <a:pt x="0" y="952867"/>
                </a:lnTo>
                <a:lnTo>
                  <a:pt x="0" y="794057"/>
                </a:lnTo>
                <a:lnTo>
                  <a:pt x="0" y="5558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535490" y="3950208"/>
            <a:ext cx="30219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75" b="1">
                <a:solidFill>
                  <a:srgbClr val="C00000"/>
                </a:solidFill>
                <a:latin typeface="Arial"/>
                <a:cs typeface="Arial"/>
              </a:rPr>
              <a:t>Task: </a:t>
            </a:r>
            <a:r>
              <a:rPr dirty="0" sz="1700" spc="0">
                <a:latin typeface="Arial"/>
                <a:cs typeface="Arial"/>
              </a:rPr>
              <a:t>How </a:t>
            </a:r>
            <a:r>
              <a:rPr dirty="0" sz="1700" spc="-20">
                <a:latin typeface="Arial"/>
                <a:cs typeface="Arial"/>
              </a:rPr>
              <a:t>likely </a:t>
            </a:r>
            <a:r>
              <a:rPr dirty="0" sz="1700" spc="-5">
                <a:latin typeface="Arial"/>
                <a:cs typeface="Arial"/>
              </a:rPr>
              <a:t>will </a:t>
            </a:r>
            <a:r>
              <a:rPr dirty="0" sz="1700" spc="-35">
                <a:latin typeface="Arial"/>
                <a:cs typeface="Arial"/>
              </a:rPr>
              <a:t>a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particular</a:t>
            </a:r>
            <a:endParaRPr sz="1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48" name="object 48"/>
          <p:cNvSpPr txBox="1"/>
          <p:nvPr/>
        </p:nvSpPr>
        <p:spPr>
          <a:xfrm>
            <a:off x="1598482" y="4206240"/>
            <a:ext cx="28962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">
                <a:latin typeface="Arial"/>
                <a:cs typeface="Arial"/>
              </a:rPr>
              <a:t>combination </a:t>
            </a:r>
            <a:r>
              <a:rPr dirty="0" sz="1700" spc="10">
                <a:latin typeface="Arial"/>
                <a:cs typeface="Arial"/>
              </a:rPr>
              <a:t>of </a:t>
            </a:r>
            <a:r>
              <a:rPr dirty="0" sz="1700" spc="-10">
                <a:latin typeface="Arial"/>
                <a:cs typeface="Arial"/>
              </a:rPr>
              <a:t>drugs </a:t>
            </a:r>
            <a:r>
              <a:rPr dirty="0" sz="1700" spc="-25">
                <a:latin typeface="Arial"/>
                <a:cs typeface="Arial"/>
              </a:rPr>
              <a:t>lead </a:t>
            </a:r>
            <a:r>
              <a:rPr dirty="0" sz="1700" spc="30">
                <a:latin typeface="Arial"/>
                <a:cs typeface="Arial"/>
              </a:rPr>
              <a:t>to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21011" y="4459223"/>
            <a:ext cx="20523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Arial"/>
                <a:cs typeface="Arial"/>
              </a:rPr>
              <a:t>particular </a:t>
            </a:r>
            <a:r>
              <a:rPr dirty="0" sz="1700" spc="-15">
                <a:latin typeface="Arial"/>
                <a:cs typeface="Arial"/>
              </a:rPr>
              <a:t>side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effect?</a:t>
            </a:r>
            <a:endParaRPr sz="17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77760" y="4662674"/>
            <a:ext cx="1735054" cy="1708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8256" y="174243"/>
            <a:ext cx="6569075" cy="142494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 marR="5080" indent="555625">
              <a:lnSpc>
                <a:spcPts val="5500"/>
              </a:lnSpc>
              <a:spcBef>
                <a:spcPts val="300"/>
              </a:spcBef>
            </a:pPr>
            <a:r>
              <a:rPr dirty="0" sz="4600" spc="-155"/>
              <a:t>Why </a:t>
            </a:r>
            <a:r>
              <a:rPr dirty="0" sz="4600" spc="-130"/>
              <a:t>is </a:t>
            </a:r>
            <a:r>
              <a:rPr dirty="0" sz="4600" spc="-75"/>
              <a:t>modeling </a:t>
            </a:r>
            <a:r>
              <a:rPr dirty="0" sz="4600" spc="-35"/>
              <a:t>drug  </a:t>
            </a:r>
            <a:r>
              <a:rPr dirty="0" sz="4600" spc="-55"/>
              <a:t>combinations</a:t>
            </a:r>
            <a:r>
              <a:rPr dirty="0" sz="4600" spc="-60"/>
              <a:t> </a:t>
            </a:r>
            <a:r>
              <a:rPr dirty="0" sz="4600" spc="-100"/>
              <a:t>chalenging?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337816" y="1874214"/>
            <a:ext cx="5784215" cy="128968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800" spc="-60">
                <a:solidFill>
                  <a:srgbClr val="C00000"/>
                </a:solidFill>
                <a:latin typeface="Arial"/>
                <a:cs typeface="Arial"/>
              </a:rPr>
              <a:t>Combinatorial</a:t>
            </a:r>
            <a:r>
              <a:rPr dirty="0" sz="2800" spc="-5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Arial"/>
                <a:cs typeface="Arial"/>
              </a:rPr>
              <a:t>explosion</a:t>
            </a:r>
            <a:endParaRPr sz="2800">
              <a:latin typeface="Arial"/>
              <a:cs typeface="Arial"/>
            </a:endParaRPr>
          </a:p>
          <a:p>
            <a:pPr marL="830580" indent="-30353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Font typeface="Malgun Gothic"/>
              <a:buChar char="▪"/>
              <a:tabLst>
                <a:tab pos="829944" algn="l"/>
                <a:tab pos="830580" algn="l"/>
              </a:tabLst>
            </a:pPr>
            <a:r>
              <a:rPr dirty="0" sz="2000" spc="5">
                <a:latin typeface="Arial"/>
                <a:cs typeface="Arial"/>
              </a:rPr>
              <a:t>&gt;13 </a:t>
            </a:r>
            <a:r>
              <a:rPr dirty="0" sz="2000" spc="-50">
                <a:latin typeface="Arial"/>
                <a:cs typeface="Arial"/>
              </a:rPr>
              <a:t>million </a:t>
            </a:r>
            <a:r>
              <a:rPr dirty="0" sz="2000" spc="-30">
                <a:latin typeface="Arial"/>
                <a:cs typeface="Arial"/>
              </a:rPr>
              <a:t>possible </a:t>
            </a:r>
            <a:r>
              <a:rPr dirty="0" sz="2000" spc="-15">
                <a:latin typeface="Arial"/>
                <a:cs typeface="Arial"/>
              </a:rPr>
              <a:t>combinations </a:t>
            </a:r>
            <a:r>
              <a:rPr dirty="0" sz="2000" spc="-2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2</a:t>
            </a:r>
            <a:r>
              <a:rPr dirty="0" sz="2000" spc="325">
                <a:latin typeface="Arial"/>
                <a:cs typeface="Arial"/>
              </a:rPr>
              <a:t> </a:t>
            </a:r>
            <a:r>
              <a:rPr dirty="0" sz="2000" spc="-15">
                <a:latin typeface="Arial"/>
                <a:cs typeface="Arial"/>
              </a:rPr>
              <a:t>drugs</a:t>
            </a:r>
            <a:endParaRPr sz="2000">
              <a:latin typeface="Arial"/>
              <a:cs typeface="Arial"/>
            </a:endParaRPr>
          </a:p>
          <a:p>
            <a:pPr marL="830580" indent="-30353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829944" algn="l"/>
                <a:tab pos="830580" algn="l"/>
              </a:tabLst>
            </a:pPr>
            <a:r>
              <a:rPr dirty="0" sz="2000" spc="5">
                <a:latin typeface="Arial"/>
                <a:cs typeface="Arial"/>
              </a:rPr>
              <a:t>&gt;20 </a:t>
            </a:r>
            <a:r>
              <a:rPr dirty="0" sz="2000" spc="-45">
                <a:latin typeface="Arial"/>
                <a:cs typeface="Arial"/>
              </a:rPr>
              <a:t>billion </a:t>
            </a:r>
            <a:r>
              <a:rPr dirty="0" sz="2000" spc="-30">
                <a:latin typeface="Arial"/>
                <a:cs typeface="Arial"/>
              </a:rPr>
              <a:t>possible </a:t>
            </a:r>
            <a:r>
              <a:rPr dirty="0" sz="2000" spc="-15">
                <a:latin typeface="Arial"/>
                <a:cs typeface="Arial"/>
              </a:rPr>
              <a:t>combinations </a:t>
            </a:r>
            <a:r>
              <a:rPr dirty="0" sz="2000" spc="-2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3</a:t>
            </a:r>
            <a:r>
              <a:rPr dirty="0" sz="2000" spc="305">
                <a:latin typeface="Arial"/>
                <a:cs typeface="Arial"/>
              </a:rPr>
              <a:t> </a:t>
            </a:r>
            <a:r>
              <a:rPr dirty="0" sz="2000" spc="-15">
                <a:latin typeface="Arial"/>
                <a:cs typeface="Arial"/>
              </a:rPr>
              <a:t>drugs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7816" y="3574999"/>
            <a:ext cx="7078345" cy="9207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800" spc="-70">
                <a:solidFill>
                  <a:srgbClr val="C00000"/>
                </a:solidFill>
                <a:latin typeface="Arial"/>
                <a:cs typeface="Arial"/>
              </a:rPr>
              <a:t>Non-linear </a:t>
            </a:r>
            <a:r>
              <a:rPr dirty="0" sz="2800" spc="-160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non-additive</a:t>
            </a:r>
            <a:r>
              <a:rPr dirty="0" sz="2800" spc="1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55">
                <a:solidFill>
                  <a:srgbClr val="C00000"/>
                </a:solidFill>
                <a:latin typeface="Arial"/>
                <a:cs typeface="Arial"/>
              </a:rPr>
              <a:t>interactions</a:t>
            </a:r>
            <a:endParaRPr sz="2800">
              <a:latin typeface="Arial"/>
              <a:cs typeface="Arial"/>
            </a:endParaRPr>
          </a:p>
          <a:p>
            <a:pPr marL="830580" indent="-30353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Font typeface="Malgun Gothic"/>
              <a:buChar char="▪"/>
              <a:tabLst>
                <a:tab pos="829944" algn="l"/>
                <a:tab pos="830580" algn="l"/>
              </a:tabLst>
            </a:pPr>
            <a:r>
              <a:rPr dirty="0" sz="2000" spc="-55">
                <a:latin typeface="Arial"/>
                <a:cs typeface="Arial"/>
              </a:rPr>
              <a:t>Different </a:t>
            </a:r>
            <a:r>
              <a:rPr dirty="0" sz="2000" spc="-30">
                <a:latin typeface="Arial"/>
                <a:cs typeface="Arial"/>
              </a:rPr>
              <a:t>effect than </a:t>
            </a:r>
            <a:r>
              <a:rPr dirty="0" sz="2000" spc="-25">
                <a:latin typeface="Arial"/>
                <a:cs typeface="Arial"/>
              </a:rPr>
              <a:t>the </a:t>
            </a:r>
            <a:r>
              <a:rPr dirty="0" sz="2000" spc="-30">
                <a:latin typeface="Arial"/>
                <a:cs typeface="Arial"/>
              </a:rPr>
              <a:t>additive effect </a:t>
            </a:r>
            <a:r>
              <a:rPr dirty="0" sz="2000" spc="-20">
                <a:latin typeface="Arial"/>
                <a:cs typeface="Arial"/>
              </a:rPr>
              <a:t>of </a:t>
            </a:r>
            <a:r>
              <a:rPr dirty="0" sz="2000" spc="-45">
                <a:latin typeface="Arial"/>
                <a:cs typeface="Arial"/>
              </a:rPr>
              <a:t>individual 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 spc="-15">
                <a:latin typeface="Arial"/>
                <a:cs typeface="Arial"/>
              </a:rPr>
              <a:t>drugs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816" y="4910023"/>
            <a:ext cx="6814184" cy="128968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800" spc="-100">
                <a:solidFill>
                  <a:srgbClr val="C00000"/>
                </a:solidFill>
                <a:latin typeface="Arial"/>
                <a:cs typeface="Arial"/>
              </a:rPr>
              <a:t>Small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subsets </a:t>
            </a:r>
            <a:r>
              <a:rPr dirty="0" sz="2800" spc="-4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80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patients</a:t>
            </a:r>
            <a:endParaRPr sz="2800">
              <a:latin typeface="Arial"/>
              <a:cs typeface="Arial"/>
            </a:endParaRPr>
          </a:p>
          <a:p>
            <a:pPr marL="875030" indent="-34798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Font typeface="Malgun Gothic"/>
              <a:buChar char="▪"/>
              <a:tabLst>
                <a:tab pos="874394" algn="l"/>
                <a:tab pos="875030" algn="l"/>
              </a:tabLst>
            </a:pPr>
            <a:r>
              <a:rPr dirty="0" sz="2000" spc="-45">
                <a:latin typeface="Arial"/>
                <a:cs typeface="Arial"/>
              </a:rPr>
              <a:t>Side </a:t>
            </a:r>
            <a:r>
              <a:rPr dirty="0" sz="2000" spc="-30">
                <a:latin typeface="Arial"/>
                <a:cs typeface="Arial"/>
              </a:rPr>
              <a:t>effects </a:t>
            </a:r>
            <a:r>
              <a:rPr dirty="0" sz="2000" spc="-70">
                <a:latin typeface="Arial"/>
                <a:cs typeface="Arial"/>
              </a:rPr>
              <a:t>are</a:t>
            </a:r>
            <a:r>
              <a:rPr dirty="0" sz="2000" spc="18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interdependent</a:t>
            </a:r>
            <a:endParaRPr sz="2000">
              <a:latin typeface="Arial"/>
              <a:cs typeface="Arial"/>
            </a:endParaRPr>
          </a:p>
          <a:p>
            <a:pPr marL="875030" indent="-34798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874394" algn="l"/>
                <a:tab pos="875030" algn="l"/>
              </a:tabLst>
            </a:pPr>
            <a:r>
              <a:rPr dirty="0" sz="2000" spc="-15">
                <a:latin typeface="Arial"/>
                <a:cs typeface="Arial"/>
              </a:rPr>
              <a:t>No </a:t>
            </a:r>
            <a:r>
              <a:rPr dirty="0" sz="2000" spc="-40">
                <a:latin typeface="Arial"/>
                <a:cs typeface="Arial"/>
              </a:rPr>
              <a:t>info </a:t>
            </a:r>
            <a:r>
              <a:rPr dirty="0" sz="2000" spc="-20">
                <a:latin typeface="Arial"/>
                <a:cs typeface="Arial"/>
              </a:rPr>
              <a:t>on </a:t>
            </a:r>
            <a:r>
              <a:rPr dirty="0" sz="2000" spc="-10">
                <a:latin typeface="Arial"/>
                <a:cs typeface="Arial"/>
              </a:rPr>
              <a:t>drug </a:t>
            </a:r>
            <a:r>
              <a:rPr dirty="0" sz="2000" spc="-15">
                <a:latin typeface="Arial"/>
                <a:cs typeface="Arial"/>
              </a:rPr>
              <a:t>combinations </a:t>
            </a:r>
            <a:r>
              <a:rPr dirty="0" sz="2000">
                <a:latin typeface="Arial"/>
                <a:cs typeface="Arial"/>
              </a:rPr>
              <a:t>not </a:t>
            </a:r>
            <a:r>
              <a:rPr dirty="0" sz="2000" spc="-35">
                <a:latin typeface="Arial"/>
                <a:cs typeface="Arial"/>
              </a:rPr>
              <a:t>yet </a:t>
            </a:r>
            <a:r>
              <a:rPr dirty="0" sz="2000" spc="-25">
                <a:latin typeface="Arial"/>
                <a:cs typeface="Arial"/>
              </a:rPr>
              <a:t>used </a:t>
            </a:r>
            <a:r>
              <a:rPr dirty="0" sz="2000" spc="-60">
                <a:latin typeface="Arial"/>
                <a:cs typeface="Arial"/>
              </a:rPr>
              <a:t>in 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patients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89254" y="2426044"/>
            <a:ext cx="85725" cy="92710"/>
          </a:xfrm>
          <a:custGeom>
            <a:avLst/>
            <a:gdLst/>
            <a:ahLst/>
            <a:cxnLst/>
            <a:rect l="l" t="t" r="r" b="b"/>
            <a:pathLst>
              <a:path w="85725" h="92710">
                <a:moveTo>
                  <a:pt x="50539" y="0"/>
                </a:moveTo>
                <a:lnTo>
                  <a:pt x="34799" y="0"/>
                </a:lnTo>
                <a:lnTo>
                  <a:pt x="28030" y="2006"/>
                </a:lnTo>
                <a:lnTo>
                  <a:pt x="21258" y="6283"/>
                </a:lnTo>
                <a:lnTo>
                  <a:pt x="14381" y="10438"/>
                </a:lnTo>
                <a:lnTo>
                  <a:pt x="9593" y="15784"/>
                </a:lnTo>
                <a:lnTo>
                  <a:pt x="5654" y="23276"/>
                </a:lnTo>
                <a:lnTo>
                  <a:pt x="1724" y="30633"/>
                </a:lnTo>
                <a:lnTo>
                  <a:pt x="0" y="37858"/>
                </a:lnTo>
                <a:lnTo>
                  <a:pt x="0" y="54847"/>
                </a:lnTo>
                <a:lnTo>
                  <a:pt x="1724" y="62202"/>
                </a:lnTo>
                <a:lnTo>
                  <a:pt x="5654" y="69569"/>
                </a:lnTo>
                <a:lnTo>
                  <a:pt x="9593" y="77057"/>
                </a:lnTo>
                <a:lnTo>
                  <a:pt x="14381" y="82260"/>
                </a:lnTo>
                <a:lnTo>
                  <a:pt x="28030" y="90835"/>
                </a:lnTo>
                <a:lnTo>
                  <a:pt x="34799" y="92706"/>
                </a:lnTo>
                <a:lnTo>
                  <a:pt x="50539" y="92706"/>
                </a:lnTo>
                <a:lnTo>
                  <a:pt x="79668" y="69569"/>
                </a:lnTo>
                <a:lnTo>
                  <a:pt x="83610" y="62202"/>
                </a:lnTo>
                <a:lnTo>
                  <a:pt x="85335" y="54847"/>
                </a:lnTo>
                <a:lnTo>
                  <a:pt x="85335" y="37858"/>
                </a:lnTo>
                <a:lnTo>
                  <a:pt x="83610" y="30633"/>
                </a:lnTo>
                <a:lnTo>
                  <a:pt x="79668" y="23276"/>
                </a:lnTo>
                <a:lnTo>
                  <a:pt x="75745" y="15784"/>
                </a:lnTo>
                <a:lnTo>
                  <a:pt x="70813" y="10438"/>
                </a:lnTo>
                <a:lnTo>
                  <a:pt x="57171" y="2006"/>
                </a:lnTo>
                <a:lnTo>
                  <a:pt x="50539" y="0"/>
                </a:lnTo>
                <a:close/>
              </a:path>
            </a:pathLst>
          </a:custGeom>
          <a:solidFill>
            <a:srgbClr val="5459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58381" y="1941827"/>
            <a:ext cx="509905" cy="1295400"/>
          </a:xfrm>
          <a:custGeom>
            <a:avLst/>
            <a:gdLst/>
            <a:ahLst/>
            <a:cxnLst/>
            <a:rect l="l" t="t" r="r" b="b"/>
            <a:pathLst>
              <a:path w="509904" h="1295400">
                <a:moveTo>
                  <a:pt x="355926" y="355600"/>
                </a:moveTo>
                <a:lnTo>
                  <a:pt x="151731" y="355600"/>
                </a:lnTo>
                <a:lnTo>
                  <a:pt x="160607" y="393700"/>
                </a:lnTo>
                <a:lnTo>
                  <a:pt x="166450" y="444500"/>
                </a:lnTo>
                <a:lnTo>
                  <a:pt x="167703" y="495300"/>
                </a:lnTo>
                <a:lnTo>
                  <a:pt x="162811" y="533400"/>
                </a:lnTo>
                <a:lnTo>
                  <a:pt x="152057" y="558800"/>
                </a:lnTo>
                <a:lnTo>
                  <a:pt x="140282" y="609600"/>
                </a:lnTo>
                <a:lnTo>
                  <a:pt x="132747" y="660400"/>
                </a:lnTo>
                <a:lnTo>
                  <a:pt x="134715" y="711200"/>
                </a:lnTo>
                <a:lnTo>
                  <a:pt x="141213" y="749300"/>
                </a:lnTo>
                <a:lnTo>
                  <a:pt x="146676" y="800100"/>
                </a:lnTo>
                <a:lnTo>
                  <a:pt x="150592" y="850900"/>
                </a:lnTo>
                <a:lnTo>
                  <a:pt x="152448" y="901700"/>
                </a:lnTo>
                <a:lnTo>
                  <a:pt x="151731" y="952500"/>
                </a:lnTo>
                <a:lnTo>
                  <a:pt x="151430" y="1003300"/>
                </a:lnTo>
                <a:lnTo>
                  <a:pt x="154454" y="1054100"/>
                </a:lnTo>
                <a:lnTo>
                  <a:pt x="159777" y="1104900"/>
                </a:lnTo>
                <a:lnTo>
                  <a:pt x="166378" y="1155700"/>
                </a:lnTo>
                <a:lnTo>
                  <a:pt x="173233" y="1193800"/>
                </a:lnTo>
                <a:lnTo>
                  <a:pt x="177598" y="1231900"/>
                </a:lnTo>
                <a:lnTo>
                  <a:pt x="175516" y="1257300"/>
                </a:lnTo>
                <a:lnTo>
                  <a:pt x="169686" y="1270000"/>
                </a:lnTo>
                <a:lnTo>
                  <a:pt x="162811" y="1282700"/>
                </a:lnTo>
                <a:lnTo>
                  <a:pt x="160604" y="1295400"/>
                </a:lnTo>
                <a:lnTo>
                  <a:pt x="225102" y="1295400"/>
                </a:lnTo>
                <a:lnTo>
                  <a:pt x="223600" y="1282700"/>
                </a:lnTo>
                <a:lnTo>
                  <a:pt x="219839" y="1257300"/>
                </a:lnTo>
                <a:lnTo>
                  <a:pt x="215796" y="1231900"/>
                </a:lnTo>
                <a:lnTo>
                  <a:pt x="212865" y="1206500"/>
                </a:lnTo>
                <a:lnTo>
                  <a:pt x="212222" y="1181100"/>
                </a:lnTo>
                <a:lnTo>
                  <a:pt x="215044" y="1155700"/>
                </a:lnTo>
                <a:lnTo>
                  <a:pt x="219673" y="1117600"/>
                </a:lnTo>
                <a:lnTo>
                  <a:pt x="223159" y="1079500"/>
                </a:lnTo>
                <a:lnTo>
                  <a:pt x="224694" y="1041400"/>
                </a:lnTo>
                <a:lnTo>
                  <a:pt x="223469" y="990600"/>
                </a:lnTo>
                <a:lnTo>
                  <a:pt x="221595" y="952500"/>
                </a:lnTo>
                <a:lnTo>
                  <a:pt x="222142" y="927100"/>
                </a:lnTo>
                <a:lnTo>
                  <a:pt x="225656" y="901700"/>
                </a:lnTo>
                <a:lnTo>
                  <a:pt x="232684" y="863600"/>
                </a:lnTo>
                <a:lnTo>
                  <a:pt x="240261" y="825500"/>
                </a:lnTo>
                <a:lnTo>
                  <a:pt x="246643" y="774700"/>
                </a:lnTo>
                <a:lnTo>
                  <a:pt x="251324" y="711200"/>
                </a:lnTo>
                <a:lnTo>
                  <a:pt x="253803" y="685800"/>
                </a:lnTo>
                <a:lnTo>
                  <a:pt x="373862" y="685800"/>
                </a:lnTo>
                <a:lnTo>
                  <a:pt x="374850" y="660400"/>
                </a:lnTo>
                <a:lnTo>
                  <a:pt x="367332" y="609600"/>
                </a:lnTo>
                <a:lnTo>
                  <a:pt x="355560" y="558800"/>
                </a:lnTo>
                <a:lnTo>
                  <a:pt x="344778" y="533400"/>
                </a:lnTo>
                <a:lnTo>
                  <a:pt x="339904" y="495300"/>
                </a:lnTo>
                <a:lnTo>
                  <a:pt x="341185" y="444500"/>
                </a:lnTo>
                <a:lnTo>
                  <a:pt x="347050" y="393700"/>
                </a:lnTo>
                <a:lnTo>
                  <a:pt x="355926" y="355600"/>
                </a:lnTo>
                <a:close/>
              </a:path>
              <a:path w="509904" h="1295400">
                <a:moveTo>
                  <a:pt x="373862" y="685800"/>
                </a:moveTo>
                <a:lnTo>
                  <a:pt x="253803" y="685800"/>
                </a:lnTo>
                <a:lnTo>
                  <a:pt x="256331" y="711200"/>
                </a:lnTo>
                <a:lnTo>
                  <a:pt x="260992" y="774700"/>
                </a:lnTo>
                <a:lnTo>
                  <a:pt x="267313" y="825500"/>
                </a:lnTo>
                <a:lnTo>
                  <a:pt x="274822" y="863600"/>
                </a:lnTo>
                <a:lnTo>
                  <a:pt x="281998" y="901700"/>
                </a:lnTo>
                <a:lnTo>
                  <a:pt x="285524" y="927100"/>
                </a:lnTo>
                <a:lnTo>
                  <a:pt x="286024" y="952500"/>
                </a:lnTo>
                <a:lnTo>
                  <a:pt x="284120" y="990600"/>
                </a:lnTo>
                <a:lnTo>
                  <a:pt x="282883" y="1041400"/>
                </a:lnTo>
                <a:lnTo>
                  <a:pt x="284410" y="1079500"/>
                </a:lnTo>
                <a:lnTo>
                  <a:pt x="287879" y="1117600"/>
                </a:lnTo>
                <a:lnTo>
                  <a:pt x="292467" y="1155700"/>
                </a:lnTo>
                <a:lnTo>
                  <a:pt x="295303" y="1181100"/>
                </a:lnTo>
                <a:lnTo>
                  <a:pt x="294702" y="1206500"/>
                </a:lnTo>
                <a:lnTo>
                  <a:pt x="291800" y="1231900"/>
                </a:lnTo>
                <a:lnTo>
                  <a:pt x="287729" y="1257300"/>
                </a:lnTo>
                <a:lnTo>
                  <a:pt x="283981" y="1282700"/>
                </a:lnTo>
                <a:lnTo>
                  <a:pt x="282426" y="1295400"/>
                </a:lnTo>
                <a:lnTo>
                  <a:pt x="347125" y="1295400"/>
                </a:lnTo>
                <a:lnTo>
                  <a:pt x="344778" y="1282700"/>
                </a:lnTo>
                <a:lnTo>
                  <a:pt x="338071" y="1270000"/>
                </a:lnTo>
                <a:lnTo>
                  <a:pt x="332292" y="1257300"/>
                </a:lnTo>
                <a:lnTo>
                  <a:pt x="330169" y="1231900"/>
                </a:lnTo>
                <a:lnTo>
                  <a:pt x="334429" y="1193800"/>
                </a:lnTo>
                <a:lnTo>
                  <a:pt x="341378" y="1155700"/>
                </a:lnTo>
                <a:lnTo>
                  <a:pt x="347996" y="1104900"/>
                </a:lnTo>
                <a:lnTo>
                  <a:pt x="353289" y="1054100"/>
                </a:lnTo>
                <a:lnTo>
                  <a:pt x="356264" y="1003300"/>
                </a:lnTo>
                <a:lnTo>
                  <a:pt x="355926" y="952500"/>
                </a:lnTo>
                <a:lnTo>
                  <a:pt x="355123" y="901700"/>
                </a:lnTo>
                <a:lnTo>
                  <a:pt x="356967" y="850900"/>
                </a:lnTo>
                <a:lnTo>
                  <a:pt x="360906" y="800100"/>
                </a:lnTo>
                <a:lnTo>
                  <a:pt x="366391" y="749300"/>
                </a:lnTo>
                <a:lnTo>
                  <a:pt x="372873" y="711200"/>
                </a:lnTo>
                <a:lnTo>
                  <a:pt x="373862" y="685800"/>
                </a:lnTo>
                <a:close/>
              </a:path>
              <a:path w="509904" h="1295400">
                <a:moveTo>
                  <a:pt x="72267" y="685800"/>
                </a:moveTo>
                <a:lnTo>
                  <a:pt x="25845" y="685800"/>
                </a:lnTo>
                <a:lnTo>
                  <a:pt x="24566" y="698500"/>
                </a:lnTo>
                <a:lnTo>
                  <a:pt x="19283" y="711200"/>
                </a:lnTo>
                <a:lnTo>
                  <a:pt x="15416" y="723900"/>
                </a:lnTo>
                <a:lnTo>
                  <a:pt x="18385" y="736600"/>
                </a:lnTo>
                <a:lnTo>
                  <a:pt x="26203" y="736600"/>
                </a:lnTo>
                <a:lnTo>
                  <a:pt x="32538" y="711200"/>
                </a:lnTo>
                <a:lnTo>
                  <a:pt x="37169" y="698500"/>
                </a:lnTo>
                <a:lnTo>
                  <a:pt x="67089" y="698500"/>
                </a:lnTo>
                <a:lnTo>
                  <a:pt x="72267" y="685800"/>
                </a:lnTo>
                <a:close/>
              </a:path>
              <a:path w="509904" h="1295400">
                <a:moveTo>
                  <a:pt x="49673" y="698500"/>
                </a:moveTo>
                <a:lnTo>
                  <a:pt x="39150" y="698500"/>
                </a:lnTo>
                <a:lnTo>
                  <a:pt x="35550" y="711200"/>
                </a:lnTo>
                <a:lnTo>
                  <a:pt x="33093" y="723900"/>
                </a:lnTo>
                <a:lnTo>
                  <a:pt x="35793" y="736600"/>
                </a:lnTo>
                <a:lnTo>
                  <a:pt x="42299" y="736600"/>
                </a:lnTo>
                <a:lnTo>
                  <a:pt x="46358" y="711200"/>
                </a:lnTo>
                <a:lnTo>
                  <a:pt x="49673" y="698500"/>
                </a:lnTo>
                <a:close/>
              </a:path>
              <a:path w="509904" h="1295400">
                <a:moveTo>
                  <a:pt x="468441" y="698500"/>
                </a:moveTo>
                <a:lnTo>
                  <a:pt x="457871" y="698500"/>
                </a:lnTo>
                <a:lnTo>
                  <a:pt x="461128" y="711200"/>
                </a:lnTo>
                <a:lnTo>
                  <a:pt x="465227" y="736600"/>
                </a:lnTo>
                <a:lnTo>
                  <a:pt x="471867" y="736600"/>
                </a:lnTo>
                <a:lnTo>
                  <a:pt x="474367" y="723900"/>
                </a:lnTo>
                <a:lnTo>
                  <a:pt x="471930" y="711200"/>
                </a:lnTo>
                <a:lnTo>
                  <a:pt x="468441" y="698500"/>
                </a:lnTo>
                <a:close/>
              </a:path>
              <a:path w="509904" h="1295400">
                <a:moveTo>
                  <a:pt x="417198" y="355600"/>
                </a:moveTo>
                <a:lnTo>
                  <a:pt x="355926" y="355600"/>
                </a:lnTo>
                <a:lnTo>
                  <a:pt x="358250" y="368300"/>
                </a:lnTo>
                <a:lnTo>
                  <a:pt x="363990" y="393700"/>
                </a:lnTo>
                <a:lnTo>
                  <a:pt x="371295" y="444500"/>
                </a:lnTo>
                <a:lnTo>
                  <a:pt x="378316" y="469900"/>
                </a:lnTo>
                <a:lnTo>
                  <a:pt x="387742" y="508000"/>
                </a:lnTo>
                <a:lnTo>
                  <a:pt x="402142" y="558800"/>
                </a:lnTo>
                <a:lnTo>
                  <a:pt x="417489" y="596900"/>
                </a:lnTo>
                <a:lnTo>
                  <a:pt x="429759" y="635000"/>
                </a:lnTo>
                <a:lnTo>
                  <a:pt x="428589" y="647700"/>
                </a:lnTo>
                <a:lnTo>
                  <a:pt x="430981" y="660400"/>
                </a:lnTo>
                <a:lnTo>
                  <a:pt x="435465" y="685800"/>
                </a:lnTo>
                <a:lnTo>
                  <a:pt x="440571" y="698500"/>
                </a:lnTo>
                <a:lnTo>
                  <a:pt x="470629" y="698500"/>
                </a:lnTo>
                <a:lnTo>
                  <a:pt x="475313" y="711200"/>
                </a:lnTo>
                <a:lnTo>
                  <a:pt x="481606" y="736600"/>
                </a:lnTo>
                <a:lnTo>
                  <a:pt x="489285" y="736600"/>
                </a:lnTo>
                <a:lnTo>
                  <a:pt x="492196" y="723900"/>
                </a:lnTo>
                <a:lnTo>
                  <a:pt x="488314" y="711200"/>
                </a:lnTo>
                <a:lnTo>
                  <a:pt x="483051" y="698500"/>
                </a:lnTo>
                <a:lnTo>
                  <a:pt x="481818" y="685800"/>
                </a:lnTo>
                <a:lnTo>
                  <a:pt x="496180" y="685800"/>
                </a:lnTo>
                <a:lnTo>
                  <a:pt x="487036" y="660400"/>
                </a:lnTo>
                <a:lnTo>
                  <a:pt x="499337" y="660400"/>
                </a:lnTo>
                <a:lnTo>
                  <a:pt x="496006" y="647700"/>
                </a:lnTo>
                <a:lnTo>
                  <a:pt x="491534" y="647700"/>
                </a:lnTo>
                <a:lnTo>
                  <a:pt x="483126" y="635000"/>
                </a:lnTo>
                <a:lnTo>
                  <a:pt x="475529" y="635000"/>
                </a:lnTo>
                <a:lnTo>
                  <a:pt x="469193" y="622300"/>
                </a:lnTo>
                <a:lnTo>
                  <a:pt x="464571" y="622300"/>
                </a:lnTo>
                <a:lnTo>
                  <a:pt x="462786" y="609600"/>
                </a:lnTo>
                <a:lnTo>
                  <a:pt x="459336" y="596900"/>
                </a:lnTo>
                <a:lnTo>
                  <a:pt x="453993" y="558800"/>
                </a:lnTo>
                <a:lnTo>
                  <a:pt x="446529" y="533400"/>
                </a:lnTo>
                <a:lnTo>
                  <a:pt x="435920" y="482600"/>
                </a:lnTo>
                <a:lnTo>
                  <a:pt x="426288" y="444500"/>
                </a:lnTo>
                <a:lnTo>
                  <a:pt x="419291" y="406400"/>
                </a:lnTo>
                <a:lnTo>
                  <a:pt x="416590" y="381000"/>
                </a:lnTo>
                <a:lnTo>
                  <a:pt x="417198" y="355600"/>
                </a:lnTo>
                <a:close/>
              </a:path>
              <a:path w="509904" h="1295400">
                <a:moveTo>
                  <a:pt x="291171" y="165100"/>
                </a:moveTo>
                <a:lnTo>
                  <a:pt x="218643" y="165100"/>
                </a:lnTo>
                <a:lnTo>
                  <a:pt x="210309" y="203200"/>
                </a:lnTo>
                <a:lnTo>
                  <a:pt x="183802" y="228600"/>
                </a:lnTo>
                <a:lnTo>
                  <a:pt x="118671" y="254000"/>
                </a:lnTo>
                <a:lnTo>
                  <a:pt x="93006" y="304800"/>
                </a:lnTo>
                <a:lnTo>
                  <a:pt x="92416" y="342900"/>
                </a:lnTo>
                <a:lnTo>
                  <a:pt x="93329" y="381000"/>
                </a:lnTo>
                <a:lnTo>
                  <a:pt x="90621" y="406400"/>
                </a:lnTo>
                <a:lnTo>
                  <a:pt x="83599" y="444500"/>
                </a:lnTo>
                <a:lnTo>
                  <a:pt x="73914" y="482600"/>
                </a:lnTo>
                <a:lnTo>
                  <a:pt x="63220" y="533400"/>
                </a:lnTo>
                <a:lnTo>
                  <a:pt x="55815" y="558800"/>
                </a:lnTo>
                <a:lnTo>
                  <a:pt x="50439" y="596900"/>
                </a:lnTo>
                <a:lnTo>
                  <a:pt x="46926" y="609600"/>
                </a:lnTo>
                <a:lnTo>
                  <a:pt x="45107" y="622300"/>
                </a:lnTo>
                <a:lnTo>
                  <a:pt x="40549" y="622300"/>
                </a:lnTo>
                <a:lnTo>
                  <a:pt x="34268" y="635000"/>
                </a:lnTo>
                <a:lnTo>
                  <a:pt x="26665" y="635000"/>
                </a:lnTo>
                <a:lnTo>
                  <a:pt x="18143" y="647700"/>
                </a:lnTo>
                <a:lnTo>
                  <a:pt x="13703" y="647700"/>
                </a:lnTo>
                <a:lnTo>
                  <a:pt x="10368" y="660400"/>
                </a:lnTo>
                <a:lnTo>
                  <a:pt x="22625" y="660400"/>
                </a:lnTo>
                <a:lnTo>
                  <a:pt x="0" y="723900"/>
                </a:lnTo>
                <a:lnTo>
                  <a:pt x="9839" y="723900"/>
                </a:lnTo>
                <a:lnTo>
                  <a:pt x="16374" y="711200"/>
                </a:lnTo>
                <a:lnTo>
                  <a:pt x="21808" y="698500"/>
                </a:lnTo>
                <a:lnTo>
                  <a:pt x="25845" y="685800"/>
                </a:lnTo>
                <a:lnTo>
                  <a:pt x="72267" y="685800"/>
                </a:lnTo>
                <a:lnTo>
                  <a:pt x="76744" y="660400"/>
                </a:lnTo>
                <a:lnTo>
                  <a:pt x="79098" y="647700"/>
                </a:lnTo>
                <a:lnTo>
                  <a:pt x="77905" y="635000"/>
                </a:lnTo>
                <a:lnTo>
                  <a:pt x="90349" y="596900"/>
                </a:lnTo>
                <a:lnTo>
                  <a:pt x="105676" y="558800"/>
                </a:lnTo>
                <a:lnTo>
                  <a:pt x="119977" y="508000"/>
                </a:lnTo>
                <a:lnTo>
                  <a:pt x="129344" y="469900"/>
                </a:lnTo>
                <a:lnTo>
                  <a:pt x="136365" y="444500"/>
                </a:lnTo>
                <a:lnTo>
                  <a:pt x="143669" y="393700"/>
                </a:lnTo>
                <a:lnTo>
                  <a:pt x="149408" y="368300"/>
                </a:lnTo>
                <a:lnTo>
                  <a:pt x="151731" y="355600"/>
                </a:lnTo>
                <a:lnTo>
                  <a:pt x="417198" y="355600"/>
                </a:lnTo>
                <a:lnTo>
                  <a:pt x="416908" y="304800"/>
                </a:lnTo>
                <a:lnTo>
                  <a:pt x="409813" y="266700"/>
                </a:lnTo>
                <a:lnTo>
                  <a:pt x="360172" y="241300"/>
                </a:lnTo>
                <a:lnTo>
                  <a:pt x="326071" y="228600"/>
                </a:lnTo>
                <a:lnTo>
                  <a:pt x="299533" y="203200"/>
                </a:lnTo>
                <a:lnTo>
                  <a:pt x="291171" y="165100"/>
                </a:lnTo>
                <a:close/>
              </a:path>
              <a:path w="509904" h="1295400">
                <a:moveTo>
                  <a:pt x="62854" y="698500"/>
                </a:moveTo>
                <a:lnTo>
                  <a:pt x="53305" y="698500"/>
                </a:lnTo>
                <a:lnTo>
                  <a:pt x="50928" y="711200"/>
                </a:lnTo>
                <a:lnTo>
                  <a:pt x="49655" y="723900"/>
                </a:lnTo>
                <a:lnTo>
                  <a:pt x="56790" y="723900"/>
                </a:lnTo>
                <a:lnTo>
                  <a:pt x="59860" y="711200"/>
                </a:lnTo>
                <a:lnTo>
                  <a:pt x="62854" y="698500"/>
                </a:lnTo>
                <a:close/>
              </a:path>
              <a:path w="509904" h="1295400">
                <a:moveTo>
                  <a:pt x="454488" y="698500"/>
                </a:moveTo>
                <a:lnTo>
                  <a:pt x="444804" y="698500"/>
                </a:lnTo>
                <a:lnTo>
                  <a:pt x="447798" y="711200"/>
                </a:lnTo>
                <a:lnTo>
                  <a:pt x="450869" y="723900"/>
                </a:lnTo>
                <a:lnTo>
                  <a:pt x="458081" y="723900"/>
                </a:lnTo>
                <a:lnTo>
                  <a:pt x="456864" y="711200"/>
                </a:lnTo>
                <a:lnTo>
                  <a:pt x="454488" y="698500"/>
                </a:lnTo>
                <a:close/>
              </a:path>
              <a:path w="509904" h="1295400">
                <a:moveTo>
                  <a:pt x="496180" y="685800"/>
                </a:moveTo>
                <a:lnTo>
                  <a:pt x="481818" y="685800"/>
                </a:lnTo>
                <a:lnTo>
                  <a:pt x="485917" y="698500"/>
                </a:lnTo>
                <a:lnTo>
                  <a:pt x="491319" y="711200"/>
                </a:lnTo>
                <a:lnTo>
                  <a:pt x="497787" y="723900"/>
                </a:lnTo>
                <a:lnTo>
                  <a:pt x="509897" y="723900"/>
                </a:lnTo>
                <a:lnTo>
                  <a:pt x="496180" y="685800"/>
                </a:lnTo>
                <a:close/>
              </a:path>
              <a:path w="509904" h="1295400">
                <a:moveTo>
                  <a:pt x="22625" y="660400"/>
                </a:moveTo>
                <a:lnTo>
                  <a:pt x="7412" y="660400"/>
                </a:lnTo>
                <a:lnTo>
                  <a:pt x="4109" y="673100"/>
                </a:lnTo>
                <a:lnTo>
                  <a:pt x="13788" y="673100"/>
                </a:lnTo>
                <a:lnTo>
                  <a:pt x="22625" y="660400"/>
                </a:lnTo>
                <a:close/>
              </a:path>
              <a:path w="509904" h="1295400">
                <a:moveTo>
                  <a:pt x="502277" y="660400"/>
                </a:moveTo>
                <a:lnTo>
                  <a:pt x="487036" y="660400"/>
                </a:lnTo>
                <a:lnTo>
                  <a:pt x="495981" y="673100"/>
                </a:lnTo>
                <a:lnTo>
                  <a:pt x="505571" y="673100"/>
                </a:lnTo>
                <a:lnTo>
                  <a:pt x="502277" y="660400"/>
                </a:lnTo>
                <a:close/>
              </a:path>
              <a:path w="509904" h="1295400">
                <a:moveTo>
                  <a:pt x="308357" y="127000"/>
                </a:moveTo>
                <a:lnTo>
                  <a:pt x="201566" y="127000"/>
                </a:lnTo>
                <a:lnTo>
                  <a:pt x="205548" y="139700"/>
                </a:lnTo>
                <a:lnTo>
                  <a:pt x="211272" y="152400"/>
                </a:lnTo>
                <a:lnTo>
                  <a:pt x="216412" y="165100"/>
                </a:lnTo>
                <a:lnTo>
                  <a:pt x="293414" y="165100"/>
                </a:lnTo>
                <a:lnTo>
                  <a:pt x="298583" y="152400"/>
                </a:lnTo>
                <a:lnTo>
                  <a:pt x="304343" y="139700"/>
                </a:lnTo>
                <a:lnTo>
                  <a:pt x="308357" y="127000"/>
                </a:lnTo>
                <a:close/>
              </a:path>
              <a:path w="509904" h="1295400">
                <a:moveTo>
                  <a:pt x="317249" y="101600"/>
                </a:moveTo>
                <a:lnTo>
                  <a:pt x="192671" y="101600"/>
                </a:lnTo>
                <a:lnTo>
                  <a:pt x="194508" y="114300"/>
                </a:lnTo>
                <a:lnTo>
                  <a:pt x="195469" y="127000"/>
                </a:lnTo>
                <a:lnTo>
                  <a:pt x="314211" y="127000"/>
                </a:lnTo>
                <a:lnTo>
                  <a:pt x="315412" y="114300"/>
                </a:lnTo>
                <a:lnTo>
                  <a:pt x="317249" y="101600"/>
                </a:lnTo>
                <a:close/>
              </a:path>
              <a:path w="509904" h="1295400">
                <a:moveTo>
                  <a:pt x="255402" y="0"/>
                </a:moveTo>
                <a:lnTo>
                  <a:pt x="254440" y="0"/>
                </a:lnTo>
                <a:lnTo>
                  <a:pt x="214187" y="12700"/>
                </a:lnTo>
                <a:lnTo>
                  <a:pt x="197676" y="38100"/>
                </a:lnTo>
                <a:lnTo>
                  <a:pt x="195022" y="63500"/>
                </a:lnTo>
                <a:lnTo>
                  <a:pt x="196334" y="76200"/>
                </a:lnTo>
                <a:lnTo>
                  <a:pt x="190681" y="88900"/>
                </a:lnTo>
                <a:lnTo>
                  <a:pt x="190428" y="101600"/>
                </a:lnTo>
                <a:lnTo>
                  <a:pt x="319489" y="101600"/>
                </a:lnTo>
                <a:lnTo>
                  <a:pt x="319227" y="88900"/>
                </a:lnTo>
                <a:lnTo>
                  <a:pt x="313557" y="76200"/>
                </a:lnTo>
                <a:lnTo>
                  <a:pt x="314873" y="63500"/>
                </a:lnTo>
                <a:lnTo>
                  <a:pt x="312219" y="38100"/>
                </a:lnTo>
                <a:lnTo>
                  <a:pt x="295696" y="12700"/>
                </a:lnTo>
                <a:lnTo>
                  <a:pt x="255402" y="0"/>
                </a:lnTo>
                <a:close/>
              </a:path>
            </a:pathLst>
          </a:custGeom>
          <a:solidFill>
            <a:srgbClr val="D0D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53896" y="1939332"/>
            <a:ext cx="518795" cy="1297940"/>
          </a:xfrm>
          <a:custGeom>
            <a:avLst/>
            <a:gdLst/>
            <a:ahLst/>
            <a:cxnLst/>
            <a:rect l="l" t="t" r="r" b="b"/>
            <a:pathLst>
              <a:path w="518795" h="1297939">
                <a:moveTo>
                  <a:pt x="509573" y="724660"/>
                </a:moveTo>
                <a:lnTo>
                  <a:pt x="502273" y="719274"/>
                </a:lnTo>
                <a:lnTo>
                  <a:pt x="495804" y="706134"/>
                </a:lnTo>
                <a:lnTo>
                  <a:pt x="490402" y="692744"/>
                </a:lnTo>
                <a:lnTo>
                  <a:pt x="486304" y="686613"/>
                </a:lnTo>
                <a:lnTo>
                  <a:pt x="487536" y="693523"/>
                </a:lnTo>
                <a:lnTo>
                  <a:pt x="492800" y="708990"/>
                </a:lnTo>
                <a:lnTo>
                  <a:pt x="496682" y="725121"/>
                </a:lnTo>
                <a:lnTo>
                  <a:pt x="493770" y="734025"/>
                </a:lnTo>
                <a:lnTo>
                  <a:pt x="486091" y="728395"/>
                </a:lnTo>
                <a:lnTo>
                  <a:pt x="479798" y="712541"/>
                </a:lnTo>
                <a:lnTo>
                  <a:pt x="475114" y="696135"/>
                </a:lnTo>
                <a:lnTo>
                  <a:pt x="472266" y="688849"/>
                </a:lnTo>
                <a:lnTo>
                  <a:pt x="472926" y="695563"/>
                </a:lnTo>
                <a:lnTo>
                  <a:pt x="476415" y="709855"/>
                </a:lnTo>
                <a:lnTo>
                  <a:pt x="478852" y="724564"/>
                </a:lnTo>
                <a:lnTo>
                  <a:pt x="476352" y="732532"/>
                </a:lnTo>
                <a:lnTo>
                  <a:pt x="469713" y="727210"/>
                </a:lnTo>
                <a:lnTo>
                  <a:pt x="465613" y="711642"/>
                </a:lnTo>
                <a:lnTo>
                  <a:pt x="462356" y="695478"/>
                </a:lnTo>
                <a:lnTo>
                  <a:pt x="458242" y="688365"/>
                </a:lnTo>
                <a:lnTo>
                  <a:pt x="458973" y="693749"/>
                </a:lnTo>
                <a:lnTo>
                  <a:pt x="461349" y="705367"/>
                </a:lnTo>
                <a:lnTo>
                  <a:pt x="462566" y="716942"/>
                </a:lnTo>
                <a:lnTo>
                  <a:pt x="459817" y="722196"/>
                </a:lnTo>
                <a:lnTo>
                  <a:pt x="455354" y="718528"/>
                </a:lnTo>
                <a:lnTo>
                  <a:pt x="452284" y="709615"/>
                </a:lnTo>
                <a:lnTo>
                  <a:pt x="449290" y="698593"/>
                </a:lnTo>
                <a:lnTo>
                  <a:pt x="445057" y="688597"/>
                </a:lnTo>
                <a:lnTo>
                  <a:pt x="439951" y="677565"/>
                </a:lnTo>
                <a:lnTo>
                  <a:pt x="435466" y="662402"/>
                </a:lnTo>
                <a:lnTo>
                  <a:pt x="433074" y="646368"/>
                </a:lnTo>
                <a:lnTo>
                  <a:pt x="434244" y="632723"/>
                </a:lnTo>
                <a:lnTo>
                  <a:pt x="421975" y="595014"/>
                </a:lnTo>
                <a:lnTo>
                  <a:pt x="406627" y="549969"/>
                </a:lnTo>
                <a:lnTo>
                  <a:pt x="392227" y="505892"/>
                </a:lnTo>
                <a:lnTo>
                  <a:pt x="375780" y="434977"/>
                </a:lnTo>
                <a:lnTo>
                  <a:pt x="368475" y="395377"/>
                </a:lnTo>
                <a:lnTo>
                  <a:pt x="360411" y="350313"/>
                </a:lnTo>
                <a:lnTo>
                  <a:pt x="351534" y="384344"/>
                </a:lnTo>
                <a:lnTo>
                  <a:pt x="345670" y="436156"/>
                </a:lnTo>
                <a:lnTo>
                  <a:pt x="344389" y="488985"/>
                </a:lnTo>
                <a:lnTo>
                  <a:pt x="349263" y="526061"/>
                </a:lnTo>
                <a:lnTo>
                  <a:pt x="360045" y="557397"/>
                </a:lnTo>
                <a:lnTo>
                  <a:pt x="371817" y="600682"/>
                </a:lnTo>
                <a:lnTo>
                  <a:pt x="379336" y="651245"/>
                </a:lnTo>
                <a:lnTo>
                  <a:pt x="377358" y="704413"/>
                </a:lnTo>
                <a:lnTo>
                  <a:pt x="370876" y="749470"/>
                </a:lnTo>
                <a:lnTo>
                  <a:pt x="365391" y="798728"/>
                </a:lnTo>
                <a:lnTo>
                  <a:pt x="361451" y="850389"/>
                </a:lnTo>
                <a:lnTo>
                  <a:pt x="359608" y="902650"/>
                </a:lnTo>
                <a:lnTo>
                  <a:pt x="360411" y="953712"/>
                </a:lnTo>
                <a:lnTo>
                  <a:pt x="360748" y="1003971"/>
                </a:lnTo>
                <a:lnTo>
                  <a:pt x="357774" y="1054336"/>
                </a:lnTo>
                <a:lnTo>
                  <a:pt x="352481" y="1103108"/>
                </a:lnTo>
                <a:lnTo>
                  <a:pt x="345863" y="1148586"/>
                </a:lnTo>
                <a:lnTo>
                  <a:pt x="338913" y="1189072"/>
                </a:lnTo>
                <a:lnTo>
                  <a:pt x="334653" y="1227704"/>
                </a:lnTo>
                <a:lnTo>
                  <a:pt x="336777" y="1252846"/>
                </a:lnTo>
                <a:lnTo>
                  <a:pt x="342556" y="1268422"/>
                </a:lnTo>
                <a:lnTo>
                  <a:pt x="349263" y="1278360"/>
                </a:lnTo>
                <a:lnTo>
                  <a:pt x="351610" y="1286154"/>
                </a:lnTo>
                <a:lnTo>
                  <a:pt x="348334" y="1292342"/>
                </a:lnTo>
                <a:lnTo>
                  <a:pt x="343436" y="1296423"/>
                </a:lnTo>
                <a:lnTo>
                  <a:pt x="340914" y="1297894"/>
                </a:lnTo>
                <a:lnTo>
                  <a:pt x="297916" y="1297894"/>
                </a:lnTo>
                <a:lnTo>
                  <a:pt x="289433" y="1295628"/>
                </a:lnTo>
                <a:lnTo>
                  <a:pt x="286911" y="1288197"/>
                </a:lnTo>
                <a:lnTo>
                  <a:pt x="288466" y="1274648"/>
                </a:lnTo>
                <a:lnTo>
                  <a:pt x="292214" y="1254031"/>
                </a:lnTo>
                <a:lnTo>
                  <a:pt x="296284" y="1230477"/>
                </a:lnTo>
                <a:lnTo>
                  <a:pt x="299187" y="1207214"/>
                </a:lnTo>
                <a:lnTo>
                  <a:pt x="299788" y="1182048"/>
                </a:lnTo>
                <a:lnTo>
                  <a:pt x="296951" y="1152784"/>
                </a:lnTo>
                <a:lnTo>
                  <a:pt x="292364" y="1118496"/>
                </a:lnTo>
                <a:lnTo>
                  <a:pt x="288896" y="1079836"/>
                </a:lnTo>
                <a:lnTo>
                  <a:pt x="287368" y="1036985"/>
                </a:lnTo>
                <a:lnTo>
                  <a:pt x="288605" y="990126"/>
                </a:lnTo>
                <a:lnTo>
                  <a:pt x="290509" y="949768"/>
                </a:lnTo>
                <a:lnTo>
                  <a:pt x="290009" y="920693"/>
                </a:lnTo>
                <a:lnTo>
                  <a:pt x="286483" y="894728"/>
                </a:lnTo>
                <a:lnTo>
                  <a:pt x="279308" y="863701"/>
                </a:lnTo>
                <a:lnTo>
                  <a:pt x="271798" y="820351"/>
                </a:lnTo>
                <a:lnTo>
                  <a:pt x="265477" y="765004"/>
                </a:lnTo>
                <a:lnTo>
                  <a:pt x="260816" y="713037"/>
                </a:lnTo>
                <a:lnTo>
                  <a:pt x="258288" y="679828"/>
                </a:lnTo>
                <a:lnTo>
                  <a:pt x="255809" y="713004"/>
                </a:lnTo>
                <a:lnTo>
                  <a:pt x="251128" y="764916"/>
                </a:lnTo>
                <a:lnTo>
                  <a:pt x="244746" y="820252"/>
                </a:lnTo>
                <a:lnTo>
                  <a:pt x="237169" y="863701"/>
                </a:lnTo>
                <a:lnTo>
                  <a:pt x="230142" y="894686"/>
                </a:lnTo>
                <a:lnTo>
                  <a:pt x="226628" y="920581"/>
                </a:lnTo>
                <a:lnTo>
                  <a:pt x="226081" y="949642"/>
                </a:lnTo>
                <a:lnTo>
                  <a:pt x="227954" y="990126"/>
                </a:lnTo>
                <a:lnTo>
                  <a:pt x="229179" y="1036994"/>
                </a:lnTo>
                <a:lnTo>
                  <a:pt x="227644" y="1079902"/>
                </a:lnTo>
                <a:lnTo>
                  <a:pt x="224158" y="1118587"/>
                </a:lnTo>
                <a:lnTo>
                  <a:pt x="219529" y="1152784"/>
                </a:lnTo>
                <a:lnTo>
                  <a:pt x="216708" y="1181993"/>
                </a:lnTo>
                <a:lnTo>
                  <a:pt x="217350" y="1207166"/>
                </a:lnTo>
                <a:lnTo>
                  <a:pt x="220281" y="1230459"/>
                </a:lnTo>
                <a:lnTo>
                  <a:pt x="224324" y="1254031"/>
                </a:lnTo>
                <a:lnTo>
                  <a:pt x="228086" y="1274648"/>
                </a:lnTo>
                <a:lnTo>
                  <a:pt x="229587" y="1288197"/>
                </a:lnTo>
                <a:lnTo>
                  <a:pt x="227036" y="1295628"/>
                </a:lnTo>
                <a:lnTo>
                  <a:pt x="218640" y="1297894"/>
                </a:lnTo>
                <a:lnTo>
                  <a:pt x="175717" y="1297894"/>
                </a:lnTo>
                <a:lnTo>
                  <a:pt x="173228" y="1296423"/>
                </a:lnTo>
                <a:lnTo>
                  <a:pt x="168379" y="1292342"/>
                </a:lnTo>
                <a:lnTo>
                  <a:pt x="165093" y="1286154"/>
                </a:lnTo>
                <a:lnTo>
                  <a:pt x="167296" y="1278360"/>
                </a:lnTo>
                <a:lnTo>
                  <a:pt x="174171" y="1268390"/>
                </a:lnTo>
                <a:lnTo>
                  <a:pt x="180001" y="1252759"/>
                </a:lnTo>
                <a:lnTo>
                  <a:pt x="182083" y="1227607"/>
                </a:lnTo>
                <a:lnTo>
                  <a:pt x="177717" y="1189072"/>
                </a:lnTo>
                <a:lnTo>
                  <a:pt x="170863" y="1148586"/>
                </a:lnTo>
                <a:lnTo>
                  <a:pt x="164262" y="1103108"/>
                </a:lnTo>
                <a:lnTo>
                  <a:pt x="158939" y="1054336"/>
                </a:lnTo>
                <a:lnTo>
                  <a:pt x="155915" y="1003971"/>
                </a:lnTo>
                <a:lnTo>
                  <a:pt x="156216" y="953712"/>
                </a:lnTo>
                <a:lnTo>
                  <a:pt x="156933" y="902766"/>
                </a:lnTo>
                <a:lnTo>
                  <a:pt x="155077" y="850563"/>
                </a:lnTo>
                <a:lnTo>
                  <a:pt x="151161" y="798903"/>
                </a:lnTo>
                <a:lnTo>
                  <a:pt x="145698" y="749586"/>
                </a:lnTo>
                <a:lnTo>
                  <a:pt x="139201" y="704413"/>
                </a:lnTo>
                <a:lnTo>
                  <a:pt x="137233" y="651210"/>
                </a:lnTo>
                <a:lnTo>
                  <a:pt x="144767" y="600589"/>
                </a:lnTo>
                <a:lnTo>
                  <a:pt x="156542" y="557292"/>
                </a:lnTo>
                <a:lnTo>
                  <a:pt x="167296" y="526061"/>
                </a:lnTo>
                <a:lnTo>
                  <a:pt x="172188" y="488852"/>
                </a:lnTo>
                <a:lnTo>
                  <a:pt x="170935" y="435983"/>
                </a:lnTo>
                <a:lnTo>
                  <a:pt x="165092" y="384215"/>
                </a:lnTo>
                <a:lnTo>
                  <a:pt x="156216" y="350313"/>
                </a:lnTo>
                <a:lnTo>
                  <a:pt x="153893" y="363438"/>
                </a:lnTo>
                <a:lnTo>
                  <a:pt x="148154" y="395377"/>
                </a:lnTo>
                <a:lnTo>
                  <a:pt x="140850" y="434977"/>
                </a:lnTo>
                <a:lnTo>
                  <a:pt x="124462" y="505924"/>
                </a:lnTo>
                <a:lnTo>
                  <a:pt x="110161" y="550056"/>
                </a:lnTo>
                <a:lnTo>
                  <a:pt x="94834" y="595111"/>
                </a:lnTo>
                <a:lnTo>
                  <a:pt x="82390" y="632723"/>
                </a:lnTo>
                <a:lnTo>
                  <a:pt x="83583" y="646394"/>
                </a:lnTo>
                <a:lnTo>
                  <a:pt x="81230" y="662471"/>
                </a:lnTo>
                <a:lnTo>
                  <a:pt x="76752" y="677642"/>
                </a:lnTo>
                <a:lnTo>
                  <a:pt x="71573" y="688597"/>
                </a:lnTo>
                <a:lnTo>
                  <a:pt x="67339" y="698593"/>
                </a:lnTo>
                <a:lnTo>
                  <a:pt x="64345" y="709615"/>
                </a:lnTo>
                <a:lnTo>
                  <a:pt x="61276" y="718528"/>
                </a:lnTo>
                <a:lnTo>
                  <a:pt x="56813" y="722196"/>
                </a:lnTo>
                <a:lnTo>
                  <a:pt x="54140" y="716942"/>
                </a:lnTo>
                <a:lnTo>
                  <a:pt x="55413" y="705367"/>
                </a:lnTo>
                <a:lnTo>
                  <a:pt x="57790" y="693749"/>
                </a:lnTo>
                <a:lnTo>
                  <a:pt x="58429" y="688365"/>
                </a:lnTo>
                <a:lnTo>
                  <a:pt x="54158" y="695478"/>
                </a:lnTo>
                <a:lnTo>
                  <a:pt x="50844" y="711642"/>
                </a:lnTo>
                <a:lnTo>
                  <a:pt x="46784" y="727210"/>
                </a:lnTo>
                <a:lnTo>
                  <a:pt x="40278" y="732532"/>
                </a:lnTo>
                <a:lnTo>
                  <a:pt x="37578" y="724486"/>
                </a:lnTo>
                <a:lnTo>
                  <a:pt x="40036" y="709830"/>
                </a:lnTo>
                <a:lnTo>
                  <a:pt x="43635" y="695605"/>
                </a:lnTo>
                <a:lnTo>
                  <a:pt x="44361" y="688849"/>
                </a:lnTo>
                <a:lnTo>
                  <a:pt x="41654" y="696135"/>
                </a:lnTo>
                <a:lnTo>
                  <a:pt x="37023" y="712541"/>
                </a:lnTo>
                <a:lnTo>
                  <a:pt x="30688" y="728395"/>
                </a:lnTo>
                <a:lnTo>
                  <a:pt x="22870" y="734025"/>
                </a:lnTo>
                <a:lnTo>
                  <a:pt x="19901" y="725226"/>
                </a:lnTo>
                <a:lnTo>
                  <a:pt x="23768" y="709083"/>
                </a:lnTo>
                <a:lnTo>
                  <a:pt x="29052" y="693558"/>
                </a:lnTo>
                <a:lnTo>
                  <a:pt x="30330" y="686613"/>
                </a:lnTo>
                <a:lnTo>
                  <a:pt x="26293" y="692744"/>
                </a:lnTo>
                <a:lnTo>
                  <a:pt x="20860" y="706134"/>
                </a:lnTo>
                <a:lnTo>
                  <a:pt x="14324" y="719274"/>
                </a:lnTo>
                <a:lnTo>
                  <a:pt x="6982" y="724660"/>
                </a:lnTo>
                <a:lnTo>
                  <a:pt x="0" y="723753"/>
                </a:lnTo>
                <a:lnTo>
                  <a:pt x="4484" y="715881"/>
                </a:lnTo>
                <a:lnTo>
                  <a:pt x="27110" y="662277"/>
                </a:lnTo>
                <a:lnTo>
                  <a:pt x="18273" y="672639"/>
                </a:lnTo>
                <a:lnTo>
                  <a:pt x="11319" y="674438"/>
                </a:lnTo>
                <a:lnTo>
                  <a:pt x="7631" y="671345"/>
                </a:lnTo>
                <a:lnTo>
                  <a:pt x="8594" y="667035"/>
                </a:lnTo>
                <a:lnTo>
                  <a:pt x="11898" y="662496"/>
                </a:lnTo>
                <a:lnTo>
                  <a:pt x="14853" y="656626"/>
                </a:lnTo>
                <a:lnTo>
                  <a:pt x="38753" y="625930"/>
                </a:lnTo>
                <a:lnTo>
                  <a:pt x="49592" y="621423"/>
                </a:lnTo>
                <a:lnTo>
                  <a:pt x="51411" y="608539"/>
                </a:lnTo>
                <a:lnTo>
                  <a:pt x="60300" y="559202"/>
                </a:lnTo>
                <a:lnTo>
                  <a:pt x="78399" y="482227"/>
                </a:lnTo>
                <a:lnTo>
                  <a:pt x="88084" y="443952"/>
                </a:lnTo>
                <a:lnTo>
                  <a:pt x="95106" y="407918"/>
                </a:lnTo>
                <a:lnTo>
                  <a:pt x="97814" y="372182"/>
                </a:lnTo>
                <a:lnTo>
                  <a:pt x="96901" y="334717"/>
                </a:lnTo>
                <a:lnTo>
                  <a:pt x="97491" y="297981"/>
                </a:lnTo>
                <a:lnTo>
                  <a:pt x="104578" y="266485"/>
                </a:lnTo>
                <a:lnTo>
                  <a:pt x="123156" y="244742"/>
                </a:lnTo>
                <a:lnTo>
                  <a:pt x="154208" y="232117"/>
                </a:lnTo>
                <a:lnTo>
                  <a:pt x="188287" y="219576"/>
                </a:lnTo>
                <a:lnTo>
                  <a:pt x="214794" y="198722"/>
                </a:lnTo>
                <a:lnTo>
                  <a:pt x="223128" y="161162"/>
                </a:lnTo>
                <a:lnTo>
                  <a:pt x="220898" y="157258"/>
                </a:lnTo>
                <a:lnTo>
                  <a:pt x="215758" y="147563"/>
                </a:lnTo>
                <a:lnTo>
                  <a:pt x="210033" y="135097"/>
                </a:lnTo>
                <a:lnTo>
                  <a:pt x="206051" y="122883"/>
                </a:lnTo>
                <a:lnTo>
                  <a:pt x="199954" y="122400"/>
                </a:lnTo>
                <a:lnTo>
                  <a:pt x="198993" y="112489"/>
                </a:lnTo>
                <a:lnTo>
                  <a:pt x="197157" y="103898"/>
                </a:lnTo>
                <a:lnTo>
                  <a:pt x="194913" y="93888"/>
                </a:lnTo>
                <a:lnTo>
                  <a:pt x="195166" y="84464"/>
                </a:lnTo>
                <a:lnTo>
                  <a:pt x="200820" y="77633"/>
                </a:lnTo>
                <a:lnTo>
                  <a:pt x="199507" y="65595"/>
                </a:lnTo>
                <a:lnTo>
                  <a:pt x="202162" y="39064"/>
                </a:lnTo>
                <a:lnTo>
                  <a:pt x="218672" y="12409"/>
                </a:lnTo>
                <a:lnTo>
                  <a:pt x="258925" y="0"/>
                </a:lnTo>
                <a:lnTo>
                  <a:pt x="259409" y="0"/>
                </a:lnTo>
                <a:lnTo>
                  <a:pt x="259886" y="0"/>
                </a:lnTo>
                <a:lnTo>
                  <a:pt x="300181" y="12331"/>
                </a:lnTo>
                <a:lnTo>
                  <a:pt x="316704" y="38995"/>
                </a:lnTo>
                <a:lnTo>
                  <a:pt x="319358" y="65570"/>
                </a:lnTo>
                <a:lnTo>
                  <a:pt x="318043" y="77633"/>
                </a:lnTo>
                <a:lnTo>
                  <a:pt x="323713" y="84464"/>
                </a:lnTo>
                <a:lnTo>
                  <a:pt x="323974" y="93888"/>
                </a:lnTo>
                <a:lnTo>
                  <a:pt x="321734" y="103898"/>
                </a:lnTo>
                <a:lnTo>
                  <a:pt x="319897" y="112489"/>
                </a:lnTo>
                <a:lnTo>
                  <a:pt x="318697" y="122158"/>
                </a:lnTo>
                <a:lnTo>
                  <a:pt x="312842" y="122883"/>
                </a:lnTo>
                <a:lnTo>
                  <a:pt x="308829" y="135097"/>
                </a:lnTo>
                <a:lnTo>
                  <a:pt x="303068" y="147563"/>
                </a:lnTo>
                <a:lnTo>
                  <a:pt x="297899" y="157258"/>
                </a:lnTo>
                <a:lnTo>
                  <a:pt x="295656" y="161162"/>
                </a:lnTo>
                <a:lnTo>
                  <a:pt x="304018" y="198739"/>
                </a:lnTo>
                <a:lnTo>
                  <a:pt x="330556" y="219622"/>
                </a:lnTo>
                <a:lnTo>
                  <a:pt x="364657" y="232169"/>
                </a:lnTo>
                <a:lnTo>
                  <a:pt x="395707" y="244742"/>
                </a:lnTo>
                <a:lnTo>
                  <a:pt x="414298" y="266461"/>
                </a:lnTo>
                <a:lnTo>
                  <a:pt x="421393" y="297959"/>
                </a:lnTo>
                <a:lnTo>
                  <a:pt x="421987" y="334709"/>
                </a:lnTo>
                <a:lnTo>
                  <a:pt x="421075" y="372182"/>
                </a:lnTo>
                <a:lnTo>
                  <a:pt x="423776" y="407884"/>
                </a:lnTo>
                <a:lnTo>
                  <a:pt x="430773" y="443861"/>
                </a:lnTo>
                <a:lnTo>
                  <a:pt x="440406" y="482125"/>
                </a:lnTo>
                <a:lnTo>
                  <a:pt x="451014" y="524688"/>
                </a:lnTo>
                <a:lnTo>
                  <a:pt x="458479" y="559202"/>
                </a:lnTo>
                <a:lnTo>
                  <a:pt x="463822" y="587476"/>
                </a:lnTo>
                <a:lnTo>
                  <a:pt x="467272" y="608539"/>
                </a:lnTo>
                <a:lnTo>
                  <a:pt x="469056" y="621423"/>
                </a:lnTo>
                <a:lnTo>
                  <a:pt x="473679" y="622657"/>
                </a:lnTo>
                <a:lnTo>
                  <a:pt x="503823" y="656533"/>
                </a:lnTo>
                <a:lnTo>
                  <a:pt x="506762" y="662461"/>
                </a:lnTo>
                <a:lnTo>
                  <a:pt x="510057" y="667035"/>
                </a:lnTo>
                <a:lnTo>
                  <a:pt x="511042" y="671345"/>
                </a:lnTo>
                <a:lnTo>
                  <a:pt x="507409" y="674438"/>
                </a:lnTo>
                <a:lnTo>
                  <a:pt x="500466" y="672639"/>
                </a:lnTo>
                <a:lnTo>
                  <a:pt x="491521" y="662277"/>
                </a:lnTo>
                <a:lnTo>
                  <a:pt x="514382" y="715881"/>
                </a:lnTo>
                <a:lnTo>
                  <a:pt x="513898" y="716123"/>
                </a:lnTo>
                <a:lnTo>
                  <a:pt x="518239" y="723753"/>
                </a:lnTo>
                <a:lnTo>
                  <a:pt x="509573" y="724660"/>
                </a:lnTo>
              </a:path>
            </a:pathLst>
          </a:custGeom>
          <a:ln w="9375">
            <a:solidFill>
              <a:srgbClr val="02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51271" y="2827924"/>
            <a:ext cx="189622" cy="185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45201" y="2465030"/>
            <a:ext cx="189622" cy="1854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40464" y="2142776"/>
            <a:ext cx="199099" cy="185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469674" y="2138140"/>
            <a:ext cx="189622" cy="1946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468404" y="2828661"/>
            <a:ext cx="192405" cy="187960"/>
          </a:xfrm>
          <a:custGeom>
            <a:avLst/>
            <a:gdLst/>
            <a:ahLst/>
            <a:cxnLst/>
            <a:rect l="l" t="t" r="r" b="b"/>
            <a:pathLst>
              <a:path w="192404" h="187960">
                <a:moveTo>
                  <a:pt x="146660" y="0"/>
                </a:moveTo>
                <a:lnTo>
                  <a:pt x="14341" y="107502"/>
                </a:lnTo>
                <a:lnTo>
                  <a:pt x="0" y="140149"/>
                </a:lnTo>
                <a:lnTo>
                  <a:pt x="2999" y="157784"/>
                </a:lnTo>
                <a:lnTo>
                  <a:pt x="12842" y="173411"/>
                </a:lnTo>
                <a:lnTo>
                  <a:pt x="28010" y="183955"/>
                </a:lnTo>
                <a:lnTo>
                  <a:pt x="45492" y="187752"/>
                </a:lnTo>
                <a:lnTo>
                  <a:pt x="63127" y="184753"/>
                </a:lnTo>
                <a:lnTo>
                  <a:pt x="78755" y="174907"/>
                </a:lnTo>
                <a:lnTo>
                  <a:pt x="177814" y="80252"/>
                </a:lnTo>
                <a:lnTo>
                  <a:pt x="188361" y="65086"/>
                </a:lnTo>
                <a:lnTo>
                  <a:pt x="192157" y="47605"/>
                </a:lnTo>
                <a:lnTo>
                  <a:pt x="189156" y="29970"/>
                </a:lnTo>
                <a:lnTo>
                  <a:pt x="179310" y="14343"/>
                </a:lnTo>
                <a:lnTo>
                  <a:pt x="164143" y="3797"/>
                </a:lnTo>
                <a:lnTo>
                  <a:pt x="146660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532279" y="2828661"/>
            <a:ext cx="128905" cy="127635"/>
          </a:xfrm>
          <a:custGeom>
            <a:avLst/>
            <a:gdLst/>
            <a:ahLst/>
            <a:cxnLst/>
            <a:rect l="l" t="t" r="r" b="b"/>
            <a:pathLst>
              <a:path w="128904" h="127635">
                <a:moveTo>
                  <a:pt x="82786" y="0"/>
                </a:moveTo>
                <a:lnTo>
                  <a:pt x="65150" y="2998"/>
                </a:lnTo>
                <a:lnTo>
                  <a:pt x="49523" y="12843"/>
                </a:lnTo>
                <a:lnTo>
                  <a:pt x="0" y="60172"/>
                </a:lnTo>
                <a:lnTo>
                  <a:pt x="64406" y="127582"/>
                </a:lnTo>
                <a:lnTo>
                  <a:pt x="113940" y="80252"/>
                </a:lnTo>
                <a:lnTo>
                  <a:pt x="124487" y="65085"/>
                </a:lnTo>
                <a:lnTo>
                  <a:pt x="128284" y="47604"/>
                </a:lnTo>
                <a:lnTo>
                  <a:pt x="125282" y="29969"/>
                </a:lnTo>
                <a:lnTo>
                  <a:pt x="115436" y="14343"/>
                </a:lnTo>
                <a:lnTo>
                  <a:pt x="100269" y="3797"/>
                </a:lnTo>
                <a:lnTo>
                  <a:pt x="82786" y="0"/>
                </a:lnTo>
                <a:close/>
              </a:path>
            </a:pathLst>
          </a:custGeom>
          <a:solidFill>
            <a:srgbClr val="8B5D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89349" y="2256510"/>
            <a:ext cx="167640" cy="111760"/>
          </a:xfrm>
          <a:custGeom>
            <a:avLst/>
            <a:gdLst/>
            <a:ahLst/>
            <a:cxnLst/>
            <a:rect l="l" t="t" r="r" b="b"/>
            <a:pathLst>
              <a:path w="167640" h="111760">
                <a:moveTo>
                  <a:pt x="16931" y="0"/>
                </a:moveTo>
                <a:lnTo>
                  <a:pt x="0" y="27675"/>
                </a:lnTo>
                <a:lnTo>
                  <a:pt x="92942" y="84523"/>
                </a:lnTo>
                <a:lnTo>
                  <a:pt x="78014" y="108927"/>
                </a:lnTo>
                <a:lnTo>
                  <a:pt x="167617" y="111177"/>
                </a:lnTo>
                <a:lnTo>
                  <a:pt x="138068" y="56843"/>
                </a:lnTo>
                <a:lnTo>
                  <a:pt x="109868" y="56843"/>
                </a:lnTo>
                <a:lnTo>
                  <a:pt x="16931" y="0"/>
                </a:lnTo>
                <a:close/>
              </a:path>
              <a:path w="167640" h="111760">
                <a:moveTo>
                  <a:pt x="124796" y="32439"/>
                </a:moveTo>
                <a:lnTo>
                  <a:pt x="109868" y="56843"/>
                </a:lnTo>
                <a:lnTo>
                  <a:pt x="138068" y="56843"/>
                </a:lnTo>
                <a:lnTo>
                  <a:pt x="124796" y="32439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53332" y="2542080"/>
            <a:ext cx="184785" cy="87630"/>
          </a:xfrm>
          <a:custGeom>
            <a:avLst/>
            <a:gdLst/>
            <a:ahLst/>
            <a:cxnLst/>
            <a:rect l="l" t="t" r="r" b="b"/>
            <a:pathLst>
              <a:path w="184784" h="87630">
                <a:moveTo>
                  <a:pt x="8468" y="0"/>
                </a:moveTo>
                <a:lnTo>
                  <a:pt x="0" y="31315"/>
                </a:lnTo>
                <a:lnTo>
                  <a:pt x="105053" y="59728"/>
                </a:lnTo>
                <a:lnTo>
                  <a:pt x="97586" y="87339"/>
                </a:lnTo>
                <a:lnTo>
                  <a:pt x="184209" y="64325"/>
                </a:lnTo>
                <a:lnTo>
                  <a:pt x="148469" y="28406"/>
                </a:lnTo>
                <a:lnTo>
                  <a:pt x="113525" y="28406"/>
                </a:lnTo>
                <a:lnTo>
                  <a:pt x="8468" y="0"/>
                </a:lnTo>
                <a:close/>
              </a:path>
              <a:path w="184784" h="87630">
                <a:moveTo>
                  <a:pt x="120991" y="791"/>
                </a:moveTo>
                <a:lnTo>
                  <a:pt x="113525" y="28406"/>
                </a:lnTo>
                <a:lnTo>
                  <a:pt x="148469" y="28406"/>
                </a:lnTo>
                <a:lnTo>
                  <a:pt x="120991" y="791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86873" y="2775243"/>
            <a:ext cx="170180" cy="157480"/>
          </a:xfrm>
          <a:custGeom>
            <a:avLst/>
            <a:gdLst/>
            <a:ahLst/>
            <a:cxnLst/>
            <a:rect l="l" t="t" r="r" b="b"/>
            <a:pathLst>
              <a:path w="170179" h="157480">
                <a:moveTo>
                  <a:pt x="170087" y="0"/>
                </a:moveTo>
                <a:lnTo>
                  <a:pt x="82555" y="19251"/>
                </a:lnTo>
                <a:lnTo>
                  <a:pt x="101846" y="40370"/>
                </a:lnTo>
                <a:lnTo>
                  <a:pt x="0" y="133407"/>
                </a:lnTo>
                <a:lnTo>
                  <a:pt x="21883" y="157361"/>
                </a:lnTo>
                <a:lnTo>
                  <a:pt x="123729" y="64325"/>
                </a:lnTo>
                <a:lnTo>
                  <a:pt x="149714" y="64325"/>
                </a:lnTo>
                <a:lnTo>
                  <a:pt x="170087" y="0"/>
                </a:lnTo>
                <a:close/>
              </a:path>
              <a:path w="170179" h="157480">
                <a:moveTo>
                  <a:pt x="149714" y="64325"/>
                </a:moveTo>
                <a:lnTo>
                  <a:pt x="123729" y="64325"/>
                </a:lnTo>
                <a:lnTo>
                  <a:pt x="143024" y="85448"/>
                </a:lnTo>
                <a:lnTo>
                  <a:pt x="149714" y="64325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68945" y="2276125"/>
            <a:ext cx="180975" cy="125730"/>
          </a:xfrm>
          <a:custGeom>
            <a:avLst/>
            <a:gdLst/>
            <a:ahLst/>
            <a:cxnLst/>
            <a:rect l="l" t="t" r="r" b="b"/>
            <a:pathLst>
              <a:path w="180975" h="125730">
                <a:moveTo>
                  <a:pt x="40643" y="45472"/>
                </a:moveTo>
                <a:lnTo>
                  <a:pt x="0" y="125357"/>
                </a:lnTo>
                <a:lnTo>
                  <a:pt x="89503" y="120648"/>
                </a:lnTo>
                <a:lnTo>
                  <a:pt x="73911" y="96663"/>
                </a:lnTo>
                <a:lnTo>
                  <a:pt x="115764" y="69461"/>
                </a:lnTo>
                <a:lnTo>
                  <a:pt x="56234" y="69461"/>
                </a:lnTo>
                <a:lnTo>
                  <a:pt x="40643" y="45472"/>
                </a:lnTo>
                <a:close/>
              </a:path>
              <a:path w="180975" h="125730">
                <a:moveTo>
                  <a:pt x="163107" y="0"/>
                </a:moveTo>
                <a:lnTo>
                  <a:pt x="56234" y="69461"/>
                </a:lnTo>
                <a:lnTo>
                  <a:pt x="115764" y="69461"/>
                </a:lnTo>
                <a:lnTo>
                  <a:pt x="180784" y="27202"/>
                </a:lnTo>
                <a:lnTo>
                  <a:pt x="163107" y="0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80933" y="2765703"/>
            <a:ext cx="158750" cy="137160"/>
          </a:xfrm>
          <a:custGeom>
            <a:avLst/>
            <a:gdLst/>
            <a:ahLst/>
            <a:cxnLst/>
            <a:rect l="l" t="t" r="r" b="b"/>
            <a:pathLst>
              <a:path w="158750" h="137160">
                <a:moveTo>
                  <a:pt x="99363" y="62365"/>
                </a:moveTo>
                <a:lnTo>
                  <a:pt x="48955" y="62365"/>
                </a:lnTo>
                <a:lnTo>
                  <a:pt x="137532" y="136856"/>
                </a:lnTo>
                <a:lnTo>
                  <a:pt x="158412" y="112029"/>
                </a:lnTo>
                <a:lnTo>
                  <a:pt x="99363" y="62365"/>
                </a:lnTo>
                <a:close/>
              </a:path>
              <a:path w="158750" h="137160">
                <a:moveTo>
                  <a:pt x="0" y="0"/>
                </a:moveTo>
                <a:lnTo>
                  <a:pt x="30542" y="84261"/>
                </a:lnTo>
                <a:lnTo>
                  <a:pt x="48955" y="62365"/>
                </a:lnTo>
                <a:lnTo>
                  <a:pt x="99363" y="62365"/>
                </a:lnTo>
                <a:lnTo>
                  <a:pt x="69839" y="37534"/>
                </a:lnTo>
                <a:lnTo>
                  <a:pt x="88249" y="15642"/>
                </a:lnTo>
                <a:lnTo>
                  <a:pt x="0" y="0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68404" y="2467418"/>
            <a:ext cx="192405" cy="187960"/>
          </a:xfrm>
          <a:custGeom>
            <a:avLst/>
            <a:gdLst/>
            <a:ahLst/>
            <a:cxnLst/>
            <a:rect l="l" t="t" r="r" b="b"/>
            <a:pathLst>
              <a:path w="192404" h="187960">
                <a:moveTo>
                  <a:pt x="146660" y="0"/>
                </a:moveTo>
                <a:lnTo>
                  <a:pt x="14341" y="107502"/>
                </a:lnTo>
                <a:lnTo>
                  <a:pt x="0" y="140149"/>
                </a:lnTo>
                <a:lnTo>
                  <a:pt x="2999" y="157784"/>
                </a:lnTo>
                <a:lnTo>
                  <a:pt x="12842" y="173411"/>
                </a:lnTo>
                <a:lnTo>
                  <a:pt x="28010" y="183954"/>
                </a:lnTo>
                <a:lnTo>
                  <a:pt x="45492" y="187752"/>
                </a:lnTo>
                <a:lnTo>
                  <a:pt x="63127" y="184753"/>
                </a:lnTo>
                <a:lnTo>
                  <a:pt x="78755" y="174908"/>
                </a:lnTo>
                <a:lnTo>
                  <a:pt x="177814" y="80252"/>
                </a:lnTo>
                <a:lnTo>
                  <a:pt x="188361" y="65086"/>
                </a:lnTo>
                <a:lnTo>
                  <a:pt x="192157" y="47605"/>
                </a:lnTo>
                <a:lnTo>
                  <a:pt x="189156" y="29970"/>
                </a:lnTo>
                <a:lnTo>
                  <a:pt x="179310" y="14341"/>
                </a:lnTo>
                <a:lnTo>
                  <a:pt x="164143" y="3797"/>
                </a:lnTo>
                <a:lnTo>
                  <a:pt x="146660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532279" y="2467418"/>
            <a:ext cx="128905" cy="127635"/>
          </a:xfrm>
          <a:custGeom>
            <a:avLst/>
            <a:gdLst/>
            <a:ahLst/>
            <a:cxnLst/>
            <a:rect l="l" t="t" r="r" b="b"/>
            <a:pathLst>
              <a:path w="128904" h="127635">
                <a:moveTo>
                  <a:pt x="82786" y="0"/>
                </a:moveTo>
                <a:lnTo>
                  <a:pt x="65150" y="2998"/>
                </a:lnTo>
                <a:lnTo>
                  <a:pt x="49523" y="12843"/>
                </a:lnTo>
                <a:lnTo>
                  <a:pt x="0" y="60172"/>
                </a:lnTo>
                <a:lnTo>
                  <a:pt x="64406" y="127581"/>
                </a:lnTo>
                <a:lnTo>
                  <a:pt x="113940" y="80252"/>
                </a:lnTo>
                <a:lnTo>
                  <a:pt x="124487" y="65085"/>
                </a:lnTo>
                <a:lnTo>
                  <a:pt x="128284" y="47604"/>
                </a:lnTo>
                <a:lnTo>
                  <a:pt x="125282" y="29969"/>
                </a:lnTo>
                <a:lnTo>
                  <a:pt x="115436" y="14341"/>
                </a:lnTo>
                <a:lnTo>
                  <a:pt x="100269" y="3797"/>
                </a:lnTo>
                <a:lnTo>
                  <a:pt x="82786" y="0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96443" y="2563827"/>
            <a:ext cx="153670" cy="85090"/>
          </a:xfrm>
          <a:custGeom>
            <a:avLst/>
            <a:gdLst/>
            <a:ahLst/>
            <a:cxnLst/>
            <a:rect l="l" t="t" r="r" b="b"/>
            <a:pathLst>
              <a:path w="153670" h="85089">
                <a:moveTo>
                  <a:pt x="57242" y="975"/>
                </a:moveTo>
                <a:lnTo>
                  <a:pt x="0" y="69945"/>
                </a:lnTo>
                <a:lnTo>
                  <a:pt x="88343" y="85069"/>
                </a:lnTo>
                <a:lnTo>
                  <a:pt x="78419" y="58235"/>
                </a:lnTo>
                <a:lnTo>
                  <a:pt x="153602" y="30433"/>
                </a:lnTo>
                <a:lnTo>
                  <a:pt x="152630" y="27805"/>
                </a:lnTo>
                <a:lnTo>
                  <a:pt x="67162" y="27805"/>
                </a:lnTo>
                <a:lnTo>
                  <a:pt x="57242" y="975"/>
                </a:lnTo>
                <a:close/>
              </a:path>
              <a:path w="153670" h="85089">
                <a:moveTo>
                  <a:pt x="142346" y="0"/>
                </a:moveTo>
                <a:lnTo>
                  <a:pt x="67162" y="27805"/>
                </a:lnTo>
                <a:lnTo>
                  <a:pt x="152630" y="27805"/>
                </a:lnTo>
                <a:lnTo>
                  <a:pt x="142346" y="0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13199" y="3868414"/>
            <a:ext cx="353396" cy="3575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28118" y="3870515"/>
            <a:ext cx="366015" cy="3575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312818" y="3850882"/>
            <a:ext cx="353383" cy="3575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615728" y="3850882"/>
            <a:ext cx="366011" cy="3575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7415517" y="3847591"/>
            <a:ext cx="2247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Cambria Math"/>
                <a:cs typeface="Cambria Math"/>
              </a:rPr>
              <a:t>+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29" name="object 29"/>
          <p:cNvSpPr txBox="1"/>
          <p:nvPr/>
        </p:nvSpPr>
        <p:spPr>
          <a:xfrm>
            <a:off x="8072759" y="3835400"/>
            <a:ext cx="2247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Cambria Math"/>
                <a:cs typeface="Cambria Math"/>
              </a:rPr>
              <a:t>≠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9374" y="1909686"/>
            <a:ext cx="8067826" cy="46435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9374" y="1894587"/>
            <a:ext cx="8063430" cy="4639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0862" y="3173550"/>
            <a:ext cx="1503680" cy="810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50" spc="0">
                <a:solidFill>
                  <a:srgbClr val="72AB9F"/>
                </a:solidFill>
                <a:latin typeface="Arial"/>
                <a:cs typeface="Arial"/>
              </a:rPr>
              <a:t>Mode</a:t>
            </a:r>
            <a:r>
              <a:rPr dirty="0" sz="2650" spc="-70">
                <a:solidFill>
                  <a:srgbClr val="72AB9F"/>
                </a:solidFill>
                <a:latin typeface="Arial"/>
                <a:cs typeface="Arial"/>
              </a:rPr>
              <a:t> </a:t>
            </a:r>
            <a:r>
              <a:rPr dirty="0" sz="2650" spc="25">
                <a:solidFill>
                  <a:srgbClr val="72AB9F"/>
                </a:solidFill>
                <a:latin typeface="Arial"/>
                <a:cs typeface="Arial"/>
              </a:rPr>
              <a:t>1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spc="-20">
                <a:solidFill>
                  <a:srgbClr val="72AB9F"/>
                </a:solidFill>
                <a:latin typeface="Arial"/>
                <a:cs typeface="Arial"/>
              </a:rPr>
              <a:t>e.g.,</a:t>
            </a:r>
            <a:r>
              <a:rPr dirty="0" sz="2500" spc="-60">
                <a:solidFill>
                  <a:srgbClr val="72AB9F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72AB9F"/>
                </a:solidFill>
                <a:latin typeface="Arial"/>
                <a:cs typeface="Arial"/>
              </a:rPr>
              <a:t>drugs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62" y="5048070"/>
            <a:ext cx="1815464" cy="810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50" spc="0">
                <a:solidFill>
                  <a:srgbClr val="DF8F43"/>
                </a:solidFill>
                <a:latin typeface="Arial"/>
                <a:cs typeface="Arial"/>
              </a:rPr>
              <a:t>Mode</a:t>
            </a:r>
            <a:r>
              <a:rPr dirty="0" sz="2650" spc="-70">
                <a:solidFill>
                  <a:srgbClr val="DF8F43"/>
                </a:solidFill>
                <a:latin typeface="Arial"/>
                <a:cs typeface="Arial"/>
              </a:rPr>
              <a:t> </a:t>
            </a:r>
            <a:r>
              <a:rPr dirty="0" sz="2650" spc="25">
                <a:solidFill>
                  <a:srgbClr val="DF8F43"/>
                </a:solidFill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spc="-20">
                <a:solidFill>
                  <a:srgbClr val="DF8F43"/>
                </a:solidFill>
                <a:latin typeface="Arial"/>
                <a:cs typeface="Arial"/>
              </a:rPr>
              <a:t>e.g.,</a:t>
            </a:r>
            <a:r>
              <a:rPr dirty="0" sz="2500" spc="-55">
                <a:solidFill>
                  <a:srgbClr val="DF8F43"/>
                </a:solidFill>
                <a:latin typeface="Arial"/>
                <a:cs typeface="Arial"/>
              </a:rPr>
              <a:t> </a:t>
            </a:r>
            <a:r>
              <a:rPr dirty="0" sz="2500" spc="-40">
                <a:solidFill>
                  <a:srgbClr val="DF8F43"/>
                </a:solidFill>
                <a:latin typeface="Arial"/>
                <a:cs typeface="Arial"/>
              </a:rPr>
              <a:t>proteins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" y="2130437"/>
            <a:ext cx="3712845" cy="649605"/>
          </a:xfrm>
          <a:custGeom>
            <a:avLst/>
            <a:gdLst/>
            <a:ahLst/>
            <a:cxnLst/>
            <a:rect l="l" t="t" r="r" b="b"/>
            <a:pathLst>
              <a:path w="3712845" h="649605">
                <a:moveTo>
                  <a:pt x="2941326" y="0"/>
                </a:moveTo>
                <a:lnTo>
                  <a:pt x="0" y="0"/>
                </a:lnTo>
                <a:lnTo>
                  <a:pt x="0" y="649518"/>
                </a:lnTo>
                <a:lnTo>
                  <a:pt x="2941326" y="649518"/>
                </a:lnTo>
                <a:lnTo>
                  <a:pt x="2941326" y="541265"/>
                </a:lnTo>
                <a:lnTo>
                  <a:pt x="3647698" y="541265"/>
                </a:lnTo>
                <a:lnTo>
                  <a:pt x="2941326" y="378886"/>
                </a:lnTo>
                <a:lnTo>
                  <a:pt x="2941326" y="0"/>
                </a:lnTo>
                <a:close/>
              </a:path>
              <a:path w="3712845" h="649605">
                <a:moveTo>
                  <a:pt x="3647698" y="541265"/>
                </a:moveTo>
                <a:lnTo>
                  <a:pt x="2941326" y="541265"/>
                </a:lnTo>
                <a:lnTo>
                  <a:pt x="3712514" y="556164"/>
                </a:lnTo>
                <a:lnTo>
                  <a:pt x="3647698" y="5412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400" y="2130437"/>
            <a:ext cx="3712845" cy="649605"/>
          </a:xfrm>
          <a:custGeom>
            <a:avLst/>
            <a:gdLst/>
            <a:ahLst/>
            <a:cxnLst/>
            <a:rect l="l" t="t" r="r" b="b"/>
            <a:pathLst>
              <a:path w="3712845" h="649605">
                <a:moveTo>
                  <a:pt x="0" y="0"/>
                </a:moveTo>
                <a:lnTo>
                  <a:pt x="1715774" y="0"/>
                </a:lnTo>
                <a:lnTo>
                  <a:pt x="2451106" y="0"/>
                </a:lnTo>
                <a:lnTo>
                  <a:pt x="2941327" y="0"/>
                </a:lnTo>
                <a:lnTo>
                  <a:pt x="2941327" y="378886"/>
                </a:lnTo>
                <a:lnTo>
                  <a:pt x="3712515" y="556164"/>
                </a:lnTo>
                <a:lnTo>
                  <a:pt x="2941327" y="541264"/>
                </a:lnTo>
                <a:lnTo>
                  <a:pt x="2941327" y="649519"/>
                </a:lnTo>
                <a:lnTo>
                  <a:pt x="2451106" y="649519"/>
                </a:lnTo>
                <a:lnTo>
                  <a:pt x="1715774" y="649519"/>
                </a:lnTo>
                <a:lnTo>
                  <a:pt x="0" y="649519"/>
                </a:lnTo>
                <a:lnTo>
                  <a:pt x="0" y="541264"/>
                </a:lnTo>
                <a:lnTo>
                  <a:pt x="0" y="3788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2140" y="2169667"/>
            <a:ext cx="276288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20">
                <a:latin typeface="Arial"/>
                <a:cs typeface="Arial"/>
              </a:rPr>
              <a:t>E.g., </a:t>
            </a:r>
            <a:r>
              <a:rPr dirty="0" sz="1800" spc="10">
                <a:latin typeface="Arial"/>
                <a:cs typeface="Arial"/>
              </a:rPr>
              <a:t>Specific </a:t>
            </a:r>
            <a:r>
              <a:rPr dirty="0" sz="1800" spc="15">
                <a:latin typeface="Arial"/>
                <a:cs typeface="Arial"/>
              </a:rPr>
              <a:t>type </a:t>
            </a:r>
            <a:r>
              <a:rPr dirty="0" sz="1800" spc="25">
                <a:latin typeface="Arial"/>
                <a:cs typeface="Arial"/>
              </a:rPr>
              <a:t>of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30">
                <a:latin typeface="Arial"/>
                <a:cs typeface="Arial"/>
              </a:rPr>
              <a:t>drug-  </a:t>
            </a:r>
            <a:r>
              <a:rPr dirty="0" sz="1800" spc="15">
                <a:latin typeface="Arial"/>
                <a:cs typeface="Arial"/>
              </a:rPr>
              <a:t>drug </a:t>
            </a:r>
            <a:r>
              <a:rPr dirty="0" sz="1800" spc="5">
                <a:latin typeface="Arial"/>
                <a:cs typeface="Arial"/>
              </a:rPr>
              <a:t>interaction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(</a:t>
            </a: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!</a:t>
            </a:r>
            <a:r>
              <a:rPr dirty="0" sz="1800" spc="-25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4656" y="2703067"/>
            <a:ext cx="261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25">
                <a:latin typeface="Cambria Math"/>
                <a:cs typeface="Cambria Math"/>
              </a:rPr>
              <a:t>𝑟</a:t>
            </a:r>
            <a:r>
              <a:rPr dirty="0" baseline="-15432" sz="2700" spc="487">
                <a:latin typeface="Cambria Math"/>
                <a:cs typeface="Cambria Math"/>
              </a:rPr>
              <a:t>"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59331" y="2045364"/>
            <a:ext cx="1146175" cy="901065"/>
          </a:xfrm>
          <a:custGeom>
            <a:avLst/>
            <a:gdLst/>
            <a:ahLst/>
            <a:cxnLst/>
            <a:rect l="l" t="t" r="r" b="b"/>
            <a:pathLst>
              <a:path w="1146175" h="901064">
                <a:moveTo>
                  <a:pt x="948249" y="0"/>
                </a:moveTo>
                <a:lnTo>
                  <a:pt x="0" y="575194"/>
                </a:lnTo>
                <a:lnTo>
                  <a:pt x="197598" y="900949"/>
                </a:lnTo>
                <a:lnTo>
                  <a:pt x="1145847" y="325754"/>
                </a:lnTo>
                <a:lnTo>
                  <a:pt x="9482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16626" y="2227579"/>
            <a:ext cx="269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70">
                <a:latin typeface="Cambria Math"/>
                <a:cs typeface="Cambria Math"/>
              </a:rPr>
              <a:t>𝑟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5182" y="2855467"/>
            <a:ext cx="269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70">
                <a:latin typeface="Cambria Math"/>
                <a:cs typeface="Cambria Math"/>
              </a:rPr>
              <a:t>𝑟</a:t>
            </a:r>
            <a:r>
              <a:rPr dirty="0" baseline="-15432" sz="2700" spc="187">
                <a:latin typeface="Cambria Math"/>
                <a:cs typeface="Cambria Math"/>
              </a:rPr>
              <a:t>$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7000" y="2003468"/>
            <a:ext cx="340995" cy="333375"/>
          </a:xfrm>
          <a:custGeom>
            <a:avLst/>
            <a:gdLst/>
            <a:ahLst/>
            <a:cxnLst/>
            <a:rect l="l" t="t" r="r" b="b"/>
            <a:pathLst>
              <a:path w="340995" h="333375">
                <a:moveTo>
                  <a:pt x="170359" y="0"/>
                </a:moveTo>
                <a:lnTo>
                  <a:pt x="0" y="333244"/>
                </a:lnTo>
                <a:lnTo>
                  <a:pt x="340719" y="333244"/>
                </a:lnTo>
                <a:lnTo>
                  <a:pt x="170359" y="0"/>
                </a:lnTo>
                <a:close/>
              </a:path>
            </a:pathLst>
          </a:custGeom>
          <a:solidFill>
            <a:srgbClr val="80B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11490" y="3156446"/>
            <a:ext cx="367665" cy="301625"/>
          </a:xfrm>
          <a:custGeom>
            <a:avLst/>
            <a:gdLst/>
            <a:ahLst/>
            <a:cxnLst/>
            <a:rect l="l" t="t" r="r" b="b"/>
            <a:pathLst>
              <a:path w="367665" h="301625">
                <a:moveTo>
                  <a:pt x="183666" y="0"/>
                </a:moveTo>
                <a:lnTo>
                  <a:pt x="0" y="301466"/>
                </a:lnTo>
                <a:lnTo>
                  <a:pt x="367332" y="301466"/>
                </a:lnTo>
                <a:lnTo>
                  <a:pt x="183666" y="0"/>
                </a:lnTo>
                <a:close/>
              </a:path>
            </a:pathLst>
          </a:custGeom>
          <a:solidFill>
            <a:srgbClr val="80B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92944" y="3826144"/>
            <a:ext cx="3592195" cy="415925"/>
          </a:xfrm>
          <a:custGeom>
            <a:avLst/>
            <a:gdLst/>
            <a:ahLst/>
            <a:cxnLst/>
            <a:rect l="l" t="t" r="r" b="b"/>
            <a:pathLst>
              <a:path w="3592195" h="415925">
                <a:moveTo>
                  <a:pt x="3591868" y="173153"/>
                </a:moveTo>
                <a:lnTo>
                  <a:pt x="214019" y="173153"/>
                </a:lnTo>
                <a:lnTo>
                  <a:pt x="214019" y="415569"/>
                </a:lnTo>
                <a:lnTo>
                  <a:pt x="3591868" y="415569"/>
                </a:lnTo>
                <a:lnTo>
                  <a:pt x="3591868" y="173153"/>
                </a:lnTo>
                <a:close/>
              </a:path>
              <a:path w="3592195" h="415925">
                <a:moveTo>
                  <a:pt x="3591868" y="0"/>
                </a:moveTo>
                <a:lnTo>
                  <a:pt x="214019" y="0"/>
                </a:lnTo>
                <a:lnTo>
                  <a:pt x="214019" y="69260"/>
                </a:lnTo>
                <a:lnTo>
                  <a:pt x="0" y="189547"/>
                </a:lnTo>
                <a:lnTo>
                  <a:pt x="214019" y="173153"/>
                </a:lnTo>
                <a:lnTo>
                  <a:pt x="3591868" y="173153"/>
                </a:lnTo>
                <a:lnTo>
                  <a:pt x="35918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92943" y="3826144"/>
            <a:ext cx="3592195" cy="415925"/>
          </a:xfrm>
          <a:custGeom>
            <a:avLst/>
            <a:gdLst/>
            <a:ahLst/>
            <a:cxnLst/>
            <a:rect l="l" t="t" r="r" b="b"/>
            <a:pathLst>
              <a:path w="3592195" h="415925">
                <a:moveTo>
                  <a:pt x="214019" y="0"/>
                </a:moveTo>
                <a:lnTo>
                  <a:pt x="776994" y="0"/>
                </a:lnTo>
                <a:lnTo>
                  <a:pt x="1621457" y="0"/>
                </a:lnTo>
                <a:lnTo>
                  <a:pt x="3591869" y="0"/>
                </a:lnTo>
                <a:lnTo>
                  <a:pt x="3591869" y="69260"/>
                </a:lnTo>
                <a:lnTo>
                  <a:pt x="3591869" y="173152"/>
                </a:lnTo>
                <a:lnTo>
                  <a:pt x="3591869" y="415569"/>
                </a:lnTo>
                <a:lnTo>
                  <a:pt x="1621457" y="415569"/>
                </a:lnTo>
                <a:lnTo>
                  <a:pt x="776994" y="415569"/>
                </a:lnTo>
                <a:lnTo>
                  <a:pt x="214019" y="415569"/>
                </a:lnTo>
                <a:lnTo>
                  <a:pt x="214019" y="173152"/>
                </a:lnTo>
                <a:lnTo>
                  <a:pt x="0" y="189546"/>
                </a:lnTo>
                <a:lnTo>
                  <a:pt x="214019" y="69260"/>
                </a:lnTo>
                <a:lnTo>
                  <a:pt x="214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90777" y="3994911"/>
            <a:ext cx="1212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3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85703" y="3882644"/>
            <a:ext cx="3196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Arial"/>
                <a:cs typeface="Arial"/>
              </a:rPr>
              <a:t>E.g., </a:t>
            </a:r>
            <a:r>
              <a:rPr dirty="0" sz="1800" spc="10">
                <a:latin typeface="Arial"/>
                <a:cs typeface="Arial"/>
              </a:rPr>
              <a:t>drug-target </a:t>
            </a:r>
            <a:r>
              <a:rPr dirty="0" sz="1800" spc="5">
                <a:latin typeface="Arial"/>
                <a:cs typeface="Arial"/>
              </a:rPr>
              <a:t>interaction </a:t>
            </a:r>
            <a:r>
              <a:rPr dirty="0" sz="1800" spc="-70">
                <a:latin typeface="Arial"/>
                <a:cs typeface="Arial"/>
              </a:rPr>
              <a:t>(</a:t>
            </a:r>
            <a:r>
              <a:rPr dirty="0" sz="1800" spc="-70">
                <a:latin typeface="Cambria Math"/>
                <a:cs typeface="Cambria Math"/>
              </a:rPr>
              <a:t>𝑟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-135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8316" y="3986276"/>
            <a:ext cx="2559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70">
                <a:latin typeface="Cambria Math"/>
                <a:cs typeface="Cambria Math"/>
              </a:rPr>
              <a:t>𝑟</a:t>
            </a:r>
            <a:r>
              <a:rPr dirty="0" baseline="-15432" sz="2700" spc="-839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00484" y="3708907"/>
            <a:ext cx="288290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 spc="-465">
                <a:latin typeface="Cambria Math"/>
                <a:cs typeface="Cambria Math"/>
              </a:rPr>
              <a:t>𝑟</a:t>
            </a:r>
            <a:r>
              <a:rPr dirty="0" baseline="-15432" sz="2700" spc="-697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600"/>
              </a:spcBef>
            </a:pPr>
            <a:r>
              <a:rPr dirty="0" sz="2400" spc="-370">
                <a:latin typeface="Cambria Math"/>
                <a:cs typeface="Cambria Math"/>
              </a:rPr>
              <a:t>𝑟</a:t>
            </a:r>
            <a:r>
              <a:rPr dirty="0" baseline="-15432" sz="2700" spc="-839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35215" y="5606668"/>
            <a:ext cx="3918585" cy="875030"/>
          </a:xfrm>
          <a:custGeom>
            <a:avLst/>
            <a:gdLst/>
            <a:ahLst/>
            <a:cxnLst/>
            <a:rect l="l" t="t" r="r" b="b"/>
            <a:pathLst>
              <a:path w="3918584" h="875029">
                <a:moveTo>
                  <a:pt x="3918184" y="351033"/>
                </a:moveTo>
                <a:lnTo>
                  <a:pt x="142966" y="351033"/>
                </a:lnTo>
                <a:lnTo>
                  <a:pt x="142966" y="874809"/>
                </a:lnTo>
                <a:lnTo>
                  <a:pt x="3918184" y="874809"/>
                </a:lnTo>
                <a:lnTo>
                  <a:pt x="3918184" y="351033"/>
                </a:lnTo>
                <a:close/>
              </a:path>
              <a:path w="3918584" h="875029">
                <a:moveTo>
                  <a:pt x="0" y="0"/>
                </a:moveTo>
                <a:lnTo>
                  <a:pt x="772170" y="351033"/>
                </a:lnTo>
                <a:lnTo>
                  <a:pt x="1715974" y="35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35215" y="5606668"/>
            <a:ext cx="3918585" cy="875030"/>
          </a:xfrm>
          <a:custGeom>
            <a:avLst/>
            <a:gdLst/>
            <a:ahLst/>
            <a:cxnLst/>
            <a:rect l="l" t="t" r="r" b="b"/>
            <a:pathLst>
              <a:path w="3918584" h="875029">
                <a:moveTo>
                  <a:pt x="142966" y="351033"/>
                </a:moveTo>
                <a:lnTo>
                  <a:pt x="772169" y="351033"/>
                </a:lnTo>
                <a:lnTo>
                  <a:pt x="0" y="0"/>
                </a:lnTo>
                <a:lnTo>
                  <a:pt x="1715974" y="351033"/>
                </a:lnTo>
                <a:lnTo>
                  <a:pt x="3918184" y="351033"/>
                </a:lnTo>
                <a:lnTo>
                  <a:pt x="3918184" y="438329"/>
                </a:lnTo>
                <a:lnTo>
                  <a:pt x="3918184" y="569273"/>
                </a:lnTo>
                <a:lnTo>
                  <a:pt x="3918184" y="874809"/>
                </a:lnTo>
                <a:lnTo>
                  <a:pt x="1715974" y="874809"/>
                </a:lnTo>
                <a:lnTo>
                  <a:pt x="772169" y="874809"/>
                </a:lnTo>
                <a:lnTo>
                  <a:pt x="142966" y="874809"/>
                </a:lnTo>
                <a:lnTo>
                  <a:pt x="142966" y="569273"/>
                </a:lnTo>
                <a:lnTo>
                  <a:pt x="142966" y="438329"/>
                </a:lnTo>
                <a:lnTo>
                  <a:pt x="142966" y="351033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456921" y="6071108"/>
            <a:ext cx="3568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Arial"/>
                <a:cs typeface="Arial"/>
              </a:rPr>
              <a:t>E.g., </a:t>
            </a:r>
            <a:r>
              <a:rPr dirty="0" sz="1800" spc="10">
                <a:latin typeface="Arial"/>
                <a:cs typeface="Arial"/>
              </a:rPr>
              <a:t>protein-protein </a:t>
            </a:r>
            <a:r>
              <a:rPr dirty="0" sz="1800" spc="5">
                <a:latin typeface="Arial"/>
                <a:cs typeface="Arial"/>
              </a:rPr>
              <a:t>interaction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(</a:t>
            </a:r>
            <a:r>
              <a:rPr dirty="0" sz="1800" spc="-120">
                <a:latin typeface="Cambria Math"/>
                <a:cs typeface="Cambria Math"/>
              </a:rPr>
              <a:t>𝑟</a:t>
            </a:r>
            <a:r>
              <a:rPr dirty="0" baseline="-14957" sz="1950" spc="-179">
                <a:latin typeface="Cambria Math"/>
                <a:cs typeface="Cambria Math"/>
              </a:rPr>
              <a:t>#</a:t>
            </a:r>
            <a:r>
              <a:rPr dirty="0" sz="1800" spc="-12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0815" y="4519676"/>
            <a:ext cx="285750" cy="101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dirty="0" sz="2400" spc="-370">
                <a:latin typeface="Cambria Math"/>
                <a:cs typeface="Cambria Math"/>
              </a:rPr>
              <a:t>𝑟</a:t>
            </a:r>
            <a:r>
              <a:rPr dirty="0" baseline="-15432" sz="2700" spc="-839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 sz="2400" spc="-235">
                <a:latin typeface="Cambria Math"/>
                <a:cs typeface="Cambria Math"/>
              </a:rPr>
              <a:t>𝑟</a:t>
            </a:r>
            <a:r>
              <a:rPr dirty="0" baseline="-15432" sz="2700" spc="-352">
                <a:latin typeface="Cambria Math"/>
                <a:cs typeface="Cambria Math"/>
              </a:rPr>
              <a:t>&amp;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54855" y="2003468"/>
            <a:ext cx="335280" cy="321945"/>
          </a:xfrm>
          <a:custGeom>
            <a:avLst/>
            <a:gdLst/>
            <a:ahLst/>
            <a:cxnLst/>
            <a:rect l="l" t="t" r="r" b="b"/>
            <a:pathLst>
              <a:path w="335279" h="321944">
                <a:moveTo>
                  <a:pt x="167430" y="0"/>
                </a:moveTo>
                <a:lnTo>
                  <a:pt x="0" y="321509"/>
                </a:lnTo>
                <a:lnTo>
                  <a:pt x="334860" y="321509"/>
                </a:lnTo>
                <a:lnTo>
                  <a:pt x="167430" y="0"/>
                </a:lnTo>
                <a:close/>
              </a:path>
            </a:pathLst>
          </a:custGeom>
          <a:solidFill>
            <a:srgbClr val="80B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58334" y="3094419"/>
            <a:ext cx="317500" cy="311150"/>
          </a:xfrm>
          <a:custGeom>
            <a:avLst/>
            <a:gdLst/>
            <a:ahLst/>
            <a:cxnLst/>
            <a:rect l="l" t="t" r="r" b="b"/>
            <a:pathLst>
              <a:path w="317500" h="311150">
                <a:moveTo>
                  <a:pt x="158612" y="0"/>
                </a:moveTo>
                <a:lnTo>
                  <a:pt x="0" y="311087"/>
                </a:lnTo>
                <a:lnTo>
                  <a:pt x="317224" y="311087"/>
                </a:lnTo>
                <a:lnTo>
                  <a:pt x="158612" y="0"/>
                </a:lnTo>
                <a:close/>
              </a:path>
            </a:pathLst>
          </a:custGeom>
          <a:solidFill>
            <a:srgbClr val="80B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85669" y="1499321"/>
            <a:ext cx="523875" cy="4963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89539" y="1567854"/>
            <a:ext cx="303042" cy="359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264408" y="1090676"/>
            <a:ext cx="1724025" cy="7937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59435" algn="l"/>
              </a:tabLst>
            </a:pPr>
            <a:r>
              <a:rPr dirty="0" sz="2400" spc="-35">
                <a:latin typeface="Cambria Math"/>
                <a:cs typeface="Cambria Math"/>
              </a:rPr>
              <a:t>𝑟</a:t>
            </a:r>
            <a:r>
              <a:rPr dirty="0" baseline="-15432" sz="2700" spc="-52">
                <a:latin typeface="Cambria Math"/>
                <a:cs typeface="Cambria Math"/>
              </a:rPr>
              <a:t>'	</a:t>
            </a:r>
            <a:r>
              <a:rPr dirty="0" sz="1800" spc="-45">
                <a:latin typeface="Arial"/>
                <a:cs typeface="Arial"/>
              </a:rPr>
              <a:t>Edge </a:t>
            </a:r>
            <a:r>
              <a:rPr dirty="0" sz="1800" spc="-20">
                <a:latin typeface="Arial"/>
                <a:cs typeface="Arial"/>
              </a:rPr>
              <a:t>type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  <a:p>
            <a:pPr marL="573405">
              <a:lnSpc>
                <a:spcPct val="100000"/>
              </a:lnSpc>
              <a:spcBef>
                <a:spcPts val="430"/>
              </a:spcBef>
            </a:pPr>
            <a:r>
              <a:rPr dirty="0" sz="1800" spc="-20">
                <a:latin typeface="Arial"/>
                <a:cs typeface="Arial"/>
              </a:rPr>
              <a:t>Node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types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431799" y="375411"/>
            <a:ext cx="8281034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00"/>
              <a:t>Polypharmacy </a:t>
            </a:r>
            <a:r>
              <a:rPr dirty="0" sz="4600" spc="-70"/>
              <a:t>Knowledge</a:t>
            </a:r>
            <a:r>
              <a:rPr dirty="0" sz="4600" spc="25"/>
              <a:t> </a:t>
            </a:r>
            <a:r>
              <a:rPr dirty="0" sz="4600" spc="-100"/>
              <a:t>Graph</a:t>
            </a:r>
            <a:endParaRPr sz="4600"/>
          </a:p>
        </p:txBody>
      </p:sp>
      <p:sp>
        <p:nvSpPr>
          <p:cNvPr id="31" name="object 3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1220" y="3371850"/>
            <a:ext cx="8458200" cy="1321435"/>
          </a:xfrm>
          <a:custGeom>
            <a:avLst/>
            <a:gdLst/>
            <a:ahLst/>
            <a:cxnLst/>
            <a:rect l="l" t="t" r="r" b="b"/>
            <a:pathLst>
              <a:path w="8458200" h="1321435">
                <a:moveTo>
                  <a:pt x="8331907" y="0"/>
                </a:moveTo>
                <a:lnTo>
                  <a:pt x="126290" y="0"/>
                </a:lnTo>
                <a:lnTo>
                  <a:pt x="77132" y="9924"/>
                </a:lnTo>
                <a:lnTo>
                  <a:pt x="36989" y="36989"/>
                </a:lnTo>
                <a:lnTo>
                  <a:pt x="9924" y="77132"/>
                </a:lnTo>
                <a:lnTo>
                  <a:pt x="0" y="126291"/>
                </a:lnTo>
                <a:lnTo>
                  <a:pt x="0" y="1194569"/>
                </a:lnTo>
                <a:lnTo>
                  <a:pt x="9924" y="1243727"/>
                </a:lnTo>
                <a:lnTo>
                  <a:pt x="36989" y="1283870"/>
                </a:lnTo>
                <a:lnTo>
                  <a:pt x="77132" y="1310935"/>
                </a:lnTo>
                <a:lnTo>
                  <a:pt x="126290" y="1320859"/>
                </a:lnTo>
                <a:lnTo>
                  <a:pt x="8331907" y="1320859"/>
                </a:lnTo>
                <a:lnTo>
                  <a:pt x="8381065" y="1310935"/>
                </a:lnTo>
                <a:lnTo>
                  <a:pt x="8421208" y="1283870"/>
                </a:lnTo>
                <a:lnTo>
                  <a:pt x="8448273" y="1243727"/>
                </a:lnTo>
                <a:lnTo>
                  <a:pt x="8458197" y="1194569"/>
                </a:lnTo>
                <a:lnTo>
                  <a:pt x="8458197" y="126291"/>
                </a:lnTo>
                <a:lnTo>
                  <a:pt x="8448273" y="77132"/>
                </a:lnTo>
                <a:lnTo>
                  <a:pt x="8421208" y="36989"/>
                </a:lnTo>
                <a:lnTo>
                  <a:pt x="8381065" y="9924"/>
                </a:lnTo>
                <a:lnTo>
                  <a:pt x="8331907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1220" y="3371850"/>
            <a:ext cx="8458200" cy="1321435"/>
          </a:xfrm>
          <a:custGeom>
            <a:avLst/>
            <a:gdLst/>
            <a:ahLst/>
            <a:cxnLst/>
            <a:rect l="l" t="t" r="r" b="b"/>
            <a:pathLst>
              <a:path w="8458200" h="1321435">
                <a:moveTo>
                  <a:pt x="0" y="126290"/>
                </a:moveTo>
                <a:lnTo>
                  <a:pt x="9924" y="77132"/>
                </a:lnTo>
                <a:lnTo>
                  <a:pt x="36989" y="36989"/>
                </a:lnTo>
                <a:lnTo>
                  <a:pt x="77132" y="9924"/>
                </a:lnTo>
                <a:lnTo>
                  <a:pt x="126290" y="0"/>
                </a:lnTo>
                <a:lnTo>
                  <a:pt x="8331908" y="0"/>
                </a:lnTo>
                <a:lnTo>
                  <a:pt x="8381065" y="9924"/>
                </a:lnTo>
                <a:lnTo>
                  <a:pt x="8421208" y="36989"/>
                </a:lnTo>
                <a:lnTo>
                  <a:pt x="8448273" y="77132"/>
                </a:lnTo>
                <a:lnTo>
                  <a:pt x="8458198" y="126290"/>
                </a:lnTo>
                <a:lnTo>
                  <a:pt x="8458198" y="1194569"/>
                </a:lnTo>
                <a:lnTo>
                  <a:pt x="8448273" y="1243727"/>
                </a:lnTo>
                <a:lnTo>
                  <a:pt x="8421208" y="1283870"/>
                </a:lnTo>
                <a:lnTo>
                  <a:pt x="8381065" y="1310935"/>
                </a:lnTo>
                <a:lnTo>
                  <a:pt x="8331908" y="1320860"/>
                </a:lnTo>
                <a:lnTo>
                  <a:pt x="126290" y="1320860"/>
                </a:lnTo>
                <a:lnTo>
                  <a:pt x="77132" y="1310935"/>
                </a:lnTo>
                <a:lnTo>
                  <a:pt x="36989" y="1283870"/>
                </a:lnTo>
                <a:lnTo>
                  <a:pt x="9924" y="1243727"/>
                </a:lnTo>
                <a:lnTo>
                  <a:pt x="0" y="1194569"/>
                </a:lnTo>
                <a:lnTo>
                  <a:pt x="0" y="126290"/>
                </a:lnTo>
                <a:close/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1220" y="1314450"/>
            <a:ext cx="8458200" cy="1321435"/>
          </a:xfrm>
          <a:custGeom>
            <a:avLst/>
            <a:gdLst/>
            <a:ahLst/>
            <a:cxnLst/>
            <a:rect l="l" t="t" r="r" b="b"/>
            <a:pathLst>
              <a:path w="8458200" h="1321435">
                <a:moveTo>
                  <a:pt x="8331908" y="0"/>
                </a:moveTo>
                <a:lnTo>
                  <a:pt x="126290" y="0"/>
                </a:lnTo>
                <a:lnTo>
                  <a:pt x="77132" y="9924"/>
                </a:lnTo>
                <a:lnTo>
                  <a:pt x="36989" y="36990"/>
                </a:lnTo>
                <a:lnTo>
                  <a:pt x="9924" y="77133"/>
                </a:lnTo>
                <a:lnTo>
                  <a:pt x="0" y="126291"/>
                </a:lnTo>
                <a:lnTo>
                  <a:pt x="0" y="1194569"/>
                </a:lnTo>
                <a:lnTo>
                  <a:pt x="9924" y="1243727"/>
                </a:lnTo>
                <a:lnTo>
                  <a:pt x="36989" y="1283870"/>
                </a:lnTo>
                <a:lnTo>
                  <a:pt x="77132" y="1310935"/>
                </a:lnTo>
                <a:lnTo>
                  <a:pt x="126290" y="1320859"/>
                </a:lnTo>
                <a:lnTo>
                  <a:pt x="8331908" y="1320859"/>
                </a:lnTo>
                <a:lnTo>
                  <a:pt x="8381066" y="1310935"/>
                </a:lnTo>
                <a:lnTo>
                  <a:pt x="8421209" y="1283870"/>
                </a:lnTo>
                <a:lnTo>
                  <a:pt x="8448274" y="1243727"/>
                </a:lnTo>
                <a:lnTo>
                  <a:pt x="8458198" y="1194569"/>
                </a:lnTo>
                <a:lnTo>
                  <a:pt x="8458198" y="126291"/>
                </a:lnTo>
                <a:lnTo>
                  <a:pt x="8448274" y="77133"/>
                </a:lnTo>
                <a:lnTo>
                  <a:pt x="8421209" y="36990"/>
                </a:lnTo>
                <a:lnTo>
                  <a:pt x="8381066" y="9924"/>
                </a:lnTo>
                <a:lnTo>
                  <a:pt x="8331908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1220" y="1314450"/>
            <a:ext cx="8458200" cy="1321435"/>
          </a:xfrm>
          <a:custGeom>
            <a:avLst/>
            <a:gdLst/>
            <a:ahLst/>
            <a:cxnLst/>
            <a:rect l="l" t="t" r="r" b="b"/>
            <a:pathLst>
              <a:path w="8458200" h="1321435">
                <a:moveTo>
                  <a:pt x="0" y="126290"/>
                </a:moveTo>
                <a:lnTo>
                  <a:pt x="9924" y="77132"/>
                </a:lnTo>
                <a:lnTo>
                  <a:pt x="36989" y="36989"/>
                </a:lnTo>
                <a:lnTo>
                  <a:pt x="77132" y="9924"/>
                </a:lnTo>
                <a:lnTo>
                  <a:pt x="126290" y="0"/>
                </a:lnTo>
                <a:lnTo>
                  <a:pt x="8331909" y="0"/>
                </a:lnTo>
                <a:lnTo>
                  <a:pt x="8381066" y="9924"/>
                </a:lnTo>
                <a:lnTo>
                  <a:pt x="8421209" y="36989"/>
                </a:lnTo>
                <a:lnTo>
                  <a:pt x="8448274" y="77132"/>
                </a:lnTo>
                <a:lnTo>
                  <a:pt x="8458199" y="126290"/>
                </a:lnTo>
                <a:lnTo>
                  <a:pt x="8458199" y="1194569"/>
                </a:lnTo>
                <a:lnTo>
                  <a:pt x="8448274" y="1243727"/>
                </a:lnTo>
                <a:lnTo>
                  <a:pt x="8421209" y="1283870"/>
                </a:lnTo>
                <a:lnTo>
                  <a:pt x="8381066" y="1310935"/>
                </a:lnTo>
                <a:lnTo>
                  <a:pt x="8331909" y="1320860"/>
                </a:lnTo>
                <a:lnTo>
                  <a:pt x="126290" y="1320860"/>
                </a:lnTo>
                <a:lnTo>
                  <a:pt x="77132" y="1310935"/>
                </a:lnTo>
                <a:lnTo>
                  <a:pt x="36989" y="1283870"/>
                </a:lnTo>
                <a:lnTo>
                  <a:pt x="9924" y="1243727"/>
                </a:lnTo>
                <a:lnTo>
                  <a:pt x="0" y="1194569"/>
                </a:lnTo>
                <a:lnTo>
                  <a:pt x="0" y="126290"/>
                </a:lnTo>
                <a:close/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4258" y="1404619"/>
            <a:ext cx="4665980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17500" marR="5080" indent="-304800">
              <a:lnSpc>
                <a:spcPct val="100800"/>
              </a:lnSpc>
              <a:spcBef>
                <a:spcPts val="75"/>
              </a:spcBef>
            </a:pPr>
            <a:r>
              <a:rPr dirty="0" baseline="1182" sz="3525" spc="22">
                <a:solidFill>
                  <a:srgbClr val="C00000"/>
                </a:solidFill>
                <a:latin typeface="Arial"/>
                <a:cs typeface="Arial"/>
              </a:rPr>
              <a:t>1. </a:t>
            </a:r>
            <a:r>
              <a:rPr dirty="0" baseline="1182" sz="3525" spc="-15">
                <a:solidFill>
                  <a:srgbClr val="C00000"/>
                </a:solidFill>
                <a:latin typeface="Arial"/>
                <a:cs typeface="Arial"/>
              </a:rPr>
              <a:t>Encoder: </a:t>
            </a:r>
            <a:r>
              <a:rPr dirty="0" sz="2400" spc="-145">
                <a:latin typeface="Arial"/>
                <a:cs typeface="Arial"/>
              </a:rPr>
              <a:t>Take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35">
                <a:latin typeface="Arial"/>
                <a:cs typeface="Arial"/>
              </a:rPr>
              <a:t>multimodal  </a:t>
            </a:r>
            <a:r>
              <a:rPr dirty="0" sz="2400" spc="-20">
                <a:latin typeface="Arial"/>
                <a:cs typeface="Arial"/>
              </a:rPr>
              <a:t>network </a:t>
            </a:r>
            <a:r>
              <a:rPr dirty="0" sz="2400" spc="-35">
                <a:latin typeface="Arial"/>
                <a:cs typeface="Arial"/>
              </a:rPr>
              <a:t>and </a:t>
            </a:r>
            <a:r>
              <a:rPr dirty="0" sz="2400" spc="-70">
                <a:latin typeface="Arial"/>
                <a:cs typeface="Arial"/>
              </a:rPr>
              <a:t>learn an </a:t>
            </a:r>
            <a:r>
              <a:rPr dirty="0" sz="2400" spc="-25" i="1">
                <a:solidFill>
                  <a:srgbClr val="C00000"/>
                </a:solidFill>
                <a:latin typeface="Arial"/>
                <a:cs typeface="Arial"/>
              </a:rPr>
              <a:t>embedding 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for </a:t>
            </a:r>
            <a:r>
              <a:rPr dirty="0" sz="2400" spc="-85">
                <a:latin typeface="Arial"/>
                <a:cs typeface="Arial"/>
              </a:rPr>
              <a:t>every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258" y="3462020"/>
            <a:ext cx="4401185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98780" marR="5080" indent="-386080">
              <a:lnSpc>
                <a:spcPct val="100800"/>
              </a:lnSpc>
              <a:spcBef>
                <a:spcPts val="75"/>
              </a:spcBef>
              <a:tabLst>
                <a:tab pos="398145" algn="l"/>
              </a:tabLst>
            </a:pPr>
            <a:r>
              <a:rPr dirty="0" baseline="1182" sz="3525" spc="22">
                <a:solidFill>
                  <a:srgbClr val="C00000"/>
                </a:solidFill>
                <a:latin typeface="Arial"/>
                <a:cs typeface="Arial"/>
              </a:rPr>
              <a:t>2.	</a:t>
            </a:r>
            <a:r>
              <a:rPr dirty="0" baseline="1182" sz="3525" spc="-7">
                <a:solidFill>
                  <a:srgbClr val="C00000"/>
                </a:solidFill>
                <a:latin typeface="Arial"/>
                <a:cs typeface="Arial"/>
              </a:rPr>
              <a:t>Decoder: </a:t>
            </a:r>
            <a:r>
              <a:rPr dirty="0" sz="2400" spc="-80">
                <a:latin typeface="Arial"/>
                <a:cs typeface="Arial"/>
              </a:rPr>
              <a:t>Use</a:t>
            </a:r>
            <a:r>
              <a:rPr dirty="0" sz="2400" spc="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the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learned 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embeddings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20">
                <a:latin typeface="Arial"/>
                <a:cs typeface="Arial"/>
              </a:rPr>
              <a:t>predict </a:t>
            </a:r>
            <a:r>
              <a:rPr dirty="0" sz="2400" spc="-55">
                <a:latin typeface="Arial"/>
                <a:cs typeface="Arial"/>
              </a:rPr>
              <a:t>labeled  </a:t>
            </a:r>
            <a:r>
              <a:rPr dirty="0" sz="2400" spc="-40">
                <a:latin typeface="Arial"/>
                <a:cs typeface="Arial"/>
              </a:rPr>
              <a:t>edges </a:t>
            </a:r>
            <a:r>
              <a:rPr dirty="0" sz="2400" spc="-30">
                <a:latin typeface="Arial"/>
                <a:cs typeface="Arial"/>
              </a:rPr>
              <a:t>between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4431" y="3878043"/>
            <a:ext cx="1270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15">
                <a:latin typeface="Arial"/>
                <a:cs typeface="Arial"/>
              </a:rPr>
              <a:t>r</a:t>
            </a:r>
            <a:r>
              <a:rPr dirty="0" baseline="-14492" sz="1725" spc="-52">
                <a:latin typeface="Arial"/>
                <a:cs typeface="Arial"/>
              </a:rPr>
              <a:t>i</a:t>
            </a:r>
            <a:endParaRPr baseline="-14492" sz="1725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12733" y="1702201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09092" y="1702201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05449" y="1702201"/>
            <a:ext cx="194310" cy="228600"/>
          </a:xfrm>
          <a:custGeom>
            <a:avLst/>
            <a:gdLst/>
            <a:ahLst/>
            <a:cxnLst/>
            <a:rect l="l" t="t" r="r" b="b"/>
            <a:pathLst>
              <a:path w="194309" h="228600">
                <a:moveTo>
                  <a:pt x="0" y="228600"/>
                </a:moveTo>
                <a:lnTo>
                  <a:pt x="193840" y="228600"/>
                </a:lnTo>
                <a:lnTo>
                  <a:pt x="19384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999290" y="1702201"/>
            <a:ext cx="199390" cy="228600"/>
          </a:xfrm>
          <a:custGeom>
            <a:avLst/>
            <a:gdLst/>
            <a:ahLst/>
            <a:cxnLst/>
            <a:rect l="l" t="t" r="r" b="b"/>
            <a:pathLst>
              <a:path w="199390" h="228600">
                <a:moveTo>
                  <a:pt x="0" y="228600"/>
                </a:moveTo>
                <a:lnTo>
                  <a:pt x="198875" y="228600"/>
                </a:lnTo>
                <a:lnTo>
                  <a:pt x="19887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98164" y="1702201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09091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05449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99290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98165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2733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94523" y="1695851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06383" y="1702201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06383" y="1930801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84029" y="2160916"/>
            <a:ext cx="298450" cy="300355"/>
          </a:xfrm>
          <a:custGeom>
            <a:avLst/>
            <a:gdLst/>
            <a:ahLst/>
            <a:cxnLst/>
            <a:rect l="l" t="t" r="r" b="b"/>
            <a:pathLst>
              <a:path w="298450" h="300355">
                <a:moveTo>
                  <a:pt x="149122" y="0"/>
                </a:moveTo>
                <a:lnTo>
                  <a:pt x="101990" y="7652"/>
                </a:lnTo>
                <a:lnTo>
                  <a:pt x="61055" y="28965"/>
                </a:lnTo>
                <a:lnTo>
                  <a:pt x="28773" y="61469"/>
                </a:lnTo>
                <a:lnTo>
                  <a:pt x="7602" y="102697"/>
                </a:lnTo>
                <a:lnTo>
                  <a:pt x="0" y="150181"/>
                </a:lnTo>
                <a:lnTo>
                  <a:pt x="7602" y="197655"/>
                </a:lnTo>
                <a:lnTo>
                  <a:pt x="28773" y="238877"/>
                </a:lnTo>
                <a:lnTo>
                  <a:pt x="61055" y="271378"/>
                </a:lnTo>
                <a:lnTo>
                  <a:pt x="101990" y="292689"/>
                </a:lnTo>
                <a:lnTo>
                  <a:pt x="149122" y="300342"/>
                </a:lnTo>
                <a:lnTo>
                  <a:pt x="196244" y="292689"/>
                </a:lnTo>
                <a:lnTo>
                  <a:pt x="237174" y="271378"/>
                </a:lnTo>
                <a:lnTo>
                  <a:pt x="269452" y="238877"/>
                </a:lnTo>
                <a:lnTo>
                  <a:pt x="290622" y="197655"/>
                </a:lnTo>
                <a:lnTo>
                  <a:pt x="298225" y="150181"/>
                </a:lnTo>
                <a:lnTo>
                  <a:pt x="290622" y="102697"/>
                </a:lnTo>
                <a:lnTo>
                  <a:pt x="269452" y="61469"/>
                </a:lnTo>
                <a:lnTo>
                  <a:pt x="237174" y="28965"/>
                </a:lnTo>
                <a:lnTo>
                  <a:pt x="196244" y="7652"/>
                </a:lnTo>
                <a:lnTo>
                  <a:pt x="149122" y="0"/>
                </a:lnTo>
                <a:close/>
              </a:path>
            </a:pathLst>
          </a:custGeom>
          <a:solidFill>
            <a:srgbClr val="F794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484029" y="2160917"/>
            <a:ext cx="298450" cy="300355"/>
          </a:xfrm>
          <a:custGeom>
            <a:avLst/>
            <a:gdLst/>
            <a:ahLst/>
            <a:cxnLst/>
            <a:rect l="l" t="t" r="r" b="b"/>
            <a:pathLst>
              <a:path w="298450" h="300355">
                <a:moveTo>
                  <a:pt x="298225" y="150180"/>
                </a:moveTo>
                <a:lnTo>
                  <a:pt x="290622" y="197655"/>
                </a:lnTo>
                <a:lnTo>
                  <a:pt x="269453" y="238877"/>
                </a:lnTo>
                <a:lnTo>
                  <a:pt x="237174" y="271378"/>
                </a:lnTo>
                <a:lnTo>
                  <a:pt x="196244" y="292689"/>
                </a:lnTo>
                <a:lnTo>
                  <a:pt x="149122" y="300342"/>
                </a:lnTo>
                <a:lnTo>
                  <a:pt x="101990" y="292689"/>
                </a:lnTo>
                <a:lnTo>
                  <a:pt x="61055" y="271378"/>
                </a:lnTo>
                <a:lnTo>
                  <a:pt x="28773" y="238877"/>
                </a:lnTo>
                <a:lnTo>
                  <a:pt x="7602" y="197655"/>
                </a:lnTo>
                <a:lnTo>
                  <a:pt x="0" y="150180"/>
                </a:lnTo>
                <a:lnTo>
                  <a:pt x="7602" y="102696"/>
                </a:lnTo>
                <a:lnTo>
                  <a:pt x="28773" y="61468"/>
                </a:lnTo>
                <a:lnTo>
                  <a:pt x="61055" y="28964"/>
                </a:lnTo>
                <a:lnTo>
                  <a:pt x="101990" y="7652"/>
                </a:lnTo>
                <a:lnTo>
                  <a:pt x="149122" y="0"/>
                </a:lnTo>
                <a:lnTo>
                  <a:pt x="196244" y="7652"/>
                </a:lnTo>
                <a:lnTo>
                  <a:pt x="237174" y="28964"/>
                </a:lnTo>
                <a:lnTo>
                  <a:pt x="269453" y="61468"/>
                </a:lnTo>
                <a:lnTo>
                  <a:pt x="290622" y="102696"/>
                </a:lnTo>
                <a:lnTo>
                  <a:pt x="298225" y="150180"/>
                </a:lnTo>
                <a:close/>
              </a:path>
            </a:pathLst>
          </a:custGeom>
          <a:ln w="396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43087" y="1661100"/>
            <a:ext cx="344805" cy="300990"/>
          </a:xfrm>
          <a:custGeom>
            <a:avLst/>
            <a:gdLst/>
            <a:ahLst/>
            <a:cxnLst/>
            <a:rect l="l" t="t" r="r" b="b"/>
            <a:pathLst>
              <a:path w="344804" h="300989">
                <a:moveTo>
                  <a:pt x="172220" y="0"/>
                </a:moveTo>
                <a:lnTo>
                  <a:pt x="0" y="300465"/>
                </a:lnTo>
                <a:lnTo>
                  <a:pt x="344459" y="300465"/>
                </a:lnTo>
                <a:lnTo>
                  <a:pt x="172220" y="0"/>
                </a:lnTo>
                <a:close/>
              </a:path>
            </a:pathLst>
          </a:custGeom>
          <a:solidFill>
            <a:srgbClr val="6DC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43088" y="1661100"/>
            <a:ext cx="344805" cy="300990"/>
          </a:xfrm>
          <a:custGeom>
            <a:avLst/>
            <a:gdLst/>
            <a:ahLst/>
            <a:cxnLst/>
            <a:rect l="l" t="t" r="r" b="b"/>
            <a:pathLst>
              <a:path w="344804" h="300989">
                <a:moveTo>
                  <a:pt x="172220" y="0"/>
                </a:moveTo>
                <a:lnTo>
                  <a:pt x="258316" y="150237"/>
                </a:lnTo>
                <a:lnTo>
                  <a:pt x="344459" y="300466"/>
                </a:lnTo>
                <a:lnTo>
                  <a:pt x="172220" y="300466"/>
                </a:lnTo>
                <a:lnTo>
                  <a:pt x="0" y="300466"/>
                </a:lnTo>
                <a:lnTo>
                  <a:pt x="86124" y="150237"/>
                </a:lnTo>
                <a:lnTo>
                  <a:pt x="172220" y="0"/>
                </a:lnTo>
                <a:close/>
              </a:path>
            </a:pathLst>
          </a:custGeom>
          <a:ln w="3065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86219" y="1645051"/>
            <a:ext cx="992505" cy="342900"/>
          </a:xfrm>
          <a:custGeom>
            <a:avLst/>
            <a:gdLst/>
            <a:ahLst/>
            <a:cxnLst/>
            <a:rect l="l" t="t" r="r" b="b"/>
            <a:pathLst>
              <a:path w="992504" h="342900">
                <a:moveTo>
                  <a:pt x="820595" y="0"/>
                </a:moveTo>
                <a:lnTo>
                  <a:pt x="820595" y="85725"/>
                </a:lnTo>
                <a:lnTo>
                  <a:pt x="0" y="85725"/>
                </a:lnTo>
                <a:lnTo>
                  <a:pt x="0" y="257175"/>
                </a:lnTo>
                <a:lnTo>
                  <a:pt x="820595" y="257175"/>
                </a:lnTo>
                <a:lnTo>
                  <a:pt x="820595" y="342900"/>
                </a:lnTo>
                <a:lnTo>
                  <a:pt x="992045" y="171450"/>
                </a:lnTo>
                <a:lnTo>
                  <a:pt x="82059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25922" y="222153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22281" y="222153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818638" y="2221533"/>
            <a:ext cx="194310" cy="228600"/>
          </a:xfrm>
          <a:custGeom>
            <a:avLst/>
            <a:gdLst/>
            <a:ahLst/>
            <a:cxnLst/>
            <a:rect l="l" t="t" r="r" b="b"/>
            <a:pathLst>
              <a:path w="194309" h="228600">
                <a:moveTo>
                  <a:pt x="0" y="228600"/>
                </a:moveTo>
                <a:lnTo>
                  <a:pt x="193840" y="228600"/>
                </a:lnTo>
                <a:lnTo>
                  <a:pt x="19384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12479" y="2221533"/>
            <a:ext cx="199390" cy="228600"/>
          </a:xfrm>
          <a:custGeom>
            <a:avLst/>
            <a:gdLst/>
            <a:ahLst/>
            <a:cxnLst/>
            <a:rect l="l" t="t" r="r" b="b"/>
            <a:pathLst>
              <a:path w="199390" h="228600">
                <a:moveTo>
                  <a:pt x="0" y="228600"/>
                </a:moveTo>
                <a:lnTo>
                  <a:pt x="198875" y="228600"/>
                </a:lnTo>
                <a:lnTo>
                  <a:pt x="19887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11355" y="222153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22280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818638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012479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11354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25922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407712" y="221518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19572" y="2221533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19572" y="2450133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99407" y="2164383"/>
            <a:ext cx="979169" cy="342900"/>
          </a:xfrm>
          <a:custGeom>
            <a:avLst/>
            <a:gdLst/>
            <a:ahLst/>
            <a:cxnLst/>
            <a:rect l="l" t="t" r="r" b="b"/>
            <a:pathLst>
              <a:path w="979170" h="342900">
                <a:moveTo>
                  <a:pt x="807406" y="0"/>
                </a:moveTo>
                <a:lnTo>
                  <a:pt x="807406" y="85725"/>
                </a:lnTo>
                <a:lnTo>
                  <a:pt x="0" y="85725"/>
                </a:lnTo>
                <a:lnTo>
                  <a:pt x="0" y="257175"/>
                </a:lnTo>
                <a:lnTo>
                  <a:pt x="807406" y="257175"/>
                </a:lnTo>
                <a:lnTo>
                  <a:pt x="807406" y="342900"/>
                </a:lnTo>
                <a:lnTo>
                  <a:pt x="978856" y="171450"/>
                </a:lnTo>
                <a:lnTo>
                  <a:pt x="80740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424900" y="1422888"/>
            <a:ext cx="8769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20">
                <a:latin typeface="Arial"/>
                <a:cs typeface="Arial"/>
              </a:rPr>
              <a:t>Embedding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343269" y="3714748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39628" y="3714748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735985" y="3714748"/>
            <a:ext cx="194310" cy="228600"/>
          </a:xfrm>
          <a:custGeom>
            <a:avLst/>
            <a:gdLst/>
            <a:ahLst/>
            <a:cxnLst/>
            <a:rect l="l" t="t" r="r" b="b"/>
            <a:pathLst>
              <a:path w="194310" h="228600">
                <a:moveTo>
                  <a:pt x="0" y="228599"/>
                </a:moveTo>
                <a:lnTo>
                  <a:pt x="193840" y="228599"/>
                </a:lnTo>
                <a:lnTo>
                  <a:pt x="19384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29826" y="3714748"/>
            <a:ext cx="199390" cy="228600"/>
          </a:xfrm>
          <a:custGeom>
            <a:avLst/>
            <a:gdLst/>
            <a:ahLst/>
            <a:cxnLst/>
            <a:rect l="l" t="t" r="r" b="b"/>
            <a:pathLst>
              <a:path w="199389" h="228600">
                <a:moveTo>
                  <a:pt x="0" y="228599"/>
                </a:moveTo>
                <a:lnTo>
                  <a:pt x="198875" y="228599"/>
                </a:lnTo>
                <a:lnTo>
                  <a:pt x="198875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28702" y="3714748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39627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735985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929826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28701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343269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25059" y="3708398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336919" y="3714748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336919" y="3943348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356011" y="430652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552370" y="430652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748727" y="4306523"/>
            <a:ext cx="213995" cy="228600"/>
          </a:xfrm>
          <a:custGeom>
            <a:avLst/>
            <a:gdLst/>
            <a:ahLst/>
            <a:cxnLst/>
            <a:rect l="l" t="t" r="r" b="b"/>
            <a:pathLst>
              <a:path w="213995" h="228600">
                <a:moveTo>
                  <a:pt x="0" y="228599"/>
                </a:moveTo>
                <a:lnTo>
                  <a:pt x="213811" y="228599"/>
                </a:lnTo>
                <a:lnTo>
                  <a:pt x="213811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962539" y="4306523"/>
            <a:ext cx="179070" cy="228600"/>
          </a:xfrm>
          <a:custGeom>
            <a:avLst/>
            <a:gdLst/>
            <a:ahLst/>
            <a:cxnLst/>
            <a:rect l="l" t="t" r="r" b="b"/>
            <a:pathLst>
              <a:path w="179070" h="228600">
                <a:moveTo>
                  <a:pt x="0" y="228599"/>
                </a:moveTo>
                <a:lnTo>
                  <a:pt x="178904" y="228599"/>
                </a:lnTo>
                <a:lnTo>
                  <a:pt x="178904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41444" y="4306523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599"/>
                </a:moveTo>
                <a:lnTo>
                  <a:pt x="196358" y="228599"/>
                </a:lnTo>
                <a:lnTo>
                  <a:pt x="196358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552369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748727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962539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141443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356011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337801" y="4300173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49661" y="4306523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49661" y="4535123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168837" y="3457199"/>
            <a:ext cx="309245" cy="228600"/>
          </a:xfrm>
          <a:custGeom>
            <a:avLst/>
            <a:gdLst/>
            <a:ahLst/>
            <a:cxnLst/>
            <a:rect l="l" t="t" r="r" b="b"/>
            <a:pathLst>
              <a:path w="309245" h="228600">
                <a:moveTo>
                  <a:pt x="154434" y="0"/>
                </a:moveTo>
                <a:lnTo>
                  <a:pt x="0" y="228386"/>
                </a:lnTo>
                <a:lnTo>
                  <a:pt x="308885" y="228386"/>
                </a:lnTo>
                <a:lnTo>
                  <a:pt x="154434" y="0"/>
                </a:lnTo>
                <a:close/>
              </a:path>
            </a:pathLst>
          </a:custGeom>
          <a:solidFill>
            <a:srgbClr val="6DC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168837" y="3457199"/>
            <a:ext cx="309245" cy="228600"/>
          </a:xfrm>
          <a:custGeom>
            <a:avLst/>
            <a:gdLst/>
            <a:ahLst/>
            <a:cxnLst/>
            <a:rect l="l" t="t" r="r" b="b"/>
            <a:pathLst>
              <a:path w="309245" h="228600">
                <a:moveTo>
                  <a:pt x="154434" y="0"/>
                </a:moveTo>
                <a:lnTo>
                  <a:pt x="231639" y="114196"/>
                </a:lnTo>
                <a:lnTo>
                  <a:pt x="308886" y="228385"/>
                </a:lnTo>
                <a:lnTo>
                  <a:pt x="154434" y="228385"/>
                </a:lnTo>
                <a:lnTo>
                  <a:pt x="0" y="228385"/>
                </a:lnTo>
                <a:lnTo>
                  <a:pt x="77229" y="114196"/>
                </a:lnTo>
                <a:lnTo>
                  <a:pt x="154434" y="0"/>
                </a:lnTo>
                <a:close/>
              </a:path>
            </a:pathLst>
          </a:custGeom>
          <a:ln w="2481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160332" y="4336715"/>
            <a:ext cx="309245" cy="228600"/>
          </a:xfrm>
          <a:custGeom>
            <a:avLst/>
            <a:gdLst/>
            <a:ahLst/>
            <a:cxnLst/>
            <a:rect l="l" t="t" r="r" b="b"/>
            <a:pathLst>
              <a:path w="309245" h="228600">
                <a:moveTo>
                  <a:pt x="154434" y="0"/>
                </a:moveTo>
                <a:lnTo>
                  <a:pt x="0" y="228385"/>
                </a:lnTo>
                <a:lnTo>
                  <a:pt x="308886" y="228385"/>
                </a:lnTo>
                <a:lnTo>
                  <a:pt x="154434" y="0"/>
                </a:lnTo>
                <a:close/>
              </a:path>
            </a:pathLst>
          </a:custGeom>
          <a:solidFill>
            <a:srgbClr val="6DC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160332" y="4336715"/>
            <a:ext cx="309245" cy="228600"/>
          </a:xfrm>
          <a:custGeom>
            <a:avLst/>
            <a:gdLst/>
            <a:ahLst/>
            <a:cxnLst/>
            <a:rect l="l" t="t" r="r" b="b"/>
            <a:pathLst>
              <a:path w="309245" h="228600">
                <a:moveTo>
                  <a:pt x="154434" y="0"/>
                </a:moveTo>
                <a:lnTo>
                  <a:pt x="231639" y="114196"/>
                </a:lnTo>
                <a:lnTo>
                  <a:pt x="308886" y="228385"/>
                </a:lnTo>
                <a:lnTo>
                  <a:pt x="154434" y="228385"/>
                </a:lnTo>
                <a:lnTo>
                  <a:pt x="0" y="228385"/>
                </a:lnTo>
                <a:lnTo>
                  <a:pt x="77229" y="114196"/>
                </a:lnTo>
                <a:lnTo>
                  <a:pt x="154434" y="0"/>
                </a:lnTo>
                <a:close/>
              </a:path>
            </a:pathLst>
          </a:custGeom>
          <a:ln w="2481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315069" y="3665612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0" y="0"/>
                </a:moveTo>
                <a:lnTo>
                  <a:pt x="0" y="167965"/>
                </a:lnTo>
              </a:path>
            </a:pathLst>
          </a:custGeom>
          <a:ln w="381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315069" y="4202910"/>
            <a:ext cx="0" cy="161290"/>
          </a:xfrm>
          <a:custGeom>
            <a:avLst/>
            <a:gdLst/>
            <a:ahLst/>
            <a:cxnLst/>
            <a:rect l="l" t="t" r="r" b="b"/>
            <a:pathLst>
              <a:path w="0" h="161289">
                <a:moveTo>
                  <a:pt x="0" y="0"/>
                </a:moveTo>
                <a:lnTo>
                  <a:pt x="0" y="161218"/>
                </a:lnTo>
              </a:path>
            </a:pathLst>
          </a:custGeom>
          <a:ln w="381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5369646" y="3458952"/>
            <a:ext cx="8769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20">
                <a:latin typeface="Arial"/>
                <a:cs typeface="Arial"/>
              </a:rPr>
              <a:t>Embedding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88717" y="4074648"/>
            <a:ext cx="8769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20">
                <a:latin typeface="Arial"/>
                <a:cs typeface="Arial"/>
              </a:rPr>
              <a:t>Embedding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613224" y="3881708"/>
            <a:ext cx="979169" cy="342900"/>
          </a:xfrm>
          <a:custGeom>
            <a:avLst/>
            <a:gdLst/>
            <a:ahLst/>
            <a:cxnLst/>
            <a:rect l="l" t="t" r="r" b="b"/>
            <a:pathLst>
              <a:path w="979170" h="342900">
                <a:moveTo>
                  <a:pt x="807406" y="0"/>
                </a:moveTo>
                <a:lnTo>
                  <a:pt x="807406" y="85725"/>
                </a:lnTo>
                <a:lnTo>
                  <a:pt x="0" y="85725"/>
                </a:lnTo>
                <a:lnTo>
                  <a:pt x="0" y="257175"/>
                </a:lnTo>
                <a:lnTo>
                  <a:pt x="807406" y="257175"/>
                </a:lnTo>
                <a:lnTo>
                  <a:pt x="807406" y="342900"/>
                </a:lnTo>
                <a:lnTo>
                  <a:pt x="978855" y="171450"/>
                </a:lnTo>
                <a:lnTo>
                  <a:pt x="80740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181499" y="3833577"/>
            <a:ext cx="313055" cy="369570"/>
          </a:xfrm>
          <a:custGeom>
            <a:avLst/>
            <a:gdLst/>
            <a:ahLst/>
            <a:cxnLst/>
            <a:rect l="l" t="t" r="r" b="b"/>
            <a:pathLst>
              <a:path w="313054" h="369570">
                <a:moveTo>
                  <a:pt x="0" y="0"/>
                </a:moveTo>
                <a:lnTo>
                  <a:pt x="312906" y="0"/>
                </a:lnTo>
                <a:lnTo>
                  <a:pt x="312906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260238" y="3868899"/>
            <a:ext cx="14859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10">
                <a:latin typeface="Arial"/>
                <a:cs typeface="Arial"/>
              </a:rPr>
              <a:t>?</a:t>
            </a:r>
            <a:endParaRPr sz="17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xfrm>
            <a:off x="2042795" y="375411"/>
            <a:ext cx="506095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55"/>
              <a:t>Approach:</a:t>
            </a:r>
            <a:r>
              <a:rPr dirty="0" sz="4600" spc="-50"/>
              <a:t> </a:t>
            </a:r>
            <a:r>
              <a:rPr dirty="0" sz="4600" spc="-90"/>
              <a:t>Decagon</a:t>
            </a:r>
            <a:endParaRPr sz="4600"/>
          </a:p>
        </p:txBody>
      </p:sp>
      <p:sp>
        <p:nvSpPr>
          <p:cNvPr id="80" name="object 80"/>
          <p:cNvSpPr txBox="1"/>
          <p:nvPr/>
        </p:nvSpPr>
        <p:spPr>
          <a:xfrm>
            <a:off x="371220" y="5122335"/>
            <a:ext cx="8458200" cy="133096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133350" rIns="0" bIns="0" rtlCol="0" vert="horz">
            <a:spAutoFit/>
          </a:bodyPr>
          <a:lstStyle/>
          <a:p>
            <a:pPr marL="90805" marR="630555">
              <a:lnSpc>
                <a:spcPts val="2090"/>
              </a:lnSpc>
              <a:spcBef>
                <a:spcPts val="1050"/>
              </a:spcBef>
            </a:pPr>
            <a:r>
              <a:rPr dirty="0" sz="1750" spc="-55">
                <a:solidFill>
                  <a:srgbClr val="FFFFFF"/>
                </a:solidFill>
                <a:latin typeface="Arial"/>
                <a:cs typeface="Arial"/>
              </a:rPr>
              <a:t>Training </a:t>
            </a:r>
            <a:r>
              <a:rPr dirty="0" sz="175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750" spc="0">
                <a:solidFill>
                  <a:srgbClr val="FFFFFF"/>
                </a:solidFill>
                <a:latin typeface="Arial"/>
                <a:cs typeface="Arial"/>
              </a:rPr>
              <a:t>model: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Feed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embeddings into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any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loss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run 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stochastic 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gradient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descent 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train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weight</a:t>
            </a:r>
            <a:r>
              <a:rPr dirty="0" sz="1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parameters:</a:t>
            </a:r>
            <a:endParaRPr sz="1800">
              <a:latin typeface="Arial"/>
              <a:cs typeface="Arial"/>
            </a:endParaRPr>
          </a:p>
          <a:p>
            <a:pPr marL="377190" indent="-285750">
              <a:lnSpc>
                <a:spcPts val="2150"/>
              </a:lnSpc>
              <a:buChar char="•"/>
              <a:tabLst>
                <a:tab pos="376555" algn="l"/>
                <a:tab pos="377190" algn="l"/>
              </a:tabLst>
            </a:pP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loss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based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on e.g., random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walks,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node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proximity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3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377190" indent="-285750">
              <a:lnSpc>
                <a:spcPct val="100000"/>
              </a:lnSpc>
              <a:spcBef>
                <a:spcPts val="45"/>
              </a:spcBef>
              <a:buChar char="•"/>
              <a:tabLst>
                <a:tab pos="376555" algn="l"/>
                <a:tab pos="377190" algn="l"/>
              </a:tabLst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Directly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train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 model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supervised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task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(e.g.,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r>
              <a:rPr dirty="0" sz="1800" spc="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classification)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2741" y="2943280"/>
            <a:ext cx="3946728" cy="3798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62600" y="2999202"/>
            <a:ext cx="3124200" cy="3679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7816" y="1329435"/>
            <a:ext cx="7035800" cy="87947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</a:pPr>
            <a:r>
              <a:rPr dirty="0" sz="2800" spc="-90">
                <a:latin typeface="Arial"/>
                <a:cs typeface="Arial"/>
              </a:rPr>
              <a:t>Generate </a:t>
            </a:r>
            <a:r>
              <a:rPr dirty="0" sz="2800" spc="-45">
                <a:latin typeface="Arial"/>
                <a:cs typeface="Arial"/>
              </a:rPr>
              <a:t>embeddings </a:t>
            </a:r>
            <a:r>
              <a:rPr dirty="0" sz="2800" spc="-50">
                <a:latin typeface="Arial"/>
                <a:cs typeface="Arial"/>
              </a:rPr>
              <a:t>based </a:t>
            </a:r>
            <a:r>
              <a:rPr dirty="0" sz="2800" spc="-40">
                <a:latin typeface="Arial"/>
                <a:cs typeface="Arial"/>
              </a:rPr>
              <a:t>on </a:t>
            </a:r>
            <a:r>
              <a:rPr dirty="0" baseline="1010" sz="4125" spc="-67">
                <a:solidFill>
                  <a:srgbClr val="C00000"/>
                </a:solidFill>
                <a:latin typeface="Arial"/>
                <a:cs typeface="Arial"/>
              </a:rPr>
              <a:t>local </a:t>
            </a:r>
            <a:r>
              <a:rPr dirty="0" baseline="1010" sz="4125" spc="-7">
                <a:solidFill>
                  <a:srgbClr val="C00000"/>
                </a:solidFill>
                <a:latin typeface="Arial"/>
                <a:cs typeface="Arial"/>
              </a:rPr>
              <a:t>network  </a:t>
            </a:r>
            <a:r>
              <a:rPr dirty="0" sz="2750" spc="-20">
                <a:solidFill>
                  <a:srgbClr val="C00000"/>
                </a:solidFill>
                <a:latin typeface="Arial"/>
                <a:cs typeface="Arial"/>
              </a:rPr>
              <a:t>neighborhoods </a:t>
            </a:r>
            <a:r>
              <a:rPr dirty="0" sz="2750" spc="-30">
                <a:solidFill>
                  <a:srgbClr val="C00000"/>
                </a:solidFill>
                <a:latin typeface="Arial"/>
                <a:cs typeface="Arial"/>
              </a:rPr>
              <a:t>separated </a:t>
            </a:r>
            <a:r>
              <a:rPr dirty="0" sz="2750" spc="-10">
                <a:solidFill>
                  <a:srgbClr val="C00000"/>
                </a:solidFill>
                <a:latin typeface="Arial"/>
                <a:cs typeface="Arial"/>
              </a:rPr>
              <a:t>by </a:t>
            </a:r>
            <a:r>
              <a:rPr dirty="0" sz="2750" spc="-25">
                <a:solidFill>
                  <a:srgbClr val="C00000"/>
                </a:solidFill>
                <a:latin typeface="Arial"/>
                <a:cs typeface="Arial"/>
              </a:rPr>
              <a:t>edge</a:t>
            </a:r>
            <a:r>
              <a:rPr dirty="0" sz="2750" spc="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C00000"/>
                </a:solidFill>
                <a:latin typeface="Arial"/>
                <a:cs typeface="Arial"/>
              </a:rPr>
              <a:t>type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061" y="326643"/>
            <a:ext cx="890714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65"/>
              <a:t>Key </a:t>
            </a:r>
            <a:r>
              <a:rPr dirty="0" sz="5200" spc="-120"/>
              <a:t>Idea: </a:t>
            </a:r>
            <a:r>
              <a:rPr dirty="0" sz="5200" spc="-105"/>
              <a:t>Aggregate</a:t>
            </a:r>
            <a:r>
              <a:rPr dirty="0" sz="5200" spc="280"/>
              <a:t> </a:t>
            </a:r>
            <a:r>
              <a:rPr dirty="0" sz="5200" spc="-85"/>
              <a:t>Neighbors</a:t>
            </a:r>
            <a:endParaRPr sz="5200"/>
          </a:p>
        </p:txBody>
      </p:sp>
      <p:sp>
        <p:nvSpPr>
          <p:cNvPr id="6" name="object 6"/>
          <p:cNvSpPr/>
          <p:nvPr/>
        </p:nvSpPr>
        <p:spPr>
          <a:xfrm>
            <a:off x="4572000" y="2339595"/>
            <a:ext cx="4486910" cy="678815"/>
          </a:xfrm>
          <a:custGeom>
            <a:avLst/>
            <a:gdLst/>
            <a:ahLst/>
            <a:cxnLst/>
            <a:rect l="l" t="t" r="r" b="b"/>
            <a:pathLst>
              <a:path w="4486909" h="678814">
                <a:moveTo>
                  <a:pt x="0" y="0"/>
                </a:moveTo>
                <a:lnTo>
                  <a:pt x="2617053" y="0"/>
                </a:lnTo>
                <a:lnTo>
                  <a:pt x="3128978" y="0"/>
                </a:lnTo>
                <a:lnTo>
                  <a:pt x="3738647" y="0"/>
                </a:lnTo>
                <a:lnTo>
                  <a:pt x="4486376" y="0"/>
                </a:lnTo>
                <a:lnTo>
                  <a:pt x="4486376" y="113067"/>
                </a:lnTo>
                <a:lnTo>
                  <a:pt x="4486376" y="282666"/>
                </a:lnTo>
                <a:lnTo>
                  <a:pt x="4486376" y="678396"/>
                </a:lnTo>
                <a:lnTo>
                  <a:pt x="3738647" y="678396"/>
                </a:lnTo>
                <a:lnTo>
                  <a:pt x="2617053" y="678396"/>
                </a:lnTo>
                <a:lnTo>
                  <a:pt x="0" y="678396"/>
                </a:lnTo>
                <a:lnTo>
                  <a:pt x="0" y="282666"/>
                </a:lnTo>
                <a:lnTo>
                  <a:pt x="0" y="11306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84700" y="2392172"/>
            <a:ext cx="446151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78105" marR="182880">
              <a:lnSpc>
                <a:spcPts val="2090"/>
              </a:lnSpc>
              <a:spcBef>
                <a:spcPts val="225"/>
              </a:spcBef>
            </a:pPr>
            <a:r>
              <a:rPr dirty="0" sz="1800" spc="-70">
                <a:latin typeface="Arial"/>
                <a:cs typeface="Arial"/>
              </a:rPr>
              <a:t>2) </a:t>
            </a:r>
            <a:r>
              <a:rPr dirty="0" sz="1800" spc="-15">
                <a:latin typeface="Arial"/>
                <a:cs typeface="Arial"/>
              </a:rPr>
              <a:t>Learn </a:t>
            </a:r>
            <a:r>
              <a:rPr dirty="0" sz="1800" spc="25">
                <a:latin typeface="Arial"/>
                <a:cs typeface="Arial"/>
              </a:rPr>
              <a:t>how </a:t>
            </a:r>
            <a:r>
              <a:rPr dirty="0" sz="1800" spc="40">
                <a:latin typeface="Arial"/>
                <a:cs typeface="Arial"/>
              </a:rPr>
              <a:t>to </a:t>
            </a:r>
            <a:r>
              <a:rPr dirty="0" sz="1800" spc="5">
                <a:latin typeface="Arial"/>
                <a:cs typeface="Arial"/>
              </a:rPr>
              <a:t>transform </a:t>
            </a:r>
            <a:r>
              <a:rPr dirty="0" sz="1800" spc="0">
                <a:latin typeface="Arial"/>
                <a:cs typeface="Arial"/>
              </a:rPr>
              <a:t>and </a:t>
            </a:r>
            <a:r>
              <a:rPr dirty="0" sz="1800" spc="5">
                <a:latin typeface="Arial"/>
                <a:cs typeface="Arial"/>
              </a:rPr>
              <a:t>propagate  information </a:t>
            </a:r>
            <a:r>
              <a:rPr dirty="0" sz="1800">
                <a:latin typeface="Arial"/>
                <a:cs typeface="Arial"/>
              </a:rPr>
              <a:t>across </a:t>
            </a:r>
            <a:r>
              <a:rPr dirty="0" sz="1800" spc="25">
                <a:latin typeface="Arial"/>
                <a:cs typeface="Arial"/>
              </a:rPr>
              <a:t>computation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0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75583" y="3871781"/>
            <a:ext cx="2180590" cy="723900"/>
          </a:xfrm>
          <a:custGeom>
            <a:avLst/>
            <a:gdLst/>
            <a:ahLst/>
            <a:cxnLst/>
            <a:rect l="l" t="t" r="r" b="b"/>
            <a:pathLst>
              <a:path w="2180590" h="723900">
                <a:moveTo>
                  <a:pt x="2038565" y="547805"/>
                </a:moveTo>
                <a:lnTo>
                  <a:pt x="1905896" y="547805"/>
                </a:lnTo>
                <a:lnTo>
                  <a:pt x="2180308" y="723386"/>
                </a:lnTo>
                <a:lnTo>
                  <a:pt x="2038565" y="547805"/>
                </a:lnTo>
                <a:close/>
              </a:path>
              <a:path w="2180590" h="723900">
                <a:moveTo>
                  <a:pt x="1905896" y="0"/>
                </a:moveTo>
                <a:lnTo>
                  <a:pt x="0" y="0"/>
                </a:lnTo>
                <a:lnTo>
                  <a:pt x="0" y="657368"/>
                </a:lnTo>
                <a:lnTo>
                  <a:pt x="1905896" y="657368"/>
                </a:lnTo>
                <a:lnTo>
                  <a:pt x="1905896" y="547805"/>
                </a:lnTo>
                <a:lnTo>
                  <a:pt x="2038565" y="547805"/>
                </a:lnTo>
                <a:lnTo>
                  <a:pt x="1905896" y="383463"/>
                </a:lnTo>
                <a:lnTo>
                  <a:pt x="1905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75583" y="3871781"/>
            <a:ext cx="2180590" cy="723900"/>
          </a:xfrm>
          <a:custGeom>
            <a:avLst/>
            <a:gdLst/>
            <a:ahLst/>
            <a:cxnLst/>
            <a:rect l="l" t="t" r="r" b="b"/>
            <a:pathLst>
              <a:path w="2180590" h="723900">
                <a:moveTo>
                  <a:pt x="0" y="0"/>
                </a:moveTo>
                <a:lnTo>
                  <a:pt x="1111773" y="0"/>
                </a:lnTo>
                <a:lnTo>
                  <a:pt x="1588248" y="0"/>
                </a:lnTo>
                <a:lnTo>
                  <a:pt x="1905897" y="0"/>
                </a:lnTo>
                <a:lnTo>
                  <a:pt x="1905897" y="383464"/>
                </a:lnTo>
                <a:lnTo>
                  <a:pt x="2180307" y="723386"/>
                </a:lnTo>
                <a:lnTo>
                  <a:pt x="1905897" y="547806"/>
                </a:lnTo>
                <a:lnTo>
                  <a:pt x="1905897" y="657368"/>
                </a:lnTo>
                <a:lnTo>
                  <a:pt x="1588248" y="657368"/>
                </a:lnTo>
                <a:lnTo>
                  <a:pt x="1111773" y="657368"/>
                </a:lnTo>
                <a:lnTo>
                  <a:pt x="0" y="657368"/>
                </a:lnTo>
                <a:lnTo>
                  <a:pt x="0" y="547806"/>
                </a:lnTo>
                <a:lnTo>
                  <a:pt x="0" y="38346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75583" y="5458387"/>
            <a:ext cx="1974214" cy="1122045"/>
          </a:xfrm>
          <a:custGeom>
            <a:avLst/>
            <a:gdLst/>
            <a:ahLst/>
            <a:cxnLst/>
            <a:rect l="l" t="t" r="r" b="b"/>
            <a:pathLst>
              <a:path w="1974215" h="1122045">
                <a:moveTo>
                  <a:pt x="1973914" y="409012"/>
                </a:moveTo>
                <a:lnTo>
                  <a:pt x="0" y="409012"/>
                </a:lnTo>
                <a:lnTo>
                  <a:pt x="0" y="1121948"/>
                </a:lnTo>
                <a:lnTo>
                  <a:pt x="1973914" y="1121948"/>
                </a:lnTo>
                <a:lnTo>
                  <a:pt x="1973914" y="409012"/>
                </a:lnTo>
                <a:close/>
              </a:path>
              <a:path w="1974215" h="1122045">
                <a:moveTo>
                  <a:pt x="1610812" y="0"/>
                </a:moveTo>
                <a:lnTo>
                  <a:pt x="1151449" y="409012"/>
                </a:lnTo>
                <a:lnTo>
                  <a:pt x="1644928" y="409012"/>
                </a:lnTo>
                <a:lnTo>
                  <a:pt x="16108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75583" y="5458388"/>
            <a:ext cx="1974214" cy="1122045"/>
          </a:xfrm>
          <a:custGeom>
            <a:avLst/>
            <a:gdLst/>
            <a:ahLst/>
            <a:cxnLst/>
            <a:rect l="l" t="t" r="r" b="b"/>
            <a:pathLst>
              <a:path w="1974215" h="1122045">
                <a:moveTo>
                  <a:pt x="0" y="409011"/>
                </a:moveTo>
                <a:lnTo>
                  <a:pt x="1151450" y="409011"/>
                </a:lnTo>
                <a:lnTo>
                  <a:pt x="1610812" y="0"/>
                </a:lnTo>
                <a:lnTo>
                  <a:pt x="1644928" y="409011"/>
                </a:lnTo>
                <a:lnTo>
                  <a:pt x="1973914" y="409011"/>
                </a:lnTo>
                <a:lnTo>
                  <a:pt x="1973914" y="527835"/>
                </a:lnTo>
                <a:lnTo>
                  <a:pt x="1973914" y="706069"/>
                </a:lnTo>
                <a:lnTo>
                  <a:pt x="1973914" y="1121947"/>
                </a:lnTo>
                <a:lnTo>
                  <a:pt x="1644928" y="1121947"/>
                </a:lnTo>
                <a:lnTo>
                  <a:pt x="1151450" y="1121947"/>
                </a:lnTo>
                <a:lnTo>
                  <a:pt x="0" y="1121947"/>
                </a:lnTo>
                <a:lnTo>
                  <a:pt x="0" y="706069"/>
                </a:lnTo>
                <a:lnTo>
                  <a:pt x="0" y="527835"/>
                </a:lnTo>
                <a:lnTo>
                  <a:pt x="0" y="40901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95238" y="5905500"/>
            <a:ext cx="15278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3365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solidFill>
                  <a:srgbClr val="F79646"/>
                </a:solidFill>
                <a:latin typeface="Arial"/>
                <a:cs typeface="Arial"/>
              </a:rPr>
              <a:t>2</a:t>
            </a:r>
            <a:r>
              <a:rPr dirty="0" baseline="25641" sz="1950" spc="15">
                <a:solidFill>
                  <a:srgbClr val="F79646"/>
                </a:solidFill>
                <a:latin typeface="Arial"/>
                <a:cs typeface="Arial"/>
              </a:rPr>
              <a:t>nd </a:t>
            </a:r>
            <a:r>
              <a:rPr dirty="0" sz="2000" spc="0">
                <a:solidFill>
                  <a:srgbClr val="F79646"/>
                </a:solidFill>
                <a:latin typeface="Arial"/>
                <a:cs typeface="Arial"/>
              </a:rPr>
              <a:t>order  </a:t>
            </a:r>
            <a:r>
              <a:rPr dirty="0" sz="2000" spc="5">
                <a:solidFill>
                  <a:srgbClr val="F79646"/>
                </a:solidFill>
                <a:latin typeface="Arial"/>
                <a:cs typeface="Arial"/>
              </a:rPr>
              <a:t>neighbor </a:t>
            </a:r>
            <a:r>
              <a:rPr dirty="0" sz="2000" spc="30">
                <a:latin typeface="Arial"/>
                <a:cs typeface="Arial"/>
              </a:rPr>
              <a:t>of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7873" y="2339594"/>
            <a:ext cx="3879215" cy="678815"/>
          </a:xfrm>
          <a:custGeom>
            <a:avLst/>
            <a:gdLst/>
            <a:ahLst/>
            <a:cxnLst/>
            <a:rect l="l" t="t" r="r" b="b"/>
            <a:pathLst>
              <a:path w="3879215" h="678814">
                <a:moveTo>
                  <a:pt x="0" y="0"/>
                </a:moveTo>
                <a:lnTo>
                  <a:pt x="2262611" y="0"/>
                </a:lnTo>
                <a:lnTo>
                  <a:pt x="3232302" y="0"/>
                </a:lnTo>
                <a:lnTo>
                  <a:pt x="3878762" y="0"/>
                </a:lnTo>
                <a:lnTo>
                  <a:pt x="3878762" y="395730"/>
                </a:lnTo>
                <a:lnTo>
                  <a:pt x="3878762" y="565329"/>
                </a:lnTo>
                <a:lnTo>
                  <a:pt x="3878762" y="678397"/>
                </a:lnTo>
                <a:lnTo>
                  <a:pt x="3232302" y="678397"/>
                </a:lnTo>
                <a:lnTo>
                  <a:pt x="2737204" y="678397"/>
                </a:lnTo>
                <a:lnTo>
                  <a:pt x="2262611" y="678397"/>
                </a:lnTo>
                <a:lnTo>
                  <a:pt x="0" y="678397"/>
                </a:lnTo>
                <a:lnTo>
                  <a:pt x="0" y="565329"/>
                </a:lnTo>
                <a:lnTo>
                  <a:pt x="0" y="39573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0573" y="2392172"/>
            <a:ext cx="385381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78105" marR="194310">
              <a:lnSpc>
                <a:spcPts val="2090"/>
              </a:lnSpc>
              <a:spcBef>
                <a:spcPts val="225"/>
              </a:spcBef>
            </a:pPr>
            <a:r>
              <a:rPr dirty="0" sz="1800" spc="-70">
                <a:latin typeface="Arial"/>
                <a:cs typeface="Arial"/>
              </a:rPr>
              <a:t>1) </a:t>
            </a:r>
            <a:r>
              <a:rPr dirty="0" sz="1800" spc="-10">
                <a:latin typeface="Arial"/>
                <a:cs typeface="Arial"/>
              </a:rPr>
              <a:t>Determine </a:t>
            </a:r>
            <a:r>
              <a:rPr dirty="0" sz="1800" spc="-35">
                <a:latin typeface="Arial"/>
                <a:cs typeface="Arial"/>
              </a:rPr>
              <a:t>a </a:t>
            </a:r>
            <a:r>
              <a:rPr dirty="0" sz="1800">
                <a:latin typeface="Arial"/>
                <a:cs typeface="Arial"/>
              </a:rPr>
              <a:t>node’s </a:t>
            </a:r>
            <a:r>
              <a:rPr dirty="0" sz="1800" spc="25">
                <a:latin typeface="Arial"/>
                <a:cs typeface="Arial"/>
              </a:rPr>
              <a:t>computation  </a:t>
            </a:r>
            <a:r>
              <a:rPr dirty="0" sz="1800" spc="5">
                <a:latin typeface="Arial"/>
                <a:cs typeface="Arial"/>
              </a:rPr>
              <a:t>graph </a:t>
            </a:r>
            <a:r>
              <a:rPr dirty="0" sz="1800" spc="15">
                <a:latin typeface="Arial"/>
                <a:cs typeface="Arial"/>
              </a:rPr>
              <a:t>for </a:t>
            </a:r>
            <a:r>
              <a:rPr dirty="0" sz="1800" spc="-5">
                <a:latin typeface="Arial"/>
                <a:cs typeface="Arial"/>
              </a:rPr>
              <a:t>each </a:t>
            </a:r>
            <a:r>
              <a:rPr dirty="0" sz="1800">
                <a:latin typeface="Arial"/>
                <a:cs typeface="Arial"/>
              </a:rPr>
              <a:t>edge</a:t>
            </a:r>
            <a:r>
              <a:rPr dirty="0" sz="1800" spc="-105">
                <a:latin typeface="Arial"/>
                <a:cs typeface="Arial"/>
              </a:rPr>
              <a:t> </a:t>
            </a:r>
            <a:r>
              <a:rPr dirty="0" sz="1800" spc="15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4657091" y="3020060"/>
            <a:ext cx="2559685" cy="149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Example </a:t>
            </a:r>
            <a:r>
              <a:rPr dirty="0" sz="1800" spc="-30">
                <a:latin typeface="Arial"/>
                <a:cs typeface="Arial"/>
              </a:rPr>
              <a:t>for edge </a:t>
            </a:r>
            <a:r>
              <a:rPr dirty="0" sz="1800" spc="-20">
                <a:latin typeface="Arial"/>
                <a:cs typeface="Arial"/>
              </a:rPr>
              <a:t>type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𝑟</a:t>
            </a:r>
            <a:r>
              <a:rPr dirty="0" baseline="-14957" sz="1950" spc="-30">
                <a:latin typeface="Cambria Math"/>
                <a:cs typeface="Cambria Math"/>
              </a:rPr>
              <a:t>$</a:t>
            </a:r>
            <a:r>
              <a:rPr dirty="0" sz="1800" spc="-2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16535" marR="832485" indent="281305">
              <a:lnSpc>
                <a:spcPct val="100000"/>
              </a:lnSpc>
              <a:spcBef>
                <a:spcPts val="1865"/>
              </a:spcBef>
            </a:pPr>
            <a:r>
              <a:rPr dirty="0" sz="2000" spc="1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dirty="0" baseline="25641" sz="1950" spc="15">
                <a:solidFill>
                  <a:srgbClr val="C00000"/>
                </a:solidFill>
                <a:latin typeface="Arial"/>
                <a:cs typeface="Arial"/>
              </a:rPr>
              <a:t>st </a:t>
            </a:r>
            <a:r>
              <a:rPr dirty="0" sz="2000" spc="0">
                <a:solidFill>
                  <a:srgbClr val="C00000"/>
                </a:solidFill>
                <a:latin typeface="Arial"/>
                <a:cs typeface="Arial"/>
              </a:rPr>
              <a:t>order  </a:t>
            </a:r>
            <a:r>
              <a:rPr dirty="0" sz="2000" spc="5">
                <a:solidFill>
                  <a:srgbClr val="C00000"/>
                </a:solidFill>
                <a:latin typeface="Arial"/>
                <a:cs typeface="Arial"/>
              </a:rPr>
              <a:t>neighbor </a:t>
            </a:r>
            <a:r>
              <a:rPr dirty="0" sz="2000" spc="30">
                <a:latin typeface="Arial"/>
                <a:cs typeface="Arial"/>
              </a:rPr>
              <a:t>of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1014" y="6440204"/>
            <a:ext cx="312420" cy="190500"/>
          </a:xfrm>
          <a:custGeom>
            <a:avLst/>
            <a:gdLst/>
            <a:ahLst/>
            <a:cxnLst/>
            <a:rect l="l" t="t" r="r" b="b"/>
            <a:pathLst>
              <a:path w="312420" h="190500">
                <a:moveTo>
                  <a:pt x="63516" y="12850"/>
                </a:moveTo>
                <a:lnTo>
                  <a:pt x="23497" y="12850"/>
                </a:lnTo>
                <a:lnTo>
                  <a:pt x="89216" y="183203"/>
                </a:lnTo>
                <a:lnTo>
                  <a:pt x="91052" y="187609"/>
                </a:lnTo>
                <a:lnTo>
                  <a:pt x="92153" y="190179"/>
                </a:lnTo>
                <a:lnTo>
                  <a:pt x="105737" y="190179"/>
                </a:lnTo>
                <a:lnTo>
                  <a:pt x="106838" y="187609"/>
                </a:lnTo>
                <a:lnTo>
                  <a:pt x="108306" y="183203"/>
                </a:lnTo>
                <a:lnTo>
                  <a:pt x="125637" y="138412"/>
                </a:lnTo>
                <a:lnTo>
                  <a:pt x="111978" y="138412"/>
                </a:lnTo>
                <a:lnTo>
                  <a:pt x="63516" y="12850"/>
                </a:lnTo>
                <a:close/>
              </a:path>
              <a:path w="312420" h="190500">
                <a:moveTo>
                  <a:pt x="196202" y="59844"/>
                </a:moveTo>
                <a:lnTo>
                  <a:pt x="156036" y="59844"/>
                </a:lnTo>
                <a:lnTo>
                  <a:pt x="203765" y="183203"/>
                </a:lnTo>
                <a:lnTo>
                  <a:pt x="205600" y="187609"/>
                </a:lnTo>
                <a:lnTo>
                  <a:pt x="206334" y="190179"/>
                </a:lnTo>
                <a:lnTo>
                  <a:pt x="220286" y="190179"/>
                </a:lnTo>
                <a:lnTo>
                  <a:pt x="221387" y="187609"/>
                </a:lnTo>
                <a:lnTo>
                  <a:pt x="222855" y="183203"/>
                </a:lnTo>
                <a:lnTo>
                  <a:pt x="240230" y="138412"/>
                </a:lnTo>
                <a:lnTo>
                  <a:pt x="226527" y="138412"/>
                </a:lnTo>
                <a:lnTo>
                  <a:pt x="196202" y="59844"/>
                </a:lnTo>
                <a:close/>
              </a:path>
              <a:path w="312420" h="190500">
                <a:moveTo>
                  <a:pt x="178064" y="12850"/>
                </a:moveTo>
                <a:lnTo>
                  <a:pt x="138046" y="12850"/>
                </a:lnTo>
                <a:lnTo>
                  <a:pt x="149426" y="42221"/>
                </a:lnTo>
                <a:lnTo>
                  <a:pt x="111978" y="138412"/>
                </a:lnTo>
                <a:lnTo>
                  <a:pt x="125637" y="138412"/>
                </a:lnTo>
                <a:lnTo>
                  <a:pt x="156036" y="59844"/>
                </a:lnTo>
                <a:lnTo>
                  <a:pt x="196202" y="59844"/>
                </a:lnTo>
                <a:lnTo>
                  <a:pt x="178064" y="12850"/>
                </a:lnTo>
                <a:close/>
              </a:path>
              <a:path w="312420" h="190500">
                <a:moveTo>
                  <a:pt x="245619" y="0"/>
                </a:moveTo>
                <a:lnTo>
                  <a:pt x="245619" y="12850"/>
                </a:lnTo>
                <a:lnTo>
                  <a:pt x="251837" y="12901"/>
                </a:lnTo>
                <a:lnTo>
                  <a:pt x="259294" y="13263"/>
                </a:lnTo>
                <a:lnTo>
                  <a:pt x="266889" y="14243"/>
                </a:lnTo>
                <a:lnTo>
                  <a:pt x="273521" y="16153"/>
                </a:lnTo>
                <a:lnTo>
                  <a:pt x="226527" y="138412"/>
                </a:lnTo>
                <a:lnTo>
                  <a:pt x="240230" y="138412"/>
                </a:lnTo>
                <a:lnTo>
                  <a:pt x="286371" y="19458"/>
                </a:lnTo>
                <a:lnTo>
                  <a:pt x="287840" y="15052"/>
                </a:lnTo>
                <a:lnTo>
                  <a:pt x="288207" y="14318"/>
                </a:lnTo>
                <a:lnTo>
                  <a:pt x="296651" y="13584"/>
                </a:lnTo>
                <a:lnTo>
                  <a:pt x="302158" y="12850"/>
                </a:lnTo>
                <a:lnTo>
                  <a:pt x="312072" y="12850"/>
                </a:lnTo>
                <a:lnTo>
                  <a:pt x="312072" y="1101"/>
                </a:lnTo>
                <a:lnTo>
                  <a:pt x="283067" y="1101"/>
                </a:lnTo>
                <a:lnTo>
                  <a:pt x="274118" y="1084"/>
                </a:lnTo>
                <a:lnTo>
                  <a:pt x="264067" y="963"/>
                </a:lnTo>
                <a:lnTo>
                  <a:pt x="254155" y="636"/>
                </a:lnTo>
                <a:lnTo>
                  <a:pt x="245619" y="0"/>
                </a:lnTo>
                <a:close/>
              </a:path>
              <a:path w="312420" h="190500">
                <a:moveTo>
                  <a:pt x="0" y="0"/>
                </a:moveTo>
                <a:lnTo>
                  <a:pt x="0" y="12850"/>
                </a:lnTo>
                <a:lnTo>
                  <a:pt x="89950" y="12850"/>
                </a:lnTo>
                <a:lnTo>
                  <a:pt x="89950" y="1101"/>
                </a:lnTo>
                <a:lnTo>
                  <a:pt x="41854" y="1101"/>
                </a:lnTo>
                <a:lnTo>
                  <a:pt x="20514" y="963"/>
                </a:lnTo>
                <a:lnTo>
                  <a:pt x="9070" y="636"/>
                </a:lnTo>
                <a:lnTo>
                  <a:pt x="0" y="0"/>
                </a:lnTo>
                <a:close/>
              </a:path>
              <a:path w="312420" h="190500">
                <a:moveTo>
                  <a:pt x="114548" y="0"/>
                </a:moveTo>
                <a:lnTo>
                  <a:pt x="114548" y="12850"/>
                </a:lnTo>
                <a:lnTo>
                  <a:pt x="204499" y="12850"/>
                </a:lnTo>
                <a:lnTo>
                  <a:pt x="204499" y="1101"/>
                </a:lnTo>
                <a:lnTo>
                  <a:pt x="156403" y="1101"/>
                </a:lnTo>
                <a:lnTo>
                  <a:pt x="135063" y="963"/>
                </a:lnTo>
                <a:lnTo>
                  <a:pt x="123618" y="636"/>
                </a:lnTo>
                <a:lnTo>
                  <a:pt x="114548" y="0"/>
                </a:lnTo>
                <a:close/>
              </a:path>
              <a:path w="312420" h="190500">
                <a:moveTo>
                  <a:pt x="89950" y="0"/>
                </a:moveTo>
                <a:lnTo>
                  <a:pt x="79595" y="636"/>
                </a:lnTo>
                <a:lnTo>
                  <a:pt x="66315" y="963"/>
                </a:lnTo>
                <a:lnTo>
                  <a:pt x="41854" y="1101"/>
                </a:lnTo>
                <a:lnTo>
                  <a:pt x="89950" y="1101"/>
                </a:lnTo>
                <a:lnTo>
                  <a:pt x="89950" y="0"/>
                </a:lnTo>
                <a:close/>
              </a:path>
              <a:path w="312420" h="190500">
                <a:moveTo>
                  <a:pt x="204499" y="0"/>
                </a:moveTo>
                <a:lnTo>
                  <a:pt x="194144" y="636"/>
                </a:lnTo>
                <a:lnTo>
                  <a:pt x="180864" y="963"/>
                </a:lnTo>
                <a:lnTo>
                  <a:pt x="156403" y="1101"/>
                </a:lnTo>
                <a:lnTo>
                  <a:pt x="204499" y="1101"/>
                </a:lnTo>
                <a:lnTo>
                  <a:pt x="204499" y="0"/>
                </a:lnTo>
                <a:close/>
              </a:path>
              <a:path w="312420" h="190500">
                <a:moveTo>
                  <a:pt x="312072" y="0"/>
                </a:moveTo>
                <a:lnTo>
                  <a:pt x="299358" y="688"/>
                </a:lnTo>
                <a:lnTo>
                  <a:pt x="291677" y="981"/>
                </a:lnTo>
                <a:lnTo>
                  <a:pt x="283067" y="1101"/>
                </a:lnTo>
                <a:lnTo>
                  <a:pt x="312072" y="1101"/>
                </a:lnTo>
                <a:lnTo>
                  <a:pt x="312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007230" y="6342545"/>
            <a:ext cx="50165" cy="191770"/>
          </a:xfrm>
          <a:custGeom>
            <a:avLst/>
            <a:gdLst/>
            <a:ahLst/>
            <a:cxnLst/>
            <a:rect l="l" t="t" r="r" b="b"/>
            <a:pathLst>
              <a:path w="50164" h="191770">
                <a:moveTo>
                  <a:pt x="49931" y="0"/>
                </a:moveTo>
                <a:lnTo>
                  <a:pt x="46259" y="0"/>
                </a:lnTo>
                <a:lnTo>
                  <a:pt x="23697" y="21626"/>
                </a:lnTo>
                <a:lnTo>
                  <a:pt x="9499" y="46351"/>
                </a:lnTo>
                <a:lnTo>
                  <a:pt x="2116" y="71764"/>
                </a:lnTo>
                <a:lnTo>
                  <a:pt x="0" y="95456"/>
                </a:lnTo>
                <a:lnTo>
                  <a:pt x="1858" y="118121"/>
                </a:lnTo>
                <a:lnTo>
                  <a:pt x="8811" y="143506"/>
                </a:lnTo>
                <a:lnTo>
                  <a:pt x="22923" y="168822"/>
                </a:lnTo>
                <a:lnTo>
                  <a:pt x="46259" y="191280"/>
                </a:lnTo>
                <a:lnTo>
                  <a:pt x="49931" y="191280"/>
                </a:lnTo>
                <a:lnTo>
                  <a:pt x="49931" y="187977"/>
                </a:lnTo>
                <a:lnTo>
                  <a:pt x="48094" y="186140"/>
                </a:lnTo>
                <a:lnTo>
                  <a:pt x="31957" y="167330"/>
                </a:lnTo>
                <a:lnTo>
                  <a:pt x="21156" y="145525"/>
                </a:lnTo>
                <a:lnTo>
                  <a:pt x="15104" y="121449"/>
                </a:lnTo>
                <a:lnTo>
                  <a:pt x="13216" y="95824"/>
                </a:lnTo>
                <a:lnTo>
                  <a:pt x="16561" y="61714"/>
                </a:lnTo>
                <a:lnTo>
                  <a:pt x="25102" y="36071"/>
                </a:lnTo>
                <a:lnTo>
                  <a:pt x="36604" y="17450"/>
                </a:lnTo>
                <a:lnTo>
                  <a:pt x="48828" y="4405"/>
                </a:lnTo>
                <a:lnTo>
                  <a:pt x="49931" y="3303"/>
                </a:lnTo>
                <a:lnTo>
                  <a:pt x="4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85064" y="6353192"/>
            <a:ext cx="94615" cy="135255"/>
          </a:xfrm>
          <a:custGeom>
            <a:avLst/>
            <a:gdLst/>
            <a:ahLst/>
            <a:cxnLst/>
            <a:rect l="l" t="t" r="r" b="b"/>
            <a:pathLst>
              <a:path w="94614" h="135254">
                <a:moveTo>
                  <a:pt x="45892" y="0"/>
                </a:moveTo>
                <a:lnTo>
                  <a:pt x="39650" y="0"/>
                </a:lnTo>
                <a:lnTo>
                  <a:pt x="23863" y="1468"/>
                </a:lnTo>
                <a:lnTo>
                  <a:pt x="19090" y="1835"/>
                </a:lnTo>
                <a:lnTo>
                  <a:pt x="17255" y="2202"/>
                </a:lnTo>
                <a:lnTo>
                  <a:pt x="14685" y="2202"/>
                </a:lnTo>
                <a:lnTo>
                  <a:pt x="14685" y="8811"/>
                </a:lnTo>
                <a:lnTo>
                  <a:pt x="29004" y="8811"/>
                </a:lnTo>
                <a:lnTo>
                  <a:pt x="29004" y="13216"/>
                </a:lnTo>
                <a:lnTo>
                  <a:pt x="28635" y="14318"/>
                </a:lnTo>
                <a:lnTo>
                  <a:pt x="28270" y="16153"/>
                </a:lnTo>
                <a:lnTo>
                  <a:pt x="1101" y="124461"/>
                </a:lnTo>
                <a:lnTo>
                  <a:pt x="0" y="128132"/>
                </a:lnTo>
                <a:lnTo>
                  <a:pt x="0" y="131803"/>
                </a:lnTo>
                <a:lnTo>
                  <a:pt x="2569" y="135108"/>
                </a:lnTo>
                <a:lnTo>
                  <a:pt x="11748" y="135108"/>
                </a:lnTo>
                <a:lnTo>
                  <a:pt x="14317" y="131069"/>
                </a:lnTo>
                <a:lnTo>
                  <a:pt x="16962" y="121283"/>
                </a:lnTo>
                <a:lnTo>
                  <a:pt x="21092" y="105002"/>
                </a:lnTo>
                <a:lnTo>
                  <a:pt x="24965" y="89582"/>
                </a:lnTo>
                <a:lnTo>
                  <a:pt x="53311" y="89582"/>
                </a:lnTo>
                <a:lnTo>
                  <a:pt x="52041" y="88710"/>
                </a:lnTo>
                <a:lnTo>
                  <a:pt x="41692" y="85744"/>
                </a:lnTo>
                <a:lnTo>
                  <a:pt x="33408" y="84809"/>
                </a:lnTo>
                <a:lnTo>
                  <a:pt x="37263" y="82239"/>
                </a:lnTo>
                <a:lnTo>
                  <a:pt x="26800" y="82239"/>
                </a:lnTo>
                <a:lnTo>
                  <a:pt x="45892" y="5874"/>
                </a:lnTo>
                <a:lnTo>
                  <a:pt x="45892" y="5506"/>
                </a:lnTo>
                <a:lnTo>
                  <a:pt x="46626" y="2937"/>
                </a:lnTo>
                <a:lnTo>
                  <a:pt x="46626" y="1835"/>
                </a:lnTo>
                <a:lnTo>
                  <a:pt x="45892" y="0"/>
                </a:lnTo>
                <a:close/>
              </a:path>
              <a:path w="94614" h="135254">
                <a:moveTo>
                  <a:pt x="53311" y="89582"/>
                </a:moveTo>
                <a:lnTo>
                  <a:pt x="24965" y="89582"/>
                </a:lnTo>
                <a:lnTo>
                  <a:pt x="34539" y="91274"/>
                </a:lnTo>
                <a:lnTo>
                  <a:pt x="42358" y="94309"/>
                </a:lnTo>
                <a:lnTo>
                  <a:pt x="47630" y="98927"/>
                </a:lnTo>
                <a:lnTo>
                  <a:pt x="49454" y="105002"/>
                </a:lnTo>
                <a:lnTo>
                  <a:pt x="49502" y="107572"/>
                </a:lnTo>
                <a:lnTo>
                  <a:pt x="49195" y="109408"/>
                </a:lnTo>
                <a:lnTo>
                  <a:pt x="48094" y="112345"/>
                </a:lnTo>
                <a:lnTo>
                  <a:pt x="48094" y="115282"/>
                </a:lnTo>
                <a:lnTo>
                  <a:pt x="50016" y="124111"/>
                </a:lnTo>
                <a:lnTo>
                  <a:pt x="54933" y="130289"/>
                </a:lnTo>
                <a:lnTo>
                  <a:pt x="61570" y="133920"/>
                </a:lnTo>
                <a:lnTo>
                  <a:pt x="68654" y="135108"/>
                </a:lnTo>
                <a:lnTo>
                  <a:pt x="80185" y="130519"/>
                </a:lnTo>
                <a:lnTo>
                  <a:pt x="80865" y="129600"/>
                </a:lnTo>
                <a:lnTo>
                  <a:pt x="63882" y="129600"/>
                </a:lnTo>
                <a:lnTo>
                  <a:pt x="62414" y="124828"/>
                </a:lnTo>
                <a:lnTo>
                  <a:pt x="62414" y="116016"/>
                </a:lnTo>
                <a:lnTo>
                  <a:pt x="63515" y="110876"/>
                </a:lnTo>
                <a:lnTo>
                  <a:pt x="63882" y="110509"/>
                </a:lnTo>
                <a:lnTo>
                  <a:pt x="64534" y="107572"/>
                </a:lnTo>
                <a:lnTo>
                  <a:pt x="64616" y="105002"/>
                </a:lnTo>
                <a:lnTo>
                  <a:pt x="60875" y="94774"/>
                </a:lnTo>
                <a:lnTo>
                  <a:pt x="53311" y="89582"/>
                </a:lnTo>
                <a:close/>
              </a:path>
              <a:path w="94614" h="135254">
                <a:moveTo>
                  <a:pt x="92886" y="103166"/>
                </a:moveTo>
                <a:lnTo>
                  <a:pt x="87012" y="103166"/>
                </a:lnTo>
                <a:lnTo>
                  <a:pt x="87012" y="104268"/>
                </a:lnTo>
                <a:lnTo>
                  <a:pt x="85910" y="107572"/>
                </a:lnTo>
                <a:lnTo>
                  <a:pt x="83684" y="114576"/>
                </a:lnTo>
                <a:lnTo>
                  <a:pt x="80219" y="121753"/>
                </a:lnTo>
                <a:lnTo>
                  <a:pt x="75378" y="127346"/>
                </a:lnTo>
                <a:lnTo>
                  <a:pt x="69021" y="129600"/>
                </a:lnTo>
                <a:lnTo>
                  <a:pt x="80865" y="129600"/>
                </a:lnTo>
                <a:lnTo>
                  <a:pt x="87654" y="120422"/>
                </a:lnTo>
                <a:lnTo>
                  <a:pt x="91681" y="110326"/>
                </a:lnTo>
                <a:lnTo>
                  <a:pt x="92886" y="105737"/>
                </a:lnTo>
                <a:lnTo>
                  <a:pt x="92886" y="103166"/>
                </a:lnTo>
                <a:close/>
              </a:path>
              <a:path w="94614" h="135254">
                <a:moveTo>
                  <a:pt x="89949" y="48462"/>
                </a:moveTo>
                <a:lnTo>
                  <a:pt x="79669" y="48462"/>
                </a:lnTo>
                <a:lnTo>
                  <a:pt x="71603" y="49862"/>
                </a:lnTo>
                <a:lnTo>
                  <a:pt x="63882" y="53602"/>
                </a:lnTo>
                <a:lnTo>
                  <a:pt x="56436" y="58994"/>
                </a:lnTo>
                <a:lnTo>
                  <a:pt x="49195" y="65351"/>
                </a:lnTo>
                <a:lnTo>
                  <a:pt x="43373" y="70777"/>
                </a:lnTo>
                <a:lnTo>
                  <a:pt x="37861" y="75447"/>
                </a:lnTo>
                <a:lnTo>
                  <a:pt x="32417" y="79291"/>
                </a:lnTo>
                <a:lnTo>
                  <a:pt x="26800" y="82239"/>
                </a:lnTo>
                <a:lnTo>
                  <a:pt x="37263" y="82239"/>
                </a:lnTo>
                <a:lnTo>
                  <a:pt x="38916" y="81138"/>
                </a:lnTo>
                <a:lnTo>
                  <a:pt x="46258" y="74896"/>
                </a:lnTo>
                <a:lnTo>
                  <a:pt x="49564" y="71959"/>
                </a:lnTo>
                <a:lnTo>
                  <a:pt x="56746" y="65276"/>
                </a:lnTo>
                <a:lnTo>
                  <a:pt x="64065" y="59523"/>
                </a:lnTo>
                <a:lnTo>
                  <a:pt x="71661" y="55490"/>
                </a:lnTo>
                <a:lnTo>
                  <a:pt x="79669" y="53970"/>
                </a:lnTo>
                <a:lnTo>
                  <a:pt x="93427" y="53970"/>
                </a:lnTo>
                <a:lnTo>
                  <a:pt x="89949" y="48462"/>
                </a:lnTo>
                <a:close/>
              </a:path>
              <a:path w="94614" h="135254">
                <a:moveTo>
                  <a:pt x="93427" y="53970"/>
                </a:moveTo>
                <a:lnTo>
                  <a:pt x="81871" y="53970"/>
                </a:lnTo>
                <a:lnTo>
                  <a:pt x="84442" y="54336"/>
                </a:lnTo>
                <a:lnTo>
                  <a:pt x="85910" y="56539"/>
                </a:lnTo>
                <a:lnTo>
                  <a:pt x="77466" y="57641"/>
                </a:lnTo>
                <a:lnTo>
                  <a:pt x="75998" y="64249"/>
                </a:lnTo>
                <a:lnTo>
                  <a:pt x="75998" y="71225"/>
                </a:lnTo>
                <a:lnTo>
                  <a:pt x="79302" y="74162"/>
                </a:lnTo>
                <a:lnTo>
                  <a:pt x="88847" y="74162"/>
                </a:lnTo>
                <a:lnTo>
                  <a:pt x="94354" y="70123"/>
                </a:lnTo>
                <a:lnTo>
                  <a:pt x="94354" y="55438"/>
                </a:lnTo>
                <a:lnTo>
                  <a:pt x="93427" y="5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5854" y="6342545"/>
            <a:ext cx="50165" cy="191770"/>
          </a:xfrm>
          <a:custGeom>
            <a:avLst/>
            <a:gdLst/>
            <a:ahLst/>
            <a:cxnLst/>
            <a:rect l="l" t="t" r="r" b="b"/>
            <a:pathLst>
              <a:path w="50164" h="191770">
                <a:moveTo>
                  <a:pt x="3670" y="0"/>
                </a:moveTo>
                <a:lnTo>
                  <a:pt x="0" y="0"/>
                </a:lnTo>
                <a:lnTo>
                  <a:pt x="0" y="3303"/>
                </a:lnTo>
                <a:lnTo>
                  <a:pt x="367" y="3671"/>
                </a:lnTo>
                <a:lnTo>
                  <a:pt x="1468" y="5139"/>
                </a:lnTo>
                <a:lnTo>
                  <a:pt x="13945" y="18683"/>
                </a:lnTo>
                <a:lnTo>
                  <a:pt x="25286" y="37493"/>
                </a:lnTo>
                <a:lnTo>
                  <a:pt x="33530" y="62706"/>
                </a:lnTo>
                <a:lnTo>
                  <a:pt x="36714" y="95456"/>
                </a:lnTo>
                <a:lnTo>
                  <a:pt x="34436" y="123646"/>
                </a:lnTo>
                <a:lnTo>
                  <a:pt x="27856" y="148049"/>
                </a:lnTo>
                <a:lnTo>
                  <a:pt x="17352" y="168460"/>
                </a:lnTo>
                <a:lnTo>
                  <a:pt x="3304" y="184672"/>
                </a:lnTo>
                <a:lnTo>
                  <a:pt x="0" y="187977"/>
                </a:lnTo>
                <a:lnTo>
                  <a:pt x="0" y="190179"/>
                </a:lnTo>
                <a:lnTo>
                  <a:pt x="367" y="191280"/>
                </a:lnTo>
                <a:lnTo>
                  <a:pt x="2570" y="191280"/>
                </a:lnTo>
                <a:lnTo>
                  <a:pt x="35612" y="154933"/>
                </a:lnTo>
                <a:lnTo>
                  <a:pt x="48571" y="112236"/>
                </a:lnTo>
                <a:lnTo>
                  <a:pt x="49564" y="95824"/>
                </a:lnTo>
                <a:lnTo>
                  <a:pt x="47711" y="73158"/>
                </a:lnTo>
                <a:lnTo>
                  <a:pt x="40798" y="47773"/>
                </a:lnTo>
                <a:lnTo>
                  <a:pt x="26795" y="22458"/>
                </a:lnTo>
                <a:lnTo>
                  <a:pt x="3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90340" y="6575312"/>
            <a:ext cx="88900" cy="86995"/>
          </a:xfrm>
          <a:custGeom>
            <a:avLst/>
            <a:gdLst/>
            <a:ahLst/>
            <a:cxnLst/>
            <a:rect l="l" t="t" r="r" b="b"/>
            <a:pathLst>
              <a:path w="88900" h="86995">
                <a:moveTo>
                  <a:pt x="39249" y="5506"/>
                </a:moveTo>
                <a:lnTo>
                  <a:pt x="26435" y="5506"/>
                </a:lnTo>
                <a:lnTo>
                  <a:pt x="27435" y="9178"/>
                </a:lnTo>
                <a:lnTo>
                  <a:pt x="27536" y="18356"/>
                </a:lnTo>
                <a:lnTo>
                  <a:pt x="26068" y="25699"/>
                </a:lnTo>
                <a:lnTo>
                  <a:pt x="23130" y="35979"/>
                </a:lnTo>
                <a:lnTo>
                  <a:pt x="21295" y="43689"/>
                </a:lnTo>
                <a:lnTo>
                  <a:pt x="20560" y="48095"/>
                </a:lnTo>
                <a:lnTo>
                  <a:pt x="14319" y="72694"/>
                </a:lnTo>
                <a:lnTo>
                  <a:pt x="13585" y="75264"/>
                </a:lnTo>
                <a:lnTo>
                  <a:pt x="12484" y="80036"/>
                </a:lnTo>
                <a:lnTo>
                  <a:pt x="12484" y="84809"/>
                </a:lnTo>
                <a:lnTo>
                  <a:pt x="15787" y="86645"/>
                </a:lnTo>
                <a:lnTo>
                  <a:pt x="21662" y="86645"/>
                </a:lnTo>
                <a:lnTo>
                  <a:pt x="25700" y="84809"/>
                </a:lnTo>
                <a:lnTo>
                  <a:pt x="27170" y="81138"/>
                </a:lnTo>
                <a:lnTo>
                  <a:pt x="27536" y="80036"/>
                </a:lnTo>
                <a:lnTo>
                  <a:pt x="29739" y="71592"/>
                </a:lnTo>
                <a:lnTo>
                  <a:pt x="30840" y="66819"/>
                </a:lnTo>
                <a:lnTo>
                  <a:pt x="35981" y="45892"/>
                </a:lnTo>
                <a:lnTo>
                  <a:pt x="35981" y="44791"/>
                </a:lnTo>
                <a:lnTo>
                  <a:pt x="40386" y="27535"/>
                </a:lnTo>
                <a:lnTo>
                  <a:pt x="40754" y="26434"/>
                </a:lnTo>
                <a:lnTo>
                  <a:pt x="41120" y="24965"/>
                </a:lnTo>
                <a:lnTo>
                  <a:pt x="46995" y="15419"/>
                </a:lnTo>
                <a:lnTo>
                  <a:pt x="49442" y="13584"/>
                </a:lnTo>
                <a:lnTo>
                  <a:pt x="41855" y="13584"/>
                </a:lnTo>
                <a:lnTo>
                  <a:pt x="39249" y="5506"/>
                </a:lnTo>
                <a:close/>
              </a:path>
              <a:path w="88900" h="86995">
                <a:moveTo>
                  <a:pt x="26435" y="0"/>
                </a:moveTo>
                <a:lnTo>
                  <a:pt x="14686" y="0"/>
                </a:lnTo>
                <a:lnTo>
                  <a:pt x="9913" y="4405"/>
                </a:lnTo>
                <a:lnTo>
                  <a:pt x="6976" y="9912"/>
                </a:lnTo>
                <a:lnTo>
                  <a:pt x="2571" y="17255"/>
                </a:lnTo>
                <a:lnTo>
                  <a:pt x="0" y="28636"/>
                </a:lnTo>
                <a:lnTo>
                  <a:pt x="0" y="31941"/>
                </a:lnTo>
                <a:lnTo>
                  <a:pt x="5875" y="31941"/>
                </a:lnTo>
                <a:lnTo>
                  <a:pt x="5875" y="31207"/>
                </a:lnTo>
                <a:lnTo>
                  <a:pt x="7436" y="25699"/>
                </a:lnTo>
                <a:lnTo>
                  <a:pt x="10280" y="14318"/>
                </a:lnTo>
                <a:lnTo>
                  <a:pt x="13952" y="5506"/>
                </a:lnTo>
                <a:lnTo>
                  <a:pt x="39249" y="5506"/>
                </a:lnTo>
                <a:lnTo>
                  <a:pt x="38183" y="2203"/>
                </a:lnTo>
                <a:lnTo>
                  <a:pt x="26435" y="0"/>
                </a:lnTo>
                <a:close/>
              </a:path>
              <a:path w="88900" h="86995">
                <a:moveTo>
                  <a:pt x="88849" y="5506"/>
                </a:moveTo>
                <a:lnTo>
                  <a:pt x="75265" y="5506"/>
                </a:lnTo>
                <a:lnTo>
                  <a:pt x="78936" y="8077"/>
                </a:lnTo>
                <a:lnTo>
                  <a:pt x="73063" y="9912"/>
                </a:lnTo>
                <a:lnTo>
                  <a:pt x="70491" y="15419"/>
                </a:lnTo>
                <a:lnTo>
                  <a:pt x="70491" y="22762"/>
                </a:lnTo>
                <a:lnTo>
                  <a:pt x="73795" y="25699"/>
                </a:lnTo>
                <a:lnTo>
                  <a:pt x="82608" y="25699"/>
                </a:lnTo>
                <a:lnTo>
                  <a:pt x="88849" y="22028"/>
                </a:lnTo>
                <a:lnTo>
                  <a:pt x="88849" y="5506"/>
                </a:lnTo>
                <a:close/>
              </a:path>
              <a:path w="88900" h="86995">
                <a:moveTo>
                  <a:pt x="78569" y="0"/>
                </a:moveTo>
                <a:lnTo>
                  <a:pt x="68656" y="0"/>
                </a:lnTo>
                <a:lnTo>
                  <a:pt x="61422" y="780"/>
                </a:lnTo>
                <a:lnTo>
                  <a:pt x="54567" y="3212"/>
                </a:lnTo>
                <a:lnTo>
                  <a:pt x="48056" y="7434"/>
                </a:lnTo>
                <a:lnTo>
                  <a:pt x="41855" y="13584"/>
                </a:lnTo>
                <a:lnTo>
                  <a:pt x="49442" y="13584"/>
                </a:lnTo>
                <a:lnTo>
                  <a:pt x="52868" y="11014"/>
                </a:lnTo>
                <a:lnTo>
                  <a:pt x="55072" y="9178"/>
                </a:lnTo>
                <a:lnTo>
                  <a:pt x="60211" y="5506"/>
                </a:lnTo>
                <a:lnTo>
                  <a:pt x="88849" y="5506"/>
                </a:lnTo>
                <a:lnTo>
                  <a:pt x="88849" y="4038"/>
                </a:lnTo>
                <a:lnTo>
                  <a:pt x="78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95711" y="6596239"/>
            <a:ext cx="48260" cy="93345"/>
          </a:xfrm>
          <a:custGeom>
            <a:avLst/>
            <a:gdLst/>
            <a:ahLst/>
            <a:cxnLst/>
            <a:rect l="l" t="t" r="r" b="b"/>
            <a:pathLst>
              <a:path w="48260" h="93345">
                <a:moveTo>
                  <a:pt x="39284" y="0"/>
                </a:moveTo>
                <a:lnTo>
                  <a:pt x="31941" y="0"/>
                </a:lnTo>
                <a:lnTo>
                  <a:pt x="27536" y="3671"/>
                </a:lnTo>
                <a:lnTo>
                  <a:pt x="27536" y="12116"/>
                </a:lnTo>
                <a:lnTo>
                  <a:pt x="30473" y="13951"/>
                </a:lnTo>
                <a:lnTo>
                  <a:pt x="37815" y="13951"/>
                </a:lnTo>
                <a:lnTo>
                  <a:pt x="41854" y="9913"/>
                </a:lnTo>
                <a:lnTo>
                  <a:pt x="41854" y="2570"/>
                </a:lnTo>
                <a:lnTo>
                  <a:pt x="39284" y="0"/>
                </a:lnTo>
                <a:close/>
              </a:path>
              <a:path w="48260" h="93345">
                <a:moveTo>
                  <a:pt x="36249" y="35613"/>
                </a:moveTo>
                <a:lnTo>
                  <a:pt x="24231" y="35613"/>
                </a:lnTo>
                <a:lnTo>
                  <a:pt x="25699" y="37081"/>
                </a:lnTo>
                <a:lnTo>
                  <a:pt x="25699" y="42956"/>
                </a:lnTo>
                <a:lnTo>
                  <a:pt x="24598" y="45526"/>
                </a:lnTo>
                <a:lnTo>
                  <a:pt x="23864" y="48096"/>
                </a:lnTo>
                <a:lnTo>
                  <a:pt x="17623" y="62781"/>
                </a:lnTo>
                <a:lnTo>
                  <a:pt x="15787" y="67187"/>
                </a:lnTo>
                <a:lnTo>
                  <a:pt x="14686" y="69757"/>
                </a:lnTo>
                <a:lnTo>
                  <a:pt x="14686" y="70124"/>
                </a:lnTo>
                <a:lnTo>
                  <a:pt x="12849" y="74530"/>
                </a:lnTo>
                <a:lnTo>
                  <a:pt x="12115" y="76366"/>
                </a:lnTo>
                <a:lnTo>
                  <a:pt x="11381" y="78568"/>
                </a:lnTo>
                <a:lnTo>
                  <a:pt x="11381" y="87747"/>
                </a:lnTo>
                <a:lnTo>
                  <a:pt x="17989" y="92887"/>
                </a:lnTo>
                <a:lnTo>
                  <a:pt x="26066" y="92887"/>
                </a:lnTo>
                <a:lnTo>
                  <a:pt x="35549" y="90024"/>
                </a:lnTo>
                <a:lnTo>
                  <a:pt x="37563" y="88114"/>
                </a:lnTo>
                <a:lnTo>
                  <a:pt x="23497" y="88114"/>
                </a:lnTo>
                <a:lnTo>
                  <a:pt x="22762" y="85911"/>
                </a:lnTo>
                <a:lnTo>
                  <a:pt x="22762" y="80037"/>
                </a:lnTo>
                <a:lnTo>
                  <a:pt x="23130" y="78568"/>
                </a:lnTo>
                <a:lnTo>
                  <a:pt x="25332" y="73428"/>
                </a:lnTo>
                <a:lnTo>
                  <a:pt x="26435" y="70491"/>
                </a:lnTo>
                <a:lnTo>
                  <a:pt x="27169" y="68656"/>
                </a:lnTo>
                <a:lnTo>
                  <a:pt x="27903" y="67187"/>
                </a:lnTo>
                <a:lnTo>
                  <a:pt x="33042" y="54704"/>
                </a:lnTo>
                <a:lnTo>
                  <a:pt x="34879" y="49564"/>
                </a:lnTo>
                <a:lnTo>
                  <a:pt x="35980" y="46994"/>
                </a:lnTo>
                <a:lnTo>
                  <a:pt x="37081" y="45159"/>
                </a:lnTo>
                <a:lnTo>
                  <a:pt x="37081" y="36347"/>
                </a:lnTo>
                <a:lnTo>
                  <a:pt x="36249" y="35613"/>
                </a:lnTo>
                <a:close/>
              </a:path>
              <a:path w="48260" h="93345">
                <a:moveTo>
                  <a:pt x="48096" y="69757"/>
                </a:moveTo>
                <a:lnTo>
                  <a:pt x="42956" y="69757"/>
                </a:lnTo>
                <a:lnTo>
                  <a:pt x="42956" y="70124"/>
                </a:lnTo>
                <a:lnTo>
                  <a:pt x="41854" y="72694"/>
                </a:lnTo>
                <a:lnTo>
                  <a:pt x="39650" y="80404"/>
                </a:lnTo>
                <a:lnTo>
                  <a:pt x="33409" y="88114"/>
                </a:lnTo>
                <a:lnTo>
                  <a:pt x="37563" y="88114"/>
                </a:lnTo>
                <a:lnTo>
                  <a:pt x="42450" y="83479"/>
                </a:lnTo>
                <a:lnTo>
                  <a:pt x="46667" y="76314"/>
                </a:lnTo>
                <a:lnTo>
                  <a:pt x="48096" y="71593"/>
                </a:lnTo>
                <a:lnTo>
                  <a:pt x="48096" y="69757"/>
                </a:lnTo>
                <a:close/>
              </a:path>
              <a:path w="48260" h="93345">
                <a:moveTo>
                  <a:pt x="30839" y="30840"/>
                </a:moveTo>
                <a:lnTo>
                  <a:pt x="22028" y="30840"/>
                </a:lnTo>
                <a:lnTo>
                  <a:pt x="12545" y="33651"/>
                </a:lnTo>
                <a:lnTo>
                  <a:pt x="5644" y="40110"/>
                </a:lnTo>
                <a:lnTo>
                  <a:pt x="1428" y="47258"/>
                </a:lnTo>
                <a:lnTo>
                  <a:pt x="0" y="52134"/>
                </a:lnTo>
                <a:lnTo>
                  <a:pt x="0" y="53970"/>
                </a:lnTo>
                <a:lnTo>
                  <a:pt x="5139" y="53970"/>
                </a:lnTo>
                <a:lnTo>
                  <a:pt x="5139" y="53236"/>
                </a:lnTo>
                <a:lnTo>
                  <a:pt x="5875" y="51033"/>
                </a:lnTo>
                <a:lnTo>
                  <a:pt x="9178" y="41487"/>
                </a:lnTo>
                <a:lnTo>
                  <a:pt x="15420" y="35613"/>
                </a:lnTo>
                <a:lnTo>
                  <a:pt x="36249" y="35613"/>
                </a:lnTo>
                <a:lnTo>
                  <a:pt x="30839" y="30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7337" y="1352803"/>
            <a:ext cx="8557260" cy="160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50" spc="-65">
                <a:solidFill>
                  <a:srgbClr val="C00000"/>
                </a:solidFill>
                <a:latin typeface="Arial"/>
                <a:cs typeface="Arial"/>
              </a:rPr>
              <a:t>Key </a:t>
            </a:r>
            <a:r>
              <a:rPr dirty="0" sz="2950" spc="-35">
                <a:solidFill>
                  <a:srgbClr val="C00000"/>
                </a:solidFill>
                <a:latin typeface="Arial"/>
                <a:cs typeface="Arial"/>
              </a:rPr>
              <a:t>element: </a:t>
            </a:r>
            <a:r>
              <a:rPr dirty="0" sz="3000" spc="-85">
                <a:latin typeface="Arial"/>
                <a:cs typeface="Arial"/>
              </a:rPr>
              <a:t>Each </a:t>
            </a:r>
            <a:r>
              <a:rPr dirty="0" sz="3000" spc="-60">
                <a:latin typeface="Arial"/>
                <a:cs typeface="Arial"/>
              </a:rPr>
              <a:t>node’s </a:t>
            </a:r>
            <a:r>
              <a:rPr dirty="0" sz="3000" spc="-15">
                <a:latin typeface="Arial"/>
                <a:cs typeface="Arial"/>
              </a:rPr>
              <a:t>computation </a:t>
            </a:r>
            <a:r>
              <a:rPr dirty="0" sz="3000" spc="-40">
                <a:latin typeface="Arial"/>
                <a:cs typeface="Arial"/>
              </a:rPr>
              <a:t>graph  </a:t>
            </a:r>
            <a:r>
              <a:rPr dirty="0" sz="3000" spc="-70">
                <a:latin typeface="Arial"/>
                <a:cs typeface="Arial"/>
              </a:rPr>
              <a:t>defines </a:t>
            </a:r>
            <a:r>
              <a:rPr dirty="0" sz="3000" spc="-114">
                <a:latin typeface="Arial"/>
                <a:cs typeface="Arial"/>
              </a:rPr>
              <a:t>a </a:t>
            </a:r>
            <a:r>
              <a:rPr dirty="0" sz="3000" spc="-85">
                <a:latin typeface="Arial"/>
                <a:cs typeface="Arial"/>
              </a:rPr>
              <a:t>neural </a:t>
            </a:r>
            <a:r>
              <a:rPr dirty="0" sz="3000" spc="-20">
                <a:latin typeface="Arial"/>
                <a:cs typeface="Arial"/>
              </a:rPr>
              <a:t>network with </a:t>
            </a:r>
            <a:r>
              <a:rPr dirty="0" sz="3000" spc="-114">
                <a:latin typeface="Arial"/>
                <a:cs typeface="Arial"/>
              </a:rPr>
              <a:t>a </a:t>
            </a:r>
            <a:r>
              <a:rPr dirty="0" sz="3000" spc="-65">
                <a:latin typeface="Arial"/>
                <a:cs typeface="Arial"/>
              </a:rPr>
              <a:t>different</a:t>
            </a:r>
            <a:r>
              <a:rPr dirty="0" sz="3000" spc="500">
                <a:latin typeface="Arial"/>
                <a:cs typeface="Arial"/>
              </a:rPr>
              <a:t> </a:t>
            </a:r>
            <a:r>
              <a:rPr dirty="0" sz="3000" spc="-50">
                <a:latin typeface="Arial"/>
                <a:cs typeface="Arial"/>
              </a:rPr>
              <a:t>architecture</a:t>
            </a:r>
            <a:endParaRPr sz="3000">
              <a:latin typeface="Arial"/>
              <a:cs typeface="Arial"/>
            </a:endParaRPr>
          </a:p>
          <a:p>
            <a:pPr marL="488950" indent="-342900">
              <a:lnSpc>
                <a:spcPct val="100000"/>
              </a:lnSpc>
              <a:spcBef>
                <a:spcPts val="2500"/>
              </a:spcBef>
              <a:buClr>
                <a:srgbClr val="C00000"/>
              </a:buClr>
              <a:buSzPct val="102222"/>
              <a:buFont typeface="Malgun Gothic"/>
              <a:buChar char="▪"/>
              <a:tabLst>
                <a:tab pos="488315" algn="l"/>
                <a:tab pos="488950" algn="l"/>
              </a:tabLst>
            </a:pPr>
            <a:r>
              <a:rPr dirty="0" baseline="1234" sz="3375" spc="-104">
                <a:latin typeface="Arial"/>
                <a:cs typeface="Arial"/>
              </a:rPr>
              <a:t>Initial </a:t>
            </a:r>
            <a:r>
              <a:rPr dirty="0" baseline="1234" sz="3375" spc="37">
                <a:latin typeface="Arial"/>
                <a:cs typeface="Arial"/>
              </a:rPr>
              <a:t>0-th </a:t>
            </a:r>
            <a:r>
              <a:rPr dirty="0" baseline="1234" sz="3375" spc="-104">
                <a:latin typeface="Arial"/>
                <a:cs typeface="Arial"/>
              </a:rPr>
              <a:t>layer </a:t>
            </a:r>
            <a:r>
              <a:rPr dirty="0" baseline="1234" sz="3375" spc="-30">
                <a:latin typeface="Arial"/>
                <a:cs typeface="Arial"/>
              </a:rPr>
              <a:t>embeddings </a:t>
            </a:r>
            <a:r>
              <a:rPr dirty="0" baseline="1234" sz="3375" spc="-112">
                <a:latin typeface="Arial"/>
                <a:cs typeface="Arial"/>
              </a:rPr>
              <a:t>are </a:t>
            </a:r>
            <a:r>
              <a:rPr dirty="0" baseline="1234" sz="3375" spc="-75">
                <a:latin typeface="Arial"/>
                <a:cs typeface="Arial"/>
              </a:rPr>
              <a:t>equal </a:t>
            </a:r>
            <a:r>
              <a:rPr dirty="0" baseline="1234" sz="3375" spc="37">
                <a:latin typeface="Arial"/>
                <a:cs typeface="Arial"/>
              </a:rPr>
              <a:t>to </a:t>
            </a:r>
            <a:r>
              <a:rPr dirty="0" baseline="1234" sz="3375" spc="-22">
                <a:latin typeface="Arial"/>
                <a:cs typeface="Arial"/>
              </a:rPr>
              <a:t>node</a:t>
            </a:r>
            <a:r>
              <a:rPr dirty="0" baseline="1234" sz="3375" spc="89">
                <a:latin typeface="Arial"/>
                <a:cs typeface="Arial"/>
              </a:rPr>
              <a:t> </a:t>
            </a:r>
            <a:r>
              <a:rPr dirty="0" baseline="1234" sz="3375" spc="-67">
                <a:latin typeface="Arial"/>
                <a:cs typeface="Arial"/>
              </a:rPr>
              <a:t>features:</a:t>
            </a:r>
            <a:endParaRPr baseline="1234" sz="3375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481" y="6279764"/>
            <a:ext cx="131445" cy="135255"/>
          </a:xfrm>
          <a:custGeom>
            <a:avLst/>
            <a:gdLst/>
            <a:ahLst/>
            <a:cxnLst/>
            <a:rect l="l" t="t" r="r" b="b"/>
            <a:pathLst>
              <a:path w="131445" h="135254">
                <a:moveTo>
                  <a:pt x="128561" y="10861"/>
                </a:moveTo>
                <a:lnTo>
                  <a:pt x="87801" y="10861"/>
                </a:lnTo>
                <a:lnTo>
                  <a:pt x="2715" y="121895"/>
                </a:lnTo>
                <a:lnTo>
                  <a:pt x="0" y="125214"/>
                </a:lnTo>
                <a:lnTo>
                  <a:pt x="0" y="135171"/>
                </a:lnTo>
                <a:lnTo>
                  <a:pt x="125516" y="135171"/>
                </a:lnTo>
                <a:lnTo>
                  <a:pt x="126581" y="123102"/>
                </a:lnTo>
                <a:lnTo>
                  <a:pt x="42542" y="123102"/>
                </a:lnTo>
                <a:lnTo>
                  <a:pt x="127025" y="12974"/>
                </a:lnTo>
                <a:lnTo>
                  <a:pt x="128561" y="10861"/>
                </a:lnTo>
                <a:close/>
              </a:path>
              <a:path w="131445" h="135254">
                <a:moveTo>
                  <a:pt x="130947" y="73619"/>
                </a:moveTo>
                <a:lnTo>
                  <a:pt x="116766" y="73619"/>
                </a:lnTo>
                <a:lnTo>
                  <a:pt x="113768" y="94335"/>
                </a:lnTo>
                <a:lnTo>
                  <a:pt x="106809" y="109902"/>
                </a:lnTo>
                <a:lnTo>
                  <a:pt x="92836" y="119698"/>
                </a:lnTo>
                <a:lnTo>
                  <a:pt x="68792" y="123102"/>
                </a:lnTo>
                <a:lnTo>
                  <a:pt x="126581" y="123102"/>
                </a:lnTo>
                <a:lnTo>
                  <a:pt x="130947" y="73619"/>
                </a:lnTo>
                <a:close/>
              </a:path>
              <a:path w="131445" h="135254">
                <a:moveTo>
                  <a:pt x="130042" y="0"/>
                </a:moveTo>
                <a:lnTo>
                  <a:pt x="8448" y="0"/>
                </a:lnTo>
                <a:lnTo>
                  <a:pt x="4827" y="53103"/>
                </a:lnTo>
                <a:lnTo>
                  <a:pt x="19008" y="53103"/>
                </a:lnTo>
                <a:lnTo>
                  <a:pt x="22181" y="33264"/>
                </a:lnTo>
                <a:lnTo>
                  <a:pt x="29455" y="20215"/>
                </a:lnTo>
                <a:lnTo>
                  <a:pt x="42217" y="13049"/>
                </a:lnTo>
                <a:lnTo>
                  <a:pt x="61853" y="10861"/>
                </a:lnTo>
                <a:lnTo>
                  <a:pt x="128561" y="10861"/>
                </a:lnTo>
                <a:lnTo>
                  <a:pt x="129439" y="9655"/>
                </a:lnTo>
                <a:lnTo>
                  <a:pt x="130042" y="9051"/>
                </a:lnTo>
                <a:lnTo>
                  <a:pt x="13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26869" y="6367264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40" h="96520">
                <a:moveTo>
                  <a:pt x="45839" y="6034"/>
                </a:moveTo>
                <a:lnTo>
                  <a:pt x="33792" y="6034"/>
                </a:lnTo>
                <a:lnTo>
                  <a:pt x="35602" y="8448"/>
                </a:lnTo>
                <a:lnTo>
                  <a:pt x="35602" y="18404"/>
                </a:lnTo>
                <a:lnTo>
                  <a:pt x="33792" y="22931"/>
                </a:lnTo>
                <a:lnTo>
                  <a:pt x="31680" y="28060"/>
                </a:lnTo>
                <a:lnTo>
                  <a:pt x="26014" y="43377"/>
                </a:lnTo>
                <a:lnTo>
                  <a:pt x="22553" y="54159"/>
                </a:lnTo>
                <a:lnTo>
                  <a:pt x="20733" y="62173"/>
                </a:lnTo>
                <a:lnTo>
                  <a:pt x="20214" y="68490"/>
                </a:lnTo>
                <a:lnTo>
                  <a:pt x="23062" y="81611"/>
                </a:lnTo>
                <a:lnTo>
                  <a:pt x="30549" y="90177"/>
                </a:lnTo>
                <a:lnTo>
                  <a:pt x="41090" y="94839"/>
                </a:lnTo>
                <a:lnTo>
                  <a:pt x="53103" y="96249"/>
                </a:lnTo>
                <a:lnTo>
                  <a:pt x="67109" y="90214"/>
                </a:lnTo>
                <a:lnTo>
                  <a:pt x="53706" y="90214"/>
                </a:lnTo>
                <a:lnTo>
                  <a:pt x="43763" y="87758"/>
                </a:lnTo>
                <a:lnTo>
                  <a:pt x="38657" y="82106"/>
                </a:lnTo>
                <a:lnTo>
                  <a:pt x="36776" y="75831"/>
                </a:lnTo>
                <a:lnTo>
                  <a:pt x="36507" y="71508"/>
                </a:lnTo>
                <a:lnTo>
                  <a:pt x="37243" y="63602"/>
                </a:lnTo>
                <a:lnTo>
                  <a:pt x="39449" y="54423"/>
                </a:lnTo>
                <a:lnTo>
                  <a:pt x="43193" y="43202"/>
                </a:lnTo>
                <a:lnTo>
                  <a:pt x="48275" y="29870"/>
                </a:lnTo>
                <a:lnTo>
                  <a:pt x="49784" y="25345"/>
                </a:lnTo>
                <a:lnTo>
                  <a:pt x="51292" y="22025"/>
                </a:lnTo>
                <a:lnTo>
                  <a:pt x="51292" y="18404"/>
                </a:lnTo>
                <a:lnTo>
                  <a:pt x="49661" y="10994"/>
                </a:lnTo>
                <a:lnTo>
                  <a:pt x="45839" y="6034"/>
                </a:lnTo>
                <a:close/>
              </a:path>
              <a:path w="104140" h="96520">
                <a:moveTo>
                  <a:pt x="93835" y="0"/>
                </a:moveTo>
                <a:lnTo>
                  <a:pt x="87499" y="0"/>
                </a:lnTo>
                <a:lnTo>
                  <a:pt x="81766" y="5732"/>
                </a:lnTo>
                <a:lnTo>
                  <a:pt x="81766" y="14784"/>
                </a:lnTo>
                <a:lnTo>
                  <a:pt x="83878" y="16594"/>
                </a:lnTo>
                <a:lnTo>
                  <a:pt x="85386" y="17801"/>
                </a:lnTo>
                <a:lnTo>
                  <a:pt x="89007" y="20818"/>
                </a:lnTo>
                <a:lnTo>
                  <a:pt x="93023" y="26268"/>
                </a:lnTo>
                <a:lnTo>
                  <a:pt x="93108" y="35603"/>
                </a:lnTo>
                <a:lnTo>
                  <a:pt x="90620" y="47700"/>
                </a:lnTo>
                <a:lnTo>
                  <a:pt x="82973" y="66228"/>
                </a:lnTo>
                <a:lnTo>
                  <a:pt x="70574" y="82945"/>
                </a:lnTo>
                <a:lnTo>
                  <a:pt x="53706" y="90214"/>
                </a:lnTo>
                <a:lnTo>
                  <a:pt x="67109" y="90214"/>
                </a:lnTo>
                <a:lnTo>
                  <a:pt x="76170" y="86311"/>
                </a:lnTo>
                <a:lnTo>
                  <a:pt x="91912" y="63135"/>
                </a:lnTo>
                <a:lnTo>
                  <a:pt x="100921" y="36677"/>
                </a:lnTo>
                <a:lnTo>
                  <a:pt x="103792" y="16896"/>
                </a:lnTo>
                <a:lnTo>
                  <a:pt x="103792" y="301"/>
                </a:lnTo>
                <a:lnTo>
                  <a:pt x="93835" y="0"/>
                </a:lnTo>
                <a:close/>
              </a:path>
              <a:path w="104140" h="96520">
                <a:moveTo>
                  <a:pt x="31077" y="301"/>
                </a:moveTo>
                <a:lnTo>
                  <a:pt x="17183" y="4884"/>
                </a:lnTo>
                <a:lnTo>
                  <a:pt x="7505" y="15237"/>
                </a:lnTo>
                <a:lnTo>
                  <a:pt x="1843" y="26268"/>
                </a:lnTo>
                <a:lnTo>
                  <a:pt x="0" y="32887"/>
                </a:lnTo>
                <a:lnTo>
                  <a:pt x="0" y="35603"/>
                </a:lnTo>
                <a:lnTo>
                  <a:pt x="6637" y="35603"/>
                </a:lnTo>
                <a:lnTo>
                  <a:pt x="6939" y="34396"/>
                </a:lnTo>
                <a:lnTo>
                  <a:pt x="7542" y="32284"/>
                </a:lnTo>
                <a:lnTo>
                  <a:pt x="12054" y="20800"/>
                </a:lnTo>
                <a:lnTo>
                  <a:pt x="17612" y="12597"/>
                </a:lnTo>
                <a:lnTo>
                  <a:pt x="23793" y="7675"/>
                </a:lnTo>
                <a:lnTo>
                  <a:pt x="30171" y="6034"/>
                </a:lnTo>
                <a:lnTo>
                  <a:pt x="45839" y="6034"/>
                </a:lnTo>
                <a:lnTo>
                  <a:pt x="45257" y="5280"/>
                </a:lnTo>
                <a:lnTo>
                  <a:pt x="38818" y="1603"/>
                </a:lnTo>
                <a:lnTo>
                  <a:pt x="31077" y="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64022" y="6309182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7" y="0"/>
                </a:lnTo>
              </a:path>
            </a:pathLst>
          </a:custGeom>
          <a:ln w="123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64022" y="6368319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7" y="0"/>
                </a:lnTo>
              </a:path>
            </a:pathLst>
          </a:custGeom>
          <a:ln w="123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2339" y="6203429"/>
            <a:ext cx="173990" cy="212090"/>
          </a:xfrm>
          <a:custGeom>
            <a:avLst/>
            <a:gdLst/>
            <a:ahLst/>
            <a:cxnLst/>
            <a:rect l="l" t="t" r="r" b="b"/>
            <a:pathLst>
              <a:path w="173990" h="212089">
                <a:moveTo>
                  <a:pt x="76941" y="197325"/>
                </a:moveTo>
                <a:lnTo>
                  <a:pt x="0" y="197325"/>
                </a:lnTo>
                <a:lnTo>
                  <a:pt x="0" y="211507"/>
                </a:lnTo>
                <a:lnTo>
                  <a:pt x="28852" y="210700"/>
                </a:lnTo>
                <a:lnTo>
                  <a:pt x="38620" y="210601"/>
                </a:lnTo>
                <a:lnTo>
                  <a:pt x="76941" y="210601"/>
                </a:lnTo>
                <a:lnTo>
                  <a:pt x="76941" y="197325"/>
                </a:lnTo>
                <a:close/>
              </a:path>
              <a:path w="173990" h="212089">
                <a:moveTo>
                  <a:pt x="76941" y="210601"/>
                </a:moveTo>
                <a:lnTo>
                  <a:pt x="38620" y="210601"/>
                </a:lnTo>
                <a:lnTo>
                  <a:pt x="48384" y="210700"/>
                </a:lnTo>
                <a:lnTo>
                  <a:pt x="76941" y="211507"/>
                </a:lnTo>
                <a:lnTo>
                  <a:pt x="76941" y="210601"/>
                </a:lnTo>
                <a:close/>
              </a:path>
              <a:path w="173990" h="212089">
                <a:moveTo>
                  <a:pt x="173794" y="197325"/>
                </a:moveTo>
                <a:lnTo>
                  <a:pt x="97154" y="197325"/>
                </a:lnTo>
                <a:lnTo>
                  <a:pt x="97154" y="211507"/>
                </a:lnTo>
                <a:lnTo>
                  <a:pt x="125839" y="210700"/>
                </a:lnTo>
                <a:lnTo>
                  <a:pt x="135474" y="210601"/>
                </a:lnTo>
                <a:lnTo>
                  <a:pt x="173794" y="210601"/>
                </a:lnTo>
                <a:lnTo>
                  <a:pt x="173794" y="197325"/>
                </a:lnTo>
                <a:close/>
              </a:path>
              <a:path w="173990" h="212089">
                <a:moveTo>
                  <a:pt x="173794" y="210601"/>
                </a:moveTo>
                <a:lnTo>
                  <a:pt x="135474" y="210601"/>
                </a:lnTo>
                <a:lnTo>
                  <a:pt x="145236" y="210700"/>
                </a:lnTo>
                <a:lnTo>
                  <a:pt x="173794" y="211507"/>
                </a:lnTo>
                <a:lnTo>
                  <a:pt x="173794" y="210601"/>
                </a:lnTo>
                <a:close/>
              </a:path>
              <a:path w="173990" h="212089">
                <a:moveTo>
                  <a:pt x="54008" y="0"/>
                </a:moveTo>
                <a:lnTo>
                  <a:pt x="0" y="2413"/>
                </a:lnTo>
                <a:lnTo>
                  <a:pt x="0" y="16896"/>
                </a:lnTo>
                <a:lnTo>
                  <a:pt x="21121" y="16896"/>
                </a:lnTo>
                <a:lnTo>
                  <a:pt x="21121" y="197325"/>
                </a:lnTo>
                <a:lnTo>
                  <a:pt x="55816" y="197325"/>
                </a:lnTo>
                <a:lnTo>
                  <a:pt x="55816" y="133361"/>
                </a:lnTo>
                <a:lnTo>
                  <a:pt x="60220" y="111863"/>
                </a:lnTo>
                <a:lnTo>
                  <a:pt x="65788" y="104395"/>
                </a:lnTo>
                <a:lnTo>
                  <a:pt x="54008" y="104395"/>
                </a:lnTo>
                <a:lnTo>
                  <a:pt x="54008" y="0"/>
                </a:lnTo>
                <a:close/>
              </a:path>
              <a:path w="173990" h="212089">
                <a:moveTo>
                  <a:pt x="141361" y="85387"/>
                </a:moveTo>
                <a:lnTo>
                  <a:pt x="101380" y="85387"/>
                </a:lnTo>
                <a:lnTo>
                  <a:pt x="108300" y="86740"/>
                </a:lnTo>
                <a:lnTo>
                  <a:pt x="113522" y="91459"/>
                </a:lnTo>
                <a:lnTo>
                  <a:pt x="116821" y="100534"/>
                </a:lnTo>
                <a:lnTo>
                  <a:pt x="117971" y="114955"/>
                </a:lnTo>
                <a:lnTo>
                  <a:pt x="117971" y="197325"/>
                </a:lnTo>
                <a:lnTo>
                  <a:pt x="152667" y="197325"/>
                </a:lnTo>
                <a:lnTo>
                  <a:pt x="152667" y="118275"/>
                </a:lnTo>
                <a:lnTo>
                  <a:pt x="149646" y="97946"/>
                </a:lnTo>
                <a:lnTo>
                  <a:pt x="141361" y="85387"/>
                </a:lnTo>
                <a:close/>
              </a:path>
              <a:path w="173990" h="212089">
                <a:moveTo>
                  <a:pt x="105906" y="74525"/>
                </a:moveTo>
                <a:lnTo>
                  <a:pt x="86426" y="77452"/>
                </a:lnTo>
                <a:lnTo>
                  <a:pt x="71583" y="84821"/>
                </a:lnTo>
                <a:lnTo>
                  <a:pt x="60928" y="94509"/>
                </a:lnTo>
                <a:lnTo>
                  <a:pt x="54008" y="104395"/>
                </a:lnTo>
                <a:lnTo>
                  <a:pt x="65788" y="104395"/>
                </a:lnTo>
                <a:lnTo>
                  <a:pt x="71357" y="96928"/>
                </a:lnTo>
                <a:lnTo>
                  <a:pt x="86114" y="88216"/>
                </a:lnTo>
                <a:lnTo>
                  <a:pt x="101380" y="85387"/>
                </a:lnTo>
                <a:lnTo>
                  <a:pt x="141361" y="85387"/>
                </a:lnTo>
                <a:lnTo>
                  <a:pt x="140713" y="84406"/>
                </a:lnTo>
                <a:lnTo>
                  <a:pt x="126068" y="76863"/>
                </a:lnTo>
                <a:lnTo>
                  <a:pt x="105906" y="74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86905" y="6140015"/>
            <a:ext cx="55880" cy="202565"/>
          </a:xfrm>
          <a:custGeom>
            <a:avLst/>
            <a:gdLst/>
            <a:ahLst/>
            <a:cxnLst/>
            <a:rect l="l" t="t" r="r" b="b"/>
            <a:pathLst>
              <a:path w="55880" h="202564">
                <a:moveTo>
                  <a:pt x="48926" y="0"/>
                </a:moveTo>
                <a:lnTo>
                  <a:pt x="40306" y="0"/>
                </a:lnTo>
                <a:lnTo>
                  <a:pt x="26221" y="13468"/>
                </a:lnTo>
                <a:lnTo>
                  <a:pt x="10484" y="41010"/>
                </a:lnTo>
                <a:lnTo>
                  <a:pt x="2328" y="69343"/>
                </a:lnTo>
                <a:lnTo>
                  <a:pt x="0" y="95697"/>
                </a:lnTo>
                <a:lnTo>
                  <a:pt x="2074" y="120867"/>
                </a:lnTo>
                <a:lnTo>
                  <a:pt x="9806" y="149064"/>
                </a:lnTo>
                <a:lnTo>
                  <a:pt x="25459" y="177204"/>
                </a:lnTo>
                <a:lnTo>
                  <a:pt x="51295" y="202205"/>
                </a:lnTo>
                <a:lnTo>
                  <a:pt x="55520" y="202205"/>
                </a:lnTo>
                <a:lnTo>
                  <a:pt x="55520" y="198282"/>
                </a:lnTo>
                <a:lnTo>
                  <a:pt x="54918" y="197980"/>
                </a:lnTo>
                <a:lnTo>
                  <a:pt x="53404" y="196472"/>
                </a:lnTo>
                <a:lnTo>
                  <a:pt x="35357" y="175384"/>
                </a:lnTo>
                <a:lnTo>
                  <a:pt x="23307" y="151100"/>
                </a:lnTo>
                <a:lnTo>
                  <a:pt x="16576" y="124384"/>
                </a:lnTo>
                <a:lnTo>
                  <a:pt x="14483" y="95998"/>
                </a:lnTo>
                <a:lnTo>
                  <a:pt x="18198" y="58052"/>
                </a:lnTo>
                <a:lnTo>
                  <a:pt x="27684" y="29582"/>
                </a:lnTo>
                <a:lnTo>
                  <a:pt x="40450" y="8975"/>
                </a:lnTo>
                <a:lnTo>
                  <a:pt x="489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73500" y="6143687"/>
            <a:ext cx="194310" cy="146050"/>
          </a:xfrm>
          <a:custGeom>
            <a:avLst/>
            <a:gdLst/>
            <a:ahLst/>
            <a:cxnLst/>
            <a:rect l="l" t="t" r="r" b="b"/>
            <a:pathLst>
              <a:path w="194310" h="146050">
                <a:moveTo>
                  <a:pt x="63963" y="137887"/>
                </a:moveTo>
                <a:lnTo>
                  <a:pt x="0" y="137887"/>
                </a:lnTo>
                <a:lnTo>
                  <a:pt x="0" y="145429"/>
                </a:lnTo>
                <a:lnTo>
                  <a:pt x="3321" y="145429"/>
                </a:lnTo>
                <a:lnTo>
                  <a:pt x="9481" y="145288"/>
                </a:lnTo>
                <a:lnTo>
                  <a:pt x="25086" y="144666"/>
                </a:lnTo>
                <a:lnTo>
                  <a:pt x="31081" y="144524"/>
                </a:lnTo>
                <a:lnTo>
                  <a:pt x="63963" y="144524"/>
                </a:lnTo>
                <a:lnTo>
                  <a:pt x="63963" y="137887"/>
                </a:lnTo>
                <a:close/>
              </a:path>
              <a:path w="194310" h="146050">
                <a:moveTo>
                  <a:pt x="63963" y="144524"/>
                </a:moveTo>
                <a:lnTo>
                  <a:pt x="42242" y="144524"/>
                </a:lnTo>
                <a:lnTo>
                  <a:pt x="45866" y="144826"/>
                </a:lnTo>
                <a:lnTo>
                  <a:pt x="50090" y="145128"/>
                </a:lnTo>
                <a:lnTo>
                  <a:pt x="55520" y="145429"/>
                </a:lnTo>
                <a:lnTo>
                  <a:pt x="63963" y="145429"/>
                </a:lnTo>
                <a:lnTo>
                  <a:pt x="63963" y="144524"/>
                </a:lnTo>
                <a:close/>
              </a:path>
              <a:path w="194310" h="146050">
                <a:moveTo>
                  <a:pt x="162631" y="137887"/>
                </a:moveTo>
                <a:lnTo>
                  <a:pt x="106507" y="137887"/>
                </a:lnTo>
                <a:lnTo>
                  <a:pt x="106507" y="142714"/>
                </a:lnTo>
                <a:lnTo>
                  <a:pt x="106808" y="145429"/>
                </a:lnTo>
                <a:lnTo>
                  <a:pt x="110130" y="145429"/>
                </a:lnTo>
                <a:lnTo>
                  <a:pt x="116111" y="145288"/>
                </a:lnTo>
                <a:lnTo>
                  <a:pt x="131472" y="144666"/>
                </a:lnTo>
                <a:lnTo>
                  <a:pt x="137288" y="144524"/>
                </a:lnTo>
                <a:lnTo>
                  <a:pt x="162028" y="144524"/>
                </a:lnTo>
                <a:lnTo>
                  <a:pt x="162631" y="143921"/>
                </a:lnTo>
                <a:lnTo>
                  <a:pt x="162631" y="137887"/>
                </a:lnTo>
                <a:close/>
              </a:path>
              <a:path w="194310" h="146050">
                <a:moveTo>
                  <a:pt x="162028" y="144524"/>
                </a:moveTo>
                <a:lnTo>
                  <a:pt x="143922" y="144524"/>
                </a:lnTo>
                <a:lnTo>
                  <a:pt x="152373" y="145429"/>
                </a:lnTo>
                <a:lnTo>
                  <a:pt x="161124" y="145429"/>
                </a:lnTo>
                <a:lnTo>
                  <a:pt x="162028" y="144524"/>
                </a:lnTo>
                <a:close/>
              </a:path>
              <a:path w="194310" h="146050">
                <a:moveTo>
                  <a:pt x="75432" y="7543"/>
                </a:moveTo>
                <a:lnTo>
                  <a:pt x="45866" y="7543"/>
                </a:lnTo>
                <a:lnTo>
                  <a:pt x="49781" y="8146"/>
                </a:lnTo>
                <a:lnTo>
                  <a:pt x="54006" y="8447"/>
                </a:lnTo>
                <a:lnTo>
                  <a:pt x="54307" y="9051"/>
                </a:lnTo>
                <a:lnTo>
                  <a:pt x="54307" y="12672"/>
                </a:lnTo>
                <a:lnTo>
                  <a:pt x="53404" y="15689"/>
                </a:lnTo>
                <a:lnTo>
                  <a:pt x="25041" y="128835"/>
                </a:lnTo>
                <a:lnTo>
                  <a:pt x="23535" y="136076"/>
                </a:lnTo>
                <a:lnTo>
                  <a:pt x="22932" y="137887"/>
                </a:lnTo>
                <a:lnTo>
                  <a:pt x="52801" y="137887"/>
                </a:lnTo>
                <a:lnTo>
                  <a:pt x="48878" y="137283"/>
                </a:lnTo>
                <a:lnTo>
                  <a:pt x="44049" y="136982"/>
                </a:lnTo>
                <a:lnTo>
                  <a:pt x="44049" y="134266"/>
                </a:lnTo>
                <a:lnTo>
                  <a:pt x="44503" y="131503"/>
                </a:lnTo>
                <a:lnTo>
                  <a:pt x="46088" y="124837"/>
                </a:lnTo>
                <a:lnTo>
                  <a:pt x="54006" y="93231"/>
                </a:lnTo>
                <a:lnTo>
                  <a:pt x="67902" y="83576"/>
                </a:lnTo>
                <a:lnTo>
                  <a:pt x="56424" y="83576"/>
                </a:lnTo>
                <a:lnTo>
                  <a:pt x="75131" y="9353"/>
                </a:lnTo>
                <a:lnTo>
                  <a:pt x="75432" y="7543"/>
                </a:lnTo>
                <a:close/>
              </a:path>
              <a:path w="194310" h="146050">
                <a:moveTo>
                  <a:pt x="111597" y="68491"/>
                </a:moveTo>
                <a:lnTo>
                  <a:pt x="89615" y="68491"/>
                </a:lnTo>
                <a:lnTo>
                  <a:pt x="120387" y="128232"/>
                </a:lnTo>
                <a:lnTo>
                  <a:pt x="121893" y="130947"/>
                </a:lnTo>
                <a:lnTo>
                  <a:pt x="121893" y="137283"/>
                </a:lnTo>
                <a:lnTo>
                  <a:pt x="115860" y="137887"/>
                </a:lnTo>
                <a:lnTo>
                  <a:pt x="153879" y="137887"/>
                </a:lnTo>
                <a:lnTo>
                  <a:pt x="147243" y="137585"/>
                </a:lnTo>
                <a:lnTo>
                  <a:pt x="143621" y="130947"/>
                </a:lnTo>
                <a:lnTo>
                  <a:pt x="111597" y="68491"/>
                </a:lnTo>
                <a:close/>
              </a:path>
              <a:path w="194310" h="146050">
                <a:moveTo>
                  <a:pt x="188876" y="7543"/>
                </a:moveTo>
                <a:lnTo>
                  <a:pt x="149351" y="7543"/>
                </a:lnTo>
                <a:lnTo>
                  <a:pt x="151770" y="7844"/>
                </a:lnTo>
                <a:lnTo>
                  <a:pt x="154782" y="8447"/>
                </a:lnTo>
                <a:lnTo>
                  <a:pt x="154782" y="14482"/>
                </a:lnTo>
                <a:lnTo>
                  <a:pt x="148148" y="19310"/>
                </a:lnTo>
                <a:lnTo>
                  <a:pt x="145430" y="21120"/>
                </a:lnTo>
                <a:lnTo>
                  <a:pt x="56424" y="83576"/>
                </a:lnTo>
                <a:lnTo>
                  <a:pt x="67902" y="83576"/>
                </a:lnTo>
                <a:lnTo>
                  <a:pt x="89615" y="68491"/>
                </a:lnTo>
                <a:lnTo>
                  <a:pt x="111597" y="68491"/>
                </a:lnTo>
                <a:lnTo>
                  <a:pt x="107110" y="59741"/>
                </a:lnTo>
                <a:lnTo>
                  <a:pt x="106206" y="58232"/>
                </a:lnTo>
                <a:lnTo>
                  <a:pt x="105905" y="57628"/>
                </a:lnTo>
                <a:lnTo>
                  <a:pt x="105905" y="57025"/>
                </a:lnTo>
                <a:lnTo>
                  <a:pt x="106206" y="56723"/>
                </a:lnTo>
                <a:lnTo>
                  <a:pt x="111033" y="53405"/>
                </a:lnTo>
                <a:lnTo>
                  <a:pt x="132459" y="38017"/>
                </a:lnTo>
                <a:lnTo>
                  <a:pt x="150988" y="25193"/>
                </a:lnTo>
                <a:lnTo>
                  <a:pt x="165531" y="15991"/>
                </a:lnTo>
                <a:lnTo>
                  <a:pt x="177642" y="10183"/>
                </a:lnTo>
                <a:lnTo>
                  <a:pt x="188876" y="7543"/>
                </a:lnTo>
                <a:close/>
              </a:path>
              <a:path w="194310" h="146050">
                <a:moveTo>
                  <a:pt x="43146" y="0"/>
                </a:moveTo>
                <a:lnTo>
                  <a:pt x="34395" y="0"/>
                </a:lnTo>
                <a:lnTo>
                  <a:pt x="34395" y="7543"/>
                </a:lnTo>
                <a:lnTo>
                  <a:pt x="98366" y="7543"/>
                </a:lnTo>
                <a:lnTo>
                  <a:pt x="98366" y="1206"/>
                </a:lnTo>
                <a:lnTo>
                  <a:pt x="98063" y="905"/>
                </a:lnTo>
                <a:lnTo>
                  <a:pt x="56122" y="905"/>
                </a:lnTo>
                <a:lnTo>
                  <a:pt x="52500" y="603"/>
                </a:lnTo>
                <a:lnTo>
                  <a:pt x="48275" y="302"/>
                </a:lnTo>
                <a:lnTo>
                  <a:pt x="43146" y="0"/>
                </a:lnTo>
                <a:close/>
              </a:path>
              <a:path w="194310" h="146050">
                <a:moveTo>
                  <a:pt x="150558" y="0"/>
                </a:moveTo>
                <a:lnTo>
                  <a:pt x="146030" y="0"/>
                </a:lnTo>
                <a:lnTo>
                  <a:pt x="146030" y="7543"/>
                </a:lnTo>
                <a:lnTo>
                  <a:pt x="191295" y="7543"/>
                </a:lnTo>
                <a:lnTo>
                  <a:pt x="193704" y="7241"/>
                </a:lnTo>
                <a:lnTo>
                  <a:pt x="193704" y="1206"/>
                </a:lnTo>
                <a:lnTo>
                  <a:pt x="193303" y="905"/>
                </a:lnTo>
                <a:lnTo>
                  <a:pt x="176510" y="905"/>
                </a:lnTo>
                <a:lnTo>
                  <a:pt x="170844" y="763"/>
                </a:lnTo>
                <a:lnTo>
                  <a:pt x="156228" y="141"/>
                </a:lnTo>
                <a:lnTo>
                  <a:pt x="150558" y="0"/>
                </a:lnTo>
                <a:close/>
              </a:path>
              <a:path w="194310" h="146050">
                <a:moveTo>
                  <a:pt x="97153" y="0"/>
                </a:moveTo>
                <a:lnTo>
                  <a:pt x="95044" y="0"/>
                </a:lnTo>
                <a:lnTo>
                  <a:pt x="88878" y="141"/>
                </a:lnTo>
                <a:lnTo>
                  <a:pt x="73149" y="763"/>
                </a:lnTo>
                <a:lnTo>
                  <a:pt x="66983" y="905"/>
                </a:lnTo>
                <a:lnTo>
                  <a:pt x="98063" y="905"/>
                </a:lnTo>
                <a:lnTo>
                  <a:pt x="97153" y="0"/>
                </a:lnTo>
                <a:close/>
              </a:path>
              <a:path w="194310" h="146050">
                <a:moveTo>
                  <a:pt x="192500" y="302"/>
                </a:moveTo>
                <a:lnTo>
                  <a:pt x="186466" y="302"/>
                </a:lnTo>
                <a:lnTo>
                  <a:pt x="181037" y="905"/>
                </a:lnTo>
                <a:lnTo>
                  <a:pt x="193303" y="905"/>
                </a:lnTo>
                <a:lnTo>
                  <a:pt x="192500" y="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92556" y="6140015"/>
            <a:ext cx="55244" cy="202565"/>
          </a:xfrm>
          <a:custGeom>
            <a:avLst/>
            <a:gdLst/>
            <a:ahLst/>
            <a:cxnLst/>
            <a:rect l="l" t="t" r="r" b="b"/>
            <a:pathLst>
              <a:path w="55244" h="202564">
                <a:moveTo>
                  <a:pt x="15003" y="0"/>
                </a:moveTo>
                <a:lnTo>
                  <a:pt x="6431" y="0"/>
                </a:lnTo>
                <a:lnTo>
                  <a:pt x="15780" y="10328"/>
                </a:lnTo>
                <a:lnTo>
                  <a:pt x="28207" y="31204"/>
                </a:lnTo>
                <a:lnTo>
                  <a:pt x="37240" y="59207"/>
                </a:lnTo>
                <a:lnTo>
                  <a:pt x="40728" y="95697"/>
                </a:lnTo>
                <a:lnTo>
                  <a:pt x="38201" y="127071"/>
                </a:lnTo>
                <a:lnTo>
                  <a:pt x="30921" y="154118"/>
                </a:lnTo>
                <a:lnTo>
                  <a:pt x="19342" y="176695"/>
                </a:lnTo>
                <a:lnTo>
                  <a:pt x="3915" y="194662"/>
                </a:lnTo>
                <a:lnTo>
                  <a:pt x="0" y="198584"/>
                </a:lnTo>
                <a:lnTo>
                  <a:pt x="0" y="200696"/>
                </a:lnTo>
                <a:lnTo>
                  <a:pt x="600" y="202205"/>
                </a:lnTo>
                <a:lnTo>
                  <a:pt x="2710" y="202205"/>
                </a:lnTo>
                <a:lnTo>
                  <a:pt x="39824" y="161472"/>
                </a:lnTo>
                <a:lnTo>
                  <a:pt x="54121" y="114205"/>
                </a:lnTo>
                <a:lnTo>
                  <a:pt x="55210" y="95998"/>
                </a:lnTo>
                <a:lnTo>
                  <a:pt x="53140" y="70828"/>
                </a:lnTo>
                <a:lnTo>
                  <a:pt x="45441" y="42631"/>
                </a:lnTo>
                <a:lnTo>
                  <a:pt x="29878" y="14491"/>
                </a:lnTo>
                <a:lnTo>
                  <a:pt x="15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72422" y="6396832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39" h="96520">
                <a:moveTo>
                  <a:pt x="46034" y="6034"/>
                </a:moveTo>
                <a:lnTo>
                  <a:pt x="34094" y="6034"/>
                </a:lnTo>
                <a:lnTo>
                  <a:pt x="35608" y="8448"/>
                </a:lnTo>
                <a:lnTo>
                  <a:pt x="35608" y="18404"/>
                </a:lnTo>
                <a:lnTo>
                  <a:pt x="34094" y="22931"/>
                </a:lnTo>
                <a:lnTo>
                  <a:pt x="31685" y="27758"/>
                </a:lnTo>
                <a:lnTo>
                  <a:pt x="26018" y="43245"/>
                </a:lnTo>
                <a:lnTo>
                  <a:pt x="22555" y="54083"/>
                </a:lnTo>
                <a:lnTo>
                  <a:pt x="20733" y="62041"/>
                </a:lnTo>
                <a:lnTo>
                  <a:pt x="20214" y="68189"/>
                </a:lnTo>
                <a:lnTo>
                  <a:pt x="23062" y="81484"/>
                </a:lnTo>
                <a:lnTo>
                  <a:pt x="30550" y="90139"/>
                </a:lnTo>
                <a:lnTo>
                  <a:pt x="41092" y="94835"/>
                </a:lnTo>
                <a:lnTo>
                  <a:pt x="53103" y="96249"/>
                </a:lnTo>
                <a:lnTo>
                  <a:pt x="67045" y="90215"/>
                </a:lnTo>
                <a:lnTo>
                  <a:pt x="53705" y="90215"/>
                </a:lnTo>
                <a:lnTo>
                  <a:pt x="43765" y="87754"/>
                </a:lnTo>
                <a:lnTo>
                  <a:pt x="38661" y="82068"/>
                </a:lnTo>
                <a:lnTo>
                  <a:pt x="36781" y="75704"/>
                </a:lnTo>
                <a:lnTo>
                  <a:pt x="36512" y="71206"/>
                </a:lnTo>
                <a:lnTo>
                  <a:pt x="37247" y="63432"/>
                </a:lnTo>
                <a:lnTo>
                  <a:pt x="39454" y="54272"/>
                </a:lnTo>
                <a:lnTo>
                  <a:pt x="43197" y="43071"/>
                </a:lnTo>
                <a:lnTo>
                  <a:pt x="48276" y="29870"/>
                </a:lnTo>
                <a:lnTo>
                  <a:pt x="50091" y="25345"/>
                </a:lnTo>
                <a:lnTo>
                  <a:pt x="51296" y="22025"/>
                </a:lnTo>
                <a:lnTo>
                  <a:pt x="51296" y="18404"/>
                </a:lnTo>
                <a:lnTo>
                  <a:pt x="49665" y="10819"/>
                </a:lnTo>
                <a:lnTo>
                  <a:pt x="46034" y="6034"/>
                </a:lnTo>
                <a:close/>
              </a:path>
              <a:path w="104139" h="96520">
                <a:moveTo>
                  <a:pt x="103797" y="0"/>
                </a:moveTo>
                <a:lnTo>
                  <a:pt x="87499" y="0"/>
                </a:lnTo>
                <a:lnTo>
                  <a:pt x="81767" y="5732"/>
                </a:lnTo>
                <a:lnTo>
                  <a:pt x="81767" y="14784"/>
                </a:lnTo>
                <a:lnTo>
                  <a:pt x="83884" y="16595"/>
                </a:lnTo>
                <a:lnTo>
                  <a:pt x="85389" y="17801"/>
                </a:lnTo>
                <a:lnTo>
                  <a:pt x="89013" y="20818"/>
                </a:lnTo>
                <a:lnTo>
                  <a:pt x="93117" y="26094"/>
                </a:lnTo>
                <a:lnTo>
                  <a:pt x="93238" y="34698"/>
                </a:lnTo>
                <a:lnTo>
                  <a:pt x="90626" y="47446"/>
                </a:lnTo>
                <a:lnTo>
                  <a:pt x="82978" y="66077"/>
                </a:lnTo>
                <a:lnTo>
                  <a:pt x="70577" y="82898"/>
                </a:lnTo>
                <a:lnTo>
                  <a:pt x="53705" y="90215"/>
                </a:lnTo>
                <a:lnTo>
                  <a:pt x="67045" y="90215"/>
                </a:lnTo>
                <a:lnTo>
                  <a:pt x="76173" y="86264"/>
                </a:lnTo>
                <a:lnTo>
                  <a:pt x="91916" y="62984"/>
                </a:lnTo>
                <a:lnTo>
                  <a:pt x="100926" y="36423"/>
                </a:lnTo>
                <a:lnTo>
                  <a:pt x="103797" y="16595"/>
                </a:lnTo>
                <a:lnTo>
                  <a:pt x="103797" y="0"/>
                </a:lnTo>
                <a:close/>
              </a:path>
              <a:path w="104139" h="96520">
                <a:moveTo>
                  <a:pt x="31081" y="0"/>
                </a:moveTo>
                <a:lnTo>
                  <a:pt x="17186" y="4624"/>
                </a:lnTo>
                <a:lnTo>
                  <a:pt x="7506" y="15048"/>
                </a:lnTo>
                <a:lnTo>
                  <a:pt x="1843" y="26094"/>
                </a:lnTo>
                <a:lnTo>
                  <a:pt x="0" y="32586"/>
                </a:lnTo>
                <a:lnTo>
                  <a:pt x="0" y="35603"/>
                </a:lnTo>
                <a:lnTo>
                  <a:pt x="6643" y="35603"/>
                </a:lnTo>
                <a:lnTo>
                  <a:pt x="7546" y="31982"/>
                </a:lnTo>
                <a:lnTo>
                  <a:pt x="12063" y="20545"/>
                </a:lnTo>
                <a:lnTo>
                  <a:pt x="17654" y="12446"/>
                </a:lnTo>
                <a:lnTo>
                  <a:pt x="23925" y="7628"/>
                </a:lnTo>
                <a:lnTo>
                  <a:pt x="30480" y="6034"/>
                </a:lnTo>
                <a:lnTo>
                  <a:pt x="46034" y="6034"/>
                </a:lnTo>
                <a:lnTo>
                  <a:pt x="45261" y="5016"/>
                </a:lnTo>
                <a:lnTo>
                  <a:pt x="38821" y="1305"/>
                </a:lnTo>
                <a:lnTo>
                  <a:pt x="31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1414" y="3306166"/>
            <a:ext cx="173990" cy="212090"/>
          </a:xfrm>
          <a:custGeom>
            <a:avLst/>
            <a:gdLst/>
            <a:ahLst/>
            <a:cxnLst/>
            <a:rect l="l" t="t" r="r" b="b"/>
            <a:pathLst>
              <a:path w="173990" h="212089">
                <a:moveTo>
                  <a:pt x="76637" y="197326"/>
                </a:moveTo>
                <a:lnTo>
                  <a:pt x="0" y="197326"/>
                </a:lnTo>
                <a:lnTo>
                  <a:pt x="0" y="211507"/>
                </a:lnTo>
                <a:lnTo>
                  <a:pt x="28682" y="210700"/>
                </a:lnTo>
                <a:lnTo>
                  <a:pt x="38318" y="210601"/>
                </a:lnTo>
                <a:lnTo>
                  <a:pt x="76637" y="210601"/>
                </a:lnTo>
                <a:lnTo>
                  <a:pt x="76637" y="197326"/>
                </a:lnTo>
                <a:close/>
              </a:path>
              <a:path w="173990" h="212089">
                <a:moveTo>
                  <a:pt x="76637" y="210601"/>
                </a:moveTo>
                <a:lnTo>
                  <a:pt x="38318" y="210601"/>
                </a:lnTo>
                <a:lnTo>
                  <a:pt x="48082" y="210700"/>
                </a:lnTo>
                <a:lnTo>
                  <a:pt x="76637" y="211507"/>
                </a:lnTo>
                <a:lnTo>
                  <a:pt x="76637" y="210601"/>
                </a:lnTo>
                <a:close/>
              </a:path>
              <a:path w="173990" h="212089">
                <a:moveTo>
                  <a:pt x="173490" y="197326"/>
                </a:moveTo>
                <a:lnTo>
                  <a:pt x="96852" y="197326"/>
                </a:lnTo>
                <a:lnTo>
                  <a:pt x="96852" y="211507"/>
                </a:lnTo>
                <a:lnTo>
                  <a:pt x="125535" y="210700"/>
                </a:lnTo>
                <a:lnTo>
                  <a:pt x="135171" y="210601"/>
                </a:lnTo>
                <a:lnTo>
                  <a:pt x="173490" y="210601"/>
                </a:lnTo>
                <a:lnTo>
                  <a:pt x="173490" y="197326"/>
                </a:lnTo>
                <a:close/>
              </a:path>
              <a:path w="173990" h="212089">
                <a:moveTo>
                  <a:pt x="173490" y="210601"/>
                </a:moveTo>
                <a:lnTo>
                  <a:pt x="135171" y="210601"/>
                </a:lnTo>
                <a:lnTo>
                  <a:pt x="145062" y="210700"/>
                </a:lnTo>
                <a:lnTo>
                  <a:pt x="173490" y="211507"/>
                </a:lnTo>
                <a:lnTo>
                  <a:pt x="173490" y="210601"/>
                </a:lnTo>
                <a:close/>
              </a:path>
              <a:path w="173990" h="212089">
                <a:moveTo>
                  <a:pt x="53706" y="0"/>
                </a:moveTo>
                <a:lnTo>
                  <a:pt x="0" y="2414"/>
                </a:lnTo>
                <a:lnTo>
                  <a:pt x="0" y="16896"/>
                </a:lnTo>
                <a:lnTo>
                  <a:pt x="20818" y="16896"/>
                </a:lnTo>
                <a:lnTo>
                  <a:pt x="20818" y="197326"/>
                </a:lnTo>
                <a:lnTo>
                  <a:pt x="55818" y="197326"/>
                </a:lnTo>
                <a:lnTo>
                  <a:pt x="55818" y="133361"/>
                </a:lnTo>
                <a:lnTo>
                  <a:pt x="60174" y="111863"/>
                </a:lnTo>
                <a:lnTo>
                  <a:pt x="65689" y="104396"/>
                </a:lnTo>
                <a:lnTo>
                  <a:pt x="53706" y="104396"/>
                </a:lnTo>
                <a:lnTo>
                  <a:pt x="53706" y="0"/>
                </a:lnTo>
                <a:close/>
              </a:path>
              <a:path w="173990" h="212089">
                <a:moveTo>
                  <a:pt x="141219" y="85387"/>
                </a:moveTo>
                <a:lnTo>
                  <a:pt x="101077" y="85387"/>
                </a:lnTo>
                <a:lnTo>
                  <a:pt x="108044" y="86740"/>
                </a:lnTo>
                <a:lnTo>
                  <a:pt x="113372" y="91459"/>
                </a:lnTo>
                <a:lnTo>
                  <a:pt x="116775" y="100534"/>
                </a:lnTo>
                <a:lnTo>
                  <a:pt x="117973" y="114956"/>
                </a:lnTo>
                <a:lnTo>
                  <a:pt x="117973" y="197326"/>
                </a:lnTo>
                <a:lnTo>
                  <a:pt x="152671" y="197326"/>
                </a:lnTo>
                <a:lnTo>
                  <a:pt x="152671" y="118275"/>
                </a:lnTo>
                <a:lnTo>
                  <a:pt x="149602" y="97946"/>
                </a:lnTo>
                <a:lnTo>
                  <a:pt x="141219" y="85387"/>
                </a:lnTo>
                <a:close/>
              </a:path>
              <a:path w="173990" h="212089">
                <a:moveTo>
                  <a:pt x="105602" y="74524"/>
                </a:moveTo>
                <a:lnTo>
                  <a:pt x="86165" y="77452"/>
                </a:lnTo>
                <a:lnTo>
                  <a:pt x="71395" y="84821"/>
                </a:lnTo>
                <a:lnTo>
                  <a:pt x="60754" y="94510"/>
                </a:lnTo>
                <a:lnTo>
                  <a:pt x="53706" y="104396"/>
                </a:lnTo>
                <a:lnTo>
                  <a:pt x="65689" y="104396"/>
                </a:lnTo>
                <a:lnTo>
                  <a:pt x="71206" y="96927"/>
                </a:lnTo>
                <a:lnTo>
                  <a:pt x="85858" y="88215"/>
                </a:lnTo>
                <a:lnTo>
                  <a:pt x="101077" y="85387"/>
                </a:lnTo>
                <a:lnTo>
                  <a:pt x="141219" y="85387"/>
                </a:lnTo>
                <a:lnTo>
                  <a:pt x="140564" y="84406"/>
                </a:lnTo>
                <a:lnTo>
                  <a:pt x="125813" y="76863"/>
                </a:lnTo>
                <a:lnTo>
                  <a:pt x="105602" y="74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56887" y="3242753"/>
            <a:ext cx="55880" cy="202565"/>
          </a:xfrm>
          <a:custGeom>
            <a:avLst/>
            <a:gdLst/>
            <a:ahLst/>
            <a:cxnLst/>
            <a:rect l="l" t="t" r="r" b="b"/>
            <a:pathLst>
              <a:path w="55880" h="202564">
                <a:moveTo>
                  <a:pt x="48927" y="0"/>
                </a:moveTo>
                <a:lnTo>
                  <a:pt x="40304" y="0"/>
                </a:lnTo>
                <a:lnTo>
                  <a:pt x="26221" y="13468"/>
                </a:lnTo>
                <a:lnTo>
                  <a:pt x="10484" y="41010"/>
                </a:lnTo>
                <a:lnTo>
                  <a:pt x="2328" y="69343"/>
                </a:lnTo>
                <a:lnTo>
                  <a:pt x="0" y="95697"/>
                </a:lnTo>
                <a:lnTo>
                  <a:pt x="2074" y="120867"/>
                </a:lnTo>
                <a:lnTo>
                  <a:pt x="9805" y="149064"/>
                </a:lnTo>
                <a:lnTo>
                  <a:pt x="25457" y="177204"/>
                </a:lnTo>
                <a:lnTo>
                  <a:pt x="51292" y="202205"/>
                </a:lnTo>
                <a:lnTo>
                  <a:pt x="55516" y="202205"/>
                </a:lnTo>
                <a:lnTo>
                  <a:pt x="55516" y="198283"/>
                </a:lnTo>
                <a:lnTo>
                  <a:pt x="54913" y="197981"/>
                </a:lnTo>
                <a:lnTo>
                  <a:pt x="53405" y="196472"/>
                </a:lnTo>
                <a:lnTo>
                  <a:pt x="35358" y="175384"/>
                </a:lnTo>
                <a:lnTo>
                  <a:pt x="23308" y="151100"/>
                </a:lnTo>
                <a:lnTo>
                  <a:pt x="16575" y="124384"/>
                </a:lnTo>
                <a:lnTo>
                  <a:pt x="14482" y="95998"/>
                </a:lnTo>
                <a:lnTo>
                  <a:pt x="18197" y="58052"/>
                </a:lnTo>
                <a:lnTo>
                  <a:pt x="27683" y="29582"/>
                </a:lnTo>
                <a:lnTo>
                  <a:pt x="40449" y="8975"/>
                </a:lnTo>
                <a:lnTo>
                  <a:pt x="489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38654" y="3250347"/>
            <a:ext cx="99060" cy="146050"/>
          </a:xfrm>
          <a:custGeom>
            <a:avLst/>
            <a:gdLst/>
            <a:ahLst/>
            <a:cxnLst/>
            <a:rect l="l" t="t" r="r" b="b"/>
            <a:pathLst>
              <a:path w="99059" h="146050">
                <a:moveTo>
                  <a:pt x="49482" y="0"/>
                </a:moveTo>
                <a:lnTo>
                  <a:pt x="20875" y="9339"/>
                </a:lnTo>
                <a:lnTo>
                  <a:pt x="6185" y="31040"/>
                </a:lnTo>
                <a:lnTo>
                  <a:pt x="773" y="55625"/>
                </a:lnTo>
                <a:lnTo>
                  <a:pt x="0" y="73620"/>
                </a:lnTo>
                <a:lnTo>
                  <a:pt x="773" y="91379"/>
                </a:lnTo>
                <a:lnTo>
                  <a:pt x="6185" y="115446"/>
                </a:lnTo>
                <a:lnTo>
                  <a:pt x="20875" y="136628"/>
                </a:lnTo>
                <a:lnTo>
                  <a:pt x="49482" y="145732"/>
                </a:lnTo>
                <a:lnTo>
                  <a:pt x="67496" y="139999"/>
                </a:lnTo>
                <a:lnTo>
                  <a:pt x="49482" y="139999"/>
                </a:lnTo>
                <a:lnTo>
                  <a:pt x="41802" y="138830"/>
                </a:lnTo>
                <a:lnTo>
                  <a:pt x="20757" y="106460"/>
                </a:lnTo>
                <a:lnTo>
                  <a:pt x="19653" y="82908"/>
                </a:lnTo>
                <a:lnTo>
                  <a:pt x="19760" y="55625"/>
                </a:lnTo>
                <a:lnTo>
                  <a:pt x="27503" y="16981"/>
                </a:lnTo>
                <a:lnTo>
                  <a:pt x="49482" y="6035"/>
                </a:lnTo>
                <a:lnTo>
                  <a:pt x="72488" y="6035"/>
                </a:lnTo>
                <a:lnTo>
                  <a:pt x="71847" y="5581"/>
                </a:lnTo>
                <a:lnTo>
                  <a:pt x="61555" y="1518"/>
                </a:lnTo>
                <a:lnTo>
                  <a:pt x="49482" y="0"/>
                </a:lnTo>
                <a:close/>
              </a:path>
              <a:path w="99059" h="146050">
                <a:moveTo>
                  <a:pt x="72488" y="6035"/>
                </a:moveTo>
                <a:lnTo>
                  <a:pt x="49482" y="6035"/>
                </a:lnTo>
                <a:lnTo>
                  <a:pt x="57916" y="7355"/>
                </a:lnTo>
                <a:lnTo>
                  <a:pt x="65586" y="11164"/>
                </a:lnTo>
                <a:lnTo>
                  <a:pt x="79480" y="55625"/>
                </a:lnTo>
                <a:lnTo>
                  <a:pt x="79599" y="82908"/>
                </a:lnTo>
                <a:lnTo>
                  <a:pt x="79277" y="94175"/>
                </a:lnTo>
                <a:lnTo>
                  <a:pt x="64643" y="135172"/>
                </a:lnTo>
                <a:lnTo>
                  <a:pt x="49482" y="139999"/>
                </a:lnTo>
                <a:lnTo>
                  <a:pt x="67496" y="139999"/>
                </a:lnTo>
                <a:lnTo>
                  <a:pt x="78089" y="136628"/>
                </a:lnTo>
                <a:lnTo>
                  <a:pt x="92779" y="115446"/>
                </a:lnTo>
                <a:lnTo>
                  <a:pt x="98191" y="91379"/>
                </a:lnTo>
                <a:lnTo>
                  <a:pt x="98964" y="73620"/>
                </a:lnTo>
                <a:lnTo>
                  <a:pt x="98384" y="57186"/>
                </a:lnTo>
                <a:lnTo>
                  <a:pt x="96362" y="42844"/>
                </a:lnTo>
                <a:lnTo>
                  <a:pt x="92472" y="30087"/>
                </a:lnTo>
                <a:lnTo>
                  <a:pt x="86291" y="18404"/>
                </a:lnTo>
                <a:lnTo>
                  <a:pt x="80158" y="11456"/>
                </a:lnTo>
                <a:lnTo>
                  <a:pt x="72488" y="6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64171" y="3242753"/>
            <a:ext cx="55244" cy="202565"/>
          </a:xfrm>
          <a:custGeom>
            <a:avLst/>
            <a:gdLst/>
            <a:ahLst/>
            <a:cxnLst/>
            <a:rect l="l" t="t" r="r" b="b"/>
            <a:pathLst>
              <a:path w="55244" h="202564">
                <a:moveTo>
                  <a:pt x="14761" y="0"/>
                </a:moveTo>
                <a:lnTo>
                  <a:pt x="6173" y="0"/>
                </a:lnTo>
                <a:lnTo>
                  <a:pt x="15608" y="10328"/>
                </a:lnTo>
                <a:lnTo>
                  <a:pt x="28021" y="31204"/>
                </a:lnTo>
                <a:lnTo>
                  <a:pt x="36983" y="59208"/>
                </a:lnTo>
                <a:lnTo>
                  <a:pt x="40430" y="95697"/>
                </a:lnTo>
                <a:lnTo>
                  <a:pt x="37945" y="127071"/>
                </a:lnTo>
                <a:lnTo>
                  <a:pt x="30737" y="154118"/>
                </a:lnTo>
                <a:lnTo>
                  <a:pt x="19173" y="176695"/>
                </a:lnTo>
                <a:lnTo>
                  <a:pt x="3620" y="194662"/>
                </a:lnTo>
                <a:lnTo>
                  <a:pt x="0" y="198283"/>
                </a:lnTo>
                <a:lnTo>
                  <a:pt x="0" y="200696"/>
                </a:lnTo>
                <a:lnTo>
                  <a:pt x="603" y="202205"/>
                </a:lnTo>
                <a:lnTo>
                  <a:pt x="2715" y="202205"/>
                </a:lnTo>
                <a:lnTo>
                  <a:pt x="39524" y="161472"/>
                </a:lnTo>
                <a:lnTo>
                  <a:pt x="53823" y="114205"/>
                </a:lnTo>
                <a:lnTo>
                  <a:pt x="54912" y="95998"/>
                </a:lnTo>
                <a:lnTo>
                  <a:pt x="52885" y="70828"/>
                </a:lnTo>
                <a:lnTo>
                  <a:pt x="45257" y="42632"/>
                </a:lnTo>
                <a:lnTo>
                  <a:pt x="29709" y="14491"/>
                </a:lnTo>
                <a:lnTo>
                  <a:pt x="147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2404" y="3499570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40" h="96520">
                <a:moveTo>
                  <a:pt x="46031" y="6035"/>
                </a:moveTo>
                <a:lnTo>
                  <a:pt x="34094" y="6035"/>
                </a:lnTo>
                <a:lnTo>
                  <a:pt x="35603" y="8449"/>
                </a:lnTo>
                <a:lnTo>
                  <a:pt x="35603" y="18404"/>
                </a:lnTo>
                <a:lnTo>
                  <a:pt x="34094" y="22931"/>
                </a:lnTo>
                <a:lnTo>
                  <a:pt x="31982" y="27759"/>
                </a:lnTo>
                <a:lnTo>
                  <a:pt x="26140" y="43246"/>
                </a:lnTo>
                <a:lnTo>
                  <a:pt x="22591" y="54084"/>
                </a:lnTo>
                <a:lnTo>
                  <a:pt x="20738" y="62042"/>
                </a:lnTo>
                <a:lnTo>
                  <a:pt x="20215" y="68190"/>
                </a:lnTo>
                <a:lnTo>
                  <a:pt x="23062" y="81484"/>
                </a:lnTo>
                <a:lnTo>
                  <a:pt x="30549" y="90139"/>
                </a:lnTo>
                <a:lnTo>
                  <a:pt x="41090" y="94835"/>
                </a:lnTo>
                <a:lnTo>
                  <a:pt x="53103" y="96249"/>
                </a:lnTo>
                <a:lnTo>
                  <a:pt x="67042" y="90215"/>
                </a:lnTo>
                <a:lnTo>
                  <a:pt x="53706" y="90215"/>
                </a:lnTo>
                <a:lnTo>
                  <a:pt x="43763" y="87754"/>
                </a:lnTo>
                <a:lnTo>
                  <a:pt x="38658" y="82069"/>
                </a:lnTo>
                <a:lnTo>
                  <a:pt x="36777" y="75705"/>
                </a:lnTo>
                <a:lnTo>
                  <a:pt x="36508" y="71207"/>
                </a:lnTo>
                <a:lnTo>
                  <a:pt x="37244" y="63433"/>
                </a:lnTo>
                <a:lnTo>
                  <a:pt x="39450" y="54272"/>
                </a:lnTo>
                <a:lnTo>
                  <a:pt x="43194" y="43071"/>
                </a:lnTo>
                <a:lnTo>
                  <a:pt x="48275" y="29871"/>
                </a:lnTo>
                <a:lnTo>
                  <a:pt x="50086" y="25345"/>
                </a:lnTo>
                <a:lnTo>
                  <a:pt x="51292" y="22026"/>
                </a:lnTo>
                <a:lnTo>
                  <a:pt x="51292" y="18404"/>
                </a:lnTo>
                <a:lnTo>
                  <a:pt x="49661" y="10819"/>
                </a:lnTo>
                <a:lnTo>
                  <a:pt x="46031" y="6035"/>
                </a:lnTo>
                <a:close/>
              </a:path>
              <a:path w="104140" h="96520">
                <a:moveTo>
                  <a:pt x="103792" y="0"/>
                </a:moveTo>
                <a:lnTo>
                  <a:pt x="87499" y="0"/>
                </a:lnTo>
                <a:lnTo>
                  <a:pt x="81767" y="5732"/>
                </a:lnTo>
                <a:lnTo>
                  <a:pt x="81767" y="14785"/>
                </a:lnTo>
                <a:lnTo>
                  <a:pt x="83878" y="16595"/>
                </a:lnTo>
                <a:lnTo>
                  <a:pt x="85387" y="17801"/>
                </a:lnTo>
                <a:lnTo>
                  <a:pt x="89008" y="20819"/>
                </a:lnTo>
                <a:lnTo>
                  <a:pt x="93110" y="26094"/>
                </a:lnTo>
                <a:lnTo>
                  <a:pt x="93232" y="34698"/>
                </a:lnTo>
                <a:lnTo>
                  <a:pt x="90620" y="47446"/>
                </a:lnTo>
                <a:lnTo>
                  <a:pt x="82973" y="66077"/>
                </a:lnTo>
                <a:lnTo>
                  <a:pt x="70574" y="82898"/>
                </a:lnTo>
                <a:lnTo>
                  <a:pt x="53706" y="90215"/>
                </a:lnTo>
                <a:lnTo>
                  <a:pt x="67042" y="90215"/>
                </a:lnTo>
                <a:lnTo>
                  <a:pt x="76170" y="86264"/>
                </a:lnTo>
                <a:lnTo>
                  <a:pt x="91912" y="62985"/>
                </a:lnTo>
                <a:lnTo>
                  <a:pt x="100921" y="36424"/>
                </a:lnTo>
                <a:lnTo>
                  <a:pt x="103792" y="16595"/>
                </a:lnTo>
                <a:lnTo>
                  <a:pt x="103792" y="0"/>
                </a:lnTo>
                <a:close/>
              </a:path>
              <a:path w="104140" h="96520">
                <a:moveTo>
                  <a:pt x="31077" y="0"/>
                </a:moveTo>
                <a:lnTo>
                  <a:pt x="17184" y="4624"/>
                </a:lnTo>
                <a:lnTo>
                  <a:pt x="7505" y="15048"/>
                </a:lnTo>
                <a:lnTo>
                  <a:pt x="1843" y="26094"/>
                </a:lnTo>
                <a:lnTo>
                  <a:pt x="0" y="32586"/>
                </a:lnTo>
                <a:lnTo>
                  <a:pt x="0" y="35604"/>
                </a:lnTo>
                <a:lnTo>
                  <a:pt x="6638" y="35604"/>
                </a:lnTo>
                <a:lnTo>
                  <a:pt x="7543" y="31983"/>
                </a:lnTo>
                <a:lnTo>
                  <a:pt x="12059" y="20546"/>
                </a:lnTo>
                <a:lnTo>
                  <a:pt x="17650" y="12446"/>
                </a:lnTo>
                <a:lnTo>
                  <a:pt x="23920" y="7628"/>
                </a:lnTo>
                <a:lnTo>
                  <a:pt x="30473" y="6035"/>
                </a:lnTo>
                <a:lnTo>
                  <a:pt x="46031" y="6035"/>
                </a:lnTo>
                <a:lnTo>
                  <a:pt x="45258" y="5016"/>
                </a:lnTo>
                <a:lnTo>
                  <a:pt x="38818" y="1305"/>
                </a:lnTo>
                <a:lnTo>
                  <a:pt x="310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60893" y="341192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7" y="0"/>
                </a:lnTo>
              </a:path>
            </a:pathLst>
          </a:custGeom>
          <a:ln w="123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60893" y="3471057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7" y="0"/>
                </a:lnTo>
              </a:path>
            </a:pathLst>
          </a:custGeom>
          <a:ln w="123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72275" y="3382502"/>
            <a:ext cx="172085" cy="135255"/>
          </a:xfrm>
          <a:custGeom>
            <a:avLst/>
            <a:gdLst/>
            <a:ahLst/>
            <a:cxnLst/>
            <a:rect l="l" t="t" r="r" b="b"/>
            <a:pathLst>
              <a:path w="172085" h="135254">
                <a:moveTo>
                  <a:pt x="59738" y="14180"/>
                </a:moveTo>
                <a:lnTo>
                  <a:pt x="23225" y="14180"/>
                </a:lnTo>
                <a:lnTo>
                  <a:pt x="70899" y="70300"/>
                </a:lnTo>
                <a:lnTo>
                  <a:pt x="30772" y="114955"/>
                </a:lnTo>
                <a:lnTo>
                  <a:pt x="25879" y="118444"/>
                </a:lnTo>
                <a:lnTo>
                  <a:pt x="19006" y="120235"/>
                </a:lnTo>
                <a:lnTo>
                  <a:pt x="10324" y="120896"/>
                </a:lnTo>
                <a:lnTo>
                  <a:pt x="0" y="120990"/>
                </a:lnTo>
                <a:lnTo>
                  <a:pt x="0" y="135171"/>
                </a:lnTo>
                <a:lnTo>
                  <a:pt x="8752" y="134775"/>
                </a:lnTo>
                <a:lnTo>
                  <a:pt x="24561" y="134322"/>
                </a:lnTo>
                <a:lnTo>
                  <a:pt x="28053" y="134265"/>
                </a:lnTo>
                <a:lnTo>
                  <a:pt x="59436" y="134265"/>
                </a:lnTo>
                <a:lnTo>
                  <a:pt x="59436" y="120990"/>
                </a:lnTo>
                <a:lnTo>
                  <a:pt x="54006" y="120990"/>
                </a:lnTo>
                <a:lnTo>
                  <a:pt x="48275" y="119481"/>
                </a:lnTo>
                <a:lnTo>
                  <a:pt x="48275" y="116766"/>
                </a:lnTo>
                <a:lnTo>
                  <a:pt x="50383" y="114353"/>
                </a:lnTo>
                <a:lnTo>
                  <a:pt x="79951" y="81163"/>
                </a:lnTo>
                <a:lnTo>
                  <a:pt x="116268" y="81163"/>
                </a:lnTo>
                <a:lnTo>
                  <a:pt x="98659" y="60344"/>
                </a:lnTo>
                <a:lnTo>
                  <a:pt x="108722" y="49180"/>
                </a:lnTo>
                <a:lnTo>
                  <a:pt x="89606" y="49180"/>
                </a:lnTo>
                <a:lnTo>
                  <a:pt x="59738" y="14180"/>
                </a:lnTo>
                <a:close/>
              </a:path>
              <a:path w="172085" h="135254">
                <a:moveTo>
                  <a:pt x="59436" y="134265"/>
                </a:moveTo>
                <a:lnTo>
                  <a:pt x="28053" y="134265"/>
                </a:lnTo>
                <a:lnTo>
                  <a:pt x="35291" y="134364"/>
                </a:lnTo>
                <a:lnTo>
                  <a:pt x="44312" y="134605"/>
                </a:lnTo>
                <a:lnTo>
                  <a:pt x="59436" y="135171"/>
                </a:lnTo>
                <a:lnTo>
                  <a:pt x="59436" y="134265"/>
                </a:lnTo>
                <a:close/>
              </a:path>
              <a:path w="172085" h="135254">
                <a:moveTo>
                  <a:pt x="171674" y="120990"/>
                </a:moveTo>
                <a:lnTo>
                  <a:pt x="101680" y="120990"/>
                </a:lnTo>
                <a:lnTo>
                  <a:pt x="101680" y="135171"/>
                </a:lnTo>
                <a:lnTo>
                  <a:pt x="129254" y="134364"/>
                </a:lnTo>
                <a:lnTo>
                  <a:pt x="138183" y="134265"/>
                </a:lnTo>
                <a:lnTo>
                  <a:pt x="171674" y="134265"/>
                </a:lnTo>
                <a:lnTo>
                  <a:pt x="171674" y="120990"/>
                </a:lnTo>
                <a:close/>
              </a:path>
              <a:path w="172085" h="135254">
                <a:moveTo>
                  <a:pt x="171674" y="134265"/>
                </a:moveTo>
                <a:lnTo>
                  <a:pt x="138183" y="134265"/>
                </a:lnTo>
                <a:lnTo>
                  <a:pt x="146089" y="134364"/>
                </a:lnTo>
                <a:lnTo>
                  <a:pt x="171674" y="135171"/>
                </a:lnTo>
                <a:lnTo>
                  <a:pt x="171674" y="134265"/>
                </a:lnTo>
                <a:close/>
              </a:path>
              <a:path w="172085" h="135254">
                <a:moveTo>
                  <a:pt x="116268" y="81163"/>
                </a:moveTo>
                <a:lnTo>
                  <a:pt x="79951" y="81163"/>
                </a:lnTo>
                <a:lnTo>
                  <a:pt x="113442" y="120990"/>
                </a:lnTo>
                <a:lnTo>
                  <a:pt x="149955" y="120990"/>
                </a:lnTo>
                <a:lnTo>
                  <a:pt x="116268" y="81163"/>
                </a:lnTo>
                <a:close/>
              </a:path>
              <a:path w="172085" h="135254">
                <a:moveTo>
                  <a:pt x="106206" y="0"/>
                </a:moveTo>
                <a:lnTo>
                  <a:pt x="106206" y="14180"/>
                </a:lnTo>
                <a:lnTo>
                  <a:pt x="110422" y="14180"/>
                </a:lnTo>
                <a:lnTo>
                  <a:pt x="114046" y="14784"/>
                </a:lnTo>
                <a:lnTo>
                  <a:pt x="117668" y="16896"/>
                </a:lnTo>
                <a:lnTo>
                  <a:pt x="116464" y="18707"/>
                </a:lnTo>
                <a:lnTo>
                  <a:pt x="116464" y="19310"/>
                </a:lnTo>
                <a:lnTo>
                  <a:pt x="115251" y="20516"/>
                </a:lnTo>
                <a:lnTo>
                  <a:pt x="89606" y="49180"/>
                </a:lnTo>
                <a:lnTo>
                  <a:pt x="108722" y="49180"/>
                </a:lnTo>
                <a:lnTo>
                  <a:pt x="134560" y="20516"/>
                </a:lnTo>
                <a:lnTo>
                  <a:pt x="137508" y="17744"/>
                </a:lnTo>
                <a:lnTo>
                  <a:pt x="142069" y="15764"/>
                </a:lnTo>
                <a:lnTo>
                  <a:pt x="150646" y="14576"/>
                </a:lnTo>
                <a:lnTo>
                  <a:pt x="165642" y="14180"/>
                </a:lnTo>
                <a:lnTo>
                  <a:pt x="165642" y="905"/>
                </a:lnTo>
                <a:lnTo>
                  <a:pt x="137581" y="905"/>
                </a:lnTo>
                <a:lnTo>
                  <a:pt x="130682" y="806"/>
                </a:lnTo>
                <a:lnTo>
                  <a:pt x="106206" y="0"/>
                </a:lnTo>
                <a:close/>
              </a:path>
              <a:path w="172085" h="135254">
                <a:moveTo>
                  <a:pt x="1506" y="0"/>
                </a:moveTo>
                <a:lnTo>
                  <a:pt x="1506" y="14180"/>
                </a:lnTo>
                <a:lnTo>
                  <a:pt x="72104" y="14180"/>
                </a:lnTo>
                <a:lnTo>
                  <a:pt x="72104" y="905"/>
                </a:lnTo>
                <a:lnTo>
                  <a:pt x="34997" y="905"/>
                </a:lnTo>
                <a:lnTo>
                  <a:pt x="27133" y="806"/>
                </a:lnTo>
                <a:lnTo>
                  <a:pt x="1506" y="0"/>
                </a:lnTo>
                <a:close/>
              </a:path>
              <a:path w="172085" h="135254">
                <a:moveTo>
                  <a:pt x="72104" y="0"/>
                </a:moveTo>
                <a:lnTo>
                  <a:pt x="43850" y="806"/>
                </a:lnTo>
                <a:lnTo>
                  <a:pt x="34997" y="905"/>
                </a:lnTo>
                <a:lnTo>
                  <a:pt x="72104" y="905"/>
                </a:lnTo>
                <a:lnTo>
                  <a:pt x="72104" y="0"/>
                </a:lnTo>
                <a:close/>
              </a:path>
              <a:path w="172085" h="135254">
                <a:moveTo>
                  <a:pt x="165642" y="0"/>
                </a:moveTo>
                <a:lnTo>
                  <a:pt x="156888" y="395"/>
                </a:lnTo>
                <a:lnTo>
                  <a:pt x="148104" y="678"/>
                </a:lnTo>
                <a:lnTo>
                  <a:pt x="137581" y="905"/>
                </a:lnTo>
                <a:lnTo>
                  <a:pt x="165642" y="905"/>
                </a:lnTo>
                <a:lnTo>
                  <a:pt x="1656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61453" y="3470001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39" h="96520">
                <a:moveTo>
                  <a:pt x="45533" y="6035"/>
                </a:moveTo>
                <a:lnTo>
                  <a:pt x="33792" y="6035"/>
                </a:lnTo>
                <a:lnTo>
                  <a:pt x="35600" y="8448"/>
                </a:lnTo>
                <a:lnTo>
                  <a:pt x="35600" y="18404"/>
                </a:lnTo>
                <a:lnTo>
                  <a:pt x="33792" y="22931"/>
                </a:lnTo>
                <a:lnTo>
                  <a:pt x="31676" y="28060"/>
                </a:lnTo>
                <a:lnTo>
                  <a:pt x="26010" y="43377"/>
                </a:lnTo>
                <a:lnTo>
                  <a:pt x="22550" y="54159"/>
                </a:lnTo>
                <a:lnTo>
                  <a:pt x="20732" y="62173"/>
                </a:lnTo>
                <a:lnTo>
                  <a:pt x="20214" y="68491"/>
                </a:lnTo>
                <a:lnTo>
                  <a:pt x="23061" y="81611"/>
                </a:lnTo>
                <a:lnTo>
                  <a:pt x="30547" y="90177"/>
                </a:lnTo>
                <a:lnTo>
                  <a:pt x="41088" y="94839"/>
                </a:lnTo>
                <a:lnTo>
                  <a:pt x="53102" y="96249"/>
                </a:lnTo>
                <a:lnTo>
                  <a:pt x="67032" y="90214"/>
                </a:lnTo>
                <a:lnTo>
                  <a:pt x="53705" y="90214"/>
                </a:lnTo>
                <a:lnTo>
                  <a:pt x="43760" y="87758"/>
                </a:lnTo>
                <a:lnTo>
                  <a:pt x="38653" y="82105"/>
                </a:lnTo>
                <a:lnTo>
                  <a:pt x="36772" y="75831"/>
                </a:lnTo>
                <a:lnTo>
                  <a:pt x="36503" y="71508"/>
                </a:lnTo>
                <a:lnTo>
                  <a:pt x="37197" y="63602"/>
                </a:lnTo>
                <a:lnTo>
                  <a:pt x="39333" y="54423"/>
                </a:lnTo>
                <a:lnTo>
                  <a:pt x="43066" y="43203"/>
                </a:lnTo>
                <a:lnTo>
                  <a:pt x="48276" y="29870"/>
                </a:lnTo>
                <a:lnTo>
                  <a:pt x="49781" y="25345"/>
                </a:lnTo>
                <a:lnTo>
                  <a:pt x="50986" y="22025"/>
                </a:lnTo>
                <a:lnTo>
                  <a:pt x="50986" y="18404"/>
                </a:lnTo>
                <a:lnTo>
                  <a:pt x="49355" y="10994"/>
                </a:lnTo>
                <a:lnTo>
                  <a:pt x="45533" y="6035"/>
                </a:lnTo>
                <a:close/>
              </a:path>
              <a:path w="104139" h="96520">
                <a:moveTo>
                  <a:pt x="93832" y="0"/>
                </a:moveTo>
                <a:lnTo>
                  <a:pt x="87497" y="0"/>
                </a:lnTo>
                <a:lnTo>
                  <a:pt x="81466" y="5732"/>
                </a:lnTo>
                <a:lnTo>
                  <a:pt x="81466" y="14784"/>
                </a:lnTo>
                <a:lnTo>
                  <a:pt x="83574" y="16593"/>
                </a:lnTo>
                <a:lnTo>
                  <a:pt x="85081" y="17801"/>
                </a:lnTo>
                <a:lnTo>
                  <a:pt x="88703" y="20819"/>
                </a:lnTo>
                <a:lnTo>
                  <a:pt x="93005" y="26268"/>
                </a:lnTo>
                <a:lnTo>
                  <a:pt x="93105" y="35603"/>
                </a:lnTo>
                <a:lnTo>
                  <a:pt x="90617" y="47700"/>
                </a:lnTo>
                <a:lnTo>
                  <a:pt x="82971" y="66228"/>
                </a:lnTo>
                <a:lnTo>
                  <a:pt x="70572" y="82945"/>
                </a:lnTo>
                <a:lnTo>
                  <a:pt x="53705" y="90214"/>
                </a:lnTo>
                <a:lnTo>
                  <a:pt x="67032" y="90214"/>
                </a:lnTo>
                <a:lnTo>
                  <a:pt x="76041" y="86311"/>
                </a:lnTo>
                <a:lnTo>
                  <a:pt x="91796" y="63135"/>
                </a:lnTo>
                <a:lnTo>
                  <a:pt x="100875" y="36678"/>
                </a:lnTo>
                <a:lnTo>
                  <a:pt x="103789" y="16896"/>
                </a:lnTo>
                <a:lnTo>
                  <a:pt x="103789" y="302"/>
                </a:lnTo>
                <a:lnTo>
                  <a:pt x="93832" y="0"/>
                </a:lnTo>
                <a:close/>
              </a:path>
              <a:path w="104139" h="96520">
                <a:moveTo>
                  <a:pt x="30772" y="302"/>
                </a:moveTo>
                <a:lnTo>
                  <a:pt x="17054" y="4884"/>
                </a:lnTo>
                <a:lnTo>
                  <a:pt x="7466" y="15237"/>
                </a:lnTo>
                <a:lnTo>
                  <a:pt x="1838" y="26268"/>
                </a:lnTo>
                <a:lnTo>
                  <a:pt x="0" y="32887"/>
                </a:lnTo>
                <a:lnTo>
                  <a:pt x="0" y="35603"/>
                </a:lnTo>
                <a:lnTo>
                  <a:pt x="6634" y="35603"/>
                </a:lnTo>
                <a:lnTo>
                  <a:pt x="6936" y="34396"/>
                </a:lnTo>
                <a:lnTo>
                  <a:pt x="7538" y="32284"/>
                </a:lnTo>
                <a:lnTo>
                  <a:pt x="12049" y="20800"/>
                </a:lnTo>
                <a:lnTo>
                  <a:pt x="17608" y="12597"/>
                </a:lnTo>
                <a:lnTo>
                  <a:pt x="23790" y="7675"/>
                </a:lnTo>
                <a:lnTo>
                  <a:pt x="30170" y="6035"/>
                </a:lnTo>
                <a:lnTo>
                  <a:pt x="45533" y="6035"/>
                </a:lnTo>
                <a:lnTo>
                  <a:pt x="44951" y="5280"/>
                </a:lnTo>
                <a:lnTo>
                  <a:pt x="38512" y="1603"/>
                </a:lnTo>
                <a:lnTo>
                  <a:pt x="30772" y="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48562" y="4572600"/>
            <a:ext cx="1099820" cy="946150"/>
          </a:xfrm>
          <a:custGeom>
            <a:avLst/>
            <a:gdLst/>
            <a:ahLst/>
            <a:cxnLst/>
            <a:rect l="l" t="t" r="r" b="b"/>
            <a:pathLst>
              <a:path w="1099820" h="946150">
                <a:moveTo>
                  <a:pt x="0" y="0"/>
                </a:moveTo>
                <a:lnTo>
                  <a:pt x="1099437" y="0"/>
                </a:lnTo>
                <a:lnTo>
                  <a:pt x="1099437" y="945897"/>
                </a:lnTo>
                <a:lnTo>
                  <a:pt x="0" y="945897"/>
                </a:lnTo>
                <a:lnTo>
                  <a:pt x="0" y="0"/>
                </a:lnTo>
                <a:close/>
              </a:path>
            </a:pathLst>
          </a:custGeom>
          <a:solidFill>
            <a:srgbClr val="E6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74690" y="3094957"/>
            <a:ext cx="2924175" cy="1604645"/>
          </a:xfrm>
          <a:custGeom>
            <a:avLst/>
            <a:gdLst/>
            <a:ahLst/>
            <a:cxnLst/>
            <a:rect l="l" t="t" r="r" b="b"/>
            <a:pathLst>
              <a:path w="2924175" h="1604645">
                <a:moveTo>
                  <a:pt x="1218257" y="838795"/>
                </a:moveTo>
                <a:lnTo>
                  <a:pt x="487302" y="838795"/>
                </a:lnTo>
                <a:lnTo>
                  <a:pt x="173705" y="1604054"/>
                </a:lnTo>
                <a:lnTo>
                  <a:pt x="1218257" y="838795"/>
                </a:lnTo>
                <a:close/>
              </a:path>
              <a:path w="2924175" h="1604645">
                <a:moveTo>
                  <a:pt x="2923819" y="0"/>
                </a:moveTo>
                <a:lnTo>
                  <a:pt x="0" y="0"/>
                </a:lnTo>
                <a:lnTo>
                  <a:pt x="0" y="838795"/>
                </a:lnTo>
                <a:lnTo>
                  <a:pt x="2923819" y="838795"/>
                </a:lnTo>
                <a:lnTo>
                  <a:pt x="2923819" y="0"/>
                </a:lnTo>
                <a:close/>
              </a:path>
            </a:pathLst>
          </a:custGeom>
          <a:solidFill>
            <a:srgbClr val="E6B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74690" y="3094957"/>
            <a:ext cx="2924175" cy="1604645"/>
          </a:xfrm>
          <a:custGeom>
            <a:avLst/>
            <a:gdLst/>
            <a:ahLst/>
            <a:cxnLst/>
            <a:rect l="l" t="t" r="r" b="b"/>
            <a:pathLst>
              <a:path w="2924175" h="1604645">
                <a:moveTo>
                  <a:pt x="0" y="0"/>
                </a:moveTo>
                <a:lnTo>
                  <a:pt x="487303" y="0"/>
                </a:lnTo>
                <a:lnTo>
                  <a:pt x="1218258" y="0"/>
                </a:lnTo>
                <a:lnTo>
                  <a:pt x="2923820" y="0"/>
                </a:lnTo>
                <a:lnTo>
                  <a:pt x="2923820" y="489299"/>
                </a:lnTo>
                <a:lnTo>
                  <a:pt x="2923820" y="698996"/>
                </a:lnTo>
                <a:lnTo>
                  <a:pt x="2923820" y="838796"/>
                </a:lnTo>
                <a:lnTo>
                  <a:pt x="1218258" y="838796"/>
                </a:lnTo>
                <a:lnTo>
                  <a:pt x="173705" y="1604055"/>
                </a:lnTo>
                <a:lnTo>
                  <a:pt x="487303" y="838796"/>
                </a:lnTo>
                <a:lnTo>
                  <a:pt x="0" y="838796"/>
                </a:lnTo>
                <a:lnTo>
                  <a:pt x="0" y="698996"/>
                </a:lnTo>
                <a:lnTo>
                  <a:pt x="0" y="48929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40687" y="3136900"/>
            <a:ext cx="5271770" cy="1207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2732405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Aggregate </a:t>
            </a:r>
            <a:r>
              <a:rPr dirty="0" sz="1600">
                <a:latin typeface="Arial"/>
                <a:cs typeface="Arial"/>
              </a:rPr>
              <a:t>neighbor’s  previous-layer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5">
                <a:latin typeface="Arial"/>
                <a:cs typeface="Arial"/>
              </a:rPr>
              <a:t>embeddings,  </a:t>
            </a:r>
            <a:r>
              <a:rPr dirty="0" sz="1600" spc="0">
                <a:latin typeface="Arial"/>
                <a:cs typeface="Arial"/>
              </a:rPr>
              <a:t>separated </a:t>
            </a:r>
            <a:r>
              <a:rPr dirty="0" sz="1600" spc="25">
                <a:latin typeface="Arial"/>
                <a:cs typeface="Arial"/>
              </a:rPr>
              <a:t>by </a:t>
            </a:r>
            <a:r>
              <a:rPr dirty="0" sz="1600">
                <a:latin typeface="Arial"/>
                <a:cs typeface="Arial"/>
              </a:rPr>
              <a:t>edge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15"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C00000"/>
              </a:buClr>
              <a:buSzPct val="102222"/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baseline="1234" sz="3375" spc="-97">
                <a:latin typeface="Arial"/>
                <a:cs typeface="Arial"/>
              </a:rPr>
              <a:t>Per-layer </a:t>
            </a:r>
            <a:r>
              <a:rPr dirty="0" baseline="1234" sz="3375" spc="-15">
                <a:latin typeface="Arial"/>
                <a:cs typeface="Arial"/>
              </a:rPr>
              <a:t>update </a:t>
            </a:r>
            <a:r>
              <a:rPr dirty="0" baseline="1234" sz="3375" spc="-30">
                <a:latin typeface="Arial"/>
                <a:cs typeface="Arial"/>
              </a:rPr>
              <a:t>of </a:t>
            </a:r>
            <a:r>
              <a:rPr dirty="0" baseline="1234" sz="3375" spc="-22">
                <a:latin typeface="Arial"/>
                <a:cs typeface="Arial"/>
              </a:rPr>
              <a:t>node</a:t>
            </a:r>
            <a:r>
              <a:rPr dirty="0" baseline="1234" sz="3375" spc="-30">
                <a:latin typeface="Arial"/>
                <a:cs typeface="Arial"/>
              </a:rPr>
              <a:t> embeddings:</a:t>
            </a:r>
            <a:endParaRPr baseline="1234" sz="3375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533558" y="342899"/>
            <a:ext cx="80772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20"/>
              <a:t>Multirelational </a:t>
            </a:r>
            <a:r>
              <a:rPr dirty="0" sz="5000" spc="-95"/>
              <a:t>Graph</a:t>
            </a:r>
            <a:r>
              <a:rPr dirty="0" sz="5000" spc="125"/>
              <a:t> </a:t>
            </a:r>
            <a:r>
              <a:rPr dirty="0" sz="5000" spc="-85"/>
              <a:t>Encoder</a:t>
            </a:r>
            <a:endParaRPr sz="5000"/>
          </a:p>
        </p:txBody>
      </p:sp>
      <p:sp>
        <p:nvSpPr>
          <p:cNvPr id="32" name="object 32"/>
          <p:cNvSpPr/>
          <p:nvPr/>
        </p:nvSpPr>
        <p:spPr>
          <a:xfrm>
            <a:off x="5919292" y="4580295"/>
            <a:ext cx="862965" cy="946150"/>
          </a:xfrm>
          <a:custGeom>
            <a:avLst/>
            <a:gdLst/>
            <a:ahLst/>
            <a:cxnLst/>
            <a:rect l="l" t="t" r="r" b="b"/>
            <a:pathLst>
              <a:path w="862965" h="946150">
                <a:moveTo>
                  <a:pt x="0" y="0"/>
                </a:moveTo>
                <a:lnTo>
                  <a:pt x="862507" y="0"/>
                </a:lnTo>
                <a:lnTo>
                  <a:pt x="862507" y="945897"/>
                </a:lnTo>
                <a:lnTo>
                  <a:pt x="0" y="945897"/>
                </a:lnTo>
                <a:lnTo>
                  <a:pt x="0" y="0"/>
                </a:lnTo>
                <a:close/>
              </a:path>
            </a:pathLst>
          </a:custGeom>
          <a:solidFill>
            <a:srgbClr val="D7E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15156" y="3991362"/>
            <a:ext cx="2114550" cy="779780"/>
          </a:xfrm>
          <a:custGeom>
            <a:avLst/>
            <a:gdLst/>
            <a:ahLst/>
            <a:cxnLst/>
            <a:rect l="l" t="t" r="r" b="b"/>
            <a:pathLst>
              <a:path w="2114550" h="779779">
                <a:moveTo>
                  <a:pt x="881062" y="583751"/>
                </a:moveTo>
                <a:lnTo>
                  <a:pt x="352425" y="583751"/>
                </a:lnTo>
                <a:lnTo>
                  <a:pt x="120571" y="779343"/>
                </a:lnTo>
                <a:lnTo>
                  <a:pt x="881062" y="583751"/>
                </a:lnTo>
                <a:close/>
              </a:path>
              <a:path w="2114550" h="779779">
                <a:moveTo>
                  <a:pt x="2114550" y="0"/>
                </a:moveTo>
                <a:lnTo>
                  <a:pt x="0" y="0"/>
                </a:lnTo>
                <a:lnTo>
                  <a:pt x="0" y="583751"/>
                </a:lnTo>
                <a:lnTo>
                  <a:pt x="2114550" y="583751"/>
                </a:lnTo>
                <a:lnTo>
                  <a:pt x="2114550" y="0"/>
                </a:lnTo>
                <a:close/>
              </a:path>
            </a:pathLst>
          </a:custGeom>
          <a:solidFill>
            <a:srgbClr val="D7E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15156" y="3991362"/>
            <a:ext cx="2114550" cy="779780"/>
          </a:xfrm>
          <a:custGeom>
            <a:avLst/>
            <a:gdLst/>
            <a:ahLst/>
            <a:cxnLst/>
            <a:rect l="l" t="t" r="r" b="b"/>
            <a:pathLst>
              <a:path w="2114550" h="779779">
                <a:moveTo>
                  <a:pt x="0" y="0"/>
                </a:moveTo>
                <a:lnTo>
                  <a:pt x="352425" y="0"/>
                </a:lnTo>
                <a:lnTo>
                  <a:pt x="881062" y="0"/>
                </a:lnTo>
                <a:lnTo>
                  <a:pt x="2114550" y="0"/>
                </a:lnTo>
                <a:lnTo>
                  <a:pt x="2114550" y="340522"/>
                </a:lnTo>
                <a:lnTo>
                  <a:pt x="2114550" y="486460"/>
                </a:lnTo>
                <a:lnTo>
                  <a:pt x="2114550" y="583752"/>
                </a:lnTo>
                <a:lnTo>
                  <a:pt x="881062" y="583752"/>
                </a:lnTo>
                <a:lnTo>
                  <a:pt x="120571" y="779343"/>
                </a:lnTo>
                <a:lnTo>
                  <a:pt x="352425" y="583752"/>
                </a:lnTo>
                <a:lnTo>
                  <a:pt x="0" y="583752"/>
                </a:lnTo>
                <a:lnTo>
                  <a:pt x="0" y="486460"/>
                </a:lnTo>
                <a:lnTo>
                  <a:pt x="0" y="34052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242371" y="4026916"/>
            <a:ext cx="145415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6985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Previous-layer  </a:t>
            </a:r>
            <a:r>
              <a:rPr dirty="0" sz="1600" spc="10">
                <a:latin typeface="Arial"/>
                <a:cs typeface="Arial"/>
              </a:rPr>
              <a:t>embedding </a:t>
            </a:r>
            <a:r>
              <a:rPr dirty="0" sz="1600" spc="15">
                <a:latin typeface="Arial"/>
                <a:cs typeface="Arial"/>
              </a:rPr>
              <a:t>of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Cambria Math"/>
                <a:cs typeface="Cambria Math"/>
              </a:rPr>
              <a:t>𝑣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87741" y="4580295"/>
            <a:ext cx="431800" cy="946150"/>
          </a:xfrm>
          <a:custGeom>
            <a:avLst/>
            <a:gdLst/>
            <a:ahLst/>
            <a:cxnLst/>
            <a:rect l="l" t="t" r="r" b="b"/>
            <a:pathLst>
              <a:path w="431800" h="946150">
                <a:moveTo>
                  <a:pt x="0" y="0"/>
                </a:moveTo>
                <a:lnTo>
                  <a:pt x="431253" y="0"/>
                </a:lnTo>
                <a:lnTo>
                  <a:pt x="431253" y="945897"/>
                </a:lnTo>
                <a:lnTo>
                  <a:pt x="0" y="945897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687897" y="5338815"/>
            <a:ext cx="2999105" cy="1283335"/>
          </a:xfrm>
          <a:custGeom>
            <a:avLst/>
            <a:gdLst/>
            <a:ahLst/>
            <a:cxnLst/>
            <a:rect l="l" t="t" r="r" b="b"/>
            <a:pathLst>
              <a:path w="2999104" h="1283334">
                <a:moveTo>
                  <a:pt x="2998605" y="587188"/>
                </a:moveTo>
                <a:lnTo>
                  <a:pt x="26805" y="587188"/>
                </a:lnTo>
                <a:lnTo>
                  <a:pt x="26805" y="1282894"/>
                </a:lnTo>
                <a:lnTo>
                  <a:pt x="2998605" y="1282894"/>
                </a:lnTo>
                <a:lnTo>
                  <a:pt x="2998605" y="587188"/>
                </a:lnTo>
                <a:close/>
              </a:path>
              <a:path w="2999104" h="1283334">
                <a:moveTo>
                  <a:pt x="0" y="0"/>
                </a:moveTo>
                <a:lnTo>
                  <a:pt x="522105" y="587188"/>
                </a:lnTo>
                <a:lnTo>
                  <a:pt x="1265055" y="587188"/>
                </a:lnTo>
                <a:lnTo>
                  <a:pt x="0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87897" y="5338815"/>
            <a:ext cx="2999105" cy="1283335"/>
          </a:xfrm>
          <a:custGeom>
            <a:avLst/>
            <a:gdLst/>
            <a:ahLst/>
            <a:cxnLst/>
            <a:rect l="l" t="t" r="r" b="b"/>
            <a:pathLst>
              <a:path w="2999104" h="1283334">
                <a:moveTo>
                  <a:pt x="26806" y="587188"/>
                </a:moveTo>
                <a:lnTo>
                  <a:pt x="522106" y="587188"/>
                </a:lnTo>
                <a:lnTo>
                  <a:pt x="0" y="0"/>
                </a:lnTo>
                <a:lnTo>
                  <a:pt x="1265056" y="587188"/>
                </a:lnTo>
                <a:lnTo>
                  <a:pt x="2998606" y="587188"/>
                </a:lnTo>
                <a:lnTo>
                  <a:pt x="2998606" y="703138"/>
                </a:lnTo>
                <a:lnTo>
                  <a:pt x="2998606" y="877066"/>
                </a:lnTo>
                <a:lnTo>
                  <a:pt x="2998606" y="1282894"/>
                </a:lnTo>
                <a:lnTo>
                  <a:pt x="1265056" y="1282894"/>
                </a:lnTo>
                <a:lnTo>
                  <a:pt x="522106" y="1282894"/>
                </a:lnTo>
                <a:lnTo>
                  <a:pt x="26806" y="1282894"/>
                </a:lnTo>
                <a:lnTo>
                  <a:pt x="26806" y="877066"/>
                </a:lnTo>
                <a:lnTo>
                  <a:pt x="26806" y="703138"/>
                </a:lnTo>
                <a:lnTo>
                  <a:pt x="26806" y="5871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40687" y="5338603"/>
            <a:ext cx="8094980" cy="948055"/>
          </a:xfrm>
          <a:prstGeom prst="rect">
            <a:avLst/>
          </a:prstGeom>
        </p:spPr>
        <p:txBody>
          <a:bodyPr wrap="square" lIns="0" tIns="2057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20"/>
              </a:spcBef>
              <a:buClr>
                <a:srgbClr val="C00000"/>
              </a:buClr>
              <a:buSzPct val="102222"/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baseline="1234" sz="3375" spc="-44">
                <a:latin typeface="Arial"/>
                <a:cs typeface="Arial"/>
              </a:rPr>
              <a:t>Embeddings </a:t>
            </a:r>
            <a:r>
              <a:rPr dirty="0" baseline="1234" sz="3375" spc="-60">
                <a:latin typeface="Arial"/>
                <a:cs typeface="Arial"/>
              </a:rPr>
              <a:t>after </a:t>
            </a:r>
            <a:r>
              <a:rPr dirty="0" sz="2300">
                <a:latin typeface="Cambria Math"/>
                <a:cs typeface="Cambria Math"/>
              </a:rPr>
              <a:t>𝐾  </a:t>
            </a:r>
            <a:r>
              <a:rPr dirty="0" baseline="1234" sz="3375" spc="-97">
                <a:latin typeface="Arial"/>
                <a:cs typeface="Arial"/>
              </a:rPr>
              <a:t>layers </a:t>
            </a:r>
            <a:r>
              <a:rPr dirty="0" baseline="1234" sz="3375" spc="-30">
                <a:latin typeface="Arial"/>
                <a:cs typeface="Arial"/>
              </a:rPr>
              <a:t>of neighborhood</a:t>
            </a:r>
            <a:r>
              <a:rPr dirty="0" baseline="1234" sz="3375" spc="-427">
                <a:latin typeface="Arial"/>
                <a:cs typeface="Arial"/>
              </a:rPr>
              <a:t> </a:t>
            </a:r>
            <a:r>
              <a:rPr dirty="0" baseline="1234" sz="3375" spc="-52">
                <a:latin typeface="Arial"/>
                <a:cs typeface="Arial"/>
              </a:rPr>
              <a:t>aggregation:</a:t>
            </a:r>
            <a:endParaRPr baseline="1234" sz="3375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055"/>
              </a:spcBef>
            </a:pPr>
            <a:r>
              <a:rPr dirty="0" sz="1600" spc="-5">
                <a:latin typeface="Arial"/>
                <a:cs typeface="Arial"/>
              </a:rPr>
              <a:t>Normalization </a:t>
            </a:r>
            <a:r>
              <a:rPr dirty="0" sz="1600" spc="10">
                <a:latin typeface="Arial"/>
                <a:cs typeface="Arial"/>
              </a:rPr>
              <a:t>constant,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5">
                <a:latin typeface="Arial"/>
                <a:cs typeface="Arial"/>
              </a:rPr>
              <a:t>fixed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37881" y="6357620"/>
            <a:ext cx="2665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Parameter </a:t>
            </a:r>
            <a:r>
              <a:rPr dirty="0" sz="1800" spc="-40">
                <a:latin typeface="Arial"/>
                <a:cs typeface="Arial"/>
              </a:rPr>
              <a:t>weight</a:t>
            </a:r>
            <a:r>
              <a:rPr dirty="0" baseline="30092" sz="1800" spc="-60">
                <a:latin typeface="Cambria Math"/>
                <a:cs typeface="Cambria Math"/>
              </a:rPr>
              <a:t>!</a:t>
            </a:r>
            <a:r>
              <a:rPr dirty="0" baseline="30092" sz="1800" spc="-37">
                <a:latin typeface="Cambria Math"/>
                <a:cs typeface="Cambria Math"/>
              </a:rPr>
              <a:t> </a:t>
            </a:r>
            <a:r>
              <a:rPr dirty="0" sz="1800" spc="-30">
                <a:latin typeface="Arial"/>
                <a:cs typeface="Arial"/>
              </a:rPr>
              <a:t>matrices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46820" y="6258052"/>
            <a:ext cx="21075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i="1">
                <a:latin typeface="Arial"/>
                <a:cs typeface="Arial"/>
              </a:rPr>
              <a:t>e.g., </a:t>
            </a:r>
            <a:r>
              <a:rPr dirty="0" sz="1600" spc="35">
                <a:latin typeface="Cambria Math"/>
                <a:cs typeface="Cambria Math"/>
              </a:rPr>
              <a:t>1/|𝑁</a:t>
            </a:r>
            <a:r>
              <a:rPr dirty="0" baseline="27777" sz="1800" spc="52">
                <a:latin typeface="Cambria Math"/>
                <a:cs typeface="Cambria Math"/>
              </a:rPr>
              <a:t>"</a:t>
            </a:r>
            <a:r>
              <a:rPr dirty="0" sz="1600" spc="35">
                <a:latin typeface="Cambria Math"/>
                <a:cs typeface="Cambria Math"/>
              </a:rPr>
              <a:t>|</a:t>
            </a:r>
            <a:r>
              <a:rPr dirty="0" sz="1600" spc="35">
                <a:latin typeface="Arial"/>
                <a:cs typeface="Arial"/>
              </a:rPr>
              <a:t>, </a:t>
            </a:r>
            <a:r>
              <a:rPr dirty="0" sz="1600" spc="0">
                <a:latin typeface="Arial"/>
                <a:cs typeface="Arial"/>
              </a:rPr>
              <a:t>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learned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9470" y="4810089"/>
            <a:ext cx="173990" cy="212090"/>
          </a:xfrm>
          <a:custGeom>
            <a:avLst/>
            <a:gdLst/>
            <a:ahLst/>
            <a:cxnLst/>
            <a:rect l="l" t="t" r="r" b="b"/>
            <a:pathLst>
              <a:path w="173990" h="212089">
                <a:moveTo>
                  <a:pt x="76637" y="197025"/>
                </a:moveTo>
                <a:lnTo>
                  <a:pt x="0" y="197025"/>
                </a:lnTo>
                <a:lnTo>
                  <a:pt x="0" y="211507"/>
                </a:lnTo>
                <a:lnTo>
                  <a:pt x="28682" y="210700"/>
                </a:lnTo>
                <a:lnTo>
                  <a:pt x="38318" y="210601"/>
                </a:lnTo>
                <a:lnTo>
                  <a:pt x="76637" y="210601"/>
                </a:lnTo>
                <a:lnTo>
                  <a:pt x="76637" y="197025"/>
                </a:lnTo>
                <a:close/>
              </a:path>
              <a:path w="173990" h="212089">
                <a:moveTo>
                  <a:pt x="76637" y="210601"/>
                </a:moveTo>
                <a:lnTo>
                  <a:pt x="38318" y="210601"/>
                </a:lnTo>
                <a:lnTo>
                  <a:pt x="48082" y="210700"/>
                </a:lnTo>
                <a:lnTo>
                  <a:pt x="76637" y="211507"/>
                </a:lnTo>
                <a:lnTo>
                  <a:pt x="76637" y="210601"/>
                </a:lnTo>
                <a:close/>
              </a:path>
              <a:path w="173990" h="212089">
                <a:moveTo>
                  <a:pt x="173490" y="197025"/>
                </a:moveTo>
                <a:lnTo>
                  <a:pt x="96852" y="197025"/>
                </a:lnTo>
                <a:lnTo>
                  <a:pt x="96852" y="211507"/>
                </a:lnTo>
                <a:lnTo>
                  <a:pt x="125535" y="210700"/>
                </a:lnTo>
                <a:lnTo>
                  <a:pt x="135171" y="210601"/>
                </a:lnTo>
                <a:lnTo>
                  <a:pt x="173490" y="210601"/>
                </a:lnTo>
                <a:lnTo>
                  <a:pt x="173490" y="197025"/>
                </a:lnTo>
                <a:close/>
              </a:path>
              <a:path w="173990" h="212089">
                <a:moveTo>
                  <a:pt x="173490" y="210601"/>
                </a:moveTo>
                <a:lnTo>
                  <a:pt x="135171" y="210601"/>
                </a:lnTo>
                <a:lnTo>
                  <a:pt x="145062" y="210700"/>
                </a:lnTo>
                <a:lnTo>
                  <a:pt x="173490" y="211507"/>
                </a:lnTo>
                <a:lnTo>
                  <a:pt x="173490" y="210601"/>
                </a:lnTo>
                <a:close/>
              </a:path>
              <a:path w="173990" h="212089">
                <a:moveTo>
                  <a:pt x="53706" y="0"/>
                </a:moveTo>
                <a:lnTo>
                  <a:pt x="0" y="2414"/>
                </a:lnTo>
                <a:lnTo>
                  <a:pt x="0" y="16595"/>
                </a:lnTo>
                <a:lnTo>
                  <a:pt x="20818" y="16595"/>
                </a:lnTo>
                <a:lnTo>
                  <a:pt x="20818" y="197025"/>
                </a:lnTo>
                <a:lnTo>
                  <a:pt x="55818" y="197025"/>
                </a:lnTo>
                <a:lnTo>
                  <a:pt x="55818" y="133361"/>
                </a:lnTo>
                <a:lnTo>
                  <a:pt x="60174" y="111863"/>
                </a:lnTo>
                <a:lnTo>
                  <a:pt x="65913" y="104094"/>
                </a:lnTo>
                <a:lnTo>
                  <a:pt x="53706" y="104094"/>
                </a:lnTo>
                <a:lnTo>
                  <a:pt x="53706" y="0"/>
                </a:lnTo>
                <a:close/>
              </a:path>
              <a:path w="173990" h="212089">
                <a:moveTo>
                  <a:pt x="141314" y="85387"/>
                </a:moveTo>
                <a:lnTo>
                  <a:pt x="101077" y="85387"/>
                </a:lnTo>
                <a:lnTo>
                  <a:pt x="108044" y="86740"/>
                </a:lnTo>
                <a:lnTo>
                  <a:pt x="113372" y="91459"/>
                </a:lnTo>
                <a:lnTo>
                  <a:pt x="116776" y="100534"/>
                </a:lnTo>
                <a:lnTo>
                  <a:pt x="117973" y="114956"/>
                </a:lnTo>
                <a:lnTo>
                  <a:pt x="117973" y="197025"/>
                </a:lnTo>
                <a:lnTo>
                  <a:pt x="152671" y="197025"/>
                </a:lnTo>
                <a:lnTo>
                  <a:pt x="152671" y="118275"/>
                </a:lnTo>
                <a:lnTo>
                  <a:pt x="149602" y="97899"/>
                </a:lnTo>
                <a:lnTo>
                  <a:pt x="141314" y="85387"/>
                </a:lnTo>
                <a:close/>
              </a:path>
              <a:path w="173990" h="212089">
                <a:moveTo>
                  <a:pt x="105602" y="74223"/>
                </a:moveTo>
                <a:lnTo>
                  <a:pt x="86165" y="77193"/>
                </a:lnTo>
                <a:lnTo>
                  <a:pt x="71395" y="84633"/>
                </a:lnTo>
                <a:lnTo>
                  <a:pt x="60754" y="94335"/>
                </a:lnTo>
                <a:lnTo>
                  <a:pt x="53706" y="104094"/>
                </a:lnTo>
                <a:lnTo>
                  <a:pt x="65913" y="104094"/>
                </a:lnTo>
                <a:lnTo>
                  <a:pt x="71206" y="96927"/>
                </a:lnTo>
                <a:lnTo>
                  <a:pt x="85858" y="88215"/>
                </a:lnTo>
                <a:lnTo>
                  <a:pt x="101077" y="85387"/>
                </a:lnTo>
                <a:lnTo>
                  <a:pt x="141314" y="85387"/>
                </a:lnTo>
                <a:lnTo>
                  <a:pt x="140564" y="84256"/>
                </a:lnTo>
                <a:lnTo>
                  <a:pt x="125813" y="76609"/>
                </a:lnTo>
                <a:lnTo>
                  <a:pt x="105602" y="74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34943" y="4734960"/>
            <a:ext cx="55880" cy="212725"/>
          </a:xfrm>
          <a:custGeom>
            <a:avLst/>
            <a:gdLst/>
            <a:ahLst/>
            <a:cxnLst/>
            <a:rect l="l" t="t" r="r" b="b"/>
            <a:pathLst>
              <a:path w="55880" h="212725">
                <a:moveTo>
                  <a:pt x="55516" y="0"/>
                </a:moveTo>
                <a:lnTo>
                  <a:pt x="51292" y="0"/>
                </a:lnTo>
                <a:lnTo>
                  <a:pt x="26221" y="23977"/>
                </a:lnTo>
                <a:lnTo>
                  <a:pt x="10484" y="51519"/>
                </a:lnTo>
                <a:lnTo>
                  <a:pt x="2328" y="79853"/>
                </a:lnTo>
                <a:lnTo>
                  <a:pt x="0" y="106206"/>
                </a:lnTo>
                <a:lnTo>
                  <a:pt x="2074" y="131376"/>
                </a:lnTo>
                <a:lnTo>
                  <a:pt x="9806" y="159573"/>
                </a:lnTo>
                <a:lnTo>
                  <a:pt x="25457" y="187714"/>
                </a:lnTo>
                <a:lnTo>
                  <a:pt x="51292" y="212714"/>
                </a:lnTo>
                <a:lnTo>
                  <a:pt x="55516" y="212714"/>
                </a:lnTo>
                <a:lnTo>
                  <a:pt x="55516" y="208793"/>
                </a:lnTo>
                <a:lnTo>
                  <a:pt x="54913" y="208490"/>
                </a:lnTo>
                <a:lnTo>
                  <a:pt x="53405" y="206982"/>
                </a:lnTo>
                <a:lnTo>
                  <a:pt x="35358" y="185894"/>
                </a:lnTo>
                <a:lnTo>
                  <a:pt x="23308" y="161610"/>
                </a:lnTo>
                <a:lnTo>
                  <a:pt x="16575" y="134894"/>
                </a:lnTo>
                <a:lnTo>
                  <a:pt x="14482" y="106508"/>
                </a:lnTo>
                <a:lnTo>
                  <a:pt x="18197" y="68562"/>
                </a:lnTo>
                <a:lnTo>
                  <a:pt x="27683" y="40091"/>
                </a:lnTo>
                <a:lnTo>
                  <a:pt x="40449" y="19484"/>
                </a:lnTo>
                <a:lnTo>
                  <a:pt x="54008" y="5129"/>
                </a:lnTo>
                <a:lnTo>
                  <a:pt x="55516" y="3622"/>
                </a:lnTo>
                <a:lnTo>
                  <a:pt x="55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21839" y="4746727"/>
            <a:ext cx="104775" cy="150495"/>
          </a:xfrm>
          <a:custGeom>
            <a:avLst/>
            <a:gdLst/>
            <a:ahLst/>
            <a:cxnLst/>
            <a:rect l="l" t="t" r="r" b="b"/>
            <a:pathLst>
              <a:path w="104775" h="150495">
                <a:moveTo>
                  <a:pt x="50689" y="0"/>
                </a:moveTo>
                <a:lnTo>
                  <a:pt x="47974" y="0"/>
                </a:lnTo>
                <a:lnTo>
                  <a:pt x="42670" y="287"/>
                </a:lnTo>
                <a:lnTo>
                  <a:pt x="20818" y="2112"/>
                </a:lnTo>
                <a:lnTo>
                  <a:pt x="19008" y="2414"/>
                </a:lnTo>
                <a:lnTo>
                  <a:pt x="15991" y="2715"/>
                </a:lnTo>
                <a:lnTo>
                  <a:pt x="15991" y="10259"/>
                </a:lnTo>
                <a:lnTo>
                  <a:pt x="31681" y="10259"/>
                </a:lnTo>
                <a:lnTo>
                  <a:pt x="31681" y="14784"/>
                </a:lnTo>
                <a:lnTo>
                  <a:pt x="31379" y="15991"/>
                </a:lnTo>
                <a:lnTo>
                  <a:pt x="31077" y="18103"/>
                </a:lnTo>
                <a:lnTo>
                  <a:pt x="835" y="138791"/>
                </a:lnTo>
                <a:lnTo>
                  <a:pt x="0" y="142412"/>
                </a:lnTo>
                <a:lnTo>
                  <a:pt x="0" y="146335"/>
                </a:lnTo>
                <a:lnTo>
                  <a:pt x="2413" y="149955"/>
                </a:lnTo>
                <a:lnTo>
                  <a:pt x="12974" y="149955"/>
                </a:lnTo>
                <a:lnTo>
                  <a:pt x="15689" y="145732"/>
                </a:lnTo>
                <a:lnTo>
                  <a:pt x="16896" y="141206"/>
                </a:lnTo>
                <a:lnTo>
                  <a:pt x="18546" y="134789"/>
                </a:lnTo>
                <a:lnTo>
                  <a:pt x="25467" y="107474"/>
                </a:lnTo>
                <a:lnTo>
                  <a:pt x="27456" y="99870"/>
                </a:lnTo>
                <a:lnTo>
                  <a:pt x="59472" y="99870"/>
                </a:lnTo>
                <a:lnTo>
                  <a:pt x="57553" y="98550"/>
                </a:lnTo>
                <a:lnTo>
                  <a:pt x="46050" y="95254"/>
                </a:lnTo>
                <a:lnTo>
                  <a:pt x="36809" y="94137"/>
                </a:lnTo>
                <a:lnTo>
                  <a:pt x="41561" y="91422"/>
                </a:lnTo>
                <a:lnTo>
                  <a:pt x="29568" y="91422"/>
                </a:lnTo>
                <a:lnTo>
                  <a:pt x="50689" y="6637"/>
                </a:lnTo>
                <a:lnTo>
                  <a:pt x="50689" y="6033"/>
                </a:lnTo>
                <a:lnTo>
                  <a:pt x="51292" y="3319"/>
                </a:lnTo>
                <a:lnTo>
                  <a:pt x="51292" y="2112"/>
                </a:lnTo>
                <a:lnTo>
                  <a:pt x="50689" y="0"/>
                </a:lnTo>
                <a:close/>
              </a:path>
              <a:path w="104775" h="150495">
                <a:moveTo>
                  <a:pt x="59472" y="99870"/>
                </a:moveTo>
                <a:lnTo>
                  <a:pt x="27456" y="99870"/>
                </a:lnTo>
                <a:lnTo>
                  <a:pt x="38064" y="101671"/>
                </a:lnTo>
                <a:lnTo>
                  <a:pt x="46691" y="104999"/>
                </a:lnTo>
                <a:lnTo>
                  <a:pt x="52490" y="110137"/>
                </a:lnTo>
                <a:lnTo>
                  <a:pt x="54611" y="117369"/>
                </a:lnTo>
                <a:lnTo>
                  <a:pt x="54568" y="119783"/>
                </a:lnTo>
                <a:lnTo>
                  <a:pt x="54310" y="121594"/>
                </a:lnTo>
                <a:lnTo>
                  <a:pt x="53405" y="124611"/>
                </a:lnTo>
                <a:lnTo>
                  <a:pt x="53405" y="128231"/>
                </a:lnTo>
                <a:lnTo>
                  <a:pt x="55498" y="137990"/>
                </a:lnTo>
                <a:lnTo>
                  <a:pt x="60872" y="144750"/>
                </a:lnTo>
                <a:lnTo>
                  <a:pt x="68170" y="148682"/>
                </a:lnTo>
                <a:lnTo>
                  <a:pt x="76034" y="149955"/>
                </a:lnTo>
                <a:lnTo>
                  <a:pt x="88885" y="144906"/>
                </a:lnTo>
                <a:lnTo>
                  <a:pt x="89393" y="144222"/>
                </a:lnTo>
                <a:lnTo>
                  <a:pt x="70904" y="144222"/>
                </a:lnTo>
                <a:lnTo>
                  <a:pt x="69094" y="138791"/>
                </a:lnTo>
                <a:lnTo>
                  <a:pt x="69094" y="128836"/>
                </a:lnTo>
                <a:lnTo>
                  <a:pt x="70301" y="123404"/>
                </a:lnTo>
                <a:lnTo>
                  <a:pt x="70602" y="122801"/>
                </a:lnTo>
                <a:lnTo>
                  <a:pt x="71432" y="119481"/>
                </a:lnTo>
                <a:lnTo>
                  <a:pt x="71508" y="116766"/>
                </a:lnTo>
                <a:lnTo>
                  <a:pt x="67359" y="105296"/>
                </a:lnTo>
                <a:lnTo>
                  <a:pt x="59472" y="99870"/>
                </a:lnTo>
                <a:close/>
              </a:path>
              <a:path w="104775" h="150495">
                <a:moveTo>
                  <a:pt x="102887" y="114654"/>
                </a:moveTo>
                <a:lnTo>
                  <a:pt x="96551" y="114654"/>
                </a:lnTo>
                <a:lnTo>
                  <a:pt x="96249" y="115862"/>
                </a:lnTo>
                <a:lnTo>
                  <a:pt x="95344" y="119783"/>
                </a:lnTo>
                <a:lnTo>
                  <a:pt x="92718" y="127421"/>
                </a:lnTo>
                <a:lnTo>
                  <a:pt x="88819" y="135397"/>
                </a:lnTo>
                <a:lnTo>
                  <a:pt x="83506" y="141676"/>
                </a:lnTo>
                <a:lnTo>
                  <a:pt x="76637" y="144222"/>
                </a:lnTo>
                <a:lnTo>
                  <a:pt x="89393" y="144222"/>
                </a:lnTo>
                <a:lnTo>
                  <a:pt x="97154" y="133775"/>
                </a:lnTo>
                <a:lnTo>
                  <a:pt x="101576" y="122588"/>
                </a:lnTo>
                <a:lnTo>
                  <a:pt x="102887" y="117369"/>
                </a:lnTo>
                <a:lnTo>
                  <a:pt x="102887" y="114654"/>
                </a:lnTo>
                <a:close/>
              </a:path>
              <a:path w="104775" h="150495">
                <a:moveTo>
                  <a:pt x="99568" y="54009"/>
                </a:moveTo>
                <a:lnTo>
                  <a:pt x="88404" y="54009"/>
                </a:lnTo>
                <a:lnTo>
                  <a:pt x="79386" y="55531"/>
                </a:lnTo>
                <a:lnTo>
                  <a:pt x="70791" y="59628"/>
                </a:lnTo>
                <a:lnTo>
                  <a:pt x="62480" y="65591"/>
                </a:lnTo>
                <a:lnTo>
                  <a:pt x="54249" y="72771"/>
                </a:lnTo>
                <a:lnTo>
                  <a:pt x="47856" y="78692"/>
                </a:lnTo>
                <a:lnTo>
                  <a:pt x="41826" y="83878"/>
                </a:lnTo>
                <a:lnTo>
                  <a:pt x="35853" y="88159"/>
                </a:lnTo>
                <a:lnTo>
                  <a:pt x="29568" y="91422"/>
                </a:lnTo>
                <a:lnTo>
                  <a:pt x="41561" y="91422"/>
                </a:lnTo>
                <a:lnTo>
                  <a:pt x="43146" y="90516"/>
                </a:lnTo>
                <a:lnTo>
                  <a:pt x="50991" y="83275"/>
                </a:lnTo>
                <a:lnTo>
                  <a:pt x="54611" y="80257"/>
                </a:lnTo>
                <a:lnTo>
                  <a:pt x="62801" y="72715"/>
                </a:lnTo>
                <a:lnTo>
                  <a:pt x="70905" y="66303"/>
                </a:lnTo>
                <a:lnTo>
                  <a:pt x="79306" y="61759"/>
                </a:lnTo>
                <a:lnTo>
                  <a:pt x="88103" y="60043"/>
                </a:lnTo>
                <a:lnTo>
                  <a:pt x="103514" y="60043"/>
                </a:lnTo>
                <a:lnTo>
                  <a:pt x="99568" y="54009"/>
                </a:lnTo>
                <a:close/>
              </a:path>
              <a:path w="104775" h="150495">
                <a:moveTo>
                  <a:pt x="103514" y="60043"/>
                </a:moveTo>
                <a:lnTo>
                  <a:pt x="90517" y="60043"/>
                </a:lnTo>
                <a:lnTo>
                  <a:pt x="93232" y="60646"/>
                </a:lnTo>
                <a:lnTo>
                  <a:pt x="95042" y="62758"/>
                </a:lnTo>
                <a:lnTo>
                  <a:pt x="85990" y="64267"/>
                </a:lnTo>
                <a:lnTo>
                  <a:pt x="83878" y="71508"/>
                </a:lnTo>
                <a:lnTo>
                  <a:pt x="83878" y="79353"/>
                </a:lnTo>
                <a:lnTo>
                  <a:pt x="87499" y="82671"/>
                </a:lnTo>
                <a:lnTo>
                  <a:pt x="98361" y="82671"/>
                </a:lnTo>
                <a:lnTo>
                  <a:pt x="104697" y="77844"/>
                </a:lnTo>
                <a:lnTo>
                  <a:pt x="104636" y="61759"/>
                </a:lnTo>
                <a:lnTo>
                  <a:pt x="103514" y="60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55804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4" h="212725">
                <a:moveTo>
                  <a:pt x="3922" y="0"/>
                </a:moveTo>
                <a:lnTo>
                  <a:pt x="0" y="0"/>
                </a:lnTo>
                <a:lnTo>
                  <a:pt x="0" y="3622"/>
                </a:lnTo>
                <a:lnTo>
                  <a:pt x="603" y="4225"/>
                </a:lnTo>
                <a:lnTo>
                  <a:pt x="1809" y="5732"/>
                </a:lnTo>
                <a:lnTo>
                  <a:pt x="15609" y="20838"/>
                </a:lnTo>
                <a:lnTo>
                  <a:pt x="28022" y="41713"/>
                </a:lnTo>
                <a:lnTo>
                  <a:pt x="36984" y="69717"/>
                </a:lnTo>
                <a:lnTo>
                  <a:pt x="40430" y="106206"/>
                </a:lnTo>
                <a:lnTo>
                  <a:pt x="37945" y="137581"/>
                </a:lnTo>
                <a:lnTo>
                  <a:pt x="30737" y="164627"/>
                </a:lnTo>
                <a:lnTo>
                  <a:pt x="19173" y="187204"/>
                </a:lnTo>
                <a:lnTo>
                  <a:pt x="3620" y="205171"/>
                </a:lnTo>
                <a:lnTo>
                  <a:pt x="0" y="208793"/>
                </a:lnTo>
                <a:lnTo>
                  <a:pt x="0" y="211206"/>
                </a:lnTo>
                <a:lnTo>
                  <a:pt x="603" y="212714"/>
                </a:lnTo>
                <a:lnTo>
                  <a:pt x="2715" y="212714"/>
                </a:lnTo>
                <a:lnTo>
                  <a:pt x="39525" y="171982"/>
                </a:lnTo>
                <a:lnTo>
                  <a:pt x="53823" y="124715"/>
                </a:lnTo>
                <a:lnTo>
                  <a:pt x="54912" y="106508"/>
                </a:lnTo>
                <a:lnTo>
                  <a:pt x="52885" y="81338"/>
                </a:lnTo>
                <a:lnTo>
                  <a:pt x="45257" y="53141"/>
                </a:lnTo>
                <a:lnTo>
                  <a:pt x="29709" y="25001"/>
                </a:lnTo>
                <a:lnTo>
                  <a:pt x="39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20461" y="5002286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40" h="96520">
                <a:moveTo>
                  <a:pt x="46031" y="6035"/>
                </a:moveTo>
                <a:lnTo>
                  <a:pt x="34094" y="6035"/>
                </a:lnTo>
                <a:lnTo>
                  <a:pt x="35603" y="8449"/>
                </a:lnTo>
                <a:lnTo>
                  <a:pt x="35603" y="18404"/>
                </a:lnTo>
                <a:lnTo>
                  <a:pt x="34094" y="22931"/>
                </a:lnTo>
                <a:lnTo>
                  <a:pt x="31982" y="27759"/>
                </a:lnTo>
                <a:lnTo>
                  <a:pt x="26140" y="43245"/>
                </a:lnTo>
                <a:lnTo>
                  <a:pt x="22591" y="54084"/>
                </a:lnTo>
                <a:lnTo>
                  <a:pt x="20738" y="62042"/>
                </a:lnTo>
                <a:lnTo>
                  <a:pt x="20215" y="68190"/>
                </a:lnTo>
                <a:lnTo>
                  <a:pt x="23062" y="81484"/>
                </a:lnTo>
                <a:lnTo>
                  <a:pt x="30549" y="90139"/>
                </a:lnTo>
                <a:lnTo>
                  <a:pt x="41090" y="94835"/>
                </a:lnTo>
                <a:lnTo>
                  <a:pt x="53103" y="96249"/>
                </a:lnTo>
                <a:lnTo>
                  <a:pt x="67049" y="90215"/>
                </a:lnTo>
                <a:lnTo>
                  <a:pt x="53706" y="90215"/>
                </a:lnTo>
                <a:lnTo>
                  <a:pt x="43763" y="87754"/>
                </a:lnTo>
                <a:lnTo>
                  <a:pt x="38658" y="82068"/>
                </a:lnTo>
                <a:lnTo>
                  <a:pt x="36777" y="75704"/>
                </a:lnTo>
                <a:lnTo>
                  <a:pt x="36508" y="71207"/>
                </a:lnTo>
                <a:lnTo>
                  <a:pt x="37244" y="63433"/>
                </a:lnTo>
                <a:lnTo>
                  <a:pt x="39450" y="54272"/>
                </a:lnTo>
                <a:lnTo>
                  <a:pt x="43194" y="43071"/>
                </a:lnTo>
                <a:lnTo>
                  <a:pt x="48275" y="29870"/>
                </a:lnTo>
                <a:lnTo>
                  <a:pt x="50086" y="25345"/>
                </a:lnTo>
                <a:lnTo>
                  <a:pt x="51292" y="22026"/>
                </a:lnTo>
                <a:lnTo>
                  <a:pt x="51292" y="18404"/>
                </a:lnTo>
                <a:lnTo>
                  <a:pt x="49661" y="10819"/>
                </a:lnTo>
                <a:lnTo>
                  <a:pt x="46031" y="6035"/>
                </a:lnTo>
                <a:close/>
              </a:path>
              <a:path w="104140" h="96520">
                <a:moveTo>
                  <a:pt x="103792" y="0"/>
                </a:moveTo>
                <a:lnTo>
                  <a:pt x="87499" y="0"/>
                </a:lnTo>
                <a:lnTo>
                  <a:pt x="81767" y="5732"/>
                </a:lnTo>
                <a:lnTo>
                  <a:pt x="81767" y="14785"/>
                </a:lnTo>
                <a:lnTo>
                  <a:pt x="83878" y="16595"/>
                </a:lnTo>
                <a:lnTo>
                  <a:pt x="85387" y="17801"/>
                </a:lnTo>
                <a:lnTo>
                  <a:pt x="89008" y="20819"/>
                </a:lnTo>
                <a:lnTo>
                  <a:pt x="93112" y="26095"/>
                </a:lnTo>
                <a:lnTo>
                  <a:pt x="93107" y="35603"/>
                </a:lnTo>
                <a:lnTo>
                  <a:pt x="90620" y="47573"/>
                </a:lnTo>
                <a:lnTo>
                  <a:pt x="82973" y="66115"/>
                </a:lnTo>
                <a:lnTo>
                  <a:pt x="70574" y="82903"/>
                </a:lnTo>
                <a:lnTo>
                  <a:pt x="53706" y="90215"/>
                </a:lnTo>
                <a:lnTo>
                  <a:pt x="67049" y="90215"/>
                </a:lnTo>
                <a:lnTo>
                  <a:pt x="76170" y="86269"/>
                </a:lnTo>
                <a:lnTo>
                  <a:pt x="91912" y="63022"/>
                </a:lnTo>
                <a:lnTo>
                  <a:pt x="100921" y="36551"/>
                </a:lnTo>
                <a:lnTo>
                  <a:pt x="103792" y="16897"/>
                </a:lnTo>
                <a:lnTo>
                  <a:pt x="103792" y="0"/>
                </a:lnTo>
                <a:close/>
              </a:path>
              <a:path w="104140" h="96520">
                <a:moveTo>
                  <a:pt x="31077" y="0"/>
                </a:moveTo>
                <a:lnTo>
                  <a:pt x="17184" y="4625"/>
                </a:lnTo>
                <a:lnTo>
                  <a:pt x="7505" y="15049"/>
                </a:lnTo>
                <a:lnTo>
                  <a:pt x="1843" y="26095"/>
                </a:lnTo>
                <a:lnTo>
                  <a:pt x="0" y="32586"/>
                </a:lnTo>
                <a:lnTo>
                  <a:pt x="0" y="35603"/>
                </a:lnTo>
                <a:lnTo>
                  <a:pt x="6638" y="35603"/>
                </a:lnTo>
                <a:lnTo>
                  <a:pt x="7543" y="31982"/>
                </a:lnTo>
                <a:lnTo>
                  <a:pt x="12059" y="20545"/>
                </a:lnTo>
                <a:lnTo>
                  <a:pt x="17650" y="12446"/>
                </a:lnTo>
                <a:lnTo>
                  <a:pt x="23920" y="7628"/>
                </a:lnTo>
                <a:lnTo>
                  <a:pt x="30473" y="6035"/>
                </a:lnTo>
                <a:lnTo>
                  <a:pt x="46031" y="6035"/>
                </a:lnTo>
                <a:lnTo>
                  <a:pt x="45258" y="5016"/>
                </a:lnTo>
                <a:lnTo>
                  <a:pt x="38818" y="1305"/>
                </a:lnTo>
                <a:lnTo>
                  <a:pt x="310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52527" y="4915842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9" y="0"/>
                </a:lnTo>
              </a:path>
            </a:pathLst>
          </a:custGeom>
          <a:ln w="123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52527" y="497498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9" y="0"/>
                </a:lnTo>
              </a:path>
            </a:pathLst>
          </a:custGeom>
          <a:ln w="12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572352" y="4810089"/>
            <a:ext cx="160020" cy="274320"/>
          </a:xfrm>
          <a:custGeom>
            <a:avLst/>
            <a:gdLst/>
            <a:ahLst/>
            <a:cxnLst/>
            <a:rect l="l" t="t" r="r" b="b"/>
            <a:pathLst>
              <a:path w="160019" h="274320">
                <a:moveTo>
                  <a:pt x="118880" y="0"/>
                </a:moveTo>
                <a:lnTo>
                  <a:pt x="112238" y="0"/>
                </a:lnTo>
                <a:lnTo>
                  <a:pt x="111937" y="905"/>
                </a:lnTo>
                <a:lnTo>
                  <a:pt x="110732" y="6033"/>
                </a:lnTo>
                <a:lnTo>
                  <a:pt x="93229" y="76335"/>
                </a:lnTo>
                <a:lnTo>
                  <a:pt x="58169" y="84218"/>
                </a:lnTo>
                <a:lnTo>
                  <a:pt x="28398" y="103189"/>
                </a:lnTo>
                <a:lnTo>
                  <a:pt x="7736" y="129627"/>
                </a:lnTo>
                <a:lnTo>
                  <a:pt x="0" y="159913"/>
                </a:lnTo>
                <a:lnTo>
                  <a:pt x="3884" y="180463"/>
                </a:lnTo>
                <a:lnTo>
                  <a:pt x="15235" y="197590"/>
                </a:lnTo>
                <a:lnTo>
                  <a:pt x="33602" y="209682"/>
                </a:lnTo>
                <a:lnTo>
                  <a:pt x="58533" y="215127"/>
                </a:lnTo>
                <a:lnTo>
                  <a:pt x="56597" y="222237"/>
                </a:lnTo>
                <a:lnTo>
                  <a:pt x="54801" y="229459"/>
                </a:lnTo>
                <a:lnTo>
                  <a:pt x="53061" y="236682"/>
                </a:lnTo>
                <a:lnTo>
                  <a:pt x="51295" y="243791"/>
                </a:lnTo>
                <a:lnTo>
                  <a:pt x="46615" y="262197"/>
                </a:lnTo>
                <a:lnTo>
                  <a:pt x="45181" y="268062"/>
                </a:lnTo>
                <a:lnTo>
                  <a:pt x="44653" y="270645"/>
                </a:lnTo>
                <a:lnTo>
                  <a:pt x="44653" y="273662"/>
                </a:lnTo>
                <a:lnTo>
                  <a:pt x="46769" y="273963"/>
                </a:lnTo>
                <a:lnTo>
                  <a:pt x="49781" y="273963"/>
                </a:lnTo>
                <a:lnTo>
                  <a:pt x="50391" y="273662"/>
                </a:lnTo>
                <a:lnTo>
                  <a:pt x="51898" y="272153"/>
                </a:lnTo>
                <a:lnTo>
                  <a:pt x="53705" y="264913"/>
                </a:lnTo>
                <a:lnTo>
                  <a:pt x="54608" y="260687"/>
                </a:lnTo>
                <a:lnTo>
                  <a:pt x="66380" y="215127"/>
                </a:lnTo>
                <a:lnTo>
                  <a:pt x="95849" y="208490"/>
                </a:lnTo>
                <a:lnTo>
                  <a:pt x="60046" y="208490"/>
                </a:lnTo>
                <a:lnTo>
                  <a:pt x="45963" y="205793"/>
                </a:lnTo>
                <a:lnTo>
                  <a:pt x="32926" y="198458"/>
                </a:lnTo>
                <a:lnTo>
                  <a:pt x="23341" y="185578"/>
                </a:lnTo>
                <a:lnTo>
                  <a:pt x="19611" y="166249"/>
                </a:lnTo>
                <a:lnTo>
                  <a:pt x="24425" y="138434"/>
                </a:lnTo>
                <a:lnTo>
                  <a:pt x="38432" y="112542"/>
                </a:lnTo>
                <a:lnTo>
                  <a:pt x="60982" y="92760"/>
                </a:lnTo>
                <a:lnTo>
                  <a:pt x="91422" y="83275"/>
                </a:lnTo>
                <a:lnTo>
                  <a:pt x="128466" y="83275"/>
                </a:lnTo>
                <a:lnTo>
                  <a:pt x="128044" y="82968"/>
                </a:lnTo>
                <a:lnTo>
                  <a:pt x="101076" y="76335"/>
                </a:lnTo>
                <a:lnTo>
                  <a:pt x="117977" y="7241"/>
                </a:lnTo>
                <a:lnTo>
                  <a:pt x="117977" y="6638"/>
                </a:lnTo>
                <a:lnTo>
                  <a:pt x="118880" y="3319"/>
                </a:lnTo>
                <a:lnTo>
                  <a:pt x="118880" y="0"/>
                </a:lnTo>
                <a:close/>
              </a:path>
              <a:path w="160019" h="274320">
                <a:moveTo>
                  <a:pt x="99269" y="83275"/>
                </a:moveTo>
                <a:lnTo>
                  <a:pt x="91422" y="83275"/>
                </a:lnTo>
                <a:lnTo>
                  <a:pt x="60046" y="208490"/>
                </a:lnTo>
                <a:lnTo>
                  <a:pt x="67886" y="208490"/>
                </a:lnTo>
                <a:lnTo>
                  <a:pt x="99269" y="83275"/>
                </a:lnTo>
                <a:close/>
              </a:path>
              <a:path w="160019" h="274320">
                <a:moveTo>
                  <a:pt x="128466" y="83275"/>
                </a:moveTo>
                <a:lnTo>
                  <a:pt x="99269" y="83275"/>
                </a:lnTo>
                <a:lnTo>
                  <a:pt x="115385" y="86561"/>
                </a:lnTo>
                <a:lnTo>
                  <a:pt x="128193" y="94627"/>
                </a:lnTo>
                <a:lnTo>
                  <a:pt x="136646" y="107502"/>
                </a:lnTo>
                <a:lnTo>
                  <a:pt x="139697" y="125214"/>
                </a:lnTo>
                <a:lnTo>
                  <a:pt x="134884" y="152864"/>
                </a:lnTo>
                <a:lnTo>
                  <a:pt x="120878" y="178958"/>
                </a:lnTo>
                <a:lnTo>
                  <a:pt x="98329" y="199000"/>
                </a:lnTo>
                <a:lnTo>
                  <a:pt x="67886" y="208490"/>
                </a:lnTo>
                <a:lnTo>
                  <a:pt x="95849" y="208490"/>
                </a:lnTo>
                <a:lnTo>
                  <a:pt x="101568" y="207202"/>
                </a:lnTo>
                <a:lnTo>
                  <a:pt x="131324" y="188161"/>
                </a:lnTo>
                <a:lnTo>
                  <a:pt x="151916" y="161708"/>
                </a:lnTo>
                <a:lnTo>
                  <a:pt x="159609" y="131550"/>
                </a:lnTo>
                <a:lnTo>
                  <a:pt x="156404" y="113206"/>
                </a:lnTo>
                <a:lnTo>
                  <a:pt x="146184" y="96135"/>
                </a:lnTo>
                <a:lnTo>
                  <a:pt x="128466" y="83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803171" y="4578668"/>
            <a:ext cx="150495" cy="731520"/>
          </a:xfrm>
          <a:custGeom>
            <a:avLst/>
            <a:gdLst/>
            <a:ahLst/>
            <a:cxnLst/>
            <a:rect l="l" t="t" r="r" b="b"/>
            <a:pathLst>
              <a:path w="150494" h="731520">
                <a:moveTo>
                  <a:pt x="149955" y="0"/>
                </a:moveTo>
                <a:lnTo>
                  <a:pt x="138493" y="0"/>
                </a:lnTo>
                <a:lnTo>
                  <a:pt x="133967" y="4827"/>
                </a:lnTo>
                <a:lnTo>
                  <a:pt x="98930" y="41741"/>
                </a:lnTo>
                <a:lnTo>
                  <a:pt x="70011" y="82340"/>
                </a:lnTo>
                <a:lnTo>
                  <a:pt x="46762" y="125952"/>
                </a:lnTo>
                <a:lnTo>
                  <a:pt x="28740" y="171905"/>
                </a:lnTo>
                <a:lnTo>
                  <a:pt x="15498" y="219527"/>
                </a:lnTo>
                <a:lnTo>
                  <a:pt x="6591" y="268145"/>
                </a:lnTo>
                <a:lnTo>
                  <a:pt x="1573" y="317090"/>
                </a:lnTo>
                <a:lnTo>
                  <a:pt x="0" y="365687"/>
                </a:lnTo>
                <a:lnTo>
                  <a:pt x="1746" y="416989"/>
                </a:lnTo>
                <a:lnTo>
                  <a:pt x="7245" y="467869"/>
                </a:lnTo>
                <a:lnTo>
                  <a:pt x="16887" y="517794"/>
                </a:lnTo>
                <a:lnTo>
                  <a:pt x="31063" y="566230"/>
                </a:lnTo>
                <a:lnTo>
                  <a:pt x="50164" y="612646"/>
                </a:lnTo>
                <a:lnTo>
                  <a:pt x="74579" y="656506"/>
                </a:lnTo>
                <a:lnTo>
                  <a:pt x="104700" y="697279"/>
                </a:lnTo>
                <a:lnTo>
                  <a:pt x="134871" y="727754"/>
                </a:lnTo>
                <a:lnTo>
                  <a:pt x="138493" y="731375"/>
                </a:lnTo>
                <a:lnTo>
                  <a:pt x="149955" y="731375"/>
                </a:lnTo>
                <a:lnTo>
                  <a:pt x="149955" y="727151"/>
                </a:lnTo>
                <a:lnTo>
                  <a:pt x="149353" y="726547"/>
                </a:lnTo>
                <a:lnTo>
                  <a:pt x="148750" y="725642"/>
                </a:lnTo>
                <a:lnTo>
                  <a:pt x="111748" y="683169"/>
                </a:lnTo>
                <a:lnTo>
                  <a:pt x="74200" y="619826"/>
                </a:lnTo>
                <a:lnTo>
                  <a:pt x="56232" y="575495"/>
                </a:lnTo>
                <a:lnTo>
                  <a:pt x="42504" y="527862"/>
                </a:lnTo>
                <a:lnTo>
                  <a:pt x="32875" y="477011"/>
                </a:lnTo>
                <a:lnTo>
                  <a:pt x="27202" y="423025"/>
                </a:lnTo>
                <a:lnTo>
                  <a:pt x="25342" y="365988"/>
                </a:lnTo>
                <a:lnTo>
                  <a:pt x="26380" y="323148"/>
                </a:lnTo>
                <a:lnTo>
                  <a:pt x="30024" y="277416"/>
                </a:lnTo>
                <a:lnTo>
                  <a:pt x="37071" y="229874"/>
                </a:lnTo>
                <a:lnTo>
                  <a:pt x="48318" y="181603"/>
                </a:lnTo>
                <a:lnTo>
                  <a:pt x="64560" y="133683"/>
                </a:lnTo>
                <a:lnTo>
                  <a:pt x="86594" y="87196"/>
                </a:lnTo>
                <a:lnTo>
                  <a:pt x="121669" y="35262"/>
                </a:lnTo>
                <a:lnTo>
                  <a:pt x="149955" y="4827"/>
                </a:lnTo>
                <a:lnTo>
                  <a:pt x="149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32175" y="4731340"/>
            <a:ext cx="405765" cy="427355"/>
          </a:xfrm>
          <a:custGeom>
            <a:avLst/>
            <a:gdLst/>
            <a:ahLst/>
            <a:cxnLst/>
            <a:rect l="l" t="t" r="r" b="b"/>
            <a:pathLst>
              <a:path w="405764" h="427354">
                <a:moveTo>
                  <a:pt x="368710" y="0"/>
                </a:moveTo>
                <a:lnTo>
                  <a:pt x="1513" y="0"/>
                </a:lnTo>
                <a:lnTo>
                  <a:pt x="1212" y="300"/>
                </a:lnTo>
                <a:lnTo>
                  <a:pt x="300" y="2412"/>
                </a:lnTo>
                <a:lnTo>
                  <a:pt x="0" y="3318"/>
                </a:lnTo>
                <a:lnTo>
                  <a:pt x="0" y="12369"/>
                </a:lnTo>
                <a:lnTo>
                  <a:pt x="161124" y="232929"/>
                </a:lnTo>
                <a:lnTo>
                  <a:pt x="3321" y="417884"/>
                </a:lnTo>
                <a:lnTo>
                  <a:pt x="300" y="421505"/>
                </a:lnTo>
                <a:lnTo>
                  <a:pt x="300" y="426935"/>
                </a:lnTo>
                <a:lnTo>
                  <a:pt x="368710" y="426935"/>
                </a:lnTo>
                <a:lnTo>
                  <a:pt x="378706" y="400385"/>
                </a:lnTo>
                <a:lnTo>
                  <a:pt x="40134" y="400385"/>
                </a:lnTo>
                <a:lnTo>
                  <a:pt x="195218" y="218446"/>
                </a:lnTo>
                <a:lnTo>
                  <a:pt x="197327" y="216032"/>
                </a:lnTo>
                <a:lnTo>
                  <a:pt x="197929" y="215126"/>
                </a:lnTo>
                <a:lnTo>
                  <a:pt x="197929" y="212110"/>
                </a:lnTo>
                <a:lnTo>
                  <a:pt x="195821" y="208790"/>
                </a:lnTo>
                <a:lnTo>
                  <a:pt x="54015" y="14784"/>
                </a:lnTo>
                <a:lnTo>
                  <a:pt x="375060" y="14784"/>
                </a:lnTo>
                <a:lnTo>
                  <a:pt x="368710" y="0"/>
                </a:lnTo>
                <a:close/>
              </a:path>
              <a:path w="405764" h="427354">
                <a:moveTo>
                  <a:pt x="405514" y="329178"/>
                </a:moveTo>
                <a:lnTo>
                  <a:pt x="397976" y="329178"/>
                </a:lnTo>
                <a:lnTo>
                  <a:pt x="385575" y="351015"/>
                </a:lnTo>
                <a:lnTo>
                  <a:pt x="367123" y="368553"/>
                </a:lnTo>
                <a:lnTo>
                  <a:pt x="318618" y="390729"/>
                </a:lnTo>
                <a:lnTo>
                  <a:pt x="262487" y="399131"/>
                </a:lnTo>
                <a:lnTo>
                  <a:pt x="223883" y="400385"/>
                </a:lnTo>
                <a:lnTo>
                  <a:pt x="378706" y="400385"/>
                </a:lnTo>
                <a:lnTo>
                  <a:pt x="405514" y="329178"/>
                </a:lnTo>
                <a:close/>
              </a:path>
              <a:path w="405764" h="427354">
                <a:moveTo>
                  <a:pt x="375060" y="14784"/>
                </a:moveTo>
                <a:lnTo>
                  <a:pt x="220863" y="14784"/>
                </a:lnTo>
                <a:lnTo>
                  <a:pt x="248924" y="15453"/>
                </a:lnTo>
                <a:lnTo>
                  <a:pt x="270874" y="16971"/>
                </a:lnTo>
                <a:lnTo>
                  <a:pt x="322920" y="26211"/>
                </a:lnTo>
                <a:lnTo>
                  <a:pt x="359355" y="42542"/>
                </a:lnTo>
                <a:lnTo>
                  <a:pt x="388674" y="69315"/>
                </a:lnTo>
                <a:lnTo>
                  <a:pt x="397976" y="85688"/>
                </a:lnTo>
                <a:lnTo>
                  <a:pt x="405514" y="85688"/>
                </a:lnTo>
                <a:lnTo>
                  <a:pt x="375060" y="14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84849" y="5277759"/>
            <a:ext cx="99060" cy="96520"/>
          </a:xfrm>
          <a:custGeom>
            <a:avLst/>
            <a:gdLst/>
            <a:ahLst/>
            <a:cxnLst/>
            <a:rect l="l" t="t" r="r" b="b"/>
            <a:pathLst>
              <a:path w="99060" h="96520">
                <a:moveTo>
                  <a:pt x="40440" y="6033"/>
                </a:moveTo>
                <a:lnTo>
                  <a:pt x="29267" y="6033"/>
                </a:lnTo>
                <a:lnTo>
                  <a:pt x="30672" y="10257"/>
                </a:lnTo>
                <a:lnTo>
                  <a:pt x="30773" y="20516"/>
                </a:lnTo>
                <a:lnTo>
                  <a:pt x="28727" y="29267"/>
                </a:lnTo>
                <a:lnTo>
                  <a:pt x="25944" y="39827"/>
                </a:lnTo>
                <a:lnTo>
                  <a:pt x="23836" y="48576"/>
                </a:lnTo>
                <a:lnTo>
                  <a:pt x="22932" y="53404"/>
                </a:lnTo>
                <a:lnTo>
                  <a:pt x="15989" y="80559"/>
                </a:lnTo>
                <a:lnTo>
                  <a:pt x="15085" y="83275"/>
                </a:lnTo>
                <a:lnTo>
                  <a:pt x="13879" y="88705"/>
                </a:lnTo>
                <a:lnTo>
                  <a:pt x="13879" y="93835"/>
                </a:lnTo>
                <a:lnTo>
                  <a:pt x="17804" y="95947"/>
                </a:lnTo>
                <a:lnTo>
                  <a:pt x="24137" y="95947"/>
                </a:lnTo>
                <a:lnTo>
                  <a:pt x="28663" y="94137"/>
                </a:lnTo>
                <a:lnTo>
                  <a:pt x="30170" y="89913"/>
                </a:lnTo>
                <a:lnTo>
                  <a:pt x="30773" y="88705"/>
                </a:lnTo>
                <a:lnTo>
                  <a:pt x="32889" y="79352"/>
                </a:lnTo>
                <a:lnTo>
                  <a:pt x="34395" y="73921"/>
                </a:lnTo>
                <a:lnTo>
                  <a:pt x="40126" y="50990"/>
                </a:lnTo>
                <a:lnTo>
                  <a:pt x="40126" y="49784"/>
                </a:lnTo>
                <a:lnTo>
                  <a:pt x="45255" y="30473"/>
                </a:lnTo>
                <a:lnTo>
                  <a:pt x="45557" y="29267"/>
                </a:lnTo>
                <a:lnTo>
                  <a:pt x="45858" y="27758"/>
                </a:lnTo>
                <a:lnTo>
                  <a:pt x="52199" y="17197"/>
                </a:lnTo>
                <a:lnTo>
                  <a:pt x="55054" y="15086"/>
                </a:lnTo>
                <a:lnTo>
                  <a:pt x="46468" y="15086"/>
                </a:lnTo>
                <a:lnTo>
                  <a:pt x="42091" y="7255"/>
                </a:lnTo>
                <a:lnTo>
                  <a:pt x="40440" y="6033"/>
                </a:lnTo>
                <a:close/>
              </a:path>
              <a:path w="99060" h="96520">
                <a:moveTo>
                  <a:pt x="24438" y="0"/>
                </a:moveTo>
                <a:lnTo>
                  <a:pt x="16591" y="0"/>
                </a:lnTo>
                <a:lnTo>
                  <a:pt x="11160" y="4827"/>
                </a:lnTo>
                <a:lnTo>
                  <a:pt x="7847" y="10861"/>
                </a:lnTo>
                <a:lnTo>
                  <a:pt x="3020" y="19310"/>
                </a:lnTo>
                <a:lnTo>
                  <a:pt x="0" y="31680"/>
                </a:lnTo>
                <a:lnTo>
                  <a:pt x="0" y="35300"/>
                </a:lnTo>
                <a:lnTo>
                  <a:pt x="6635" y="35300"/>
                </a:lnTo>
                <a:lnTo>
                  <a:pt x="6936" y="34697"/>
                </a:lnTo>
                <a:lnTo>
                  <a:pt x="8619" y="28361"/>
                </a:lnTo>
                <a:lnTo>
                  <a:pt x="10979" y="19908"/>
                </a:lnTo>
                <a:lnTo>
                  <a:pt x="14217" y="12633"/>
                </a:lnTo>
                <a:lnTo>
                  <a:pt x="18418" y="7792"/>
                </a:lnTo>
                <a:lnTo>
                  <a:pt x="23836" y="6033"/>
                </a:lnTo>
                <a:lnTo>
                  <a:pt x="40440" y="6033"/>
                </a:lnTo>
                <a:lnTo>
                  <a:pt x="35904" y="2677"/>
                </a:lnTo>
                <a:lnTo>
                  <a:pt x="29492" y="532"/>
                </a:lnTo>
                <a:lnTo>
                  <a:pt x="24438" y="0"/>
                </a:lnTo>
                <a:close/>
              </a:path>
              <a:path w="99060" h="96520">
                <a:moveTo>
                  <a:pt x="94273" y="6033"/>
                </a:moveTo>
                <a:lnTo>
                  <a:pt x="83574" y="6033"/>
                </a:lnTo>
                <a:lnTo>
                  <a:pt x="88101" y="9051"/>
                </a:lnTo>
                <a:lnTo>
                  <a:pt x="81164" y="10861"/>
                </a:lnTo>
                <a:lnTo>
                  <a:pt x="78445" y="16896"/>
                </a:lnTo>
                <a:lnTo>
                  <a:pt x="78445" y="25344"/>
                </a:lnTo>
                <a:lnTo>
                  <a:pt x="82068" y="28663"/>
                </a:lnTo>
                <a:lnTo>
                  <a:pt x="92025" y="28663"/>
                </a:lnTo>
                <a:lnTo>
                  <a:pt x="98960" y="24438"/>
                </a:lnTo>
                <a:lnTo>
                  <a:pt x="98960" y="15689"/>
                </a:lnTo>
                <a:lnTo>
                  <a:pt x="96953" y="8528"/>
                </a:lnTo>
                <a:lnTo>
                  <a:pt x="94273" y="6033"/>
                </a:lnTo>
                <a:close/>
              </a:path>
              <a:path w="99060" h="96520">
                <a:moveTo>
                  <a:pt x="76337" y="0"/>
                </a:moveTo>
                <a:lnTo>
                  <a:pt x="68377" y="881"/>
                </a:lnTo>
                <a:lnTo>
                  <a:pt x="60837" y="3582"/>
                </a:lnTo>
                <a:lnTo>
                  <a:pt x="53553" y="8273"/>
                </a:lnTo>
                <a:lnTo>
                  <a:pt x="46468" y="15086"/>
                </a:lnTo>
                <a:lnTo>
                  <a:pt x="55054" y="15086"/>
                </a:lnTo>
                <a:lnTo>
                  <a:pt x="59135" y="12068"/>
                </a:lnTo>
                <a:lnTo>
                  <a:pt x="61252" y="10257"/>
                </a:lnTo>
                <a:lnTo>
                  <a:pt x="66983" y="6033"/>
                </a:lnTo>
                <a:lnTo>
                  <a:pt x="94273" y="6033"/>
                </a:lnTo>
                <a:lnTo>
                  <a:pt x="91721" y="3658"/>
                </a:lnTo>
                <a:lnTo>
                  <a:pt x="84453" y="881"/>
                </a:lnTo>
                <a:lnTo>
                  <a:pt x="76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524886" y="4731340"/>
            <a:ext cx="406400" cy="427355"/>
          </a:xfrm>
          <a:custGeom>
            <a:avLst/>
            <a:gdLst/>
            <a:ahLst/>
            <a:cxnLst/>
            <a:rect l="l" t="t" r="r" b="b"/>
            <a:pathLst>
              <a:path w="406400" h="427354">
                <a:moveTo>
                  <a:pt x="369011" y="0"/>
                </a:moveTo>
                <a:lnTo>
                  <a:pt x="1816" y="0"/>
                </a:lnTo>
                <a:lnTo>
                  <a:pt x="1513" y="300"/>
                </a:lnTo>
                <a:lnTo>
                  <a:pt x="302" y="2412"/>
                </a:lnTo>
                <a:lnTo>
                  <a:pt x="0" y="3318"/>
                </a:lnTo>
                <a:lnTo>
                  <a:pt x="0" y="12369"/>
                </a:lnTo>
                <a:lnTo>
                  <a:pt x="161425" y="232929"/>
                </a:lnTo>
                <a:lnTo>
                  <a:pt x="3623" y="417884"/>
                </a:lnTo>
                <a:lnTo>
                  <a:pt x="302" y="421505"/>
                </a:lnTo>
                <a:lnTo>
                  <a:pt x="302" y="426935"/>
                </a:lnTo>
                <a:lnTo>
                  <a:pt x="369011" y="426935"/>
                </a:lnTo>
                <a:lnTo>
                  <a:pt x="379007" y="400385"/>
                </a:lnTo>
                <a:lnTo>
                  <a:pt x="40435" y="400385"/>
                </a:lnTo>
                <a:lnTo>
                  <a:pt x="195520" y="218446"/>
                </a:lnTo>
                <a:lnTo>
                  <a:pt x="197628" y="216032"/>
                </a:lnTo>
                <a:lnTo>
                  <a:pt x="198231" y="215126"/>
                </a:lnTo>
                <a:lnTo>
                  <a:pt x="198231" y="212110"/>
                </a:lnTo>
                <a:lnTo>
                  <a:pt x="196122" y="208790"/>
                </a:lnTo>
                <a:lnTo>
                  <a:pt x="54015" y="14784"/>
                </a:lnTo>
                <a:lnTo>
                  <a:pt x="375361" y="14784"/>
                </a:lnTo>
                <a:lnTo>
                  <a:pt x="369011" y="0"/>
                </a:lnTo>
                <a:close/>
              </a:path>
              <a:path w="406400" h="427354">
                <a:moveTo>
                  <a:pt x="405815" y="329178"/>
                </a:moveTo>
                <a:lnTo>
                  <a:pt x="398277" y="329178"/>
                </a:lnTo>
                <a:lnTo>
                  <a:pt x="385707" y="351015"/>
                </a:lnTo>
                <a:lnTo>
                  <a:pt x="367198" y="368553"/>
                </a:lnTo>
                <a:lnTo>
                  <a:pt x="318919" y="390729"/>
                </a:lnTo>
                <a:lnTo>
                  <a:pt x="262789" y="399131"/>
                </a:lnTo>
                <a:lnTo>
                  <a:pt x="224184" y="400385"/>
                </a:lnTo>
                <a:lnTo>
                  <a:pt x="379007" y="400385"/>
                </a:lnTo>
                <a:lnTo>
                  <a:pt x="405815" y="329178"/>
                </a:lnTo>
                <a:close/>
              </a:path>
              <a:path w="406400" h="427354">
                <a:moveTo>
                  <a:pt x="375361" y="14784"/>
                </a:moveTo>
                <a:lnTo>
                  <a:pt x="221164" y="14784"/>
                </a:lnTo>
                <a:lnTo>
                  <a:pt x="249093" y="15453"/>
                </a:lnTo>
                <a:lnTo>
                  <a:pt x="271024" y="16971"/>
                </a:lnTo>
                <a:lnTo>
                  <a:pt x="323147" y="26211"/>
                </a:lnTo>
                <a:lnTo>
                  <a:pt x="359355" y="42542"/>
                </a:lnTo>
                <a:lnTo>
                  <a:pt x="388843" y="69315"/>
                </a:lnTo>
                <a:lnTo>
                  <a:pt x="398277" y="85688"/>
                </a:lnTo>
                <a:lnTo>
                  <a:pt x="405815" y="85688"/>
                </a:lnTo>
                <a:lnTo>
                  <a:pt x="375361" y="14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13853" y="5291336"/>
            <a:ext cx="123825" cy="96520"/>
          </a:xfrm>
          <a:custGeom>
            <a:avLst/>
            <a:gdLst/>
            <a:ahLst/>
            <a:cxnLst/>
            <a:rect l="l" t="t" r="r" b="b"/>
            <a:pathLst>
              <a:path w="123825" h="96520">
                <a:moveTo>
                  <a:pt x="45732" y="6033"/>
                </a:moveTo>
                <a:lnTo>
                  <a:pt x="33793" y="6033"/>
                </a:lnTo>
                <a:lnTo>
                  <a:pt x="35307" y="8448"/>
                </a:lnTo>
                <a:lnTo>
                  <a:pt x="35307" y="18404"/>
                </a:lnTo>
                <a:lnTo>
                  <a:pt x="33793" y="22929"/>
                </a:lnTo>
                <a:lnTo>
                  <a:pt x="31683" y="27758"/>
                </a:lnTo>
                <a:lnTo>
                  <a:pt x="25057" y="45758"/>
                </a:lnTo>
                <a:lnTo>
                  <a:pt x="21654" y="57251"/>
                </a:lnTo>
                <a:lnTo>
                  <a:pt x="20412" y="64267"/>
                </a:lnTo>
                <a:lnTo>
                  <a:pt x="20290" y="67283"/>
                </a:lnTo>
                <a:lnTo>
                  <a:pt x="20222" y="82369"/>
                </a:lnTo>
                <a:lnTo>
                  <a:pt x="28061" y="89308"/>
                </a:lnTo>
                <a:lnTo>
                  <a:pt x="34093" y="94438"/>
                </a:lnTo>
                <a:lnTo>
                  <a:pt x="42544" y="95947"/>
                </a:lnTo>
                <a:lnTo>
                  <a:pt x="50091" y="95947"/>
                </a:lnTo>
                <a:lnTo>
                  <a:pt x="59006" y="94712"/>
                </a:lnTo>
                <a:lnTo>
                  <a:pt x="66194" y="91496"/>
                </a:lnTo>
                <a:lnTo>
                  <a:pt x="67919" y="90214"/>
                </a:lnTo>
                <a:lnTo>
                  <a:pt x="36210" y="90214"/>
                </a:lnTo>
                <a:lnTo>
                  <a:pt x="36270" y="71809"/>
                </a:lnTo>
                <a:lnTo>
                  <a:pt x="47974" y="29265"/>
                </a:lnTo>
                <a:lnTo>
                  <a:pt x="49789" y="25043"/>
                </a:lnTo>
                <a:lnTo>
                  <a:pt x="50994" y="21723"/>
                </a:lnTo>
                <a:lnTo>
                  <a:pt x="50994" y="18404"/>
                </a:lnTo>
                <a:lnTo>
                  <a:pt x="49363" y="10819"/>
                </a:lnTo>
                <a:lnTo>
                  <a:pt x="45732" y="6033"/>
                </a:lnTo>
                <a:close/>
              </a:path>
              <a:path w="123825" h="96520">
                <a:moveTo>
                  <a:pt x="92635" y="82068"/>
                </a:moveTo>
                <a:lnTo>
                  <a:pt x="77542" y="82068"/>
                </a:lnTo>
                <a:lnTo>
                  <a:pt x="82591" y="89965"/>
                </a:lnTo>
                <a:lnTo>
                  <a:pt x="89197" y="94099"/>
                </a:lnTo>
                <a:lnTo>
                  <a:pt x="95406" y="95688"/>
                </a:lnTo>
                <a:lnTo>
                  <a:pt x="99269" y="95947"/>
                </a:lnTo>
                <a:lnTo>
                  <a:pt x="106507" y="95947"/>
                </a:lnTo>
                <a:lnTo>
                  <a:pt x="111945" y="91723"/>
                </a:lnTo>
                <a:lnTo>
                  <a:pt x="112796" y="90214"/>
                </a:lnTo>
                <a:lnTo>
                  <a:pt x="94141" y="90214"/>
                </a:lnTo>
                <a:lnTo>
                  <a:pt x="92635" y="85084"/>
                </a:lnTo>
                <a:lnTo>
                  <a:pt x="92635" y="82068"/>
                </a:lnTo>
                <a:close/>
              </a:path>
              <a:path w="123825" h="96520">
                <a:moveTo>
                  <a:pt x="105604" y="2112"/>
                </a:moveTo>
                <a:lnTo>
                  <a:pt x="94141" y="2112"/>
                </a:lnTo>
                <a:lnTo>
                  <a:pt x="92635" y="8448"/>
                </a:lnTo>
                <a:lnTo>
                  <a:pt x="91121" y="15086"/>
                </a:lnTo>
                <a:lnTo>
                  <a:pt x="79960" y="59438"/>
                </a:lnTo>
                <a:lnTo>
                  <a:pt x="79056" y="63663"/>
                </a:lnTo>
                <a:lnTo>
                  <a:pt x="76939" y="71809"/>
                </a:lnTo>
                <a:lnTo>
                  <a:pt x="76638" y="72110"/>
                </a:lnTo>
                <a:lnTo>
                  <a:pt x="72669" y="77739"/>
                </a:lnTo>
                <a:lnTo>
                  <a:pt x="67060" y="83651"/>
                </a:lnTo>
                <a:lnTo>
                  <a:pt x="59754" y="88319"/>
                </a:lnTo>
                <a:lnTo>
                  <a:pt x="50693" y="90214"/>
                </a:lnTo>
                <a:lnTo>
                  <a:pt x="67919" y="90214"/>
                </a:lnTo>
                <a:lnTo>
                  <a:pt x="72193" y="87037"/>
                </a:lnTo>
                <a:lnTo>
                  <a:pt x="77542" y="82068"/>
                </a:lnTo>
                <a:lnTo>
                  <a:pt x="92635" y="82068"/>
                </a:lnTo>
                <a:lnTo>
                  <a:pt x="92635" y="76033"/>
                </a:lnTo>
                <a:lnTo>
                  <a:pt x="94442" y="68491"/>
                </a:lnTo>
                <a:lnTo>
                  <a:pt x="97462" y="57025"/>
                </a:lnTo>
                <a:lnTo>
                  <a:pt x="99571" y="48275"/>
                </a:lnTo>
                <a:lnTo>
                  <a:pt x="100775" y="43748"/>
                </a:lnTo>
                <a:lnTo>
                  <a:pt x="105604" y="24740"/>
                </a:lnTo>
                <a:lnTo>
                  <a:pt x="106815" y="19310"/>
                </a:lnTo>
                <a:lnTo>
                  <a:pt x="109226" y="9956"/>
                </a:lnTo>
                <a:lnTo>
                  <a:pt x="109226" y="4827"/>
                </a:lnTo>
                <a:lnTo>
                  <a:pt x="105604" y="2112"/>
                </a:lnTo>
                <a:close/>
              </a:path>
              <a:path w="123825" h="96520">
                <a:moveTo>
                  <a:pt x="123709" y="60645"/>
                </a:moveTo>
                <a:lnTo>
                  <a:pt x="117073" y="60645"/>
                </a:lnTo>
                <a:lnTo>
                  <a:pt x="116772" y="61550"/>
                </a:lnTo>
                <a:lnTo>
                  <a:pt x="115258" y="67283"/>
                </a:lnTo>
                <a:lnTo>
                  <a:pt x="113069" y="75066"/>
                </a:lnTo>
                <a:lnTo>
                  <a:pt x="109944" y="82482"/>
                </a:lnTo>
                <a:lnTo>
                  <a:pt x="105630" y="88031"/>
                </a:lnTo>
                <a:lnTo>
                  <a:pt x="99872" y="90214"/>
                </a:lnTo>
                <a:lnTo>
                  <a:pt x="112796" y="90214"/>
                </a:lnTo>
                <a:lnTo>
                  <a:pt x="115860" y="84783"/>
                </a:lnTo>
                <a:lnTo>
                  <a:pt x="120689" y="76636"/>
                </a:lnTo>
                <a:lnTo>
                  <a:pt x="123693" y="64332"/>
                </a:lnTo>
                <a:lnTo>
                  <a:pt x="123709" y="60645"/>
                </a:lnTo>
                <a:close/>
              </a:path>
              <a:path w="123825" h="96520">
                <a:moveTo>
                  <a:pt x="30780" y="0"/>
                </a:moveTo>
                <a:lnTo>
                  <a:pt x="16931" y="4624"/>
                </a:lnTo>
                <a:lnTo>
                  <a:pt x="7335" y="15086"/>
                </a:lnTo>
                <a:lnTo>
                  <a:pt x="1796" y="26093"/>
                </a:lnTo>
                <a:lnTo>
                  <a:pt x="0" y="32585"/>
                </a:lnTo>
                <a:lnTo>
                  <a:pt x="0" y="35300"/>
                </a:lnTo>
                <a:lnTo>
                  <a:pt x="6341" y="35300"/>
                </a:lnTo>
                <a:lnTo>
                  <a:pt x="6642" y="34395"/>
                </a:lnTo>
                <a:lnTo>
                  <a:pt x="7245" y="31982"/>
                </a:lnTo>
                <a:lnTo>
                  <a:pt x="11803" y="20545"/>
                </a:lnTo>
                <a:lnTo>
                  <a:pt x="17466" y="12445"/>
                </a:lnTo>
                <a:lnTo>
                  <a:pt x="23751" y="7627"/>
                </a:lnTo>
                <a:lnTo>
                  <a:pt x="30177" y="6033"/>
                </a:lnTo>
                <a:lnTo>
                  <a:pt x="45732" y="6033"/>
                </a:lnTo>
                <a:lnTo>
                  <a:pt x="44960" y="5016"/>
                </a:lnTo>
                <a:lnTo>
                  <a:pt x="38520" y="1305"/>
                </a:lnTo>
                <a:lnTo>
                  <a:pt x="30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570752" y="5262371"/>
            <a:ext cx="118110" cy="139700"/>
          </a:xfrm>
          <a:custGeom>
            <a:avLst/>
            <a:gdLst/>
            <a:ahLst/>
            <a:cxnLst/>
            <a:rect l="l" t="t" r="r" b="b"/>
            <a:pathLst>
              <a:path w="118110" h="139700">
                <a:moveTo>
                  <a:pt x="117669" y="0"/>
                </a:moveTo>
                <a:lnTo>
                  <a:pt x="71810" y="0"/>
                </a:lnTo>
                <a:lnTo>
                  <a:pt x="43915" y="5454"/>
                </a:lnTo>
                <a:lnTo>
                  <a:pt x="21083" y="20328"/>
                </a:lnTo>
                <a:lnTo>
                  <a:pt x="5662" y="42386"/>
                </a:lnTo>
                <a:lnTo>
                  <a:pt x="0" y="69395"/>
                </a:lnTo>
                <a:lnTo>
                  <a:pt x="5704" y="96833"/>
                </a:lnTo>
                <a:lnTo>
                  <a:pt x="21196" y="118953"/>
                </a:lnTo>
                <a:lnTo>
                  <a:pt x="44042" y="133718"/>
                </a:lnTo>
                <a:lnTo>
                  <a:pt x="71810" y="139092"/>
                </a:lnTo>
                <a:lnTo>
                  <a:pt x="117669" y="139092"/>
                </a:lnTo>
                <a:lnTo>
                  <a:pt x="117669" y="128532"/>
                </a:lnTo>
                <a:lnTo>
                  <a:pt x="72715" y="128532"/>
                </a:lnTo>
                <a:lnTo>
                  <a:pt x="49425" y="124469"/>
                </a:lnTo>
                <a:lnTo>
                  <a:pt x="30322" y="113220"/>
                </a:lnTo>
                <a:lnTo>
                  <a:pt x="16877" y="96201"/>
                </a:lnTo>
                <a:lnTo>
                  <a:pt x="10558" y="74827"/>
                </a:lnTo>
                <a:lnTo>
                  <a:pt x="117669" y="74827"/>
                </a:lnTo>
                <a:lnTo>
                  <a:pt x="117669" y="64265"/>
                </a:lnTo>
                <a:lnTo>
                  <a:pt x="10558" y="64265"/>
                </a:lnTo>
                <a:lnTo>
                  <a:pt x="16877" y="42890"/>
                </a:lnTo>
                <a:lnTo>
                  <a:pt x="30322" y="25871"/>
                </a:lnTo>
                <a:lnTo>
                  <a:pt x="49425" y="14623"/>
                </a:lnTo>
                <a:lnTo>
                  <a:pt x="72715" y="10560"/>
                </a:lnTo>
                <a:lnTo>
                  <a:pt x="117669" y="10560"/>
                </a:lnTo>
                <a:lnTo>
                  <a:pt x="1176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726740" y="5239741"/>
            <a:ext cx="189865" cy="146050"/>
          </a:xfrm>
          <a:custGeom>
            <a:avLst/>
            <a:gdLst/>
            <a:ahLst/>
            <a:cxnLst/>
            <a:rect l="l" t="t" r="r" b="b"/>
            <a:pathLst>
              <a:path w="189864" h="146050">
                <a:moveTo>
                  <a:pt x="49480" y="137887"/>
                </a:moveTo>
                <a:lnTo>
                  <a:pt x="3020" y="137887"/>
                </a:lnTo>
                <a:lnTo>
                  <a:pt x="0" y="138188"/>
                </a:lnTo>
                <a:lnTo>
                  <a:pt x="0" y="144826"/>
                </a:lnTo>
                <a:lnTo>
                  <a:pt x="1513" y="145430"/>
                </a:lnTo>
                <a:lnTo>
                  <a:pt x="10257" y="145430"/>
                </a:lnTo>
                <a:lnTo>
                  <a:pt x="18105" y="144826"/>
                </a:lnTo>
                <a:lnTo>
                  <a:pt x="51495" y="144826"/>
                </a:lnTo>
                <a:lnTo>
                  <a:pt x="52199" y="144524"/>
                </a:lnTo>
                <a:lnTo>
                  <a:pt x="52199" y="138188"/>
                </a:lnTo>
                <a:lnTo>
                  <a:pt x="49480" y="137887"/>
                </a:lnTo>
                <a:close/>
              </a:path>
              <a:path w="189864" h="146050">
                <a:moveTo>
                  <a:pt x="51495" y="144826"/>
                </a:moveTo>
                <a:lnTo>
                  <a:pt x="30478" y="144826"/>
                </a:lnTo>
                <a:lnTo>
                  <a:pt x="42845" y="145430"/>
                </a:lnTo>
                <a:lnTo>
                  <a:pt x="50091" y="145430"/>
                </a:lnTo>
                <a:lnTo>
                  <a:pt x="51495" y="144826"/>
                </a:lnTo>
                <a:close/>
              </a:path>
              <a:path w="189864" h="146050">
                <a:moveTo>
                  <a:pt x="82870" y="14483"/>
                </a:moveTo>
                <a:lnTo>
                  <a:pt x="61854" y="14483"/>
                </a:lnTo>
                <a:lnTo>
                  <a:pt x="124010" y="141809"/>
                </a:lnTo>
                <a:lnTo>
                  <a:pt x="125817" y="145430"/>
                </a:lnTo>
                <a:lnTo>
                  <a:pt x="132158" y="145430"/>
                </a:lnTo>
                <a:lnTo>
                  <a:pt x="132259" y="144524"/>
                </a:lnTo>
                <a:lnTo>
                  <a:pt x="133363" y="141206"/>
                </a:lnTo>
                <a:lnTo>
                  <a:pt x="140094" y="114353"/>
                </a:lnTo>
                <a:lnTo>
                  <a:pt x="131859" y="114353"/>
                </a:lnTo>
                <a:lnTo>
                  <a:pt x="82870" y="14483"/>
                </a:lnTo>
                <a:close/>
              </a:path>
              <a:path w="189864" h="146050">
                <a:moveTo>
                  <a:pt x="76036" y="0"/>
                </a:moveTo>
                <a:lnTo>
                  <a:pt x="34395" y="0"/>
                </a:lnTo>
                <a:lnTo>
                  <a:pt x="34395" y="7844"/>
                </a:lnTo>
                <a:lnTo>
                  <a:pt x="50693" y="7844"/>
                </a:lnTo>
                <a:lnTo>
                  <a:pt x="54918" y="8750"/>
                </a:lnTo>
                <a:lnTo>
                  <a:pt x="26554" y="122801"/>
                </a:lnTo>
                <a:lnTo>
                  <a:pt x="4225" y="137887"/>
                </a:lnTo>
                <a:lnTo>
                  <a:pt x="47070" y="137887"/>
                </a:lnTo>
                <a:lnTo>
                  <a:pt x="33793" y="137585"/>
                </a:lnTo>
                <a:lnTo>
                  <a:pt x="33793" y="127025"/>
                </a:lnTo>
                <a:lnTo>
                  <a:pt x="34696" y="123705"/>
                </a:lnTo>
                <a:lnTo>
                  <a:pt x="61854" y="14483"/>
                </a:lnTo>
                <a:lnTo>
                  <a:pt x="82870" y="14483"/>
                </a:lnTo>
                <a:lnTo>
                  <a:pt x="77542" y="3620"/>
                </a:lnTo>
                <a:lnTo>
                  <a:pt x="76036" y="0"/>
                </a:lnTo>
                <a:close/>
              </a:path>
              <a:path w="189864" h="146050">
                <a:moveTo>
                  <a:pt x="185563" y="7844"/>
                </a:moveTo>
                <a:lnTo>
                  <a:pt x="152072" y="7844"/>
                </a:lnTo>
                <a:lnTo>
                  <a:pt x="155686" y="11163"/>
                </a:lnTo>
                <a:lnTo>
                  <a:pt x="155686" y="19310"/>
                </a:lnTo>
                <a:lnTo>
                  <a:pt x="131859" y="114353"/>
                </a:lnTo>
                <a:lnTo>
                  <a:pt x="140094" y="114353"/>
                </a:lnTo>
                <a:lnTo>
                  <a:pt x="162932" y="23232"/>
                </a:lnTo>
                <a:lnTo>
                  <a:pt x="164938" y="17433"/>
                </a:lnTo>
                <a:lnTo>
                  <a:pt x="168588" y="12597"/>
                </a:lnTo>
                <a:lnTo>
                  <a:pt x="175067" y="9231"/>
                </a:lnTo>
                <a:lnTo>
                  <a:pt x="185563" y="7844"/>
                </a:lnTo>
                <a:close/>
              </a:path>
              <a:path w="189864" h="146050">
                <a:moveTo>
                  <a:pt x="146942" y="0"/>
                </a:moveTo>
                <a:lnTo>
                  <a:pt x="137589" y="0"/>
                </a:lnTo>
                <a:lnTo>
                  <a:pt x="137589" y="7543"/>
                </a:lnTo>
                <a:lnTo>
                  <a:pt x="140300" y="7844"/>
                </a:lnTo>
                <a:lnTo>
                  <a:pt x="186466" y="7844"/>
                </a:lnTo>
                <a:lnTo>
                  <a:pt x="189788" y="7543"/>
                </a:lnTo>
                <a:lnTo>
                  <a:pt x="189788" y="1811"/>
                </a:lnTo>
                <a:lnTo>
                  <a:pt x="189182" y="905"/>
                </a:lnTo>
                <a:lnTo>
                  <a:pt x="159310" y="905"/>
                </a:lnTo>
                <a:lnTo>
                  <a:pt x="146942" y="0"/>
                </a:lnTo>
                <a:close/>
              </a:path>
              <a:path w="189864" h="146050">
                <a:moveTo>
                  <a:pt x="188575" y="0"/>
                </a:moveTo>
                <a:lnTo>
                  <a:pt x="179523" y="0"/>
                </a:lnTo>
                <a:lnTo>
                  <a:pt x="171683" y="905"/>
                </a:lnTo>
                <a:lnTo>
                  <a:pt x="189182" y="905"/>
                </a:lnTo>
                <a:lnTo>
                  <a:pt x="18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942173" y="5256639"/>
            <a:ext cx="85725" cy="69215"/>
          </a:xfrm>
          <a:custGeom>
            <a:avLst/>
            <a:gdLst/>
            <a:ahLst/>
            <a:cxnLst/>
            <a:rect l="l" t="t" r="r" b="b"/>
            <a:pathLst>
              <a:path w="85725" h="69214">
                <a:moveTo>
                  <a:pt x="36237" y="5430"/>
                </a:moveTo>
                <a:lnTo>
                  <a:pt x="24137" y="5430"/>
                </a:lnTo>
                <a:lnTo>
                  <a:pt x="25041" y="10257"/>
                </a:lnTo>
                <a:lnTo>
                  <a:pt x="25041" y="15387"/>
                </a:lnTo>
                <a:lnTo>
                  <a:pt x="23465" y="21723"/>
                </a:lnTo>
                <a:lnTo>
                  <a:pt x="22631" y="25344"/>
                </a:lnTo>
                <a:lnTo>
                  <a:pt x="21418" y="29267"/>
                </a:lnTo>
                <a:lnTo>
                  <a:pt x="19912" y="35603"/>
                </a:lnTo>
                <a:lnTo>
                  <a:pt x="19310" y="38921"/>
                </a:lnTo>
                <a:lnTo>
                  <a:pt x="15687" y="52499"/>
                </a:lnTo>
                <a:lnTo>
                  <a:pt x="13277" y="63059"/>
                </a:lnTo>
                <a:lnTo>
                  <a:pt x="13277" y="67283"/>
                </a:lnTo>
                <a:lnTo>
                  <a:pt x="15989" y="69093"/>
                </a:lnTo>
                <a:lnTo>
                  <a:pt x="21117" y="69093"/>
                </a:lnTo>
                <a:lnTo>
                  <a:pt x="28060" y="56120"/>
                </a:lnTo>
                <a:lnTo>
                  <a:pt x="31676" y="42542"/>
                </a:lnTo>
                <a:lnTo>
                  <a:pt x="31977" y="40128"/>
                </a:lnTo>
                <a:lnTo>
                  <a:pt x="33491" y="34395"/>
                </a:lnTo>
                <a:lnTo>
                  <a:pt x="34094" y="31981"/>
                </a:lnTo>
                <a:lnTo>
                  <a:pt x="34696" y="29870"/>
                </a:lnTo>
                <a:lnTo>
                  <a:pt x="35298" y="27456"/>
                </a:lnTo>
                <a:lnTo>
                  <a:pt x="35901" y="25344"/>
                </a:lnTo>
                <a:lnTo>
                  <a:pt x="36503" y="22929"/>
                </a:lnTo>
                <a:lnTo>
                  <a:pt x="41330" y="14784"/>
                </a:lnTo>
                <a:lnTo>
                  <a:pt x="44630" y="12068"/>
                </a:lnTo>
                <a:lnTo>
                  <a:pt x="37716" y="12068"/>
                </a:lnTo>
                <a:lnTo>
                  <a:pt x="36237" y="5430"/>
                </a:lnTo>
                <a:close/>
              </a:path>
              <a:path w="85725" h="69214">
                <a:moveTo>
                  <a:pt x="27150" y="0"/>
                </a:moveTo>
                <a:lnTo>
                  <a:pt x="14483" y="0"/>
                </a:lnTo>
                <a:lnTo>
                  <a:pt x="9955" y="2413"/>
                </a:lnTo>
                <a:lnTo>
                  <a:pt x="6032" y="8446"/>
                </a:lnTo>
                <a:lnTo>
                  <a:pt x="2108" y="14784"/>
                </a:lnTo>
                <a:lnTo>
                  <a:pt x="0" y="22929"/>
                </a:lnTo>
                <a:lnTo>
                  <a:pt x="0" y="25947"/>
                </a:lnTo>
                <a:lnTo>
                  <a:pt x="5730" y="25947"/>
                </a:lnTo>
                <a:lnTo>
                  <a:pt x="6032" y="25344"/>
                </a:lnTo>
                <a:lnTo>
                  <a:pt x="7024" y="21421"/>
                </a:lnTo>
                <a:lnTo>
                  <a:pt x="9654" y="12369"/>
                </a:lnTo>
                <a:lnTo>
                  <a:pt x="13277" y="5430"/>
                </a:lnTo>
                <a:lnTo>
                  <a:pt x="36237" y="5430"/>
                </a:lnTo>
                <a:lnTo>
                  <a:pt x="35901" y="3921"/>
                </a:lnTo>
                <a:lnTo>
                  <a:pt x="27150" y="0"/>
                </a:lnTo>
                <a:close/>
              </a:path>
              <a:path w="85725" h="69214">
                <a:moveTo>
                  <a:pt x="82321" y="5430"/>
                </a:moveTo>
                <a:lnTo>
                  <a:pt x="70906" y="5430"/>
                </a:lnTo>
                <a:lnTo>
                  <a:pt x="75735" y="7843"/>
                </a:lnTo>
                <a:lnTo>
                  <a:pt x="69091" y="10257"/>
                </a:lnTo>
                <a:lnTo>
                  <a:pt x="69091" y="19309"/>
                </a:lnTo>
                <a:lnTo>
                  <a:pt x="71208" y="22929"/>
                </a:lnTo>
                <a:lnTo>
                  <a:pt x="80252" y="22929"/>
                </a:lnTo>
                <a:lnTo>
                  <a:pt x="85690" y="19309"/>
                </a:lnTo>
                <a:lnTo>
                  <a:pt x="85572" y="12369"/>
                </a:lnTo>
                <a:lnTo>
                  <a:pt x="83031" y="5854"/>
                </a:lnTo>
                <a:lnTo>
                  <a:pt x="82321" y="5430"/>
                </a:lnTo>
                <a:close/>
              </a:path>
              <a:path w="85725" h="69214">
                <a:moveTo>
                  <a:pt x="62156" y="0"/>
                </a:moveTo>
                <a:lnTo>
                  <a:pt x="58251" y="188"/>
                </a:lnTo>
                <a:lnTo>
                  <a:pt x="52424" y="1508"/>
                </a:lnTo>
                <a:lnTo>
                  <a:pt x="45353" y="5091"/>
                </a:lnTo>
                <a:lnTo>
                  <a:pt x="37716" y="12068"/>
                </a:lnTo>
                <a:lnTo>
                  <a:pt x="44630" y="12068"/>
                </a:lnTo>
                <a:lnTo>
                  <a:pt x="51597" y="6334"/>
                </a:lnTo>
                <a:lnTo>
                  <a:pt x="56424" y="5430"/>
                </a:lnTo>
                <a:lnTo>
                  <a:pt x="82321" y="5430"/>
                </a:lnTo>
                <a:lnTo>
                  <a:pt x="76637" y="2035"/>
                </a:lnTo>
                <a:lnTo>
                  <a:pt x="68886" y="367"/>
                </a:lnTo>
                <a:lnTo>
                  <a:pt x="62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919541" y="5378836"/>
            <a:ext cx="84455" cy="69850"/>
          </a:xfrm>
          <a:custGeom>
            <a:avLst/>
            <a:gdLst/>
            <a:ahLst/>
            <a:cxnLst/>
            <a:rect l="l" t="t" r="r" b="b"/>
            <a:pathLst>
              <a:path w="84455" h="69850">
                <a:moveTo>
                  <a:pt x="39995" y="5430"/>
                </a:moveTo>
                <a:lnTo>
                  <a:pt x="26856" y="5430"/>
                </a:lnTo>
                <a:lnTo>
                  <a:pt x="28663" y="7241"/>
                </a:lnTo>
                <a:lnTo>
                  <a:pt x="28663" y="14180"/>
                </a:lnTo>
                <a:lnTo>
                  <a:pt x="17804" y="48275"/>
                </a:lnTo>
                <a:lnTo>
                  <a:pt x="19920" y="57812"/>
                </a:lnTo>
                <a:lnTo>
                  <a:pt x="25684" y="64379"/>
                </a:lnTo>
                <a:lnTo>
                  <a:pt x="34221" y="68175"/>
                </a:lnTo>
                <a:lnTo>
                  <a:pt x="44653" y="69396"/>
                </a:lnTo>
                <a:lnTo>
                  <a:pt x="53131" y="67854"/>
                </a:lnTo>
                <a:lnTo>
                  <a:pt x="59665" y="64267"/>
                </a:lnTo>
                <a:lnTo>
                  <a:pt x="37414" y="64267"/>
                </a:lnTo>
                <a:lnTo>
                  <a:pt x="30471" y="61249"/>
                </a:lnTo>
                <a:lnTo>
                  <a:pt x="30471" y="50086"/>
                </a:lnTo>
                <a:lnTo>
                  <a:pt x="31202" y="43990"/>
                </a:lnTo>
                <a:lnTo>
                  <a:pt x="33149" y="37073"/>
                </a:lnTo>
                <a:lnTo>
                  <a:pt x="35945" y="29422"/>
                </a:lnTo>
                <a:lnTo>
                  <a:pt x="39222" y="21120"/>
                </a:lnTo>
                <a:lnTo>
                  <a:pt x="41037" y="16292"/>
                </a:lnTo>
                <a:lnTo>
                  <a:pt x="41037" y="6336"/>
                </a:lnTo>
                <a:lnTo>
                  <a:pt x="39995" y="5430"/>
                </a:lnTo>
                <a:close/>
              </a:path>
              <a:path w="84455" h="69850">
                <a:moveTo>
                  <a:pt x="78144" y="0"/>
                </a:moveTo>
                <a:lnTo>
                  <a:pt x="70605" y="0"/>
                </a:lnTo>
                <a:lnTo>
                  <a:pt x="66079" y="4827"/>
                </a:lnTo>
                <a:lnTo>
                  <a:pt x="66079" y="11766"/>
                </a:lnTo>
                <a:lnTo>
                  <a:pt x="68187" y="13275"/>
                </a:lnTo>
                <a:lnTo>
                  <a:pt x="69090" y="14180"/>
                </a:lnTo>
                <a:lnTo>
                  <a:pt x="70605" y="15387"/>
                </a:lnTo>
                <a:lnTo>
                  <a:pt x="75131" y="18707"/>
                </a:lnTo>
                <a:lnTo>
                  <a:pt x="75065" y="25948"/>
                </a:lnTo>
                <a:lnTo>
                  <a:pt x="73010" y="35244"/>
                </a:lnTo>
                <a:lnTo>
                  <a:pt x="66984" y="48124"/>
                </a:lnTo>
                <a:lnTo>
                  <a:pt x="57565" y="59420"/>
                </a:lnTo>
                <a:lnTo>
                  <a:pt x="45262" y="64267"/>
                </a:lnTo>
                <a:lnTo>
                  <a:pt x="59665" y="64267"/>
                </a:lnTo>
                <a:lnTo>
                  <a:pt x="81617" y="27645"/>
                </a:lnTo>
                <a:lnTo>
                  <a:pt x="83883" y="3318"/>
                </a:lnTo>
                <a:lnTo>
                  <a:pt x="78144" y="0"/>
                </a:lnTo>
                <a:close/>
              </a:path>
              <a:path w="84455" h="69850">
                <a:moveTo>
                  <a:pt x="34093" y="302"/>
                </a:moveTo>
                <a:lnTo>
                  <a:pt x="24439" y="302"/>
                </a:lnTo>
                <a:lnTo>
                  <a:pt x="13875" y="3427"/>
                </a:lnTo>
                <a:lnTo>
                  <a:pt x="6223" y="10598"/>
                </a:lnTo>
                <a:lnTo>
                  <a:pt x="1570" y="18504"/>
                </a:lnTo>
                <a:lnTo>
                  <a:pt x="0" y="23836"/>
                </a:lnTo>
                <a:lnTo>
                  <a:pt x="0" y="25948"/>
                </a:lnTo>
                <a:lnTo>
                  <a:pt x="5731" y="25948"/>
                </a:lnTo>
                <a:lnTo>
                  <a:pt x="6032" y="25344"/>
                </a:lnTo>
                <a:lnTo>
                  <a:pt x="6642" y="22931"/>
                </a:lnTo>
                <a:lnTo>
                  <a:pt x="9655" y="12672"/>
                </a:lnTo>
                <a:lnTo>
                  <a:pt x="16901" y="5430"/>
                </a:lnTo>
                <a:lnTo>
                  <a:pt x="39995" y="5430"/>
                </a:lnTo>
                <a:lnTo>
                  <a:pt x="34093" y="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13382" y="4886727"/>
            <a:ext cx="118745" cy="138430"/>
          </a:xfrm>
          <a:custGeom>
            <a:avLst/>
            <a:gdLst/>
            <a:ahLst/>
            <a:cxnLst/>
            <a:rect l="l" t="t" r="r" b="b"/>
            <a:pathLst>
              <a:path w="118744" h="138429">
                <a:moveTo>
                  <a:pt x="81766" y="0"/>
                </a:moveTo>
                <a:lnTo>
                  <a:pt x="51550" y="7505"/>
                </a:lnTo>
                <a:lnTo>
                  <a:pt x="25380" y="27230"/>
                </a:lnTo>
                <a:lnTo>
                  <a:pt x="6962" y="54988"/>
                </a:lnTo>
                <a:lnTo>
                  <a:pt x="0" y="86593"/>
                </a:lnTo>
                <a:lnTo>
                  <a:pt x="3275" y="106238"/>
                </a:lnTo>
                <a:lnTo>
                  <a:pt x="12858" y="122687"/>
                </a:lnTo>
                <a:lnTo>
                  <a:pt x="28381" y="133988"/>
                </a:lnTo>
                <a:lnTo>
                  <a:pt x="49479" y="138188"/>
                </a:lnTo>
                <a:lnTo>
                  <a:pt x="78605" y="133087"/>
                </a:lnTo>
                <a:lnTo>
                  <a:pt x="81509" y="131550"/>
                </a:lnTo>
                <a:lnTo>
                  <a:pt x="50082" y="131550"/>
                </a:lnTo>
                <a:lnTo>
                  <a:pt x="37645" y="128910"/>
                </a:lnTo>
                <a:lnTo>
                  <a:pt x="29111" y="121744"/>
                </a:lnTo>
                <a:lnTo>
                  <a:pt x="24198" y="111183"/>
                </a:lnTo>
                <a:lnTo>
                  <a:pt x="22623" y="98360"/>
                </a:lnTo>
                <a:lnTo>
                  <a:pt x="23727" y="86121"/>
                </a:lnTo>
                <a:lnTo>
                  <a:pt x="38921" y="37412"/>
                </a:lnTo>
                <a:lnTo>
                  <a:pt x="69554" y="9239"/>
                </a:lnTo>
                <a:lnTo>
                  <a:pt x="82068" y="6939"/>
                </a:lnTo>
                <a:lnTo>
                  <a:pt x="106442" y="6939"/>
                </a:lnTo>
                <a:lnTo>
                  <a:pt x="96412" y="2022"/>
                </a:lnTo>
                <a:lnTo>
                  <a:pt x="81766" y="0"/>
                </a:lnTo>
                <a:close/>
              </a:path>
              <a:path w="118744" h="138429">
                <a:moveTo>
                  <a:pt x="116765" y="98360"/>
                </a:moveTo>
                <a:lnTo>
                  <a:pt x="113442" y="98360"/>
                </a:lnTo>
                <a:lnTo>
                  <a:pt x="112840" y="98964"/>
                </a:lnTo>
                <a:lnTo>
                  <a:pt x="111033" y="101377"/>
                </a:lnTo>
                <a:lnTo>
                  <a:pt x="91836" y="118821"/>
                </a:lnTo>
                <a:lnTo>
                  <a:pt x="72864" y="127778"/>
                </a:lnTo>
                <a:lnTo>
                  <a:pt x="57739" y="131078"/>
                </a:lnTo>
                <a:lnTo>
                  <a:pt x="50082" y="131550"/>
                </a:lnTo>
                <a:lnTo>
                  <a:pt x="81509" y="131550"/>
                </a:lnTo>
                <a:lnTo>
                  <a:pt x="100319" y="121593"/>
                </a:lnTo>
                <a:lnTo>
                  <a:pt x="113886" y="109420"/>
                </a:lnTo>
                <a:lnTo>
                  <a:pt x="118572" y="102283"/>
                </a:lnTo>
                <a:lnTo>
                  <a:pt x="118572" y="100473"/>
                </a:lnTo>
                <a:lnTo>
                  <a:pt x="116765" y="98360"/>
                </a:lnTo>
                <a:close/>
              </a:path>
              <a:path w="118744" h="138429">
                <a:moveTo>
                  <a:pt x="106442" y="6939"/>
                </a:moveTo>
                <a:lnTo>
                  <a:pt x="82068" y="6939"/>
                </a:lnTo>
                <a:lnTo>
                  <a:pt x="89860" y="7679"/>
                </a:lnTo>
                <a:lnTo>
                  <a:pt x="97340" y="9918"/>
                </a:lnTo>
                <a:lnTo>
                  <a:pt x="103746" y="13685"/>
                </a:lnTo>
                <a:lnTo>
                  <a:pt x="108314" y="19008"/>
                </a:lnTo>
                <a:lnTo>
                  <a:pt x="98960" y="19008"/>
                </a:lnTo>
                <a:lnTo>
                  <a:pt x="94735" y="23232"/>
                </a:lnTo>
                <a:lnTo>
                  <a:pt x="89908" y="27758"/>
                </a:lnTo>
                <a:lnTo>
                  <a:pt x="89305" y="32887"/>
                </a:lnTo>
                <a:lnTo>
                  <a:pt x="89305" y="42542"/>
                </a:lnTo>
                <a:lnTo>
                  <a:pt x="94735" y="45860"/>
                </a:lnTo>
                <a:lnTo>
                  <a:pt x="100467" y="45860"/>
                </a:lnTo>
                <a:lnTo>
                  <a:pt x="106974" y="44536"/>
                </a:lnTo>
                <a:lnTo>
                  <a:pt x="112462" y="40694"/>
                </a:lnTo>
                <a:lnTo>
                  <a:pt x="116254" y="34532"/>
                </a:lnTo>
                <a:lnTo>
                  <a:pt x="117669" y="26249"/>
                </a:lnTo>
                <a:lnTo>
                  <a:pt x="115071" y="15910"/>
                </a:lnTo>
                <a:lnTo>
                  <a:pt x="107749" y="7580"/>
                </a:lnTo>
                <a:lnTo>
                  <a:pt x="106442" y="6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42212" y="4800737"/>
            <a:ext cx="124460" cy="96520"/>
          </a:xfrm>
          <a:custGeom>
            <a:avLst/>
            <a:gdLst/>
            <a:ahLst/>
            <a:cxnLst/>
            <a:rect l="l" t="t" r="r" b="b"/>
            <a:pathLst>
              <a:path w="124460" h="96520">
                <a:moveTo>
                  <a:pt x="46033" y="6033"/>
                </a:moveTo>
                <a:lnTo>
                  <a:pt x="34093" y="6033"/>
                </a:lnTo>
                <a:lnTo>
                  <a:pt x="35606" y="8446"/>
                </a:lnTo>
                <a:lnTo>
                  <a:pt x="35606" y="18404"/>
                </a:lnTo>
                <a:lnTo>
                  <a:pt x="34093" y="22929"/>
                </a:lnTo>
                <a:lnTo>
                  <a:pt x="31984" y="27757"/>
                </a:lnTo>
                <a:lnTo>
                  <a:pt x="25179" y="45756"/>
                </a:lnTo>
                <a:lnTo>
                  <a:pt x="21684" y="57250"/>
                </a:lnTo>
                <a:lnTo>
                  <a:pt x="20397" y="64331"/>
                </a:lnTo>
                <a:lnTo>
                  <a:pt x="20283" y="67283"/>
                </a:lnTo>
                <a:lnTo>
                  <a:pt x="20213" y="82369"/>
                </a:lnTo>
                <a:lnTo>
                  <a:pt x="34395" y="94438"/>
                </a:lnTo>
                <a:lnTo>
                  <a:pt x="42844" y="95945"/>
                </a:lnTo>
                <a:lnTo>
                  <a:pt x="50090" y="95945"/>
                </a:lnTo>
                <a:lnTo>
                  <a:pt x="59176" y="94710"/>
                </a:lnTo>
                <a:lnTo>
                  <a:pt x="66454" y="91496"/>
                </a:lnTo>
                <a:lnTo>
                  <a:pt x="68190" y="90213"/>
                </a:lnTo>
                <a:lnTo>
                  <a:pt x="36210" y="90213"/>
                </a:lnTo>
                <a:lnTo>
                  <a:pt x="36273" y="71808"/>
                </a:lnTo>
                <a:lnTo>
                  <a:pt x="48273" y="29265"/>
                </a:lnTo>
                <a:lnTo>
                  <a:pt x="50090" y="25041"/>
                </a:lnTo>
                <a:lnTo>
                  <a:pt x="51295" y="21723"/>
                </a:lnTo>
                <a:lnTo>
                  <a:pt x="51295" y="18404"/>
                </a:lnTo>
                <a:lnTo>
                  <a:pt x="49664" y="10819"/>
                </a:lnTo>
                <a:lnTo>
                  <a:pt x="46033" y="6033"/>
                </a:lnTo>
                <a:close/>
              </a:path>
              <a:path w="124460" h="96520">
                <a:moveTo>
                  <a:pt x="92934" y="82067"/>
                </a:moveTo>
                <a:lnTo>
                  <a:pt x="77843" y="82067"/>
                </a:lnTo>
                <a:lnTo>
                  <a:pt x="82887" y="89963"/>
                </a:lnTo>
                <a:lnTo>
                  <a:pt x="89459" y="94098"/>
                </a:lnTo>
                <a:lnTo>
                  <a:pt x="95580" y="95686"/>
                </a:lnTo>
                <a:lnTo>
                  <a:pt x="99269" y="95945"/>
                </a:lnTo>
                <a:lnTo>
                  <a:pt x="106507" y="95945"/>
                </a:lnTo>
                <a:lnTo>
                  <a:pt x="112246" y="91723"/>
                </a:lnTo>
                <a:lnTo>
                  <a:pt x="113098" y="90213"/>
                </a:lnTo>
                <a:lnTo>
                  <a:pt x="94441" y="90213"/>
                </a:lnTo>
                <a:lnTo>
                  <a:pt x="92934" y="85084"/>
                </a:lnTo>
                <a:lnTo>
                  <a:pt x="92934" y="82067"/>
                </a:lnTo>
                <a:close/>
              </a:path>
              <a:path w="124460" h="96520">
                <a:moveTo>
                  <a:pt x="105904" y="2110"/>
                </a:moveTo>
                <a:lnTo>
                  <a:pt x="94441" y="2110"/>
                </a:lnTo>
                <a:lnTo>
                  <a:pt x="92934" y="8446"/>
                </a:lnTo>
                <a:lnTo>
                  <a:pt x="91420" y="15085"/>
                </a:lnTo>
                <a:lnTo>
                  <a:pt x="80260" y="59438"/>
                </a:lnTo>
                <a:lnTo>
                  <a:pt x="79056" y="63662"/>
                </a:lnTo>
                <a:lnTo>
                  <a:pt x="77240" y="71808"/>
                </a:lnTo>
                <a:lnTo>
                  <a:pt x="76939" y="72110"/>
                </a:lnTo>
                <a:lnTo>
                  <a:pt x="72969" y="77612"/>
                </a:lnTo>
                <a:lnTo>
                  <a:pt x="67361" y="83537"/>
                </a:lnTo>
                <a:lnTo>
                  <a:pt x="60055" y="88275"/>
                </a:lnTo>
                <a:lnTo>
                  <a:pt x="50994" y="90213"/>
                </a:lnTo>
                <a:lnTo>
                  <a:pt x="68190" y="90213"/>
                </a:lnTo>
                <a:lnTo>
                  <a:pt x="72488" y="87036"/>
                </a:lnTo>
                <a:lnTo>
                  <a:pt x="77843" y="82067"/>
                </a:lnTo>
                <a:lnTo>
                  <a:pt x="92934" y="82067"/>
                </a:lnTo>
                <a:lnTo>
                  <a:pt x="92934" y="76032"/>
                </a:lnTo>
                <a:lnTo>
                  <a:pt x="94743" y="68489"/>
                </a:lnTo>
                <a:lnTo>
                  <a:pt x="97763" y="57024"/>
                </a:lnTo>
                <a:lnTo>
                  <a:pt x="99872" y="48275"/>
                </a:lnTo>
                <a:lnTo>
                  <a:pt x="100775" y="43748"/>
                </a:lnTo>
                <a:lnTo>
                  <a:pt x="105904" y="24740"/>
                </a:lnTo>
                <a:lnTo>
                  <a:pt x="107109" y="19309"/>
                </a:lnTo>
                <a:lnTo>
                  <a:pt x="109526" y="9955"/>
                </a:lnTo>
                <a:lnTo>
                  <a:pt x="109526" y="4525"/>
                </a:lnTo>
                <a:lnTo>
                  <a:pt x="105904" y="2110"/>
                </a:lnTo>
                <a:close/>
              </a:path>
              <a:path w="124460" h="96520">
                <a:moveTo>
                  <a:pt x="124010" y="60645"/>
                </a:moveTo>
                <a:lnTo>
                  <a:pt x="117374" y="60645"/>
                </a:lnTo>
                <a:lnTo>
                  <a:pt x="117073" y="61550"/>
                </a:lnTo>
                <a:lnTo>
                  <a:pt x="115559" y="67283"/>
                </a:lnTo>
                <a:lnTo>
                  <a:pt x="113364" y="75066"/>
                </a:lnTo>
                <a:lnTo>
                  <a:pt x="110207" y="82482"/>
                </a:lnTo>
                <a:lnTo>
                  <a:pt x="105803" y="88030"/>
                </a:lnTo>
                <a:lnTo>
                  <a:pt x="99872" y="90213"/>
                </a:lnTo>
                <a:lnTo>
                  <a:pt x="113098" y="90213"/>
                </a:lnTo>
                <a:lnTo>
                  <a:pt x="117540" y="82369"/>
                </a:lnTo>
                <a:lnTo>
                  <a:pt x="120989" y="76334"/>
                </a:lnTo>
                <a:lnTo>
                  <a:pt x="123920" y="64331"/>
                </a:lnTo>
                <a:lnTo>
                  <a:pt x="124010" y="60645"/>
                </a:lnTo>
                <a:close/>
              </a:path>
              <a:path w="124460" h="96520">
                <a:moveTo>
                  <a:pt x="31081" y="0"/>
                </a:moveTo>
                <a:lnTo>
                  <a:pt x="17185" y="4624"/>
                </a:lnTo>
                <a:lnTo>
                  <a:pt x="7486" y="15085"/>
                </a:lnTo>
                <a:lnTo>
                  <a:pt x="1843" y="26093"/>
                </a:lnTo>
                <a:lnTo>
                  <a:pt x="0" y="32584"/>
                </a:lnTo>
                <a:lnTo>
                  <a:pt x="0" y="35300"/>
                </a:lnTo>
                <a:lnTo>
                  <a:pt x="6642" y="35300"/>
                </a:lnTo>
                <a:lnTo>
                  <a:pt x="6943" y="34395"/>
                </a:lnTo>
                <a:lnTo>
                  <a:pt x="7545" y="31981"/>
                </a:lnTo>
                <a:lnTo>
                  <a:pt x="12104" y="20544"/>
                </a:lnTo>
                <a:lnTo>
                  <a:pt x="17766" y="12445"/>
                </a:lnTo>
                <a:lnTo>
                  <a:pt x="24052" y="7627"/>
                </a:lnTo>
                <a:lnTo>
                  <a:pt x="30478" y="6033"/>
                </a:lnTo>
                <a:lnTo>
                  <a:pt x="46033" y="6033"/>
                </a:lnTo>
                <a:lnTo>
                  <a:pt x="45261" y="5015"/>
                </a:lnTo>
                <a:lnTo>
                  <a:pt x="38821" y="1305"/>
                </a:lnTo>
                <a:lnTo>
                  <a:pt x="310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286135" y="4800434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39" h="96520">
                <a:moveTo>
                  <a:pt x="46033" y="6336"/>
                </a:moveTo>
                <a:lnTo>
                  <a:pt x="34093" y="6336"/>
                </a:lnTo>
                <a:lnTo>
                  <a:pt x="35600" y="8749"/>
                </a:lnTo>
                <a:lnTo>
                  <a:pt x="35600" y="18707"/>
                </a:lnTo>
                <a:lnTo>
                  <a:pt x="34093" y="23232"/>
                </a:lnTo>
                <a:lnTo>
                  <a:pt x="31984" y="28059"/>
                </a:lnTo>
                <a:lnTo>
                  <a:pt x="26142" y="43377"/>
                </a:lnTo>
                <a:lnTo>
                  <a:pt x="22591" y="54158"/>
                </a:lnTo>
                <a:lnTo>
                  <a:pt x="20737" y="62173"/>
                </a:lnTo>
                <a:lnTo>
                  <a:pt x="20213" y="68491"/>
                </a:lnTo>
                <a:lnTo>
                  <a:pt x="23061" y="81738"/>
                </a:lnTo>
                <a:lnTo>
                  <a:pt x="30549" y="90289"/>
                </a:lnTo>
                <a:lnTo>
                  <a:pt x="41091" y="94881"/>
                </a:lnTo>
                <a:lnTo>
                  <a:pt x="53102" y="96248"/>
                </a:lnTo>
                <a:lnTo>
                  <a:pt x="66410" y="90515"/>
                </a:lnTo>
                <a:lnTo>
                  <a:pt x="53705" y="90515"/>
                </a:lnTo>
                <a:lnTo>
                  <a:pt x="43765" y="88054"/>
                </a:lnTo>
                <a:lnTo>
                  <a:pt x="38660" y="82369"/>
                </a:lnTo>
                <a:lnTo>
                  <a:pt x="36779" y="76005"/>
                </a:lnTo>
                <a:lnTo>
                  <a:pt x="36511" y="71507"/>
                </a:lnTo>
                <a:lnTo>
                  <a:pt x="37245" y="63601"/>
                </a:lnTo>
                <a:lnTo>
                  <a:pt x="39450" y="54422"/>
                </a:lnTo>
                <a:lnTo>
                  <a:pt x="43193" y="43202"/>
                </a:lnTo>
                <a:lnTo>
                  <a:pt x="48275" y="29870"/>
                </a:lnTo>
                <a:lnTo>
                  <a:pt x="51295" y="22326"/>
                </a:lnTo>
                <a:lnTo>
                  <a:pt x="51295" y="18707"/>
                </a:lnTo>
                <a:lnTo>
                  <a:pt x="49664" y="11121"/>
                </a:lnTo>
                <a:lnTo>
                  <a:pt x="46033" y="6336"/>
                </a:lnTo>
                <a:close/>
              </a:path>
              <a:path w="104139" h="96520">
                <a:moveTo>
                  <a:pt x="93839" y="0"/>
                </a:moveTo>
                <a:lnTo>
                  <a:pt x="87499" y="0"/>
                </a:lnTo>
                <a:lnTo>
                  <a:pt x="81767" y="5732"/>
                </a:lnTo>
                <a:lnTo>
                  <a:pt x="81767" y="15085"/>
                </a:lnTo>
                <a:lnTo>
                  <a:pt x="83875" y="16593"/>
                </a:lnTo>
                <a:lnTo>
                  <a:pt x="85389" y="18102"/>
                </a:lnTo>
                <a:lnTo>
                  <a:pt x="89034" y="20846"/>
                </a:lnTo>
                <a:lnTo>
                  <a:pt x="93115" y="26395"/>
                </a:lnTo>
                <a:lnTo>
                  <a:pt x="93105" y="35603"/>
                </a:lnTo>
                <a:lnTo>
                  <a:pt x="90617" y="47746"/>
                </a:lnTo>
                <a:lnTo>
                  <a:pt x="82970" y="66377"/>
                </a:lnTo>
                <a:lnTo>
                  <a:pt x="70572" y="83198"/>
                </a:lnTo>
                <a:lnTo>
                  <a:pt x="53705" y="90515"/>
                </a:lnTo>
                <a:lnTo>
                  <a:pt x="66410" y="90515"/>
                </a:lnTo>
                <a:lnTo>
                  <a:pt x="76173" y="86310"/>
                </a:lnTo>
                <a:lnTo>
                  <a:pt x="91915" y="63134"/>
                </a:lnTo>
                <a:lnTo>
                  <a:pt x="100924" y="36677"/>
                </a:lnTo>
                <a:lnTo>
                  <a:pt x="103795" y="16896"/>
                </a:lnTo>
                <a:lnTo>
                  <a:pt x="103795" y="302"/>
                </a:lnTo>
                <a:lnTo>
                  <a:pt x="93839" y="0"/>
                </a:lnTo>
                <a:close/>
              </a:path>
              <a:path w="104139" h="96520">
                <a:moveTo>
                  <a:pt x="31081" y="302"/>
                </a:moveTo>
                <a:lnTo>
                  <a:pt x="17186" y="4926"/>
                </a:lnTo>
                <a:lnTo>
                  <a:pt x="7506" y="15350"/>
                </a:lnTo>
                <a:lnTo>
                  <a:pt x="1843" y="26395"/>
                </a:lnTo>
                <a:lnTo>
                  <a:pt x="0" y="32886"/>
                </a:lnTo>
                <a:lnTo>
                  <a:pt x="0" y="35603"/>
                </a:lnTo>
                <a:lnTo>
                  <a:pt x="6634" y="35603"/>
                </a:lnTo>
                <a:lnTo>
                  <a:pt x="6943" y="34697"/>
                </a:lnTo>
                <a:lnTo>
                  <a:pt x="7546" y="32283"/>
                </a:lnTo>
                <a:lnTo>
                  <a:pt x="12082" y="20817"/>
                </a:lnTo>
                <a:lnTo>
                  <a:pt x="17652" y="12747"/>
                </a:lnTo>
                <a:lnTo>
                  <a:pt x="23921" y="7929"/>
                </a:lnTo>
                <a:lnTo>
                  <a:pt x="30471" y="6336"/>
                </a:lnTo>
                <a:lnTo>
                  <a:pt x="46033" y="6336"/>
                </a:lnTo>
                <a:lnTo>
                  <a:pt x="45261" y="5317"/>
                </a:lnTo>
                <a:lnTo>
                  <a:pt x="38821" y="1607"/>
                </a:lnTo>
                <a:lnTo>
                  <a:pt x="31081" y="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42212" y="5002286"/>
            <a:ext cx="99695" cy="96520"/>
          </a:xfrm>
          <a:custGeom>
            <a:avLst/>
            <a:gdLst/>
            <a:ahLst/>
            <a:cxnLst/>
            <a:rect l="l" t="t" r="r" b="b"/>
            <a:pathLst>
              <a:path w="99694" h="96520">
                <a:moveTo>
                  <a:pt x="40343" y="6035"/>
                </a:moveTo>
                <a:lnTo>
                  <a:pt x="29568" y="6035"/>
                </a:lnTo>
                <a:lnTo>
                  <a:pt x="31081" y="10862"/>
                </a:lnTo>
                <a:lnTo>
                  <a:pt x="31081" y="20518"/>
                </a:lnTo>
                <a:lnTo>
                  <a:pt x="28806" y="28966"/>
                </a:lnTo>
                <a:lnTo>
                  <a:pt x="27458" y="34095"/>
                </a:lnTo>
                <a:lnTo>
                  <a:pt x="26253" y="39828"/>
                </a:lnTo>
                <a:lnTo>
                  <a:pt x="23836" y="48577"/>
                </a:lnTo>
                <a:lnTo>
                  <a:pt x="22932" y="53406"/>
                </a:lnTo>
                <a:lnTo>
                  <a:pt x="15995" y="80559"/>
                </a:lnTo>
                <a:lnTo>
                  <a:pt x="15386" y="83276"/>
                </a:lnTo>
                <a:lnTo>
                  <a:pt x="13879" y="88706"/>
                </a:lnTo>
                <a:lnTo>
                  <a:pt x="13879" y="94137"/>
                </a:lnTo>
                <a:lnTo>
                  <a:pt x="17804" y="96249"/>
                </a:lnTo>
                <a:lnTo>
                  <a:pt x="24438" y="96249"/>
                </a:lnTo>
                <a:lnTo>
                  <a:pt x="28663" y="94137"/>
                </a:lnTo>
                <a:lnTo>
                  <a:pt x="30478" y="89913"/>
                </a:lnTo>
                <a:lnTo>
                  <a:pt x="33190" y="79353"/>
                </a:lnTo>
                <a:lnTo>
                  <a:pt x="34395" y="73922"/>
                </a:lnTo>
                <a:lnTo>
                  <a:pt x="45262" y="30473"/>
                </a:lnTo>
                <a:lnTo>
                  <a:pt x="46167" y="27759"/>
                </a:lnTo>
                <a:lnTo>
                  <a:pt x="52198" y="17198"/>
                </a:lnTo>
                <a:lnTo>
                  <a:pt x="54648" y="15388"/>
                </a:lnTo>
                <a:lnTo>
                  <a:pt x="46466" y="15388"/>
                </a:lnTo>
                <a:lnTo>
                  <a:pt x="42265" y="7510"/>
                </a:lnTo>
                <a:lnTo>
                  <a:pt x="40343" y="6035"/>
                </a:lnTo>
                <a:close/>
              </a:path>
              <a:path w="99694" h="96520">
                <a:moveTo>
                  <a:pt x="24739" y="0"/>
                </a:moveTo>
                <a:lnTo>
                  <a:pt x="16597" y="0"/>
                </a:lnTo>
                <a:lnTo>
                  <a:pt x="11469" y="5129"/>
                </a:lnTo>
                <a:lnTo>
                  <a:pt x="8148" y="10862"/>
                </a:lnTo>
                <a:lnTo>
                  <a:pt x="3020" y="19310"/>
                </a:lnTo>
                <a:lnTo>
                  <a:pt x="0" y="31681"/>
                </a:lnTo>
                <a:lnTo>
                  <a:pt x="0" y="35603"/>
                </a:lnTo>
                <a:lnTo>
                  <a:pt x="6642" y="35603"/>
                </a:lnTo>
                <a:lnTo>
                  <a:pt x="6943" y="35001"/>
                </a:lnTo>
                <a:lnTo>
                  <a:pt x="8618" y="28362"/>
                </a:lnTo>
                <a:lnTo>
                  <a:pt x="10982" y="19909"/>
                </a:lnTo>
                <a:lnTo>
                  <a:pt x="14222" y="12635"/>
                </a:lnTo>
                <a:lnTo>
                  <a:pt x="18422" y="7793"/>
                </a:lnTo>
                <a:lnTo>
                  <a:pt x="23836" y="6035"/>
                </a:lnTo>
                <a:lnTo>
                  <a:pt x="40343" y="6035"/>
                </a:lnTo>
                <a:lnTo>
                  <a:pt x="36168" y="2828"/>
                </a:lnTo>
                <a:lnTo>
                  <a:pt x="29788" y="579"/>
                </a:lnTo>
                <a:lnTo>
                  <a:pt x="24739" y="0"/>
                </a:lnTo>
                <a:close/>
              </a:path>
              <a:path w="99694" h="96520">
                <a:moveTo>
                  <a:pt x="94580" y="6035"/>
                </a:moveTo>
                <a:lnTo>
                  <a:pt x="78452" y="6035"/>
                </a:lnTo>
                <a:lnTo>
                  <a:pt x="83882" y="6336"/>
                </a:lnTo>
                <a:lnTo>
                  <a:pt x="88108" y="9052"/>
                </a:lnTo>
                <a:lnTo>
                  <a:pt x="81164" y="10862"/>
                </a:lnTo>
                <a:lnTo>
                  <a:pt x="78753" y="16897"/>
                </a:lnTo>
                <a:lnTo>
                  <a:pt x="78753" y="25345"/>
                </a:lnTo>
                <a:lnTo>
                  <a:pt x="82368" y="28663"/>
                </a:lnTo>
                <a:lnTo>
                  <a:pt x="92024" y="28663"/>
                </a:lnTo>
                <a:lnTo>
                  <a:pt x="99269" y="24740"/>
                </a:lnTo>
                <a:lnTo>
                  <a:pt x="99184" y="15388"/>
                </a:lnTo>
                <a:lnTo>
                  <a:pt x="97260" y="8529"/>
                </a:lnTo>
                <a:lnTo>
                  <a:pt x="94580" y="6035"/>
                </a:lnTo>
                <a:close/>
              </a:path>
              <a:path w="99694" h="96520">
                <a:moveTo>
                  <a:pt x="76638" y="0"/>
                </a:moveTo>
                <a:lnTo>
                  <a:pt x="68517" y="881"/>
                </a:lnTo>
                <a:lnTo>
                  <a:pt x="60874" y="3620"/>
                </a:lnTo>
                <a:lnTo>
                  <a:pt x="53557" y="8401"/>
                </a:lnTo>
                <a:lnTo>
                  <a:pt x="46466" y="15388"/>
                </a:lnTo>
                <a:lnTo>
                  <a:pt x="54648" y="15388"/>
                </a:lnTo>
                <a:lnTo>
                  <a:pt x="59142" y="12068"/>
                </a:lnTo>
                <a:lnTo>
                  <a:pt x="61551" y="10259"/>
                </a:lnTo>
                <a:lnTo>
                  <a:pt x="67283" y="6035"/>
                </a:lnTo>
                <a:lnTo>
                  <a:pt x="94580" y="6035"/>
                </a:lnTo>
                <a:lnTo>
                  <a:pt x="92026" y="3658"/>
                </a:lnTo>
                <a:lnTo>
                  <a:pt x="84712" y="876"/>
                </a:lnTo>
                <a:lnTo>
                  <a:pt x="76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428551" y="4812503"/>
            <a:ext cx="347980" cy="212090"/>
          </a:xfrm>
          <a:custGeom>
            <a:avLst/>
            <a:gdLst/>
            <a:ahLst/>
            <a:cxnLst/>
            <a:rect l="l" t="t" r="r" b="b"/>
            <a:pathLst>
              <a:path w="347979" h="212089">
                <a:moveTo>
                  <a:pt x="70598" y="14180"/>
                </a:moveTo>
                <a:lnTo>
                  <a:pt x="26247" y="14180"/>
                </a:lnTo>
                <a:lnTo>
                  <a:pt x="99261" y="203662"/>
                </a:lnTo>
                <a:lnTo>
                  <a:pt x="101076" y="208489"/>
                </a:lnTo>
                <a:lnTo>
                  <a:pt x="102582" y="211507"/>
                </a:lnTo>
                <a:lnTo>
                  <a:pt x="117668" y="211507"/>
                </a:lnTo>
                <a:lnTo>
                  <a:pt x="118873" y="208489"/>
                </a:lnTo>
                <a:lnTo>
                  <a:pt x="120689" y="203662"/>
                </a:lnTo>
                <a:lnTo>
                  <a:pt x="139946" y="153878"/>
                </a:lnTo>
                <a:lnTo>
                  <a:pt x="124604" y="153878"/>
                </a:lnTo>
                <a:lnTo>
                  <a:pt x="70598" y="14180"/>
                </a:lnTo>
                <a:close/>
              </a:path>
              <a:path w="347979" h="212089">
                <a:moveTo>
                  <a:pt x="218297" y="66377"/>
                </a:moveTo>
                <a:lnTo>
                  <a:pt x="173791" y="66377"/>
                </a:lnTo>
                <a:lnTo>
                  <a:pt x="226894" y="203662"/>
                </a:lnTo>
                <a:lnTo>
                  <a:pt x="228701" y="208489"/>
                </a:lnTo>
                <a:lnTo>
                  <a:pt x="229908" y="211507"/>
                </a:lnTo>
                <a:lnTo>
                  <a:pt x="244993" y="211507"/>
                </a:lnTo>
                <a:lnTo>
                  <a:pt x="246204" y="208489"/>
                </a:lnTo>
                <a:lnTo>
                  <a:pt x="248013" y="203662"/>
                </a:lnTo>
                <a:lnTo>
                  <a:pt x="267333" y="153878"/>
                </a:lnTo>
                <a:lnTo>
                  <a:pt x="251936" y="153878"/>
                </a:lnTo>
                <a:lnTo>
                  <a:pt x="218297" y="66377"/>
                </a:lnTo>
                <a:close/>
              </a:path>
              <a:path w="347979" h="212089">
                <a:moveTo>
                  <a:pt x="198230" y="14180"/>
                </a:moveTo>
                <a:lnTo>
                  <a:pt x="153569" y="14180"/>
                </a:lnTo>
                <a:lnTo>
                  <a:pt x="166245" y="46766"/>
                </a:lnTo>
                <a:lnTo>
                  <a:pt x="124604" y="153878"/>
                </a:lnTo>
                <a:lnTo>
                  <a:pt x="139946" y="153878"/>
                </a:lnTo>
                <a:lnTo>
                  <a:pt x="173791" y="66377"/>
                </a:lnTo>
                <a:lnTo>
                  <a:pt x="218297" y="66377"/>
                </a:lnTo>
                <a:lnTo>
                  <a:pt x="198230" y="14180"/>
                </a:lnTo>
                <a:close/>
              </a:path>
              <a:path w="347979" h="212089">
                <a:moveTo>
                  <a:pt x="273354" y="0"/>
                </a:moveTo>
                <a:lnTo>
                  <a:pt x="273354" y="14180"/>
                </a:lnTo>
                <a:lnTo>
                  <a:pt x="280164" y="14237"/>
                </a:lnTo>
                <a:lnTo>
                  <a:pt x="288443" y="14633"/>
                </a:lnTo>
                <a:lnTo>
                  <a:pt x="296949" y="15708"/>
                </a:lnTo>
                <a:lnTo>
                  <a:pt x="304436" y="17801"/>
                </a:lnTo>
                <a:lnTo>
                  <a:pt x="251936" y="153878"/>
                </a:lnTo>
                <a:lnTo>
                  <a:pt x="267333" y="153878"/>
                </a:lnTo>
                <a:lnTo>
                  <a:pt x="318618" y="21723"/>
                </a:lnTo>
                <a:lnTo>
                  <a:pt x="320426" y="16593"/>
                </a:lnTo>
                <a:lnTo>
                  <a:pt x="320727" y="15688"/>
                </a:lnTo>
                <a:lnTo>
                  <a:pt x="336113" y="14180"/>
                </a:lnTo>
                <a:lnTo>
                  <a:pt x="347583" y="14180"/>
                </a:lnTo>
                <a:lnTo>
                  <a:pt x="347583" y="905"/>
                </a:lnTo>
                <a:lnTo>
                  <a:pt x="314995" y="905"/>
                </a:lnTo>
                <a:lnTo>
                  <a:pt x="293949" y="792"/>
                </a:lnTo>
                <a:lnTo>
                  <a:pt x="282917" y="523"/>
                </a:lnTo>
                <a:lnTo>
                  <a:pt x="273354" y="0"/>
                </a:lnTo>
                <a:close/>
              </a:path>
              <a:path w="347979" h="212089">
                <a:moveTo>
                  <a:pt x="0" y="0"/>
                </a:moveTo>
                <a:lnTo>
                  <a:pt x="0" y="14180"/>
                </a:lnTo>
                <a:lnTo>
                  <a:pt x="99865" y="14180"/>
                </a:lnTo>
                <a:lnTo>
                  <a:pt x="99865" y="905"/>
                </a:lnTo>
                <a:lnTo>
                  <a:pt x="46761" y="905"/>
                </a:lnTo>
                <a:lnTo>
                  <a:pt x="22928" y="792"/>
                </a:lnTo>
                <a:lnTo>
                  <a:pt x="10191" y="523"/>
                </a:lnTo>
                <a:lnTo>
                  <a:pt x="0" y="0"/>
                </a:lnTo>
                <a:close/>
              </a:path>
              <a:path w="347979" h="212089">
                <a:moveTo>
                  <a:pt x="127323" y="0"/>
                </a:moveTo>
                <a:lnTo>
                  <a:pt x="127323" y="14180"/>
                </a:lnTo>
                <a:lnTo>
                  <a:pt x="227497" y="14180"/>
                </a:lnTo>
                <a:lnTo>
                  <a:pt x="227497" y="905"/>
                </a:lnTo>
                <a:lnTo>
                  <a:pt x="174092" y="905"/>
                </a:lnTo>
                <a:lnTo>
                  <a:pt x="150366" y="792"/>
                </a:lnTo>
                <a:lnTo>
                  <a:pt x="137557" y="523"/>
                </a:lnTo>
                <a:lnTo>
                  <a:pt x="127323" y="0"/>
                </a:lnTo>
                <a:close/>
              </a:path>
              <a:path w="347979" h="212089">
                <a:moveTo>
                  <a:pt x="99865" y="0"/>
                </a:moveTo>
                <a:lnTo>
                  <a:pt x="88556" y="523"/>
                </a:lnTo>
                <a:lnTo>
                  <a:pt x="73880" y="792"/>
                </a:lnTo>
                <a:lnTo>
                  <a:pt x="46761" y="905"/>
                </a:lnTo>
                <a:lnTo>
                  <a:pt x="99865" y="905"/>
                </a:lnTo>
                <a:lnTo>
                  <a:pt x="99865" y="0"/>
                </a:lnTo>
                <a:close/>
              </a:path>
              <a:path w="347979" h="212089">
                <a:moveTo>
                  <a:pt x="227497" y="0"/>
                </a:moveTo>
                <a:lnTo>
                  <a:pt x="216010" y="523"/>
                </a:lnTo>
                <a:lnTo>
                  <a:pt x="201244" y="792"/>
                </a:lnTo>
                <a:lnTo>
                  <a:pt x="174092" y="905"/>
                </a:lnTo>
                <a:lnTo>
                  <a:pt x="227497" y="905"/>
                </a:lnTo>
                <a:lnTo>
                  <a:pt x="227497" y="0"/>
                </a:lnTo>
                <a:close/>
              </a:path>
              <a:path w="347979" h="212089">
                <a:moveTo>
                  <a:pt x="347583" y="0"/>
                </a:moveTo>
                <a:lnTo>
                  <a:pt x="333213" y="566"/>
                </a:lnTo>
                <a:lnTo>
                  <a:pt x="324627" y="806"/>
                </a:lnTo>
                <a:lnTo>
                  <a:pt x="314995" y="905"/>
                </a:lnTo>
                <a:lnTo>
                  <a:pt x="347583" y="905"/>
                </a:lnTo>
                <a:lnTo>
                  <a:pt x="347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812940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5" h="212725">
                <a:moveTo>
                  <a:pt x="55220" y="0"/>
                </a:moveTo>
                <a:lnTo>
                  <a:pt x="50995" y="0"/>
                </a:lnTo>
                <a:lnTo>
                  <a:pt x="25968" y="23977"/>
                </a:lnTo>
                <a:lnTo>
                  <a:pt x="10334" y="51519"/>
                </a:lnTo>
                <a:lnTo>
                  <a:pt x="2281" y="79853"/>
                </a:lnTo>
                <a:lnTo>
                  <a:pt x="0" y="106206"/>
                </a:lnTo>
                <a:lnTo>
                  <a:pt x="2070" y="131376"/>
                </a:lnTo>
                <a:lnTo>
                  <a:pt x="9769" y="159573"/>
                </a:lnTo>
                <a:lnTo>
                  <a:pt x="25333" y="187714"/>
                </a:lnTo>
                <a:lnTo>
                  <a:pt x="50995" y="212714"/>
                </a:lnTo>
                <a:lnTo>
                  <a:pt x="55220" y="212714"/>
                </a:lnTo>
                <a:lnTo>
                  <a:pt x="55220" y="208793"/>
                </a:lnTo>
                <a:lnTo>
                  <a:pt x="54617" y="208490"/>
                </a:lnTo>
                <a:lnTo>
                  <a:pt x="53103" y="206982"/>
                </a:lnTo>
                <a:lnTo>
                  <a:pt x="35103" y="185894"/>
                </a:lnTo>
                <a:lnTo>
                  <a:pt x="23157" y="161610"/>
                </a:lnTo>
                <a:lnTo>
                  <a:pt x="16530" y="134894"/>
                </a:lnTo>
                <a:lnTo>
                  <a:pt x="14484" y="106508"/>
                </a:lnTo>
                <a:lnTo>
                  <a:pt x="18194" y="68562"/>
                </a:lnTo>
                <a:lnTo>
                  <a:pt x="27647" y="40091"/>
                </a:lnTo>
                <a:lnTo>
                  <a:pt x="40324" y="19484"/>
                </a:lnTo>
                <a:lnTo>
                  <a:pt x="53705" y="5129"/>
                </a:lnTo>
                <a:lnTo>
                  <a:pt x="55220" y="3622"/>
                </a:lnTo>
                <a:lnTo>
                  <a:pt x="55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899536" y="4746727"/>
            <a:ext cx="104775" cy="150495"/>
          </a:xfrm>
          <a:custGeom>
            <a:avLst/>
            <a:gdLst/>
            <a:ahLst/>
            <a:cxnLst/>
            <a:rect l="l" t="t" r="r" b="b"/>
            <a:pathLst>
              <a:path w="104775" h="150495">
                <a:moveTo>
                  <a:pt x="50692" y="0"/>
                </a:moveTo>
                <a:lnTo>
                  <a:pt x="48275" y="0"/>
                </a:lnTo>
                <a:lnTo>
                  <a:pt x="42966" y="287"/>
                </a:lnTo>
                <a:lnTo>
                  <a:pt x="26805" y="1654"/>
                </a:lnTo>
                <a:lnTo>
                  <a:pt x="20815" y="2112"/>
                </a:lnTo>
                <a:lnTo>
                  <a:pt x="19309" y="2414"/>
                </a:lnTo>
                <a:lnTo>
                  <a:pt x="16297" y="2715"/>
                </a:lnTo>
                <a:lnTo>
                  <a:pt x="16297" y="10259"/>
                </a:lnTo>
                <a:lnTo>
                  <a:pt x="31984" y="10259"/>
                </a:lnTo>
                <a:lnTo>
                  <a:pt x="31984" y="14784"/>
                </a:lnTo>
                <a:lnTo>
                  <a:pt x="31682" y="15991"/>
                </a:lnTo>
                <a:lnTo>
                  <a:pt x="31080" y="18103"/>
                </a:lnTo>
                <a:lnTo>
                  <a:pt x="1203" y="138490"/>
                </a:lnTo>
                <a:lnTo>
                  <a:pt x="0" y="142412"/>
                </a:lnTo>
                <a:lnTo>
                  <a:pt x="0" y="146335"/>
                </a:lnTo>
                <a:lnTo>
                  <a:pt x="2717" y="149955"/>
                </a:lnTo>
                <a:lnTo>
                  <a:pt x="12976" y="149955"/>
                </a:lnTo>
                <a:lnTo>
                  <a:pt x="15687" y="145732"/>
                </a:lnTo>
                <a:lnTo>
                  <a:pt x="17200" y="141206"/>
                </a:lnTo>
                <a:lnTo>
                  <a:pt x="18803" y="134789"/>
                </a:lnTo>
                <a:lnTo>
                  <a:pt x="25516" y="107474"/>
                </a:lnTo>
                <a:lnTo>
                  <a:pt x="27458" y="99870"/>
                </a:lnTo>
                <a:lnTo>
                  <a:pt x="59604" y="99870"/>
                </a:lnTo>
                <a:lnTo>
                  <a:pt x="57706" y="98550"/>
                </a:lnTo>
                <a:lnTo>
                  <a:pt x="46307" y="95254"/>
                </a:lnTo>
                <a:lnTo>
                  <a:pt x="37114" y="94137"/>
                </a:lnTo>
                <a:lnTo>
                  <a:pt x="41637" y="91422"/>
                </a:lnTo>
                <a:lnTo>
                  <a:pt x="29566" y="91422"/>
                </a:lnTo>
                <a:lnTo>
                  <a:pt x="50692" y="6637"/>
                </a:lnTo>
                <a:lnTo>
                  <a:pt x="50994" y="6033"/>
                </a:lnTo>
                <a:lnTo>
                  <a:pt x="51596" y="3319"/>
                </a:lnTo>
                <a:lnTo>
                  <a:pt x="51596" y="2112"/>
                </a:lnTo>
                <a:lnTo>
                  <a:pt x="50692" y="0"/>
                </a:lnTo>
                <a:close/>
              </a:path>
              <a:path w="104775" h="150495">
                <a:moveTo>
                  <a:pt x="59604" y="99870"/>
                </a:moveTo>
                <a:lnTo>
                  <a:pt x="27458" y="99870"/>
                </a:lnTo>
                <a:lnTo>
                  <a:pt x="38113" y="101671"/>
                </a:lnTo>
                <a:lnTo>
                  <a:pt x="46844" y="104999"/>
                </a:lnTo>
                <a:lnTo>
                  <a:pt x="52748" y="110137"/>
                </a:lnTo>
                <a:lnTo>
                  <a:pt x="54736" y="116766"/>
                </a:lnTo>
                <a:lnTo>
                  <a:pt x="54828" y="119783"/>
                </a:lnTo>
                <a:lnTo>
                  <a:pt x="53403" y="124611"/>
                </a:lnTo>
                <a:lnTo>
                  <a:pt x="53403" y="128231"/>
                </a:lnTo>
                <a:lnTo>
                  <a:pt x="55497" y="137990"/>
                </a:lnTo>
                <a:lnTo>
                  <a:pt x="60872" y="144750"/>
                </a:lnTo>
                <a:lnTo>
                  <a:pt x="68171" y="148682"/>
                </a:lnTo>
                <a:lnTo>
                  <a:pt x="76036" y="149955"/>
                </a:lnTo>
                <a:lnTo>
                  <a:pt x="89061" y="144906"/>
                </a:lnTo>
                <a:lnTo>
                  <a:pt x="89574" y="144222"/>
                </a:lnTo>
                <a:lnTo>
                  <a:pt x="70906" y="144222"/>
                </a:lnTo>
                <a:lnTo>
                  <a:pt x="69090" y="138791"/>
                </a:lnTo>
                <a:lnTo>
                  <a:pt x="69090" y="128836"/>
                </a:lnTo>
                <a:lnTo>
                  <a:pt x="70604" y="123404"/>
                </a:lnTo>
                <a:lnTo>
                  <a:pt x="70657" y="122588"/>
                </a:lnTo>
                <a:lnTo>
                  <a:pt x="71433" y="119481"/>
                </a:lnTo>
                <a:lnTo>
                  <a:pt x="71508" y="116766"/>
                </a:lnTo>
                <a:lnTo>
                  <a:pt x="67407" y="105296"/>
                </a:lnTo>
                <a:lnTo>
                  <a:pt x="59604" y="99870"/>
                </a:lnTo>
                <a:close/>
              </a:path>
              <a:path w="104775" h="150495">
                <a:moveTo>
                  <a:pt x="103193" y="114654"/>
                </a:moveTo>
                <a:lnTo>
                  <a:pt x="96851" y="114654"/>
                </a:lnTo>
                <a:lnTo>
                  <a:pt x="96550" y="115862"/>
                </a:lnTo>
                <a:lnTo>
                  <a:pt x="95345" y="119783"/>
                </a:lnTo>
                <a:lnTo>
                  <a:pt x="92887" y="127421"/>
                </a:lnTo>
                <a:lnTo>
                  <a:pt x="89044" y="135397"/>
                </a:lnTo>
                <a:lnTo>
                  <a:pt x="83675" y="141676"/>
                </a:lnTo>
                <a:lnTo>
                  <a:pt x="76636" y="144222"/>
                </a:lnTo>
                <a:lnTo>
                  <a:pt x="89574" y="144222"/>
                </a:lnTo>
                <a:lnTo>
                  <a:pt x="97420" y="133775"/>
                </a:lnTo>
                <a:lnTo>
                  <a:pt x="101877" y="122588"/>
                </a:lnTo>
                <a:lnTo>
                  <a:pt x="103193" y="117369"/>
                </a:lnTo>
                <a:lnTo>
                  <a:pt x="103193" y="114654"/>
                </a:lnTo>
                <a:close/>
              </a:path>
              <a:path w="104775" h="150495">
                <a:moveTo>
                  <a:pt x="99570" y="54009"/>
                </a:moveTo>
                <a:lnTo>
                  <a:pt x="88402" y="54009"/>
                </a:lnTo>
                <a:lnTo>
                  <a:pt x="79512" y="55531"/>
                </a:lnTo>
                <a:lnTo>
                  <a:pt x="70905" y="59628"/>
                </a:lnTo>
                <a:lnTo>
                  <a:pt x="62522" y="65591"/>
                </a:lnTo>
                <a:lnTo>
                  <a:pt x="54245" y="72771"/>
                </a:lnTo>
                <a:lnTo>
                  <a:pt x="47856" y="78692"/>
                </a:lnTo>
                <a:lnTo>
                  <a:pt x="41827" y="83878"/>
                </a:lnTo>
                <a:lnTo>
                  <a:pt x="35852" y="88159"/>
                </a:lnTo>
                <a:lnTo>
                  <a:pt x="29566" y="91422"/>
                </a:lnTo>
                <a:lnTo>
                  <a:pt x="41637" y="91422"/>
                </a:lnTo>
                <a:lnTo>
                  <a:pt x="43145" y="90516"/>
                </a:lnTo>
                <a:lnTo>
                  <a:pt x="51295" y="83275"/>
                </a:lnTo>
                <a:lnTo>
                  <a:pt x="54917" y="80257"/>
                </a:lnTo>
                <a:lnTo>
                  <a:pt x="63100" y="72715"/>
                </a:lnTo>
                <a:lnTo>
                  <a:pt x="71169" y="66303"/>
                </a:lnTo>
                <a:lnTo>
                  <a:pt x="79479" y="61759"/>
                </a:lnTo>
                <a:lnTo>
                  <a:pt x="88099" y="60043"/>
                </a:lnTo>
                <a:lnTo>
                  <a:pt x="103515" y="60043"/>
                </a:lnTo>
                <a:lnTo>
                  <a:pt x="99570" y="54009"/>
                </a:lnTo>
                <a:close/>
              </a:path>
              <a:path w="104775" h="150495">
                <a:moveTo>
                  <a:pt x="103515" y="60043"/>
                </a:moveTo>
                <a:lnTo>
                  <a:pt x="90820" y="60043"/>
                </a:lnTo>
                <a:lnTo>
                  <a:pt x="93538" y="60646"/>
                </a:lnTo>
                <a:lnTo>
                  <a:pt x="95345" y="62758"/>
                </a:lnTo>
                <a:lnTo>
                  <a:pt x="85991" y="64267"/>
                </a:lnTo>
                <a:lnTo>
                  <a:pt x="84184" y="71508"/>
                </a:lnTo>
                <a:lnTo>
                  <a:pt x="84184" y="79353"/>
                </a:lnTo>
                <a:lnTo>
                  <a:pt x="87798" y="82671"/>
                </a:lnTo>
                <a:lnTo>
                  <a:pt x="98365" y="82671"/>
                </a:lnTo>
                <a:lnTo>
                  <a:pt x="104698" y="77844"/>
                </a:lnTo>
                <a:lnTo>
                  <a:pt x="104637" y="61759"/>
                </a:lnTo>
                <a:lnTo>
                  <a:pt x="103515" y="60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041349" y="4841318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 h="0">
                <a:moveTo>
                  <a:pt x="0" y="0"/>
                </a:moveTo>
                <a:lnTo>
                  <a:pt x="144216" y="0"/>
                </a:lnTo>
              </a:path>
            </a:pathLst>
          </a:custGeom>
          <a:ln w="1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232035" y="4753364"/>
            <a:ext cx="78105" cy="141605"/>
          </a:xfrm>
          <a:custGeom>
            <a:avLst/>
            <a:gdLst/>
            <a:ahLst/>
            <a:cxnLst/>
            <a:rect l="l" t="t" r="r" b="b"/>
            <a:pathLst>
              <a:path w="78104" h="141604">
                <a:moveTo>
                  <a:pt x="77541" y="133663"/>
                </a:moveTo>
                <a:lnTo>
                  <a:pt x="1504" y="133663"/>
                </a:lnTo>
                <a:lnTo>
                  <a:pt x="1504" y="141207"/>
                </a:lnTo>
                <a:lnTo>
                  <a:pt x="30700" y="140443"/>
                </a:lnTo>
                <a:lnTo>
                  <a:pt x="39523" y="140301"/>
                </a:lnTo>
                <a:lnTo>
                  <a:pt x="77541" y="140301"/>
                </a:lnTo>
                <a:lnTo>
                  <a:pt x="77541" y="133663"/>
                </a:lnTo>
                <a:close/>
              </a:path>
              <a:path w="78104" h="141604">
                <a:moveTo>
                  <a:pt x="77541" y="140301"/>
                </a:moveTo>
                <a:lnTo>
                  <a:pt x="39523" y="140301"/>
                </a:lnTo>
                <a:lnTo>
                  <a:pt x="77541" y="141207"/>
                </a:lnTo>
                <a:lnTo>
                  <a:pt x="77541" y="140301"/>
                </a:lnTo>
                <a:close/>
              </a:path>
              <a:path w="78104" h="141604">
                <a:moveTo>
                  <a:pt x="47972" y="15087"/>
                </a:moveTo>
                <a:lnTo>
                  <a:pt x="30773" y="15087"/>
                </a:lnTo>
                <a:lnTo>
                  <a:pt x="30773" y="133663"/>
                </a:lnTo>
                <a:lnTo>
                  <a:pt x="47972" y="133663"/>
                </a:lnTo>
                <a:lnTo>
                  <a:pt x="47972" y="15087"/>
                </a:lnTo>
                <a:close/>
              </a:path>
              <a:path w="78104" h="141604">
                <a:moveTo>
                  <a:pt x="47972" y="0"/>
                </a:moveTo>
                <a:lnTo>
                  <a:pt x="41640" y="0"/>
                </a:lnTo>
                <a:lnTo>
                  <a:pt x="30635" y="7722"/>
                </a:lnTo>
                <a:lnTo>
                  <a:pt x="19009" y="11768"/>
                </a:lnTo>
                <a:lnTo>
                  <a:pt x="8288" y="13324"/>
                </a:lnTo>
                <a:lnTo>
                  <a:pt x="0" y="13578"/>
                </a:lnTo>
                <a:lnTo>
                  <a:pt x="0" y="21121"/>
                </a:lnTo>
                <a:lnTo>
                  <a:pt x="5317" y="21027"/>
                </a:lnTo>
                <a:lnTo>
                  <a:pt x="12897" y="20367"/>
                </a:lnTo>
                <a:lnTo>
                  <a:pt x="21722" y="18575"/>
                </a:lnTo>
                <a:lnTo>
                  <a:pt x="30773" y="15087"/>
                </a:lnTo>
                <a:lnTo>
                  <a:pt x="47972" y="15087"/>
                </a:lnTo>
                <a:lnTo>
                  <a:pt x="47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345176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5" h="212725">
                <a:moveTo>
                  <a:pt x="3924" y="0"/>
                </a:moveTo>
                <a:lnTo>
                  <a:pt x="0" y="0"/>
                </a:lnTo>
                <a:lnTo>
                  <a:pt x="0" y="3622"/>
                </a:lnTo>
                <a:lnTo>
                  <a:pt x="610" y="4225"/>
                </a:lnTo>
                <a:lnTo>
                  <a:pt x="1814" y="5732"/>
                </a:lnTo>
                <a:lnTo>
                  <a:pt x="15661" y="20838"/>
                </a:lnTo>
                <a:lnTo>
                  <a:pt x="28178" y="41713"/>
                </a:lnTo>
                <a:lnTo>
                  <a:pt x="37243" y="69717"/>
                </a:lnTo>
                <a:lnTo>
                  <a:pt x="40736" y="106206"/>
                </a:lnTo>
                <a:lnTo>
                  <a:pt x="38209" y="137581"/>
                </a:lnTo>
                <a:lnTo>
                  <a:pt x="30930" y="164627"/>
                </a:lnTo>
                <a:lnTo>
                  <a:pt x="19351" y="187204"/>
                </a:lnTo>
                <a:lnTo>
                  <a:pt x="3924" y="205171"/>
                </a:lnTo>
                <a:lnTo>
                  <a:pt x="0" y="209094"/>
                </a:lnTo>
                <a:lnTo>
                  <a:pt x="0" y="211206"/>
                </a:lnTo>
                <a:lnTo>
                  <a:pt x="610" y="212714"/>
                </a:lnTo>
                <a:lnTo>
                  <a:pt x="2719" y="212714"/>
                </a:lnTo>
                <a:lnTo>
                  <a:pt x="39532" y="171982"/>
                </a:lnTo>
                <a:lnTo>
                  <a:pt x="54083" y="124715"/>
                </a:lnTo>
                <a:lnTo>
                  <a:pt x="55219" y="106508"/>
                </a:lnTo>
                <a:lnTo>
                  <a:pt x="53145" y="81338"/>
                </a:lnTo>
                <a:lnTo>
                  <a:pt x="45412" y="53141"/>
                </a:lnTo>
                <a:lnTo>
                  <a:pt x="29760" y="25001"/>
                </a:lnTo>
                <a:lnTo>
                  <a:pt x="3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93931" y="5002286"/>
            <a:ext cx="99060" cy="96520"/>
          </a:xfrm>
          <a:custGeom>
            <a:avLst/>
            <a:gdLst/>
            <a:ahLst/>
            <a:cxnLst/>
            <a:rect l="l" t="t" r="r" b="b"/>
            <a:pathLst>
              <a:path w="99060" h="96520">
                <a:moveTo>
                  <a:pt x="40142" y="6035"/>
                </a:moveTo>
                <a:lnTo>
                  <a:pt x="29267" y="6035"/>
                </a:lnTo>
                <a:lnTo>
                  <a:pt x="30780" y="10862"/>
                </a:lnTo>
                <a:lnTo>
                  <a:pt x="30780" y="20518"/>
                </a:lnTo>
                <a:lnTo>
                  <a:pt x="28806" y="28966"/>
                </a:lnTo>
                <a:lnTo>
                  <a:pt x="25953" y="39828"/>
                </a:lnTo>
                <a:lnTo>
                  <a:pt x="23836" y="48577"/>
                </a:lnTo>
                <a:lnTo>
                  <a:pt x="22631" y="53406"/>
                </a:lnTo>
                <a:lnTo>
                  <a:pt x="15996" y="80559"/>
                </a:lnTo>
                <a:lnTo>
                  <a:pt x="15085" y="83276"/>
                </a:lnTo>
                <a:lnTo>
                  <a:pt x="13879" y="88706"/>
                </a:lnTo>
                <a:lnTo>
                  <a:pt x="13879" y="94137"/>
                </a:lnTo>
                <a:lnTo>
                  <a:pt x="17501" y="96249"/>
                </a:lnTo>
                <a:lnTo>
                  <a:pt x="24137" y="96249"/>
                </a:lnTo>
                <a:lnTo>
                  <a:pt x="28362" y="94137"/>
                </a:lnTo>
                <a:lnTo>
                  <a:pt x="30177" y="89913"/>
                </a:lnTo>
                <a:lnTo>
                  <a:pt x="32889" y="79353"/>
                </a:lnTo>
                <a:lnTo>
                  <a:pt x="34093" y="73922"/>
                </a:lnTo>
                <a:lnTo>
                  <a:pt x="40134" y="50991"/>
                </a:lnTo>
                <a:lnTo>
                  <a:pt x="40134" y="49783"/>
                </a:lnTo>
                <a:lnTo>
                  <a:pt x="44961" y="30473"/>
                </a:lnTo>
                <a:lnTo>
                  <a:pt x="45563" y="29569"/>
                </a:lnTo>
                <a:lnTo>
                  <a:pt x="45866" y="27759"/>
                </a:lnTo>
                <a:lnTo>
                  <a:pt x="52198" y="17198"/>
                </a:lnTo>
                <a:lnTo>
                  <a:pt x="54539" y="15388"/>
                </a:lnTo>
                <a:lnTo>
                  <a:pt x="46468" y="15388"/>
                </a:lnTo>
                <a:lnTo>
                  <a:pt x="42092" y="7510"/>
                </a:lnTo>
                <a:lnTo>
                  <a:pt x="40142" y="6035"/>
                </a:lnTo>
                <a:close/>
              </a:path>
              <a:path w="99060" h="96520">
                <a:moveTo>
                  <a:pt x="24439" y="0"/>
                </a:moveTo>
                <a:lnTo>
                  <a:pt x="16598" y="0"/>
                </a:lnTo>
                <a:lnTo>
                  <a:pt x="11169" y="5129"/>
                </a:lnTo>
                <a:lnTo>
                  <a:pt x="7847" y="10862"/>
                </a:lnTo>
                <a:lnTo>
                  <a:pt x="3020" y="19310"/>
                </a:lnTo>
                <a:lnTo>
                  <a:pt x="0" y="31681"/>
                </a:lnTo>
                <a:lnTo>
                  <a:pt x="0" y="35603"/>
                </a:lnTo>
                <a:lnTo>
                  <a:pt x="6642" y="35603"/>
                </a:lnTo>
                <a:lnTo>
                  <a:pt x="6642" y="35001"/>
                </a:lnTo>
                <a:lnTo>
                  <a:pt x="8325" y="28362"/>
                </a:lnTo>
                <a:lnTo>
                  <a:pt x="10812" y="19909"/>
                </a:lnTo>
                <a:lnTo>
                  <a:pt x="14068" y="12635"/>
                </a:lnTo>
                <a:lnTo>
                  <a:pt x="18287" y="7793"/>
                </a:lnTo>
                <a:lnTo>
                  <a:pt x="23836" y="6035"/>
                </a:lnTo>
                <a:lnTo>
                  <a:pt x="40142" y="6035"/>
                </a:lnTo>
                <a:lnTo>
                  <a:pt x="35905" y="2828"/>
                </a:lnTo>
                <a:lnTo>
                  <a:pt x="29493" y="579"/>
                </a:lnTo>
                <a:lnTo>
                  <a:pt x="24439" y="0"/>
                </a:lnTo>
                <a:close/>
              </a:path>
              <a:path w="99060" h="96520">
                <a:moveTo>
                  <a:pt x="94279" y="6035"/>
                </a:moveTo>
                <a:lnTo>
                  <a:pt x="78452" y="6035"/>
                </a:lnTo>
                <a:lnTo>
                  <a:pt x="83581" y="6336"/>
                </a:lnTo>
                <a:lnTo>
                  <a:pt x="87798" y="9052"/>
                </a:lnTo>
                <a:lnTo>
                  <a:pt x="81164" y="10862"/>
                </a:lnTo>
                <a:lnTo>
                  <a:pt x="78452" y="16897"/>
                </a:lnTo>
                <a:lnTo>
                  <a:pt x="78452" y="25345"/>
                </a:lnTo>
                <a:lnTo>
                  <a:pt x="82067" y="28663"/>
                </a:lnTo>
                <a:lnTo>
                  <a:pt x="92024" y="28663"/>
                </a:lnTo>
                <a:lnTo>
                  <a:pt x="98968" y="24740"/>
                </a:lnTo>
                <a:lnTo>
                  <a:pt x="98883" y="15388"/>
                </a:lnTo>
                <a:lnTo>
                  <a:pt x="96959" y="8529"/>
                </a:lnTo>
                <a:lnTo>
                  <a:pt x="94279" y="6035"/>
                </a:lnTo>
                <a:close/>
              </a:path>
              <a:path w="99060" h="96520">
                <a:moveTo>
                  <a:pt x="76337" y="0"/>
                </a:moveTo>
                <a:lnTo>
                  <a:pt x="68390" y="881"/>
                </a:lnTo>
                <a:lnTo>
                  <a:pt x="60837" y="3620"/>
                </a:lnTo>
                <a:lnTo>
                  <a:pt x="53553" y="8401"/>
                </a:lnTo>
                <a:lnTo>
                  <a:pt x="46468" y="15388"/>
                </a:lnTo>
                <a:lnTo>
                  <a:pt x="54539" y="15388"/>
                </a:lnTo>
                <a:lnTo>
                  <a:pt x="58834" y="12068"/>
                </a:lnTo>
                <a:lnTo>
                  <a:pt x="61252" y="10259"/>
                </a:lnTo>
                <a:lnTo>
                  <a:pt x="66983" y="6035"/>
                </a:lnTo>
                <a:lnTo>
                  <a:pt x="94279" y="6035"/>
                </a:lnTo>
                <a:lnTo>
                  <a:pt x="91725" y="3658"/>
                </a:lnTo>
                <a:lnTo>
                  <a:pt x="84411" y="876"/>
                </a:lnTo>
                <a:lnTo>
                  <a:pt x="76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454704" y="4810089"/>
            <a:ext cx="173990" cy="212090"/>
          </a:xfrm>
          <a:custGeom>
            <a:avLst/>
            <a:gdLst/>
            <a:ahLst/>
            <a:cxnLst/>
            <a:rect l="l" t="t" r="r" b="b"/>
            <a:pathLst>
              <a:path w="173989" h="212089">
                <a:moveTo>
                  <a:pt x="76939" y="197025"/>
                </a:moveTo>
                <a:lnTo>
                  <a:pt x="0" y="197025"/>
                </a:lnTo>
                <a:lnTo>
                  <a:pt x="0" y="211507"/>
                </a:lnTo>
                <a:lnTo>
                  <a:pt x="28853" y="210700"/>
                </a:lnTo>
                <a:lnTo>
                  <a:pt x="38620" y="210601"/>
                </a:lnTo>
                <a:lnTo>
                  <a:pt x="76939" y="210601"/>
                </a:lnTo>
                <a:lnTo>
                  <a:pt x="76939" y="197025"/>
                </a:lnTo>
                <a:close/>
              </a:path>
              <a:path w="173989" h="212089">
                <a:moveTo>
                  <a:pt x="76939" y="210601"/>
                </a:moveTo>
                <a:lnTo>
                  <a:pt x="38620" y="210601"/>
                </a:lnTo>
                <a:lnTo>
                  <a:pt x="48385" y="210700"/>
                </a:lnTo>
                <a:lnTo>
                  <a:pt x="76939" y="211507"/>
                </a:lnTo>
                <a:lnTo>
                  <a:pt x="76939" y="210601"/>
                </a:lnTo>
                <a:close/>
              </a:path>
              <a:path w="173989" h="212089">
                <a:moveTo>
                  <a:pt x="173791" y="197025"/>
                </a:moveTo>
                <a:lnTo>
                  <a:pt x="97155" y="197025"/>
                </a:lnTo>
                <a:lnTo>
                  <a:pt x="97155" y="211507"/>
                </a:lnTo>
                <a:lnTo>
                  <a:pt x="125711" y="210700"/>
                </a:lnTo>
                <a:lnTo>
                  <a:pt x="135473" y="210601"/>
                </a:lnTo>
                <a:lnTo>
                  <a:pt x="173791" y="210601"/>
                </a:lnTo>
                <a:lnTo>
                  <a:pt x="173791" y="197025"/>
                </a:lnTo>
                <a:close/>
              </a:path>
              <a:path w="173989" h="212089">
                <a:moveTo>
                  <a:pt x="173791" y="210601"/>
                </a:moveTo>
                <a:lnTo>
                  <a:pt x="135473" y="210601"/>
                </a:lnTo>
                <a:lnTo>
                  <a:pt x="145238" y="210700"/>
                </a:lnTo>
                <a:lnTo>
                  <a:pt x="173791" y="211507"/>
                </a:lnTo>
                <a:lnTo>
                  <a:pt x="173791" y="210601"/>
                </a:lnTo>
                <a:close/>
              </a:path>
              <a:path w="173989" h="212089">
                <a:moveTo>
                  <a:pt x="54008" y="0"/>
                </a:moveTo>
                <a:lnTo>
                  <a:pt x="0" y="2414"/>
                </a:lnTo>
                <a:lnTo>
                  <a:pt x="0" y="16595"/>
                </a:lnTo>
                <a:lnTo>
                  <a:pt x="21125" y="16595"/>
                </a:lnTo>
                <a:lnTo>
                  <a:pt x="21125" y="197025"/>
                </a:lnTo>
                <a:lnTo>
                  <a:pt x="55822" y="197025"/>
                </a:lnTo>
                <a:lnTo>
                  <a:pt x="55822" y="133361"/>
                </a:lnTo>
                <a:lnTo>
                  <a:pt x="60225" y="111863"/>
                </a:lnTo>
                <a:lnTo>
                  <a:pt x="66017" y="104094"/>
                </a:lnTo>
                <a:lnTo>
                  <a:pt x="54008" y="104094"/>
                </a:lnTo>
                <a:lnTo>
                  <a:pt x="54008" y="0"/>
                </a:lnTo>
                <a:close/>
              </a:path>
              <a:path w="173989" h="212089">
                <a:moveTo>
                  <a:pt x="141457" y="85387"/>
                </a:moveTo>
                <a:lnTo>
                  <a:pt x="101379" y="85387"/>
                </a:lnTo>
                <a:lnTo>
                  <a:pt x="108300" y="86740"/>
                </a:lnTo>
                <a:lnTo>
                  <a:pt x="113525" y="91459"/>
                </a:lnTo>
                <a:lnTo>
                  <a:pt x="116826" y="100534"/>
                </a:lnTo>
                <a:lnTo>
                  <a:pt x="117977" y="114956"/>
                </a:lnTo>
                <a:lnTo>
                  <a:pt x="117977" y="197025"/>
                </a:lnTo>
                <a:lnTo>
                  <a:pt x="152674" y="197025"/>
                </a:lnTo>
                <a:lnTo>
                  <a:pt x="152674" y="118275"/>
                </a:lnTo>
                <a:lnTo>
                  <a:pt x="149651" y="97899"/>
                </a:lnTo>
                <a:lnTo>
                  <a:pt x="141457" y="85387"/>
                </a:lnTo>
                <a:close/>
              </a:path>
              <a:path w="173989" h="212089">
                <a:moveTo>
                  <a:pt x="105905" y="74223"/>
                </a:moveTo>
                <a:lnTo>
                  <a:pt x="86426" y="77193"/>
                </a:lnTo>
                <a:lnTo>
                  <a:pt x="71585" y="84633"/>
                </a:lnTo>
                <a:lnTo>
                  <a:pt x="60930" y="94335"/>
                </a:lnTo>
                <a:lnTo>
                  <a:pt x="54008" y="104094"/>
                </a:lnTo>
                <a:lnTo>
                  <a:pt x="66017" y="104094"/>
                </a:lnTo>
                <a:lnTo>
                  <a:pt x="71360" y="96927"/>
                </a:lnTo>
                <a:lnTo>
                  <a:pt x="86114" y="88215"/>
                </a:lnTo>
                <a:lnTo>
                  <a:pt x="101379" y="85387"/>
                </a:lnTo>
                <a:lnTo>
                  <a:pt x="141457" y="85387"/>
                </a:lnTo>
                <a:lnTo>
                  <a:pt x="140716" y="84256"/>
                </a:lnTo>
                <a:lnTo>
                  <a:pt x="126067" y="76609"/>
                </a:lnTo>
                <a:lnTo>
                  <a:pt x="105905" y="74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660482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5" h="212725">
                <a:moveTo>
                  <a:pt x="55211" y="0"/>
                </a:moveTo>
                <a:lnTo>
                  <a:pt x="50986" y="0"/>
                </a:lnTo>
                <a:lnTo>
                  <a:pt x="25964" y="23977"/>
                </a:lnTo>
                <a:lnTo>
                  <a:pt x="10332" y="51519"/>
                </a:lnTo>
                <a:lnTo>
                  <a:pt x="2281" y="79853"/>
                </a:lnTo>
                <a:lnTo>
                  <a:pt x="0" y="106206"/>
                </a:lnTo>
                <a:lnTo>
                  <a:pt x="2069" y="131376"/>
                </a:lnTo>
                <a:lnTo>
                  <a:pt x="9768" y="159573"/>
                </a:lnTo>
                <a:lnTo>
                  <a:pt x="25329" y="187714"/>
                </a:lnTo>
                <a:lnTo>
                  <a:pt x="50986" y="212714"/>
                </a:lnTo>
                <a:lnTo>
                  <a:pt x="55211" y="212714"/>
                </a:lnTo>
                <a:lnTo>
                  <a:pt x="55211" y="208793"/>
                </a:lnTo>
                <a:lnTo>
                  <a:pt x="54608" y="208490"/>
                </a:lnTo>
                <a:lnTo>
                  <a:pt x="53102" y="206982"/>
                </a:lnTo>
                <a:lnTo>
                  <a:pt x="35229" y="185894"/>
                </a:lnTo>
                <a:lnTo>
                  <a:pt x="23269" y="161610"/>
                </a:lnTo>
                <a:lnTo>
                  <a:pt x="16571" y="134894"/>
                </a:lnTo>
                <a:lnTo>
                  <a:pt x="14483" y="106508"/>
                </a:lnTo>
                <a:lnTo>
                  <a:pt x="18197" y="68562"/>
                </a:lnTo>
                <a:lnTo>
                  <a:pt x="27681" y="40091"/>
                </a:lnTo>
                <a:lnTo>
                  <a:pt x="40447" y="19484"/>
                </a:lnTo>
                <a:lnTo>
                  <a:pt x="54006" y="5129"/>
                </a:lnTo>
                <a:lnTo>
                  <a:pt x="54608" y="4225"/>
                </a:lnTo>
                <a:lnTo>
                  <a:pt x="55211" y="3622"/>
                </a:lnTo>
                <a:lnTo>
                  <a:pt x="552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747077" y="4746727"/>
            <a:ext cx="105410" cy="150495"/>
          </a:xfrm>
          <a:custGeom>
            <a:avLst/>
            <a:gdLst/>
            <a:ahLst/>
            <a:cxnLst/>
            <a:rect l="l" t="t" r="r" b="b"/>
            <a:pathLst>
              <a:path w="105410" h="150495">
                <a:moveTo>
                  <a:pt x="50685" y="0"/>
                </a:moveTo>
                <a:lnTo>
                  <a:pt x="48275" y="0"/>
                </a:lnTo>
                <a:lnTo>
                  <a:pt x="42965" y="287"/>
                </a:lnTo>
                <a:lnTo>
                  <a:pt x="26803" y="1654"/>
                </a:lnTo>
                <a:lnTo>
                  <a:pt x="20816" y="2112"/>
                </a:lnTo>
                <a:lnTo>
                  <a:pt x="19310" y="2414"/>
                </a:lnTo>
                <a:lnTo>
                  <a:pt x="16289" y="2715"/>
                </a:lnTo>
                <a:lnTo>
                  <a:pt x="16289" y="10259"/>
                </a:lnTo>
                <a:lnTo>
                  <a:pt x="31977" y="10259"/>
                </a:lnTo>
                <a:lnTo>
                  <a:pt x="31977" y="14784"/>
                </a:lnTo>
                <a:lnTo>
                  <a:pt x="31676" y="15991"/>
                </a:lnTo>
                <a:lnTo>
                  <a:pt x="31073" y="18103"/>
                </a:lnTo>
                <a:lnTo>
                  <a:pt x="1203" y="138490"/>
                </a:lnTo>
                <a:lnTo>
                  <a:pt x="0" y="142412"/>
                </a:lnTo>
                <a:lnTo>
                  <a:pt x="0" y="146335"/>
                </a:lnTo>
                <a:lnTo>
                  <a:pt x="2711" y="149955"/>
                </a:lnTo>
                <a:lnTo>
                  <a:pt x="12967" y="149955"/>
                </a:lnTo>
                <a:lnTo>
                  <a:pt x="15688" y="145732"/>
                </a:lnTo>
                <a:lnTo>
                  <a:pt x="17193" y="141206"/>
                </a:lnTo>
                <a:lnTo>
                  <a:pt x="18796" y="134789"/>
                </a:lnTo>
                <a:lnTo>
                  <a:pt x="25509" y="107474"/>
                </a:lnTo>
                <a:lnTo>
                  <a:pt x="27451" y="99870"/>
                </a:lnTo>
                <a:lnTo>
                  <a:pt x="59600" y="99870"/>
                </a:lnTo>
                <a:lnTo>
                  <a:pt x="57701" y="98550"/>
                </a:lnTo>
                <a:lnTo>
                  <a:pt x="46300" y="95254"/>
                </a:lnTo>
                <a:lnTo>
                  <a:pt x="37105" y="94137"/>
                </a:lnTo>
                <a:lnTo>
                  <a:pt x="41636" y="91422"/>
                </a:lnTo>
                <a:lnTo>
                  <a:pt x="29566" y="91422"/>
                </a:lnTo>
                <a:lnTo>
                  <a:pt x="50685" y="6637"/>
                </a:lnTo>
                <a:lnTo>
                  <a:pt x="50986" y="6033"/>
                </a:lnTo>
                <a:lnTo>
                  <a:pt x="51588" y="3319"/>
                </a:lnTo>
                <a:lnTo>
                  <a:pt x="51588" y="2112"/>
                </a:lnTo>
                <a:lnTo>
                  <a:pt x="50685" y="0"/>
                </a:lnTo>
                <a:close/>
              </a:path>
              <a:path w="105410" h="150495">
                <a:moveTo>
                  <a:pt x="59600" y="99870"/>
                </a:moveTo>
                <a:lnTo>
                  <a:pt x="27451" y="99870"/>
                </a:lnTo>
                <a:lnTo>
                  <a:pt x="38108" y="101671"/>
                </a:lnTo>
                <a:lnTo>
                  <a:pt x="46840" y="104999"/>
                </a:lnTo>
                <a:lnTo>
                  <a:pt x="52741" y="110137"/>
                </a:lnTo>
                <a:lnTo>
                  <a:pt x="54728" y="116766"/>
                </a:lnTo>
                <a:lnTo>
                  <a:pt x="54823" y="119783"/>
                </a:lnTo>
                <a:lnTo>
                  <a:pt x="53403" y="124611"/>
                </a:lnTo>
                <a:lnTo>
                  <a:pt x="53403" y="128231"/>
                </a:lnTo>
                <a:lnTo>
                  <a:pt x="55496" y="137990"/>
                </a:lnTo>
                <a:lnTo>
                  <a:pt x="60869" y="144750"/>
                </a:lnTo>
                <a:lnTo>
                  <a:pt x="68165" y="148682"/>
                </a:lnTo>
                <a:lnTo>
                  <a:pt x="76027" y="149955"/>
                </a:lnTo>
                <a:lnTo>
                  <a:pt x="89056" y="144906"/>
                </a:lnTo>
                <a:lnTo>
                  <a:pt x="89569" y="144222"/>
                </a:lnTo>
                <a:lnTo>
                  <a:pt x="70899" y="144222"/>
                </a:lnTo>
                <a:lnTo>
                  <a:pt x="69392" y="138791"/>
                </a:lnTo>
                <a:lnTo>
                  <a:pt x="69392" y="128836"/>
                </a:lnTo>
                <a:lnTo>
                  <a:pt x="70598" y="123404"/>
                </a:lnTo>
                <a:lnTo>
                  <a:pt x="70899" y="122801"/>
                </a:lnTo>
                <a:lnTo>
                  <a:pt x="71407" y="119783"/>
                </a:lnTo>
                <a:lnTo>
                  <a:pt x="71508" y="116766"/>
                </a:lnTo>
                <a:lnTo>
                  <a:pt x="67406" y="105296"/>
                </a:lnTo>
                <a:lnTo>
                  <a:pt x="59600" y="99870"/>
                </a:lnTo>
                <a:close/>
              </a:path>
              <a:path w="105410" h="150495">
                <a:moveTo>
                  <a:pt x="103184" y="114654"/>
                </a:moveTo>
                <a:lnTo>
                  <a:pt x="96852" y="114654"/>
                </a:lnTo>
                <a:lnTo>
                  <a:pt x="96550" y="115862"/>
                </a:lnTo>
                <a:lnTo>
                  <a:pt x="95338" y="119783"/>
                </a:lnTo>
                <a:lnTo>
                  <a:pt x="92884" y="127421"/>
                </a:lnTo>
                <a:lnTo>
                  <a:pt x="89044" y="135397"/>
                </a:lnTo>
                <a:lnTo>
                  <a:pt x="83675" y="141676"/>
                </a:lnTo>
                <a:lnTo>
                  <a:pt x="76638" y="144222"/>
                </a:lnTo>
                <a:lnTo>
                  <a:pt x="89569" y="144222"/>
                </a:lnTo>
                <a:lnTo>
                  <a:pt x="97415" y="133775"/>
                </a:lnTo>
                <a:lnTo>
                  <a:pt x="101870" y="122588"/>
                </a:lnTo>
                <a:lnTo>
                  <a:pt x="103184" y="117369"/>
                </a:lnTo>
                <a:lnTo>
                  <a:pt x="103184" y="114654"/>
                </a:lnTo>
                <a:close/>
              </a:path>
              <a:path w="105410" h="150495">
                <a:moveTo>
                  <a:pt x="99863" y="54009"/>
                </a:moveTo>
                <a:lnTo>
                  <a:pt x="88400" y="54009"/>
                </a:lnTo>
                <a:lnTo>
                  <a:pt x="79511" y="55531"/>
                </a:lnTo>
                <a:lnTo>
                  <a:pt x="70902" y="59628"/>
                </a:lnTo>
                <a:lnTo>
                  <a:pt x="62519" y="65591"/>
                </a:lnTo>
                <a:lnTo>
                  <a:pt x="54247" y="72771"/>
                </a:lnTo>
                <a:lnTo>
                  <a:pt x="47981" y="78692"/>
                </a:lnTo>
                <a:lnTo>
                  <a:pt x="41937" y="83878"/>
                </a:lnTo>
                <a:lnTo>
                  <a:pt x="35894" y="88159"/>
                </a:lnTo>
                <a:lnTo>
                  <a:pt x="29566" y="91422"/>
                </a:lnTo>
                <a:lnTo>
                  <a:pt x="41636" y="91422"/>
                </a:lnTo>
                <a:lnTo>
                  <a:pt x="43146" y="90516"/>
                </a:lnTo>
                <a:lnTo>
                  <a:pt x="51287" y="83275"/>
                </a:lnTo>
                <a:lnTo>
                  <a:pt x="54909" y="80257"/>
                </a:lnTo>
                <a:lnTo>
                  <a:pt x="63094" y="72715"/>
                </a:lnTo>
                <a:lnTo>
                  <a:pt x="71166" y="66303"/>
                </a:lnTo>
                <a:lnTo>
                  <a:pt x="79479" y="61759"/>
                </a:lnTo>
                <a:lnTo>
                  <a:pt x="88101" y="60043"/>
                </a:lnTo>
                <a:lnTo>
                  <a:pt x="103808" y="60043"/>
                </a:lnTo>
                <a:lnTo>
                  <a:pt x="99863" y="54009"/>
                </a:lnTo>
                <a:close/>
              </a:path>
              <a:path w="105410" h="150495">
                <a:moveTo>
                  <a:pt x="103808" y="60043"/>
                </a:moveTo>
                <a:lnTo>
                  <a:pt x="90818" y="60043"/>
                </a:lnTo>
                <a:lnTo>
                  <a:pt x="93531" y="60646"/>
                </a:lnTo>
                <a:lnTo>
                  <a:pt x="95338" y="62758"/>
                </a:lnTo>
                <a:lnTo>
                  <a:pt x="85992" y="64267"/>
                </a:lnTo>
                <a:lnTo>
                  <a:pt x="84176" y="71508"/>
                </a:lnTo>
                <a:lnTo>
                  <a:pt x="84176" y="79353"/>
                </a:lnTo>
                <a:lnTo>
                  <a:pt x="87800" y="82671"/>
                </a:lnTo>
                <a:lnTo>
                  <a:pt x="98357" y="82671"/>
                </a:lnTo>
                <a:lnTo>
                  <a:pt x="104992" y="77844"/>
                </a:lnTo>
                <a:lnTo>
                  <a:pt x="104930" y="61759"/>
                </a:lnTo>
                <a:lnTo>
                  <a:pt x="103808" y="60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888884" y="4841318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 h="0">
                <a:moveTo>
                  <a:pt x="0" y="0"/>
                </a:moveTo>
                <a:lnTo>
                  <a:pt x="144223" y="0"/>
                </a:lnTo>
              </a:path>
            </a:pathLst>
          </a:custGeom>
          <a:ln w="1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79574" y="4753364"/>
            <a:ext cx="78105" cy="141605"/>
          </a:xfrm>
          <a:custGeom>
            <a:avLst/>
            <a:gdLst/>
            <a:ahLst/>
            <a:cxnLst/>
            <a:rect l="l" t="t" r="r" b="b"/>
            <a:pathLst>
              <a:path w="78104" h="141604">
                <a:moveTo>
                  <a:pt x="77543" y="133663"/>
                </a:moveTo>
                <a:lnTo>
                  <a:pt x="1507" y="133663"/>
                </a:lnTo>
                <a:lnTo>
                  <a:pt x="1507" y="141207"/>
                </a:lnTo>
                <a:lnTo>
                  <a:pt x="39524" y="140301"/>
                </a:lnTo>
                <a:lnTo>
                  <a:pt x="77543" y="140301"/>
                </a:lnTo>
                <a:lnTo>
                  <a:pt x="77543" y="133663"/>
                </a:lnTo>
                <a:close/>
              </a:path>
              <a:path w="78104" h="141604">
                <a:moveTo>
                  <a:pt x="77543" y="140301"/>
                </a:moveTo>
                <a:lnTo>
                  <a:pt x="39524" y="140301"/>
                </a:lnTo>
                <a:lnTo>
                  <a:pt x="77543" y="141207"/>
                </a:lnTo>
                <a:lnTo>
                  <a:pt x="77543" y="140301"/>
                </a:lnTo>
                <a:close/>
              </a:path>
              <a:path w="78104" h="141604">
                <a:moveTo>
                  <a:pt x="48276" y="15087"/>
                </a:moveTo>
                <a:lnTo>
                  <a:pt x="30773" y="15087"/>
                </a:lnTo>
                <a:lnTo>
                  <a:pt x="30773" y="133663"/>
                </a:lnTo>
                <a:lnTo>
                  <a:pt x="48276" y="133663"/>
                </a:lnTo>
                <a:lnTo>
                  <a:pt x="48276" y="15087"/>
                </a:lnTo>
                <a:close/>
              </a:path>
              <a:path w="78104" h="141604">
                <a:moveTo>
                  <a:pt x="48276" y="0"/>
                </a:moveTo>
                <a:lnTo>
                  <a:pt x="41634" y="0"/>
                </a:lnTo>
                <a:lnTo>
                  <a:pt x="30629" y="7722"/>
                </a:lnTo>
                <a:lnTo>
                  <a:pt x="19004" y="11768"/>
                </a:lnTo>
                <a:lnTo>
                  <a:pt x="8285" y="13324"/>
                </a:lnTo>
                <a:lnTo>
                  <a:pt x="0" y="13578"/>
                </a:lnTo>
                <a:lnTo>
                  <a:pt x="0" y="21121"/>
                </a:lnTo>
                <a:lnTo>
                  <a:pt x="5361" y="21027"/>
                </a:lnTo>
                <a:lnTo>
                  <a:pt x="13012" y="20367"/>
                </a:lnTo>
                <a:lnTo>
                  <a:pt x="21851" y="18575"/>
                </a:lnTo>
                <a:lnTo>
                  <a:pt x="30773" y="15087"/>
                </a:lnTo>
                <a:lnTo>
                  <a:pt x="48276" y="15087"/>
                </a:lnTo>
                <a:lnTo>
                  <a:pt x="48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192717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5" h="212725">
                <a:moveTo>
                  <a:pt x="3924" y="0"/>
                </a:moveTo>
                <a:lnTo>
                  <a:pt x="0" y="0"/>
                </a:lnTo>
                <a:lnTo>
                  <a:pt x="0" y="3622"/>
                </a:lnTo>
                <a:lnTo>
                  <a:pt x="603" y="4225"/>
                </a:lnTo>
                <a:lnTo>
                  <a:pt x="1808" y="5732"/>
                </a:lnTo>
                <a:lnTo>
                  <a:pt x="15655" y="20838"/>
                </a:lnTo>
                <a:lnTo>
                  <a:pt x="28171" y="41713"/>
                </a:lnTo>
                <a:lnTo>
                  <a:pt x="37237" y="69717"/>
                </a:lnTo>
                <a:lnTo>
                  <a:pt x="40730" y="106206"/>
                </a:lnTo>
                <a:lnTo>
                  <a:pt x="38204" y="137581"/>
                </a:lnTo>
                <a:lnTo>
                  <a:pt x="30926" y="164627"/>
                </a:lnTo>
                <a:lnTo>
                  <a:pt x="19349" y="187204"/>
                </a:lnTo>
                <a:lnTo>
                  <a:pt x="3924" y="205171"/>
                </a:lnTo>
                <a:lnTo>
                  <a:pt x="0" y="209094"/>
                </a:lnTo>
                <a:lnTo>
                  <a:pt x="0" y="211206"/>
                </a:lnTo>
                <a:lnTo>
                  <a:pt x="603" y="212714"/>
                </a:lnTo>
                <a:lnTo>
                  <a:pt x="2719" y="212714"/>
                </a:lnTo>
                <a:lnTo>
                  <a:pt x="39524" y="171982"/>
                </a:lnTo>
                <a:lnTo>
                  <a:pt x="54076" y="124715"/>
                </a:lnTo>
                <a:lnTo>
                  <a:pt x="55211" y="106508"/>
                </a:lnTo>
                <a:lnTo>
                  <a:pt x="53138" y="81338"/>
                </a:lnTo>
                <a:lnTo>
                  <a:pt x="45409" y="53141"/>
                </a:lnTo>
                <a:lnTo>
                  <a:pt x="29759" y="25001"/>
                </a:lnTo>
                <a:lnTo>
                  <a:pt x="3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646000" y="5002286"/>
            <a:ext cx="123825" cy="96520"/>
          </a:xfrm>
          <a:custGeom>
            <a:avLst/>
            <a:gdLst/>
            <a:ahLst/>
            <a:cxnLst/>
            <a:rect l="l" t="t" r="r" b="b"/>
            <a:pathLst>
              <a:path w="123825" h="96520">
                <a:moveTo>
                  <a:pt x="45724" y="6035"/>
                </a:moveTo>
                <a:lnTo>
                  <a:pt x="33790" y="6035"/>
                </a:lnTo>
                <a:lnTo>
                  <a:pt x="35599" y="8449"/>
                </a:lnTo>
                <a:lnTo>
                  <a:pt x="35599" y="18404"/>
                </a:lnTo>
                <a:lnTo>
                  <a:pt x="33790" y="22931"/>
                </a:lnTo>
                <a:lnTo>
                  <a:pt x="31676" y="27759"/>
                </a:lnTo>
                <a:lnTo>
                  <a:pt x="25049" y="45886"/>
                </a:lnTo>
                <a:lnTo>
                  <a:pt x="21646" y="57365"/>
                </a:lnTo>
                <a:lnTo>
                  <a:pt x="20392" y="64375"/>
                </a:lnTo>
                <a:lnTo>
                  <a:pt x="20270" y="67586"/>
                </a:lnTo>
                <a:lnTo>
                  <a:pt x="20213" y="82671"/>
                </a:lnTo>
                <a:lnTo>
                  <a:pt x="28060" y="89310"/>
                </a:lnTo>
                <a:lnTo>
                  <a:pt x="34394" y="94439"/>
                </a:lnTo>
                <a:lnTo>
                  <a:pt x="42543" y="96249"/>
                </a:lnTo>
                <a:lnTo>
                  <a:pt x="50082" y="96249"/>
                </a:lnTo>
                <a:lnTo>
                  <a:pt x="59002" y="95009"/>
                </a:lnTo>
                <a:lnTo>
                  <a:pt x="66224" y="91761"/>
                </a:lnTo>
                <a:lnTo>
                  <a:pt x="68294" y="90215"/>
                </a:lnTo>
                <a:lnTo>
                  <a:pt x="36201" y="90215"/>
                </a:lnTo>
                <a:lnTo>
                  <a:pt x="36265" y="71810"/>
                </a:lnTo>
                <a:lnTo>
                  <a:pt x="47974" y="29268"/>
                </a:lnTo>
                <a:lnTo>
                  <a:pt x="49781" y="25043"/>
                </a:lnTo>
                <a:lnTo>
                  <a:pt x="50985" y="21724"/>
                </a:lnTo>
                <a:lnTo>
                  <a:pt x="50985" y="18404"/>
                </a:lnTo>
                <a:lnTo>
                  <a:pt x="49354" y="10819"/>
                </a:lnTo>
                <a:lnTo>
                  <a:pt x="45724" y="6035"/>
                </a:lnTo>
                <a:close/>
              </a:path>
              <a:path w="123825" h="96520">
                <a:moveTo>
                  <a:pt x="92927" y="82068"/>
                </a:moveTo>
                <a:lnTo>
                  <a:pt x="77843" y="82068"/>
                </a:lnTo>
                <a:lnTo>
                  <a:pt x="82717" y="90012"/>
                </a:lnTo>
                <a:lnTo>
                  <a:pt x="89232" y="94250"/>
                </a:lnTo>
                <a:lnTo>
                  <a:pt x="95406" y="95943"/>
                </a:lnTo>
                <a:lnTo>
                  <a:pt x="99260" y="96249"/>
                </a:lnTo>
                <a:lnTo>
                  <a:pt x="106506" y="96249"/>
                </a:lnTo>
                <a:lnTo>
                  <a:pt x="111936" y="92025"/>
                </a:lnTo>
                <a:lnTo>
                  <a:pt x="112992" y="90215"/>
                </a:lnTo>
                <a:lnTo>
                  <a:pt x="94433" y="90215"/>
                </a:lnTo>
                <a:lnTo>
                  <a:pt x="92927" y="85388"/>
                </a:lnTo>
                <a:lnTo>
                  <a:pt x="92927" y="82068"/>
                </a:lnTo>
                <a:close/>
              </a:path>
              <a:path w="123825" h="96520">
                <a:moveTo>
                  <a:pt x="105904" y="2414"/>
                </a:moveTo>
                <a:lnTo>
                  <a:pt x="94433" y="2414"/>
                </a:lnTo>
                <a:lnTo>
                  <a:pt x="92927" y="8449"/>
                </a:lnTo>
                <a:lnTo>
                  <a:pt x="91119" y="15388"/>
                </a:lnTo>
                <a:lnTo>
                  <a:pt x="79951" y="59439"/>
                </a:lnTo>
                <a:lnTo>
                  <a:pt x="78953" y="64375"/>
                </a:lnTo>
                <a:lnTo>
                  <a:pt x="77240" y="71810"/>
                </a:lnTo>
                <a:lnTo>
                  <a:pt x="76636" y="72111"/>
                </a:lnTo>
                <a:lnTo>
                  <a:pt x="72798" y="77741"/>
                </a:lnTo>
                <a:lnTo>
                  <a:pt x="67205" y="83653"/>
                </a:lnTo>
                <a:lnTo>
                  <a:pt x="59916" y="88320"/>
                </a:lnTo>
                <a:lnTo>
                  <a:pt x="50985" y="90215"/>
                </a:lnTo>
                <a:lnTo>
                  <a:pt x="68294" y="90215"/>
                </a:lnTo>
                <a:lnTo>
                  <a:pt x="72316" y="87211"/>
                </a:lnTo>
                <a:lnTo>
                  <a:pt x="77843" y="82068"/>
                </a:lnTo>
                <a:lnTo>
                  <a:pt x="92927" y="82068"/>
                </a:lnTo>
                <a:lnTo>
                  <a:pt x="92927" y="76034"/>
                </a:lnTo>
                <a:lnTo>
                  <a:pt x="94433" y="68491"/>
                </a:lnTo>
                <a:lnTo>
                  <a:pt x="96052" y="62659"/>
                </a:lnTo>
                <a:lnTo>
                  <a:pt x="97453" y="57327"/>
                </a:lnTo>
                <a:lnTo>
                  <a:pt x="99562" y="48577"/>
                </a:lnTo>
                <a:lnTo>
                  <a:pt x="105603" y="24740"/>
                </a:lnTo>
                <a:lnTo>
                  <a:pt x="106808" y="19612"/>
                </a:lnTo>
                <a:lnTo>
                  <a:pt x="109217" y="10259"/>
                </a:lnTo>
                <a:lnTo>
                  <a:pt x="109217" y="4828"/>
                </a:lnTo>
                <a:lnTo>
                  <a:pt x="105904" y="2414"/>
                </a:lnTo>
                <a:close/>
              </a:path>
              <a:path w="123825" h="96520">
                <a:moveTo>
                  <a:pt x="123700" y="60948"/>
                </a:moveTo>
                <a:lnTo>
                  <a:pt x="117064" y="60948"/>
                </a:lnTo>
                <a:lnTo>
                  <a:pt x="117064" y="61551"/>
                </a:lnTo>
                <a:lnTo>
                  <a:pt x="115558" y="67586"/>
                </a:lnTo>
                <a:lnTo>
                  <a:pt x="113232" y="75323"/>
                </a:lnTo>
                <a:lnTo>
                  <a:pt x="110057" y="82671"/>
                </a:lnTo>
                <a:lnTo>
                  <a:pt x="105753" y="88080"/>
                </a:lnTo>
                <a:lnTo>
                  <a:pt x="99863" y="90215"/>
                </a:lnTo>
                <a:lnTo>
                  <a:pt x="112992" y="90215"/>
                </a:lnTo>
                <a:lnTo>
                  <a:pt x="116161" y="84785"/>
                </a:lnTo>
                <a:lnTo>
                  <a:pt x="120686" y="76638"/>
                </a:lnTo>
                <a:lnTo>
                  <a:pt x="123674" y="64375"/>
                </a:lnTo>
                <a:lnTo>
                  <a:pt x="123700" y="60948"/>
                </a:lnTo>
                <a:close/>
              </a:path>
              <a:path w="123825" h="96520">
                <a:moveTo>
                  <a:pt x="30772" y="0"/>
                </a:moveTo>
                <a:lnTo>
                  <a:pt x="17054" y="4625"/>
                </a:lnTo>
                <a:lnTo>
                  <a:pt x="7466" y="15049"/>
                </a:lnTo>
                <a:lnTo>
                  <a:pt x="1838" y="26095"/>
                </a:lnTo>
                <a:lnTo>
                  <a:pt x="0" y="32586"/>
                </a:lnTo>
                <a:lnTo>
                  <a:pt x="0" y="35603"/>
                </a:lnTo>
                <a:lnTo>
                  <a:pt x="6634" y="35603"/>
                </a:lnTo>
                <a:lnTo>
                  <a:pt x="7538" y="31982"/>
                </a:lnTo>
                <a:lnTo>
                  <a:pt x="12092" y="20545"/>
                </a:lnTo>
                <a:lnTo>
                  <a:pt x="17721" y="12446"/>
                </a:lnTo>
                <a:lnTo>
                  <a:pt x="23916" y="7628"/>
                </a:lnTo>
                <a:lnTo>
                  <a:pt x="30168" y="6035"/>
                </a:lnTo>
                <a:lnTo>
                  <a:pt x="45724" y="6035"/>
                </a:lnTo>
                <a:lnTo>
                  <a:pt x="44951" y="5016"/>
                </a:lnTo>
                <a:lnTo>
                  <a:pt x="38511" y="1305"/>
                </a:lnTo>
                <a:lnTo>
                  <a:pt x="30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474075" y="4951596"/>
            <a:ext cx="0" cy="95885"/>
          </a:xfrm>
          <a:custGeom>
            <a:avLst/>
            <a:gdLst/>
            <a:ahLst/>
            <a:cxnLst/>
            <a:rect l="l" t="t" r="r" b="b"/>
            <a:pathLst>
              <a:path w="0" h="95885">
                <a:moveTo>
                  <a:pt x="0" y="0"/>
                </a:moveTo>
                <a:lnTo>
                  <a:pt x="0" y="95345"/>
                </a:lnTo>
              </a:path>
            </a:pathLst>
          </a:custGeom>
          <a:ln w="123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372541" y="494541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8" y="0"/>
                </a:lnTo>
              </a:path>
            </a:pathLst>
          </a:custGeom>
          <a:ln w="12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474075" y="4843883"/>
            <a:ext cx="0" cy="95885"/>
          </a:xfrm>
          <a:custGeom>
            <a:avLst/>
            <a:gdLst/>
            <a:ahLst/>
            <a:cxnLst/>
            <a:rect l="l" t="t" r="r" b="b"/>
            <a:pathLst>
              <a:path w="0" h="95885">
                <a:moveTo>
                  <a:pt x="0" y="0"/>
                </a:moveTo>
                <a:lnTo>
                  <a:pt x="0" y="95343"/>
                </a:lnTo>
              </a:path>
            </a:pathLst>
          </a:custGeom>
          <a:ln w="123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672754" y="4886727"/>
            <a:ext cx="118745" cy="138430"/>
          </a:xfrm>
          <a:custGeom>
            <a:avLst/>
            <a:gdLst/>
            <a:ahLst/>
            <a:cxnLst/>
            <a:rect l="l" t="t" r="r" b="b"/>
            <a:pathLst>
              <a:path w="118745" h="138429">
                <a:moveTo>
                  <a:pt x="81766" y="0"/>
                </a:moveTo>
                <a:lnTo>
                  <a:pt x="51680" y="7505"/>
                </a:lnTo>
                <a:lnTo>
                  <a:pt x="25496" y="27230"/>
                </a:lnTo>
                <a:lnTo>
                  <a:pt x="7006" y="54988"/>
                </a:lnTo>
                <a:lnTo>
                  <a:pt x="0" y="86593"/>
                </a:lnTo>
                <a:lnTo>
                  <a:pt x="3276" y="106238"/>
                </a:lnTo>
                <a:lnTo>
                  <a:pt x="12862" y="122687"/>
                </a:lnTo>
                <a:lnTo>
                  <a:pt x="28389" y="133988"/>
                </a:lnTo>
                <a:lnTo>
                  <a:pt x="49489" y="138188"/>
                </a:lnTo>
                <a:lnTo>
                  <a:pt x="78613" y="133087"/>
                </a:lnTo>
                <a:lnTo>
                  <a:pt x="81517" y="131550"/>
                </a:lnTo>
                <a:lnTo>
                  <a:pt x="50090" y="131550"/>
                </a:lnTo>
                <a:lnTo>
                  <a:pt x="37653" y="128910"/>
                </a:lnTo>
                <a:lnTo>
                  <a:pt x="29119" y="121744"/>
                </a:lnTo>
                <a:lnTo>
                  <a:pt x="24206" y="111183"/>
                </a:lnTo>
                <a:lnTo>
                  <a:pt x="22631" y="98360"/>
                </a:lnTo>
                <a:lnTo>
                  <a:pt x="23734" y="86121"/>
                </a:lnTo>
                <a:lnTo>
                  <a:pt x="38929" y="37412"/>
                </a:lnTo>
                <a:lnTo>
                  <a:pt x="69559" y="9239"/>
                </a:lnTo>
                <a:lnTo>
                  <a:pt x="82068" y="6939"/>
                </a:lnTo>
                <a:lnTo>
                  <a:pt x="106563" y="6939"/>
                </a:lnTo>
                <a:lnTo>
                  <a:pt x="96544" y="2022"/>
                </a:lnTo>
                <a:lnTo>
                  <a:pt x="81766" y="0"/>
                </a:lnTo>
                <a:close/>
              </a:path>
              <a:path w="118745" h="138429">
                <a:moveTo>
                  <a:pt x="116772" y="98360"/>
                </a:moveTo>
                <a:lnTo>
                  <a:pt x="113451" y="98360"/>
                </a:lnTo>
                <a:lnTo>
                  <a:pt x="112848" y="98964"/>
                </a:lnTo>
                <a:lnTo>
                  <a:pt x="111033" y="101377"/>
                </a:lnTo>
                <a:lnTo>
                  <a:pt x="91837" y="118821"/>
                </a:lnTo>
                <a:lnTo>
                  <a:pt x="72868" y="127778"/>
                </a:lnTo>
                <a:lnTo>
                  <a:pt x="57746" y="131078"/>
                </a:lnTo>
                <a:lnTo>
                  <a:pt x="50090" y="131550"/>
                </a:lnTo>
                <a:lnTo>
                  <a:pt x="81517" y="131550"/>
                </a:lnTo>
                <a:lnTo>
                  <a:pt x="100327" y="121593"/>
                </a:lnTo>
                <a:lnTo>
                  <a:pt x="113894" y="109420"/>
                </a:lnTo>
                <a:lnTo>
                  <a:pt x="118579" y="102283"/>
                </a:lnTo>
                <a:lnTo>
                  <a:pt x="118579" y="100473"/>
                </a:lnTo>
                <a:lnTo>
                  <a:pt x="116772" y="98360"/>
                </a:lnTo>
                <a:close/>
              </a:path>
              <a:path w="118745" h="138429">
                <a:moveTo>
                  <a:pt x="106563" y="6939"/>
                </a:moveTo>
                <a:lnTo>
                  <a:pt x="82068" y="6939"/>
                </a:lnTo>
                <a:lnTo>
                  <a:pt x="89906" y="7679"/>
                </a:lnTo>
                <a:lnTo>
                  <a:pt x="97460" y="9918"/>
                </a:lnTo>
                <a:lnTo>
                  <a:pt x="103881" y="13685"/>
                </a:lnTo>
                <a:lnTo>
                  <a:pt x="108323" y="19008"/>
                </a:lnTo>
                <a:lnTo>
                  <a:pt x="98968" y="19008"/>
                </a:lnTo>
                <a:lnTo>
                  <a:pt x="94743" y="23232"/>
                </a:lnTo>
                <a:lnTo>
                  <a:pt x="89915" y="27758"/>
                </a:lnTo>
                <a:lnTo>
                  <a:pt x="89314" y="32887"/>
                </a:lnTo>
                <a:lnTo>
                  <a:pt x="89314" y="42542"/>
                </a:lnTo>
                <a:lnTo>
                  <a:pt x="94743" y="45860"/>
                </a:lnTo>
                <a:lnTo>
                  <a:pt x="100775" y="45860"/>
                </a:lnTo>
                <a:lnTo>
                  <a:pt x="107108" y="44536"/>
                </a:lnTo>
                <a:lnTo>
                  <a:pt x="112508" y="40694"/>
                </a:lnTo>
                <a:lnTo>
                  <a:pt x="116266" y="34532"/>
                </a:lnTo>
                <a:lnTo>
                  <a:pt x="117676" y="26249"/>
                </a:lnTo>
                <a:lnTo>
                  <a:pt x="115121" y="15910"/>
                </a:lnTo>
                <a:lnTo>
                  <a:pt x="107869" y="7580"/>
                </a:lnTo>
                <a:lnTo>
                  <a:pt x="106563" y="6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802797" y="4800434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39" h="96520">
                <a:moveTo>
                  <a:pt x="46033" y="6336"/>
                </a:moveTo>
                <a:lnTo>
                  <a:pt x="34094" y="6336"/>
                </a:lnTo>
                <a:lnTo>
                  <a:pt x="35608" y="8749"/>
                </a:lnTo>
                <a:lnTo>
                  <a:pt x="35608" y="18707"/>
                </a:lnTo>
                <a:lnTo>
                  <a:pt x="34094" y="23232"/>
                </a:lnTo>
                <a:lnTo>
                  <a:pt x="31984" y="28059"/>
                </a:lnTo>
                <a:lnTo>
                  <a:pt x="26143" y="43377"/>
                </a:lnTo>
                <a:lnTo>
                  <a:pt x="22595" y="54158"/>
                </a:lnTo>
                <a:lnTo>
                  <a:pt x="20743" y="62173"/>
                </a:lnTo>
                <a:lnTo>
                  <a:pt x="20220" y="68491"/>
                </a:lnTo>
                <a:lnTo>
                  <a:pt x="23067" y="81738"/>
                </a:lnTo>
                <a:lnTo>
                  <a:pt x="30553" y="90289"/>
                </a:lnTo>
                <a:lnTo>
                  <a:pt x="41092" y="94881"/>
                </a:lnTo>
                <a:lnTo>
                  <a:pt x="53103" y="96248"/>
                </a:lnTo>
                <a:lnTo>
                  <a:pt x="66411" y="90515"/>
                </a:lnTo>
                <a:lnTo>
                  <a:pt x="53713" y="90515"/>
                </a:lnTo>
                <a:lnTo>
                  <a:pt x="43768" y="88054"/>
                </a:lnTo>
                <a:lnTo>
                  <a:pt x="38661" y="82369"/>
                </a:lnTo>
                <a:lnTo>
                  <a:pt x="36780" y="76005"/>
                </a:lnTo>
                <a:lnTo>
                  <a:pt x="36511" y="71507"/>
                </a:lnTo>
                <a:lnTo>
                  <a:pt x="37246" y="63601"/>
                </a:lnTo>
                <a:lnTo>
                  <a:pt x="39453" y="54422"/>
                </a:lnTo>
                <a:lnTo>
                  <a:pt x="43196" y="43202"/>
                </a:lnTo>
                <a:lnTo>
                  <a:pt x="48275" y="29870"/>
                </a:lnTo>
                <a:lnTo>
                  <a:pt x="51295" y="22326"/>
                </a:lnTo>
                <a:lnTo>
                  <a:pt x="51295" y="18707"/>
                </a:lnTo>
                <a:lnTo>
                  <a:pt x="49664" y="11121"/>
                </a:lnTo>
                <a:lnTo>
                  <a:pt x="46033" y="6336"/>
                </a:lnTo>
                <a:close/>
              </a:path>
              <a:path w="104139" h="96520">
                <a:moveTo>
                  <a:pt x="93839" y="0"/>
                </a:moveTo>
                <a:lnTo>
                  <a:pt x="87506" y="0"/>
                </a:lnTo>
                <a:lnTo>
                  <a:pt x="81767" y="5732"/>
                </a:lnTo>
                <a:lnTo>
                  <a:pt x="81767" y="15085"/>
                </a:lnTo>
                <a:lnTo>
                  <a:pt x="83883" y="16593"/>
                </a:lnTo>
                <a:lnTo>
                  <a:pt x="85389" y="18102"/>
                </a:lnTo>
                <a:lnTo>
                  <a:pt x="89032" y="20846"/>
                </a:lnTo>
                <a:lnTo>
                  <a:pt x="93123" y="26395"/>
                </a:lnTo>
                <a:lnTo>
                  <a:pt x="93114" y="35603"/>
                </a:lnTo>
                <a:lnTo>
                  <a:pt x="90626" y="47746"/>
                </a:lnTo>
                <a:lnTo>
                  <a:pt x="82978" y="66377"/>
                </a:lnTo>
                <a:lnTo>
                  <a:pt x="70580" y="83198"/>
                </a:lnTo>
                <a:lnTo>
                  <a:pt x="53713" y="90515"/>
                </a:lnTo>
                <a:lnTo>
                  <a:pt x="66411" y="90515"/>
                </a:lnTo>
                <a:lnTo>
                  <a:pt x="76173" y="86310"/>
                </a:lnTo>
                <a:lnTo>
                  <a:pt x="91915" y="63134"/>
                </a:lnTo>
                <a:lnTo>
                  <a:pt x="100924" y="36677"/>
                </a:lnTo>
                <a:lnTo>
                  <a:pt x="103795" y="16896"/>
                </a:lnTo>
                <a:lnTo>
                  <a:pt x="103795" y="302"/>
                </a:lnTo>
                <a:lnTo>
                  <a:pt x="93839" y="0"/>
                </a:lnTo>
                <a:close/>
              </a:path>
              <a:path w="104139" h="96520">
                <a:moveTo>
                  <a:pt x="31080" y="302"/>
                </a:moveTo>
                <a:lnTo>
                  <a:pt x="17185" y="4926"/>
                </a:lnTo>
                <a:lnTo>
                  <a:pt x="7505" y="15350"/>
                </a:lnTo>
                <a:lnTo>
                  <a:pt x="1843" y="26395"/>
                </a:lnTo>
                <a:lnTo>
                  <a:pt x="0" y="32886"/>
                </a:lnTo>
                <a:lnTo>
                  <a:pt x="0" y="35603"/>
                </a:lnTo>
                <a:lnTo>
                  <a:pt x="6642" y="35603"/>
                </a:lnTo>
                <a:lnTo>
                  <a:pt x="6943" y="34697"/>
                </a:lnTo>
                <a:lnTo>
                  <a:pt x="7546" y="32283"/>
                </a:lnTo>
                <a:lnTo>
                  <a:pt x="12082" y="20817"/>
                </a:lnTo>
                <a:lnTo>
                  <a:pt x="17653" y="12747"/>
                </a:lnTo>
                <a:lnTo>
                  <a:pt x="23925" y="7929"/>
                </a:lnTo>
                <a:lnTo>
                  <a:pt x="30479" y="6336"/>
                </a:lnTo>
                <a:lnTo>
                  <a:pt x="46033" y="6336"/>
                </a:lnTo>
                <a:lnTo>
                  <a:pt x="45260" y="5317"/>
                </a:lnTo>
                <a:lnTo>
                  <a:pt x="38821" y="1607"/>
                </a:lnTo>
                <a:lnTo>
                  <a:pt x="31080" y="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802797" y="5002286"/>
            <a:ext cx="99695" cy="96520"/>
          </a:xfrm>
          <a:custGeom>
            <a:avLst/>
            <a:gdLst/>
            <a:ahLst/>
            <a:cxnLst/>
            <a:rect l="l" t="t" r="r" b="b"/>
            <a:pathLst>
              <a:path w="99695" h="96520">
                <a:moveTo>
                  <a:pt x="40346" y="6035"/>
                </a:moveTo>
                <a:lnTo>
                  <a:pt x="29575" y="6035"/>
                </a:lnTo>
                <a:lnTo>
                  <a:pt x="31080" y="10862"/>
                </a:lnTo>
                <a:lnTo>
                  <a:pt x="31080" y="20518"/>
                </a:lnTo>
                <a:lnTo>
                  <a:pt x="28807" y="28966"/>
                </a:lnTo>
                <a:lnTo>
                  <a:pt x="25952" y="39828"/>
                </a:lnTo>
                <a:lnTo>
                  <a:pt x="23836" y="48577"/>
                </a:lnTo>
                <a:lnTo>
                  <a:pt x="22932" y="53406"/>
                </a:lnTo>
                <a:lnTo>
                  <a:pt x="15995" y="80559"/>
                </a:lnTo>
                <a:lnTo>
                  <a:pt x="15394" y="83276"/>
                </a:lnTo>
                <a:lnTo>
                  <a:pt x="13881" y="88706"/>
                </a:lnTo>
                <a:lnTo>
                  <a:pt x="13881" y="94137"/>
                </a:lnTo>
                <a:lnTo>
                  <a:pt x="17804" y="96249"/>
                </a:lnTo>
                <a:lnTo>
                  <a:pt x="24438" y="96249"/>
                </a:lnTo>
                <a:lnTo>
                  <a:pt x="28663" y="94137"/>
                </a:lnTo>
                <a:lnTo>
                  <a:pt x="30479" y="89913"/>
                </a:lnTo>
                <a:lnTo>
                  <a:pt x="33190" y="79353"/>
                </a:lnTo>
                <a:lnTo>
                  <a:pt x="34403" y="73922"/>
                </a:lnTo>
                <a:lnTo>
                  <a:pt x="45264" y="30473"/>
                </a:lnTo>
                <a:lnTo>
                  <a:pt x="46167" y="27759"/>
                </a:lnTo>
                <a:lnTo>
                  <a:pt x="52199" y="17198"/>
                </a:lnTo>
                <a:lnTo>
                  <a:pt x="54649" y="15388"/>
                </a:lnTo>
                <a:lnTo>
                  <a:pt x="46468" y="15388"/>
                </a:lnTo>
                <a:lnTo>
                  <a:pt x="42267" y="7510"/>
                </a:lnTo>
                <a:lnTo>
                  <a:pt x="40346" y="6035"/>
                </a:lnTo>
                <a:close/>
              </a:path>
              <a:path w="99695" h="96520">
                <a:moveTo>
                  <a:pt x="24748" y="0"/>
                </a:moveTo>
                <a:lnTo>
                  <a:pt x="16598" y="0"/>
                </a:lnTo>
                <a:lnTo>
                  <a:pt x="11470" y="5129"/>
                </a:lnTo>
                <a:lnTo>
                  <a:pt x="8149" y="10862"/>
                </a:lnTo>
                <a:lnTo>
                  <a:pt x="3020" y="19310"/>
                </a:lnTo>
                <a:lnTo>
                  <a:pt x="0" y="31681"/>
                </a:lnTo>
                <a:lnTo>
                  <a:pt x="0" y="35603"/>
                </a:lnTo>
                <a:lnTo>
                  <a:pt x="6642" y="35603"/>
                </a:lnTo>
                <a:lnTo>
                  <a:pt x="6943" y="35001"/>
                </a:lnTo>
                <a:lnTo>
                  <a:pt x="8619" y="28362"/>
                </a:lnTo>
                <a:lnTo>
                  <a:pt x="10983" y="19909"/>
                </a:lnTo>
                <a:lnTo>
                  <a:pt x="14223" y="12635"/>
                </a:lnTo>
                <a:lnTo>
                  <a:pt x="18422" y="7793"/>
                </a:lnTo>
                <a:lnTo>
                  <a:pt x="23836" y="6035"/>
                </a:lnTo>
                <a:lnTo>
                  <a:pt x="40346" y="6035"/>
                </a:lnTo>
                <a:lnTo>
                  <a:pt x="36173" y="2828"/>
                </a:lnTo>
                <a:lnTo>
                  <a:pt x="29796" y="579"/>
                </a:lnTo>
                <a:lnTo>
                  <a:pt x="24748" y="0"/>
                </a:lnTo>
                <a:close/>
              </a:path>
              <a:path w="99695" h="96520">
                <a:moveTo>
                  <a:pt x="94583" y="6035"/>
                </a:moveTo>
                <a:lnTo>
                  <a:pt x="78454" y="6035"/>
                </a:lnTo>
                <a:lnTo>
                  <a:pt x="83883" y="6336"/>
                </a:lnTo>
                <a:lnTo>
                  <a:pt x="88107" y="9052"/>
                </a:lnTo>
                <a:lnTo>
                  <a:pt x="81164" y="10862"/>
                </a:lnTo>
                <a:lnTo>
                  <a:pt x="78755" y="16897"/>
                </a:lnTo>
                <a:lnTo>
                  <a:pt x="78755" y="25345"/>
                </a:lnTo>
                <a:lnTo>
                  <a:pt x="82369" y="28663"/>
                </a:lnTo>
                <a:lnTo>
                  <a:pt x="92025" y="28663"/>
                </a:lnTo>
                <a:lnTo>
                  <a:pt x="99270" y="24740"/>
                </a:lnTo>
                <a:lnTo>
                  <a:pt x="99186" y="15388"/>
                </a:lnTo>
                <a:lnTo>
                  <a:pt x="97262" y="8529"/>
                </a:lnTo>
                <a:lnTo>
                  <a:pt x="94583" y="6035"/>
                </a:lnTo>
                <a:close/>
              </a:path>
              <a:path w="99695" h="96520">
                <a:moveTo>
                  <a:pt x="76638" y="0"/>
                </a:moveTo>
                <a:lnTo>
                  <a:pt x="68517" y="881"/>
                </a:lnTo>
                <a:lnTo>
                  <a:pt x="60875" y="3620"/>
                </a:lnTo>
                <a:lnTo>
                  <a:pt x="53558" y="8401"/>
                </a:lnTo>
                <a:lnTo>
                  <a:pt x="46468" y="15388"/>
                </a:lnTo>
                <a:lnTo>
                  <a:pt x="54649" y="15388"/>
                </a:lnTo>
                <a:lnTo>
                  <a:pt x="59142" y="12068"/>
                </a:lnTo>
                <a:lnTo>
                  <a:pt x="61553" y="10259"/>
                </a:lnTo>
                <a:lnTo>
                  <a:pt x="67284" y="6035"/>
                </a:lnTo>
                <a:lnTo>
                  <a:pt x="94583" y="6035"/>
                </a:lnTo>
                <a:lnTo>
                  <a:pt x="92030" y="3658"/>
                </a:lnTo>
                <a:lnTo>
                  <a:pt x="84716" y="876"/>
                </a:lnTo>
                <a:lnTo>
                  <a:pt x="76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950643" y="4810089"/>
            <a:ext cx="173990" cy="212090"/>
          </a:xfrm>
          <a:custGeom>
            <a:avLst/>
            <a:gdLst/>
            <a:ahLst/>
            <a:cxnLst/>
            <a:rect l="l" t="t" r="r" b="b"/>
            <a:pathLst>
              <a:path w="173989" h="212089">
                <a:moveTo>
                  <a:pt x="76639" y="197025"/>
                </a:moveTo>
                <a:lnTo>
                  <a:pt x="0" y="197025"/>
                </a:lnTo>
                <a:lnTo>
                  <a:pt x="0" y="211507"/>
                </a:lnTo>
                <a:lnTo>
                  <a:pt x="28558" y="210700"/>
                </a:lnTo>
                <a:lnTo>
                  <a:pt x="38320" y="210601"/>
                </a:lnTo>
                <a:lnTo>
                  <a:pt x="76639" y="210601"/>
                </a:lnTo>
                <a:lnTo>
                  <a:pt x="76639" y="197025"/>
                </a:lnTo>
                <a:close/>
              </a:path>
              <a:path w="173989" h="212089">
                <a:moveTo>
                  <a:pt x="76639" y="210601"/>
                </a:moveTo>
                <a:lnTo>
                  <a:pt x="38320" y="210601"/>
                </a:lnTo>
                <a:lnTo>
                  <a:pt x="48082" y="210700"/>
                </a:lnTo>
                <a:lnTo>
                  <a:pt x="76639" y="211507"/>
                </a:lnTo>
                <a:lnTo>
                  <a:pt x="76639" y="210601"/>
                </a:lnTo>
                <a:close/>
              </a:path>
              <a:path w="173989" h="212089">
                <a:moveTo>
                  <a:pt x="173492" y="197025"/>
                </a:moveTo>
                <a:lnTo>
                  <a:pt x="96852" y="197025"/>
                </a:lnTo>
                <a:lnTo>
                  <a:pt x="96852" y="211507"/>
                </a:lnTo>
                <a:lnTo>
                  <a:pt x="125537" y="210700"/>
                </a:lnTo>
                <a:lnTo>
                  <a:pt x="135172" y="210601"/>
                </a:lnTo>
                <a:lnTo>
                  <a:pt x="173492" y="210601"/>
                </a:lnTo>
                <a:lnTo>
                  <a:pt x="173492" y="197025"/>
                </a:lnTo>
                <a:close/>
              </a:path>
              <a:path w="173989" h="212089">
                <a:moveTo>
                  <a:pt x="173492" y="210601"/>
                </a:moveTo>
                <a:lnTo>
                  <a:pt x="135172" y="210601"/>
                </a:lnTo>
                <a:lnTo>
                  <a:pt x="144934" y="210700"/>
                </a:lnTo>
                <a:lnTo>
                  <a:pt x="173492" y="211507"/>
                </a:lnTo>
                <a:lnTo>
                  <a:pt x="173492" y="210601"/>
                </a:lnTo>
                <a:close/>
              </a:path>
              <a:path w="173989" h="212089">
                <a:moveTo>
                  <a:pt x="53705" y="0"/>
                </a:moveTo>
                <a:lnTo>
                  <a:pt x="0" y="2414"/>
                </a:lnTo>
                <a:lnTo>
                  <a:pt x="0" y="16595"/>
                </a:lnTo>
                <a:lnTo>
                  <a:pt x="20817" y="16595"/>
                </a:lnTo>
                <a:lnTo>
                  <a:pt x="20817" y="197025"/>
                </a:lnTo>
                <a:lnTo>
                  <a:pt x="55521" y="197025"/>
                </a:lnTo>
                <a:lnTo>
                  <a:pt x="55521" y="133361"/>
                </a:lnTo>
                <a:lnTo>
                  <a:pt x="59924" y="111863"/>
                </a:lnTo>
                <a:lnTo>
                  <a:pt x="65716" y="104094"/>
                </a:lnTo>
                <a:lnTo>
                  <a:pt x="53705" y="104094"/>
                </a:lnTo>
                <a:lnTo>
                  <a:pt x="53705" y="0"/>
                </a:lnTo>
                <a:close/>
              </a:path>
              <a:path w="173989" h="212089">
                <a:moveTo>
                  <a:pt x="141316" y="85387"/>
                </a:moveTo>
                <a:lnTo>
                  <a:pt x="101079" y="85387"/>
                </a:lnTo>
                <a:lnTo>
                  <a:pt x="108045" y="86740"/>
                </a:lnTo>
                <a:lnTo>
                  <a:pt x="113371" y="91459"/>
                </a:lnTo>
                <a:lnTo>
                  <a:pt x="116774" y="100534"/>
                </a:lnTo>
                <a:lnTo>
                  <a:pt x="117971" y="114956"/>
                </a:lnTo>
                <a:lnTo>
                  <a:pt x="117971" y="197025"/>
                </a:lnTo>
                <a:lnTo>
                  <a:pt x="152675" y="197025"/>
                </a:lnTo>
                <a:lnTo>
                  <a:pt x="152675" y="118275"/>
                </a:lnTo>
                <a:lnTo>
                  <a:pt x="149605" y="97899"/>
                </a:lnTo>
                <a:lnTo>
                  <a:pt x="141316" y="85387"/>
                </a:lnTo>
                <a:close/>
              </a:path>
              <a:path w="173989" h="212089">
                <a:moveTo>
                  <a:pt x="105604" y="74223"/>
                </a:moveTo>
                <a:lnTo>
                  <a:pt x="86167" y="77193"/>
                </a:lnTo>
                <a:lnTo>
                  <a:pt x="71397" y="84633"/>
                </a:lnTo>
                <a:lnTo>
                  <a:pt x="60756" y="94335"/>
                </a:lnTo>
                <a:lnTo>
                  <a:pt x="53705" y="104094"/>
                </a:lnTo>
                <a:lnTo>
                  <a:pt x="65716" y="104094"/>
                </a:lnTo>
                <a:lnTo>
                  <a:pt x="71058" y="96927"/>
                </a:lnTo>
                <a:lnTo>
                  <a:pt x="85813" y="88215"/>
                </a:lnTo>
                <a:lnTo>
                  <a:pt x="101079" y="85387"/>
                </a:lnTo>
                <a:lnTo>
                  <a:pt x="141316" y="85387"/>
                </a:lnTo>
                <a:lnTo>
                  <a:pt x="140567" y="84256"/>
                </a:lnTo>
                <a:lnTo>
                  <a:pt x="125814" y="76609"/>
                </a:lnTo>
                <a:lnTo>
                  <a:pt x="105604" y="74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156120" y="4734960"/>
            <a:ext cx="55880" cy="212725"/>
          </a:xfrm>
          <a:custGeom>
            <a:avLst/>
            <a:gdLst/>
            <a:ahLst/>
            <a:cxnLst/>
            <a:rect l="l" t="t" r="r" b="b"/>
            <a:pathLst>
              <a:path w="55879" h="212725">
                <a:moveTo>
                  <a:pt x="55512" y="0"/>
                </a:moveTo>
                <a:lnTo>
                  <a:pt x="51288" y="0"/>
                </a:lnTo>
                <a:lnTo>
                  <a:pt x="26218" y="23977"/>
                </a:lnTo>
                <a:lnTo>
                  <a:pt x="10483" y="51519"/>
                </a:lnTo>
                <a:lnTo>
                  <a:pt x="2328" y="79853"/>
                </a:lnTo>
                <a:lnTo>
                  <a:pt x="0" y="106206"/>
                </a:lnTo>
                <a:lnTo>
                  <a:pt x="2073" y="131376"/>
                </a:lnTo>
                <a:lnTo>
                  <a:pt x="9802" y="159573"/>
                </a:lnTo>
                <a:lnTo>
                  <a:pt x="25453" y="187714"/>
                </a:lnTo>
                <a:lnTo>
                  <a:pt x="51288" y="212714"/>
                </a:lnTo>
                <a:lnTo>
                  <a:pt x="55512" y="212714"/>
                </a:lnTo>
                <a:lnTo>
                  <a:pt x="55512" y="208793"/>
                </a:lnTo>
                <a:lnTo>
                  <a:pt x="54910" y="208490"/>
                </a:lnTo>
                <a:lnTo>
                  <a:pt x="53403" y="206982"/>
                </a:lnTo>
                <a:lnTo>
                  <a:pt x="35356" y="185894"/>
                </a:lnTo>
                <a:lnTo>
                  <a:pt x="23307" y="161610"/>
                </a:lnTo>
                <a:lnTo>
                  <a:pt x="16574" y="134894"/>
                </a:lnTo>
                <a:lnTo>
                  <a:pt x="14481" y="106508"/>
                </a:lnTo>
                <a:lnTo>
                  <a:pt x="18196" y="68562"/>
                </a:lnTo>
                <a:lnTo>
                  <a:pt x="27681" y="40091"/>
                </a:lnTo>
                <a:lnTo>
                  <a:pt x="40447" y="19484"/>
                </a:lnTo>
                <a:lnTo>
                  <a:pt x="54006" y="5129"/>
                </a:lnTo>
                <a:lnTo>
                  <a:pt x="55512" y="3622"/>
                </a:lnTo>
                <a:lnTo>
                  <a:pt x="555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242715" y="4746727"/>
            <a:ext cx="105410" cy="150495"/>
          </a:xfrm>
          <a:custGeom>
            <a:avLst/>
            <a:gdLst/>
            <a:ahLst/>
            <a:cxnLst/>
            <a:rect l="l" t="t" r="r" b="b"/>
            <a:pathLst>
              <a:path w="105410" h="150495">
                <a:moveTo>
                  <a:pt x="50986" y="0"/>
                </a:moveTo>
                <a:lnTo>
                  <a:pt x="48275" y="0"/>
                </a:lnTo>
                <a:lnTo>
                  <a:pt x="42971" y="287"/>
                </a:lnTo>
                <a:lnTo>
                  <a:pt x="21117" y="2112"/>
                </a:lnTo>
                <a:lnTo>
                  <a:pt x="19310" y="2414"/>
                </a:lnTo>
                <a:lnTo>
                  <a:pt x="16290" y="2715"/>
                </a:lnTo>
                <a:lnTo>
                  <a:pt x="16290" y="10259"/>
                </a:lnTo>
                <a:lnTo>
                  <a:pt x="31977" y="10259"/>
                </a:lnTo>
                <a:lnTo>
                  <a:pt x="31977" y="14784"/>
                </a:lnTo>
                <a:lnTo>
                  <a:pt x="31676" y="15991"/>
                </a:lnTo>
                <a:lnTo>
                  <a:pt x="31375" y="18103"/>
                </a:lnTo>
                <a:lnTo>
                  <a:pt x="1205" y="138490"/>
                </a:lnTo>
                <a:lnTo>
                  <a:pt x="0" y="142412"/>
                </a:lnTo>
                <a:lnTo>
                  <a:pt x="0" y="146335"/>
                </a:lnTo>
                <a:lnTo>
                  <a:pt x="2711" y="149955"/>
                </a:lnTo>
                <a:lnTo>
                  <a:pt x="13270" y="149955"/>
                </a:lnTo>
                <a:lnTo>
                  <a:pt x="15989" y="145732"/>
                </a:lnTo>
                <a:lnTo>
                  <a:pt x="17193" y="141206"/>
                </a:lnTo>
                <a:lnTo>
                  <a:pt x="18843" y="134789"/>
                </a:lnTo>
                <a:lnTo>
                  <a:pt x="25764" y="107474"/>
                </a:lnTo>
                <a:lnTo>
                  <a:pt x="27753" y="99870"/>
                </a:lnTo>
                <a:lnTo>
                  <a:pt x="59768" y="99870"/>
                </a:lnTo>
                <a:lnTo>
                  <a:pt x="57849" y="98550"/>
                </a:lnTo>
                <a:lnTo>
                  <a:pt x="46347" y="95254"/>
                </a:lnTo>
                <a:lnTo>
                  <a:pt x="37106" y="94137"/>
                </a:lnTo>
                <a:lnTo>
                  <a:pt x="41862" y="91422"/>
                </a:lnTo>
                <a:lnTo>
                  <a:pt x="29867" y="91422"/>
                </a:lnTo>
                <a:lnTo>
                  <a:pt x="50986" y="6637"/>
                </a:lnTo>
                <a:lnTo>
                  <a:pt x="50986" y="6033"/>
                </a:lnTo>
                <a:lnTo>
                  <a:pt x="51588" y="3319"/>
                </a:lnTo>
                <a:lnTo>
                  <a:pt x="51588" y="2112"/>
                </a:lnTo>
                <a:lnTo>
                  <a:pt x="50986" y="0"/>
                </a:lnTo>
                <a:close/>
              </a:path>
              <a:path w="105410" h="150495">
                <a:moveTo>
                  <a:pt x="59768" y="99870"/>
                </a:moveTo>
                <a:lnTo>
                  <a:pt x="27753" y="99870"/>
                </a:lnTo>
                <a:lnTo>
                  <a:pt x="38360" y="101671"/>
                </a:lnTo>
                <a:lnTo>
                  <a:pt x="46989" y="104999"/>
                </a:lnTo>
                <a:lnTo>
                  <a:pt x="52788" y="110137"/>
                </a:lnTo>
                <a:lnTo>
                  <a:pt x="54733" y="116766"/>
                </a:lnTo>
                <a:lnTo>
                  <a:pt x="54824" y="119783"/>
                </a:lnTo>
                <a:lnTo>
                  <a:pt x="54307" y="121594"/>
                </a:lnTo>
                <a:lnTo>
                  <a:pt x="53705" y="124611"/>
                </a:lnTo>
                <a:lnTo>
                  <a:pt x="53705" y="128231"/>
                </a:lnTo>
                <a:lnTo>
                  <a:pt x="55793" y="137990"/>
                </a:lnTo>
                <a:lnTo>
                  <a:pt x="61133" y="144750"/>
                </a:lnTo>
                <a:lnTo>
                  <a:pt x="68340" y="148682"/>
                </a:lnTo>
                <a:lnTo>
                  <a:pt x="76028" y="149955"/>
                </a:lnTo>
                <a:lnTo>
                  <a:pt x="89056" y="144906"/>
                </a:lnTo>
                <a:lnTo>
                  <a:pt x="89570" y="144222"/>
                </a:lnTo>
                <a:lnTo>
                  <a:pt x="71200" y="144222"/>
                </a:lnTo>
                <a:lnTo>
                  <a:pt x="69392" y="138791"/>
                </a:lnTo>
                <a:lnTo>
                  <a:pt x="69392" y="128836"/>
                </a:lnTo>
                <a:lnTo>
                  <a:pt x="70598" y="123404"/>
                </a:lnTo>
                <a:lnTo>
                  <a:pt x="70899" y="122801"/>
                </a:lnTo>
                <a:lnTo>
                  <a:pt x="71728" y="119481"/>
                </a:lnTo>
                <a:lnTo>
                  <a:pt x="71803" y="116766"/>
                </a:lnTo>
                <a:lnTo>
                  <a:pt x="67654" y="105296"/>
                </a:lnTo>
                <a:lnTo>
                  <a:pt x="59768" y="99870"/>
                </a:lnTo>
                <a:close/>
              </a:path>
              <a:path w="105410" h="150495">
                <a:moveTo>
                  <a:pt x="103186" y="114654"/>
                </a:moveTo>
                <a:lnTo>
                  <a:pt x="96851" y="114654"/>
                </a:lnTo>
                <a:lnTo>
                  <a:pt x="96550" y="115862"/>
                </a:lnTo>
                <a:lnTo>
                  <a:pt x="95639" y="119783"/>
                </a:lnTo>
                <a:lnTo>
                  <a:pt x="93016" y="127421"/>
                </a:lnTo>
                <a:lnTo>
                  <a:pt x="89118" y="135397"/>
                </a:lnTo>
                <a:lnTo>
                  <a:pt x="83804" y="141676"/>
                </a:lnTo>
                <a:lnTo>
                  <a:pt x="76931" y="144222"/>
                </a:lnTo>
                <a:lnTo>
                  <a:pt x="89570" y="144222"/>
                </a:lnTo>
                <a:lnTo>
                  <a:pt x="97415" y="133775"/>
                </a:lnTo>
                <a:lnTo>
                  <a:pt x="101871" y="122588"/>
                </a:lnTo>
                <a:lnTo>
                  <a:pt x="103186" y="117369"/>
                </a:lnTo>
                <a:lnTo>
                  <a:pt x="103186" y="114654"/>
                </a:lnTo>
                <a:close/>
              </a:path>
              <a:path w="105410" h="150495">
                <a:moveTo>
                  <a:pt x="99865" y="54009"/>
                </a:moveTo>
                <a:lnTo>
                  <a:pt x="88402" y="54009"/>
                </a:lnTo>
                <a:lnTo>
                  <a:pt x="79550" y="55531"/>
                </a:lnTo>
                <a:lnTo>
                  <a:pt x="71012" y="59628"/>
                </a:lnTo>
                <a:lnTo>
                  <a:pt x="62645" y="65591"/>
                </a:lnTo>
                <a:lnTo>
                  <a:pt x="54248" y="72771"/>
                </a:lnTo>
                <a:lnTo>
                  <a:pt x="48027" y="78692"/>
                </a:lnTo>
                <a:lnTo>
                  <a:pt x="42088" y="83878"/>
                </a:lnTo>
                <a:lnTo>
                  <a:pt x="36148" y="88159"/>
                </a:lnTo>
                <a:lnTo>
                  <a:pt x="29867" y="91422"/>
                </a:lnTo>
                <a:lnTo>
                  <a:pt x="41862" y="91422"/>
                </a:lnTo>
                <a:lnTo>
                  <a:pt x="43447" y="90516"/>
                </a:lnTo>
                <a:lnTo>
                  <a:pt x="51287" y="83275"/>
                </a:lnTo>
                <a:lnTo>
                  <a:pt x="54910" y="80257"/>
                </a:lnTo>
                <a:lnTo>
                  <a:pt x="63098" y="72715"/>
                </a:lnTo>
                <a:lnTo>
                  <a:pt x="71201" y="66303"/>
                </a:lnTo>
                <a:lnTo>
                  <a:pt x="79602" y="61759"/>
                </a:lnTo>
                <a:lnTo>
                  <a:pt x="88402" y="60043"/>
                </a:lnTo>
                <a:lnTo>
                  <a:pt x="103810" y="60043"/>
                </a:lnTo>
                <a:lnTo>
                  <a:pt x="99865" y="54009"/>
                </a:lnTo>
                <a:close/>
              </a:path>
              <a:path w="105410" h="150495">
                <a:moveTo>
                  <a:pt x="103810" y="60043"/>
                </a:moveTo>
                <a:lnTo>
                  <a:pt x="90812" y="60043"/>
                </a:lnTo>
                <a:lnTo>
                  <a:pt x="93530" y="60646"/>
                </a:lnTo>
                <a:lnTo>
                  <a:pt x="95337" y="62758"/>
                </a:lnTo>
                <a:lnTo>
                  <a:pt x="86285" y="64267"/>
                </a:lnTo>
                <a:lnTo>
                  <a:pt x="84176" y="71508"/>
                </a:lnTo>
                <a:lnTo>
                  <a:pt x="84176" y="79353"/>
                </a:lnTo>
                <a:lnTo>
                  <a:pt x="87798" y="82671"/>
                </a:lnTo>
                <a:lnTo>
                  <a:pt x="98658" y="82671"/>
                </a:lnTo>
                <a:lnTo>
                  <a:pt x="104993" y="77844"/>
                </a:lnTo>
                <a:lnTo>
                  <a:pt x="104932" y="61759"/>
                </a:lnTo>
                <a:lnTo>
                  <a:pt x="103810" y="60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384823" y="4841318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5" h="0">
                <a:moveTo>
                  <a:pt x="0" y="0"/>
                </a:moveTo>
                <a:lnTo>
                  <a:pt x="143922" y="0"/>
                </a:lnTo>
              </a:path>
            </a:pathLst>
          </a:custGeom>
          <a:ln w="105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575206" y="4753364"/>
            <a:ext cx="78105" cy="141605"/>
          </a:xfrm>
          <a:custGeom>
            <a:avLst/>
            <a:gdLst/>
            <a:ahLst/>
            <a:cxnLst/>
            <a:rect l="l" t="t" r="r" b="b"/>
            <a:pathLst>
              <a:path w="78104" h="141604">
                <a:moveTo>
                  <a:pt x="77541" y="133663"/>
                </a:moveTo>
                <a:lnTo>
                  <a:pt x="1513" y="133663"/>
                </a:lnTo>
                <a:lnTo>
                  <a:pt x="1513" y="141207"/>
                </a:lnTo>
                <a:lnTo>
                  <a:pt x="39532" y="140301"/>
                </a:lnTo>
                <a:lnTo>
                  <a:pt x="77541" y="140301"/>
                </a:lnTo>
                <a:lnTo>
                  <a:pt x="77541" y="133663"/>
                </a:lnTo>
                <a:close/>
              </a:path>
              <a:path w="78104" h="141604">
                <a:moveTo>
                  <a:pt x="77541" y="140301"/>
                </a:moveTo>
                <a:lnTo>
                  <a:pt x="39532" y="140301"/>
                </a:lnTo>
                <a:lnTo>
                  <a:pt x="77541" y="141207"/>
                </a:lnTo>
                <a:lnTo>
                  <a:pt x="77541" y="140301"/>
                </a:lnTo>
                <a:close/>
              </a:path>
              <a:path w="78104" h="141604">
                <a:moveTo>
                  <a:pt x="48275" y="15087"/>
                </a:moveTo>
                <a:lnTo>
                  <a:pt x="31080" y="15087"/>
                </a:lnTo>
                <a:lnTo>
                  <a:pt x="31080" y="133663"/>
                </a:lnTo>
                <a:lnTo>
                  <a:pt x="48275" y="133663"/>
                </a:lnTo>
                <a:lnTo>
                  <a:pt x="48275" y="15087"/>
                </a:lnTo>
                <a:close/>
              </a:path>
              <a:path w="78104" h="141604">
                <a:moveTo>
                  <a:pt x="48275" y="0"/>
                </a:moveTo>
                <a:lnTo>
                  <a:pt x="41941" y="0"/>
                </a:lnTo>
                <a:lnTo>
                  <a:pt x="30763" y="7722"/>
                </a:lnTo>
                <a:lnTo>
                  <a:pt x="19047" y="11768"/>
                </a:lnTo>
                <a:lnTo>
                  <a:pt x="8293" y="13324"/>
                </a:lnTo>
                <a:lnTo>
                  <a:pt x="0" y="13578"/>
                </a:lnTo>
                <a:lnTo>
                  <a:pt x="0" y="21121"/>
                </a:lnTo>
                <a:lnTo>
                  <a:pt x="5364" y="21027"/>
                </a:lnTo>
                <a:lnTo>
                  <a:pt x="13049" y="20367"/>
                </a:lnTo>
                <a:lnTo>
                  <a:pt x="21979" y="18575"/>
                </a:lnTo>
                <a:lnTo>
                  <a:pt x="31080" y="15087"/>
                </a:lnTo>
                <a:lnTo>
                  <a:pt x="48275" y="15087"/>
                </a:lnTo>
                <a:lnTo>
                  <a:pt x="48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689561" y="4734960"/>
            <a:ext cx="55244" cy="212725"/>
          </a:xfrm>
          <a:custGeom>
            <a:avLst/>
            <a:gdLst/>
            <a:ahLst/>
            <a:cxnLst/>
            <a:rect l="l" t="t" r="r" b="b"/>
            <a:pathLst>
              <a:path w="55245" h="212725">
                <a:moveTo>
                  <a:pt x="4225" y="0"/>
                </a:moveTo>
                <a:lnTo>
                  <a:pt x="0" y="0"/>
                </a:lnTo>
                <a:lnTo>
                  <a:pt x="0" y="3622"/>
                </a:lnTo>
                <a:lnTo>
                  <a:pt x="603" y="4225"/>
                </a:lnTo>
                <a:lnTo>
                  <a:pt x="1807" y="5732"/>
                </a:lnTo>
                <a:lnTo>
                  <a:pt x="15655" y="20838"/>
                </a:lnTo>
                <a:lnTo>
                  <a:pt x="28174" y="41713"/>
                </a:lnTo>
                <a:lnTo>
                  <a:pt x="37242" y="69717"/>
                </a:lnTo>
                <a:lnTo>
                  <a:pt x="40736" y="106206"/>
                </a:lnTo>
                <a:lnTo>
                  <a:pt x="38209" y="137581"/>
                </a:lnTo>
                <a:lnTo>
                  <a:pt x="30930" y="164627"/>
                </a:lnTo>
                <a:lnTo>
                  <a:pt x="19351" y="187204"/>
                </a:lnTo>
                <a:lnTo>
                  <a:pt x="3924" y="205171"/>
                </a:lnTo>
                <a:lnTo>
                  <a:pt x="0" y="209094"/>
                </a:lnTo>
                <a:lnTo>
                  <a:pt x="0" y="211206"/>
                </a:lnTo>
                <a:lnTo>
                  <a:pt x="603" y="212714"/>
                </a:lnTo>
                <a:lnTo>
                  <a:pt x="2719" y="212714"/>
                </a:lnTo>
                <a:lnTo>
                  <a:pt x="39524" y="171982"/>
                </a:lnTo>
                <a:lnTo>
                  <a:pt x="54082" y="124715"/>
                </a:lnTo>
                <a:lnTo>
                  <a:pt x="55219" y="106508"/>
                </a:lnTo>
                <a:lnTo>
                  <a:pt x="53149" y="81338"/>
                </a:lnTo>
                <a:lnTo>
                  <a:pt x="45450" y="53141"/>
                </a:lnTo>
                <a:lnTo>
                  <a:pt x="29887" y="25001"/>
                </a:lnTo>
                <a:lnTo>
                  <a:pt x="4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141637" y="5002286"/>
            <a:ext cx="104139" cy="96520"/>
          </a:xfrm>
          <a:custGeom>
            <a:avLst/>
            <a:gdLst/>
            <a:ahLst/>
            <a:cxnLst/>
            <a:rect l="l" t="t" r="r" b="b"/>
            <a:pathLst>
              <a:path w="104139" h="96520">
                <a:moveTo>
                  <a:pt x="46027" y="6035"/>
                </a:moveTo>
                <a:lnTo>
                  <a:pt x="33793" y="6035"/>
                </a:lnTo>
                <a:lnTo>
                  <a:pt x="35600" y="8449"/>
                </a:lnTo>
                <a:lnTo>
                  <a:pt x="35600" y="18404"/>
                </a:lnTo>
                <a:lnTo>
                  <a:pt x="33793" y="22931"/>
                </a:lnTo>
                <a:lnTo>
                  <a:pt x="31676" y="27759"/>
                </a:lnTo>
                <a:lnTo>
                  <a:pt x="26010" y="43245"/>
                </a:lnTo>
                <a:lnTo>
                  <a:pt x="22550" y="54084"/>
                </a:lnTo>
                <a:lnTo>
                  <a:pt x="20732" y="62042"/>
                </a:lnTo>
                <a:lnTo>
                  <a:pt x="20214" y="68190"/>
                </a:lnTo>
                <a:lnTo>
                  <a:pt x="23061" y="81484"/>
                </a:lnTo>
                <a:lnTo>
                  <a:pt x="30547" y="90139"/>
                </a:lnTo>
                <a:lnTo>
                  <a:pt x="41088" y="94835"/>
                </a:lnTo>
                <a:lnTo>
                  <a:pt x="53102" y="96249"/>
                </a:lnTo>
                <a:lnTo>
                  <a:pt x="67047" y="90215"/>
                </a:lnTo>
                <a:lnTo>
                  <a:pt x="53705" y="90215"/>
                </a:lnTo>
                <a:lnTo>
                  <a:pt x="43761" y="87754"/>
                </a:lnTo>
                <a:lnTo>
                  <a:pt x="38654" y="82068"/>
                </a:lnTo>
                <a:lnTo>
                  <a:pt x="36773" y="75704"/>
                </a:lnTo>
                <a:lnTo>
                  <a:pt x="36504" y="71207"/>
                </a:lnTo>
                <a:lnTo>
                  <a:pt x="37240" y="63433"/>
                </a:lnTo>
                <a:lnTo>
                  <a:pt x="39447" y="54272"/>
                </a:lnTo>
                <a:lnTo>
                  <a:pt x="43193" y="43071"/>
                </a:lnTo>
                <a:lnTo>
                  <a:pt x="48276" y="29870"/>
                </a:lnTo>
                <a:lnTo>
                  <a:pt x="49781" y="25345"/>
                </a:lnTo>
                <a:lnTo>
                  <a:pt x="51288" y="22026"/>
                </a:lnTo>
                <a:lnTo>
                  <a:pt x="51288" y="18404"/>
                </a:lnTo>
                <a:lnTo>
                  <a:pt x="49657" y="10819"/>
                </a:lnTo>
                <a:lnTo>
                  <a:pt x="46027" y="6035"/>
                </a:lnTo>
                <a:close/>
              </a:path>
              <a:path w="104139" h="96520">
                <a:moveTo>
                  <a:pt x="103789" y="0"/>
                </a:moveTo>
                <a:lnTo>
                  <a:pt x="87499" y="0"/>
                </a:lnTo>
                <a:lnTo>
                  <a:pt x="81767" y="5732"/>
                </a:lnTo>
                <a:lnTo>
                  <a:pt x="81767" y="14785"/>
                </a:lnTo>
                <a:lnTo>
                  <a:pt x="83875" y="16595"/>
                </a:lnTo>
                <a:lnTo>
                  <a:pt x="85382" y="17801"/>
                </a:lnTo>
                <a:lnTo>
                  <a:pt x="89005" y="20819"/>
                </a:lnTo>
                <a:lnTo>
                  <a:pt x="93110" y="26095"/>
                </a:lnTo>
                <a:lnTo>
                  <a:pt x="93105" y="35603"/>
                </a:lnTo>
                <a:lnTo>
                  <a:pt x="90618" y="47573"/>
                </a:lnTo>
                <a:lnTo>
                  <a:pt x="82972" y="66115"/>
                </a:lnTo>
                <a:lnTo>
                  <a:pt x="70573" y="82903"/>
                </a:lnTo>
                <a:lnTo>
                  <a:pt x="53705" y="90215"/>
                </a:lnTo>
                <a:lnTo>
                  <a:pt x="67047" y="90215"/>
                </a:lnTo>
                <a:lnTo>
                  <a:pt x="76168" y="86269"/>
                </a:lnTo>
                <a:lnTo>
                  <a:pt x="91909" y="63022"/>
                </a:lnTo>
                <a:lnTo>
                  <a:pt x="100918" y="36551"/>
                </a:lnTo>
                <a:lnTo>
                  <a:pt x="103789" y="16897"/>
                </a:lnTo>
                <a:lnTo>
                  <a:pt x="103789" y="0"/>
                </a:lnTo>
                <a:close/>
              </a:path>
              <a:path w="104139" h="96520">
                <a:moveTo>
                  <a:pt x="31074" y="0"/>
                </a:moveTo>
                <a:lnTo>
                  <a:pt x="17183" y="4625"/>
                </a:lnTo>
                <a:lnTo>
                  <a:pt x="7505" y="15049"/>
                </a:lnTo>
                <a:lnTo>
                  <a:pt x="1843" y="26095"/>
                </a:lnTo>
                <a:lnTo>
                  <a:pt x="0" y="32586"/>
                </a:lnTo>
                <a:lnTo>
                  <a:pt x="0" y="35603"/>
                </a:lnTo>
                <a:lnTo>
                  <a:pt x="6635" y="35603"/>
                </a:lnTo>
                <a:lnTo>
                  <a:pt x="7538" y="31982"/>
                </a:lnTo>
                <a:lnTo>
                  <a:pt x="12054" y="20545"/>
                </a:lnTo>
                <a:lnTo>
                  <a:pt x="17646" y="12446"/>
                </a:lnTo>
                <a:lnTo>
                  <a:pt x="23917" y="7628"/>
                </a:lnTo>
                <a:lnTo>
                  <a:pt x="30472" y="6035"/>
                </a:lnTo>
                <a:lnTo>
                  <a:pt x="46027" y="6035"/>
                </a:lnTo>
                <a:lnTo>
                  <a:pt x="45254" y="5016"/>
                </a:lnTo>
                <a:lnTo>
                  <a:pt x="38814" y="1305"/>
                </a:lnTo>
                <a:lnTo>
                  <a:pt x="31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795165" y="4578668"/>
            <a:ext cx="150495" cy="731520"/>
          </a:xfrm>
          <a:custGeom>
            <a:avLst/>
            <a:gdLst/>
            <a:ahLst/>
            <a:cxnLst/>
            <a:rect l="l" t="t" r="r" b="b"/>
            <a:pathLst>
              <a:path w="150495" h="731520">
                <a:moveTo>
                  <a:pt x="11160" y="0"/>
                </a:moveTo>
                <a:lnTo>
                  <a:pt x="0" y="0"/>
                </a:lnTo>
                <a:lnTo>
                  <a:pt x="0" y="4526"/>
                </a:lnTo>
                <a:lnTo>
                  <a:pt x="1807" y="6333"/>
                </a:lnTo>
                <a:lnTo>
                  <a:pt x="11437" y="16335"/>
                </a:lnTo>
                <a:lnTo>
                  <a:pt x="38046" y="48216"/>
                </a:lnTo>
                <a:lnTo>
                  <a:pt x="75476" y="111550"/>
                </a:lnTo>
                <a:lnTo>
                  <a:pt x="93500" y="155890"/>
                </a:lnTo>
                <a:lnTo>
                  <a:pt x="107299" y="203549"/>
                </a:lnTo>
                <a:lnTo>
                  <a:pt x="117001" y="254452"/>
                </a:lnTo>
                <a:lnTo>
                  <a:pt x="122730" y="308523"/>
                </a:lnTo>
                <a:lnTo>
                  <a:pt x="124612" y="365687"/>
                </a:lnTo>
                <a:lnTo>
                  <a:pt x="123553" y="408400"/>
                </a:lnTo>
                <a:lnTo>
                  <a:pt x="119861" y="454047"/>
                </a:lnTo>
                <a:lnTo>
                  <a:pt x="112767" y="501537"/>
                </a:lnTo>
                <a:lnTo>
                  <a:pt x="101499" y="549782"/>
                </a:lnTo>
                <a:lnTo>
                  <a:pt x="85287" y="597692"/>
                </a:lnTo>
                <a:lnTo>
                  <a:pt x="63360" y="644177"/>
                </a:lnTo>
                <a:lnTo>
                  <a:pt x="27984" y="696224"/>
                </a:lnTo>
                <a:lnTo>
                  <a:pt x="1205" y="725642"/>
                </a:lnTo>
                <a:lnTo>
                  <a:pt x="0" y="727452"/>
                </a:lnTo>
                <a:lnTo>
                  <a:pt x="0" y="731375"/>
                </a:lnTo>
                <a:lnTo>
                  <a:pt x="11160" y="731375"/>
                </a:lnTo>
                <a:lnTo>
                  <a:pt x="50822" y="689834"/>
                </a:lnTo>
                <a:lnTo>
                  <a:pt x="79817" y="649164"/>
                </a:lnTo>
                <a:lnTo>
                  <a:pt x="103119" y="605510"/>
                </a:lnTo>
                <a:lnTo>
                  <a:pt x="121177" y="559543"/>
                </a:lnTo>
                <a:lnTo>
                  <a:pt x="134441" y="511936"/>
                </a:lnTo>
                <a:lnTo>
                  <a:pt x="143359" y="463360"/>
                </a:lnTo>
                <a:lnTo>
                  <a:pt x="148381" y="414486"/>
                </a:lnTo>
                <a:lnTo>
                  <a:pt x="149955" y="365988"/>
                </a:lnTo>
                <a:lnTo>
                  <a:pt x="148208" y="314686"/>
                </a:lnTo>
                <a:lnTo>
                  <a:pt x="142702" y="263806"/>
                </a:lnTo>
                <a:lnTo>
                  <a:pt x="133043" y="213881"/>
                </a:lnTo>
                <a:lnTo>
                  <a:pt x="118834" y="165444"/>
                </a:lnTo>
                <a:lnTo>
                  <a:pt x="99680" y="119029"/>
                </a:lnTo>
                <a:lnTo>
                  <a:pt x="75185" y="75168"/>
                </a:lnTo>
                <a:lnTo>
                  <a:pt x="44954" y="34394"/>
                </a:lnTo>
                <a:lnTo>
                  <a:pt x="14782" y="3923"/>
                </a:lnTo>
                <a:lnTo>
                  <a:pt x="11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364214" y="4810089"/>
            <a:ext cx="138430" cy="215265"/>
          </a:xfrm>
          <a:custGeom>
            <a:avLst/>
            <a:gdLst/>
            <a:ahLst/>
            <a:cxnLst/>
            <a:rect l="l" t="t" r="r" b="b"/>
            <a:pathLst>
              <a:path w="138429" h="215264">
                <a:moveTo>
                  <a:pt x="70907" y="0"/>
                </a:moveTo>
                <a:lnTo>
                  <a:pt x="66983" y="0"/>
                </a:lnTo>
                <a:lnTo>
                  <a:pt x="59226" y="386"/>
                </a:lnTo>
                <a:lnTo>
                  <a:pt x="29568" y="3017"/>
                </a:lnTo>
                <a:lnTo>
                  <a:pt x="27151" y="3319"/>
                </a:lnTo>
                <a:lnTo>
                  <a:pt x="23836" y="3620"/>
                </a:lnTo>
                <a:lnTo>
                  <a:pt x="23836" y="12672"/>
                </a:lnTo>
                <a:lnTo>
                  <a:pt x="45857" y="12672"/>
                </a:lnTo>
                <a:lnTo>
                  <a:pt x="46460" y="14785"/>
                </a:lnTo>
                <a:lnTo>
                  <a:pt x="46460" y="17801"/>
                </a:lnTo>
                <a:lnTo>
                  <a:pt x="45557" y="24137"/>
                </a:lnTo>
                <a:lnTo>
                  <a:pt x="1205" y="199740"/>
                </a:lnTo>
                <a:lnTo>
                  <a:pt x="0" y="203964"/>
                </a:lnTo>
                <a:lnTo>
                  <a:pt x="0" y="213318"/>
                </a:lnTo>
                <a:lnTo>
                  <a:pt x="6032" y="214826"/>
                </a:lnTo>
                <a:lnTo>
                  <a:pt x="12976" y="214826"/>
                </a:lnTo>
                <a:lnTo>
                  <a:pt x="27718" y="176809"/>
                </a:lnTo>
                <a:lnTo>
                  <a:pt x="33140" y="155028"/>
                </a:lnTo>
                <a:lnTo>
                  <a:pt x="36504" y="141809"/>
                </a:lnTo>
                <a:lnTo>
                  <a:pt x="71879" y="141809"/>
                </a:lnTo>
                <a:lnTo>
                  <a:pt x="65040" y="138811"/>
                </a:lnTo>
                <a:lnTo>
                  <a:pt x="47071" y="135171"/>
                </a:lnTo>
                <a:lnTo>
                  <a:pt x="51970" y="131852"/>
                </a:lnTo>
                <a:lnTo>
                  <a:pt x="39222" y="131852"/>
                </a:lnTo>
                <a:lnTo>
                  <a:pt x="70833" y="3620"/>
                </a:lnTo>
                <a:lnTo>
                  <a:pt x="70907" y="0"/>
                </a:lnTo>
                <a:close/>
              </a:path>
              <a:path w="138429" h="215264">
                <a:moveTo>
                  <a:pt x="71879" y="141809"/>
                </a:moveTo>
                <a:lnTo>
                  <a:pt x="36504" y="141809"/>
                </a:lnTo>
                <a:lnTo>
                  <a:pt x="46352" y="143398"/>
                </a:lnTo>
                <a:lnTo>
                  <a:pt x="58007" y="147504"/>
                </a:lnTo>
                <a:lnTo>
                  <a:pt x="67737" y="155174"/>
                </a:lnTo>
                <a:lnTo>
                  <a:pt x="71710" y="167153"/>
                </a:lnTo>
                <a:lnTo>
                  <a:pt x="71810" y="171076"/>
                </a:lnTo>
                <a:lnTo>
                  <a:pt x="70907" y="174094"/>
                </a:lnTo>
                <a:lnTo>
                  <a:pt x="69695" y="181335"/>
                </a:lnTo>
                <a:lnTo>
                  <a:pt x="69695" y="184654"/>
                </a:lnTo>
                <a:lnTo>
                  <a:pt x="71831" y="197006"/>
                </a:lnTo>
                <a:lnTo>
                  <a:pt x="77729" y="206529"/>
                </a:lnTo>
                <a:lnTo>
                  <a:pt x="86626" y="212658"/>
                </a:lnTo>
                <a:lnTo>
                  <a:pt x="97755" y="214826"/>
                </a:lnTo>
                <a:lnTo>
                  <a:pt x="104366" y="213893"/>
                </a:lnTo>
                <a:lnTo>
                  <a:pt x="110580" y="210979"/>
                </a:lnTo>
                <a:lnTo>
                  <a:pt x="113756" y="208188"/>
                </a:lnTo>
                <a:lnTo>
                  <a:pt x="92326" y="208188"/>
                </a:lnTo>
                <a:lnTo>
                  <a:pt x="88402" y="204868"/>
                </a:lnTo>
                <a:lnTo>
                  <a:pt x="88466" y="188208"/>
                </a:lnTo>
                <a:lnTo>
                  <a:pt x="89607" y="181636"/>
                </a:lnTo>
                <a:lnTo>
                  <a:pt x="90820" y="176809"/>
                </a:lnTo>
                <a:lnTo>
                  <a:pt x="92024" y="171679"/>
                </a:lnTo>
                <a:lnTo>
                  <a:pt x="92024" y="167153"/>
                </a:lnTo>
                <a:lnTo>
                  <a:pt x="88648" y="154349"/>
                </a:lnTo>
                <a:lnTo>
                  <a:pt x="79277" y="145053"/>
                </a:lnTo>
                <a:lnTo>
                  <a:pt x="71879" y="141809"/>
                </a:lnTo>
                <a:close/>
              </a:path>
              <a:path w="138429" h="215264">
                <a:moveTo>
                  <a:pt x="132754" y="164740"/>
                </a:moveTo>
                <a:lnTo>
                  <a:pt x="125817" y="164740"/>
                </a:lnTo>
                <a:lnTo>
                  <a:pt x="125516" y="165947"/>
                </a:lnTo>
                <a:lnTo>
                  <a:pt x="124613" y="170473"/>
                </a:lnTo>
                <a:lnTo>
                  <a:pt x="119829" y="185658"/>
                </a:lnTo>
                <a:lnTo>
                  <a:pt x="114199" y="197590"/>
                </a:lnTo>
                <a:lnTo>
                  <a:pt x="107213" y="205392"/>
                </a:lnTo>
                <a:lnTo>
                  <a:pt x="98358" y="208188"/>
                </a:lnTo>
                <a:lnTo>
                  <a:pt x="113756" y="208188"/>
                </a:lnTo>
                <a:lnTo>
                  <a:pt x="132113" y="170953"/>
                </a:lnTo>
                <a:lnTo>
                  <a:pt x="132754" y="167756"/>
                </a:lnTo>
                <a:lnTo>
                  <a:pt x="132754" y="164740"/>
                </a:lnTo>
                <a:close/>
              </a:path>
              <a:path w="138429" h="215264">
                <a:moveTo>
                  <a:pt x="117368" y="76638"/>
                </a:moveTo>
                <a:lnTo>
                  <a:pt x="73016" y="103491"/>
                </a:lnTo>
                <a:lnTo>
                  <a:pt x="64892" y="112250"/>
                </a:lnTo>
                <a:lnTo>
                  <a:pt x="56458" y="120387"/>
                </a:lnTo>
                <a:lnTo>
                  <a:pt x="47853" y="127167"/>
                </a:lnTo>
                <a:lnTo>
                  <a:pt x="39222" y="131852"/>
                </a:lnTo>
                <a:lnTo>
                  <a:pt x="51970" y="131852"/>
                </a:lnTo>
                <a:lnTo>
                  <a:pt x="84136" y="101398"/>
                </a:lnTo>
                <a:lnTo>
                  <a:pt x="94928" y="92101"/>
                </a:lnTo>
                <a:lnTo>
                  <a:pt x="105775" y="85859"/>
                </a:lnTo>
                <a:lnTo>
                  <a:pt x="116765" y="83577"/>
                </a:lnTo>
                <a:lnTo>
                  <a:pt x="133407" y="83577"/>
                </a:lnTo>
                <a:lnTo>
                  <a:pt x="132981" y="82898"/>
                </a:lnTo>
                <a:lnTo>
                  <a:pt x="126476" y="78382"/>
                </a:lnTo>
                <a:lnTo>
                  <a:pt x="117368" y="76638"/>
                </a:lnTo>
                <a:close/>
              </a:path>
              <a:path w="138429" h="215264">
                <a:moveTo>
                  <a:pt x="133407" y="83577"/>
                </a:moveTo>
                <a:lnTo>
                  <a:pt x="118873" y="83577"/>
                </a:lnTo>
                <a:lnTo>
                  <a:pt x="119484" y="83879"/>
                </a:lnTo>
                <a:lnTo>
                  <a:pt x="123099" y="84482"/>
                </a:lnTo>
                <a:lnTo>
                  <a:pt x="123400" y="84482"/>
                </a:lnTo>
                <a:lnTo>
                  <a:pt x="125817" y="86292"/>
                </a:lnTo>
                <a:lnTo>
                  <a:pt x="126721" y="86593"/>
                </a:lnTo>
                <a:lnTo>
                  <a:pt x="126721" y="86895"/>
                </a:lnTo>
                <a:lnTo>
                  <a:pt x="127323" y="87499"/>
                </a:lnTo>
                <a:lnTo>
                  <a:pt x="112539" y="88404"/>
                </a:lnTo>
                <a:lnTo>
                  <a:pt x="109829" y="100171"/>
                </a:lnTo>
                <a:lnTo>
                  <a:pt x="109829" y="108620"/>
                </a:lnTo>
                <a:lnTo>
                  <a:pt x="113143" y="114654"/>
                </a:lnTo>
                <a:lnTo>
                  <a:pt x="129439" y="114654"/>
                </a:lnTo>
                <a:lnTo>
                  <a:pt x="138184" y="107715"/>
                </a:lnTo>
                <a:lnTo>
                  <a:pt x="138184" y="95948"/>
                </a:lnTo>
                <a:lnTo>
                  <a:pt x="136884" y="89112"/>
                </a:lnTo>
                <a:lnTo>
                  <a:pt x="133407" y="835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617356" y="4915842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6" y="0"/>
                </a:lnTo>
              </a:path>
            </a:pathLst>
          </a:custGeom>
          <a:ln w="123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617356" y="4974981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2756" y="0"/>
                </a:lnTo>
              </a:path>
            </a:pathLst>
          </a:custGeom>
          <a:ln w="123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949252" y="4818537"/>
            <a:ext cx="100965" cy="203200"/>
          </a:xfrm>
          <a:custGeom>
            <a:avLst/>
            <a:gdLst/>
            <a:ahLst/>
            <a:cxnLst/>
            <a:rect l="l" t="t" r="r" b="b"/>
            <a:pathLst>
              <a:path w="100965" h="203200">
                <a:moveTo>
                  <a:pt x="100474" y="193706"/>
                </a:moveTo>
                <a:lnTo>
                  <a:pt x="1807" y="193706"/>
                </a:lnTo>
                <a:lnTo>
                  <a:pt x="1807" y="203059"/>
                </a:lnTo>
                <a:lnTo>
                  <a:pt x="12253" y="202535"/>
                </a:lnTo>
                <a:lnTo>
                  <a:pt x="25836" y="202266"/>
                </a:lnTo>
                <a:lnTo>
                  <a:pt x="100474" y="202153"/>
                </a:lnTo>
                <a:lnTo>
                  <a:pt x="100474" y="193706"/>
                </a:lnTo>
                <a:close/>
              </a:path>
              <a:path w="100965" h="203200">
                <a:moveTo>
                  <a:pt x="100474" y="202153"/>
                </a:moveTo>
                <a:lnTo>
                  <a:pt x="50994" y="202153"/>
                </a:lnTo>
                <a:lnTo>
                  <a:pt x="76412" y="202266"/>
                </a:lnTo>
                <a:lnTo>
                  <a:pt x="90027" y="202535"/>
                </a:lnTo>
                <a:lnTo>
                  <a:pt x="100474" y="203059"/>
                </a:lnTo>
                <a:lnTo>
                  <a:pt x="100474" y="202153"/>
                </a:lnTo>
                <a:close/>
              </a:path>
              <a:path w="100965" h="203200">
                <a:moveTo>
                  <a:pt x="62457" y="21121"/>
                </a:moveTo>
                <a:lnTo>
                  <a:pt x="39825" y="21121"/>
                </a:lnTo>
                <a:lnTo>
                  <a:pt x="39825" y="178921"/>
                </a:lnTo>
                <a:lnTo>
                  <a:pt x="39255" y="185814"/>
                </a:lnTo>
                <a:lnTo>
                  <a:pt x="35941" y="190387"/>
                </a:lnTo>
                <a:lnTo>
                  <a:pt x="27478" y="192924"/>
                </a:lnTo>
                <a:lnTo>
                  <a:pt x="11461" y="193706"/>
                </a:lnTo>
                <a:lnTo>
                  <a:pt x="90818" y="193706"/>
                </a:lnTo>
                <a:lnTo>
                  <a:pt x="74803" y="192966"/>
                </a:lnTo>
                <a:lnTo>
                  <a:pt x="66341" y="190500"/>
                </a:lnTo>
                <a:lnTo>
                  <a:pt x="63027" y="185941"/>
                </a:lnTo>
                <a:lnTo>
                  <a:pt x="62457" y="178921"/>
                </a:lnTo>
                <a:lnTo>
                  <a:pt x="62457" y="21121"/>
                </a:lnTo>
                <a:close/>
              </a:path>
              <a:path w="100965" h="203200">
                <a:moveTo>
                  <a:pt x="62457" y="0"/>
                </a:moveTo>
                <a:lnTo>
                  <a:pt x="55520" y="0"/>
                </a:lnTo>
                <a:lnTo>
                  <a:pt x="40184" y="11338"/>
                </a:lnTo>
                <a:lnTo>
                  <a:pt x="24252" y="17161"/>
                </a:lnTo>
                <a:lnTo>
                  <a:pt x="10075" y="19306"/>
                </a:lnTo>
                <a:lnTo>
                  <a:pt x="0" y="19612"/>
                </a:lnTo>
                <a:lnTo>
                  <a:pt x="0" y="28964"/>
                </a:lnTo>
                <a:lnTo>
                  <a:pt x="6561" y="28842"/>
                </a:lnTo>
                <a:lnTo>
                  <a:pt x="16292" y="27984"/>
                </a:lnTo>
                <a:lnTo>
                  <a:pt x="27832" y="25655"/>
                </a:lnTo>
                <a:lnTo>
                  <a:pt x="39825" y="21121"/>
                </a:lnTo>
                <a:lnTo>
                  <a:pt x="62457" y="21121"/>
                </a:lnTo>
                <a:lnTo>
                  <a:pt x="624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101323" y="4989313"/>
            <a:ext cx="35560" cy="91440"/>
          </a:xfrm>
          <a:custGeom>
            <a:avLst/>
            <a:gdLst/>
            <a:ahLst/>
            <a:cxnLst/>
            <a:rect l="l" t="t" r="r" b="b"/>
            <a:pathLst>
              <a:path w="35559" h="91439">
                <a:moveTo>
                  <a:pt x="35143" y="27456"/>
                </a:moveTo>
                <a:lnTo>
                  <a:pt x="28657" y="27456"/>
                </a:lnTo>
                <a:lnTo>
                  <a:pt x="28964" y="27758"/>
                </a:lnTo>
                <a:lnTo>
                  <a:pt x="28930" y="32283"/>
                </a:lnTo>
                <a:lnTo>
                  <a:pt x="15595" y="73860"/>
                </a:lnTo>
                <a:lnTo>
                  <a:pt x="4828" y="86292"/>
                </a:lnTo>
                <a:lnTo>
                  <a:pt x="4828" y="89912"/>
                </a:lnTo>
                <a:lnTo>
                  <a:pt x="6334" y="91119"/>
                </a:lnTo>
                <a:lnTo>
                  <a:pt x="7840" y="91119"/>
                </a:lnTo>
                <a:lnTo>
                  <a:pt x="13579" y="86886"/>
                </a:lnTo>
                <a:lnTo>
                  <a:pt x="22966" y="74902"/>
                </a:lnTo>
                <a:lnTo>
                  <a:pt x="31730" y="56242"/>
                </a:lnTo>
                <a:lnTo>
                  <a:pt x="35552" y="32283"/>
                </a:lnTo>
                <a:lnTo>
                  <a:pt x="35509" y="31076"/>
                </a:lnTo>
                <a:lnTo>
                  <a:pt x="35143" y="27456"/>
                </a:lnTo>
                <a:close/>
              </a:path>
              <a:path w="35559" h="91439">
                <a:moveTo>
                  <a:pt x="15990" y="0"/>
                </a:moveTo>
                <a:lnTo>
                  <a:pt x="6033" y="0"/>
                </a:lnTo>
                <a:lnTo>
                  <a:pt x="0" y="7542"/>
                </a:lnTo>
                <a:lnTo>
                  <a:pt x="0" y="24438"/>
                </a:lnTo>
                <a:lnTo>
                  <a:pt x="6033" y="32283"/>
                </a:lnTo>
                <a:lnTo>
                  <a:pt x="19612" y="32283"/>
                </a:lnTo>
                <a:lnTo>
                  <a:pt x="23529" y="31076"/>
                </a:lnTo>
                <a:lnTo>
                  <a:pt x="26850" y="28361"/>
                </a:lnTo>
                <a:lnTo>
                  <a:pt x="27753" y="27758"/>
                </a:lnTo>
                <a:lnTo>
                  <a:pt x="28054" y="27456"/>
                </a:lnTo>
                <a:lnTo>
                  <a:pt x="35143" y="27456"/>
                </a:lnTo>
                <a:lnTo>
                  <a:pt x="34233" y="18456"/>
                </a:lnTo>
                <a:lnTo>
                  <a:pt x="30319" y="8410"/>
                </a:lnTo>
                <a:lnTo>
                  <a:pt x="24144" y="2154"/>
                </a:lnTo>
                <a:lnTo>
                  <a:pt x="159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8236186" y="498931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24748" y="0"/>
                </a:moveTo>
                <a:lnTo>
                  <a:pt x="7245" y="0"/>
                </a:lnTo>
                <a:lnTo>
                  <a:pt x="0" y="7240"/>
                </a:lnTo>
                <a:lnTo>
                  <a:pt x="0" y="25041"/>
                </a:lnTo>
                <a:lnTo>
                  <a:pt x="7245" y="32283"/>
                </a:lnTo>
                <a:lnTo>
                  <a:pt x="24748" y="32283"/>
                </a:lnTo>
                <a:lnTo>
                  <a:pt x="32287" y="25041"/>
                </a:lnTo>
                <a:lnTo>
                  <a:pt x="32287" y="7240"/>
                </a:lnTo>
                <a:lnTo>
                  <a:pt x="24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8371953" y="498931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25026" y="0"/>
                </a:moveTo>
                <a:lnTo>
                  <a:pt x="7260" y="0"/>
                </a:lnTo>
                <a:lnTo>
                  <a:pt x="0" y="7240"/>
                </a:lnTo>
                <a:lnTo>
                  <a:pt x="0" y="25041"/>
                </a:lnTo>
                <a:lnTo>
                  <a:pt x="7260" y="32283"/>
                </a:lnTo>
                <a:lnTo>
                  <a:pt x="25026" y="32283"/>
                </a:lnTo>
                <a:lnTo>
                  <a:pt x="32287" y="25041"/>
                </a:lnTo>
                <a:lnTo>
                  <a:pt x="32287" y="7240"/>
                </a:lnTo>
                <a:lnTo>
                  <a:pt x="25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8506815" y="498931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25026" y="0"/>
                </a:moveTo>
                <a:lnTo>
                  <a:pt x="7260" y="0"/>
                </a:lnTo>
                <a:lnTo>
                  <a:pt x="0" y="7240"/>
                </a:lnTo>
                <a:lnTo>
                  <a:pt x="0" y="25041"/>
                </a:lnTo>
                <a:lnTo>
                  <a:pt x="7260" y="32283"/>
                </a:lnTo>
                <a:lnTo>
                  <a:pt x="25026" y="32283"/>
                </a:lnTo>
                <a:lnTo>
                  <a:pt x="32287" y="25041"/>
                </a:lnTo>
                <a:lnTo>
                  <a:pt x="32287" y="7240"/>
                </a:lnTo>
                <a:lnTo>
                  <a:pt x="25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8642915" y="4989313"/>
            <a:ext cx="35560" cy="91440"/>
          </a:xfrm>
          <a:custGeom>
            <a:avLst/>
            <a:gdLst/>
            <a:ahLst/>
            <a:cxnLst/>
            <a:rect l="l" t="t" r="r" b="b"/>
            <a:pathLst>
              <a:path w="35559" h="91439">
                <a:moveTo>
                  <a:pt x="35148" y="27456"/>
                </a:moveTo>
                <a:lnTo>
                  <a:pt x="28655" y="27456"/>
                </a:lnTo>
                <a:lnTo>
                  <a:pt x="28964" y="27758"/>
                </a:lnTo>
                <a:lnTo>
                  <a:pt x="28929" y="32283"/>
                </a:lnTo>
                <a:lnTo>
                  <a:pt x="15571" y="73860"/>
                </a:lnTo>
                <a:lnTo>
                  <a:pt x="4787" y="86292"/>
                </a:lnTo>
                <a:lnTo>
                  <a:pt x="4787" y="89912"/>
                </a:lnTo>
                <a:lnTo>
                  <a:pt x="6332" y="91119"/>
                </a:lnTo>
                <a:lnTo>
                  <a:pt x="7877" y="91119"/>
                </a:lnTo>
                <a:lnTo>
                  <a:pt x="13611" y="86886"/>
                </a:lnTo>
                <a:lnTo>
                  <a:pt x="22987" y="74902"/>
                </a:lnTo>
                <a:lnTo>
                  <a:pt x="31741" y="56242"/>
                </a:lnTo>
                <a:lnTo>
                  <a:pt x="35558" y="32283"/>
                </a:lnTo>
                <a:lnTo>
                  <a:pt x="35515" y="31076"/>
                </a:lnTo>
                <a:lnTo>
                  <a:pt x="35148" y="27456"/>
                </a:lnTo>
                <a:close/>
              </a:path>
              <a:path w="35559" h="91439">
                <a:moveTo>
                  <a:pt x="15988" y="0"/>
                </a:moveTo>
                <a:lnTo>
                  <a:pt x="6024" y="0"/>
                </a:lnTo>
                <a:lnTo>
                  <a:pt x="0" y="7542"/>
                </a:lnTo>
                <a:lnTo>
                  <a:pt x="0" y="24438"/>
                </a:lnTo>
                <a:lnTo>
                  <a:pt x="6024" y="32283"/>
                </a:lnTo>
                <a:lnTo>
                  <a:pt x="19618" y="32283"/>
                </a:lnTo>
                <a:lnTo>
                  <a:pt x="23865" y="31076"/>
                </a:lnTo>
                <a:lnTo>
                  <a:pt x="26879" y="28361"/>
                </a:lnTo>
                <a:lnTo>
                  <a:pt x="27727" y="27758"/>
                </a:lnTo>
                <a:lnTo>
                  <a:pt x="28037" y="27456"/>
                </a:lnTo>
                <a:lnTo>
                  <a:pt x="35148" y="27456"/>
                </a:lnTo>
                <a:lnTo>
                  <a:pt x="34236" y="18456"/>
                </a:lnTo>
                <a:lnTo>
                  <a:pt x="30316" y="8410"/>
                </a:lnTo>
                <a:lnTo>
                  <a:pt x="24136" y="2154"/>
                </a:lnTo>
                <a:lnTo>
                  <a:pt x="15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763024" y="4813409"/>
            <a:ext cx="259715" cy="208279"/>
          </a:xfrm>
          <a:custGeom>
            <a:avLst/>
            <a:gdLst/>
            <a:ahLst/>
            <a:cxnLst/>
            <a:rect l="l" t="t" r="r" b="b"/>
            <a:pathLst>
              <a:path w="259715" h="208279">
                <a:moveTo>
                  <a:pt x="88671" y="198835"/>
                </a:moveTo>
                <a:lnTo>
                  <a:pt x="0" y="198835"/>
                </a:lnTo>
                <a:lnTo>
                  <a:pt x="0" y="208187"/>
                </a:lnTo>
                <a:lnTo>
                  <a:pt x="4479" y="208187"/>
                </a:lnTo>
                <a:lnTo>
                  <a:pt x="13049" y="208045"/>
                </a:lnTo>
                <a:lnTo>
                  <a:pt x="34882" y="207423"/>
                </a:lnTo>
                <a:lnTo>
                  <a:pt x="43409" y="207281"/>
                </a:lnTo>
                <a:lnTo>
                  <a:pt x="88671" y="207281"/>
                </a:lnTo>
                <a:lnTo>
                  <a:pt x="88671" y="198835"/>
                </a:lnTo>
                <a:close/>
              </a:path>
              <a:path w="259715" h="208279">
                <a:moveTo>
                  <a:pt x="88671" y="207281"/>
                </a:moveTo>
                <a:lnTo>
                  <a:pt x="49742" y="207281"/>
                </a:lnTo>
                <a:lnTo>
                  <a:pt x="56385" y="207584"/>
                </a:lnTo>
                <a:lnTo>
                  <a:pt x="69670" y="207584"/>
                </a:lnTo>
                <a:lnTo>
                  <a:pt x="76314" y="208187"/>
                </a:lnTo>
                <a:lnTo>
                  <a:pt x="88671" y="208187"/>
                </a:lnTo>
                <a:lnTo>
                  <a:pt x="88671" y="207281"/>
                </a:lnTo>
                <a:close/>
              </a:path>
              <a:path w="259715" h="208279">
                <a:moveTo>
                  <a:pt x="213879" y="198835"/>
                </a:moveTo>
                <a:lnTo>
                  <a:pt x="137256" y="198835"/>
                </a:lnTo>
                <a:lnTo>
                  <a:pt x="137256" y="208187"/>
                </a:lnTo>
                <a:lnTo>
                  <a:pt x="141504" y="208187"/>
                </a:lnTo>
                <a:lnTo>
                  <a:pt x="150686" y="208045"/>
                </a:lnTo>
                <a:lnTo>
                  <a:pt x="169398" y="207423"/>
                </a:lnTo>
                <a:lnTo>
                  <a:pt x="178581" y="207281"/>
                </a:lnTo>
                <a:lnTo>
                  <a:pt x="213879" y="207281"/>
                </a:lnTo>
                <a:lnTo>
                  <a:pt x="213879" y="198835"/>
                </a:lnTo>
                <a:close/>
              </a:path>
              <a:path w="259715" h="208279">
                <a:moveTo>
                  <a:pt x="213879" y="207281"/>
                </a:moveTo>
                <a:lnTo>
                  <a:pt x="178581" y="207281"/>
                </a:lnTo>
                <a:lnTo>
                  <a:pt x="185119" y="207423"/>
                </a:lnTo>
                <a:lnTo>
                  <a:pt x="201934" y="208045"/>
                </a:lnTo>
                <a:lnTo>
                  <a:pt x="208473" y="208187"/>
                </a:lnTo>
                <a:lnTo>
                  <a:pt x="213879" y="208187"/>
                </a:lnTo>
                <a:lnTo>
                  <a:pt x="213879" y="207281"/>
                </a:lnTo>
                <a:close/>
              </a:path>
              <a:path w="259715" h="208279">
                <a:moveTo>
                  <a:pt x="127910" y="9352"/>
                </a:moveTo>
                <a:lnTo>
                  <a:pt x="62410" y="9352"/>
                </a:lnTo>
                <a:lnTo>
                  <a:pt x="67895" y="9654"/>
                </a:lnTo>
                <a:lnTo>
                  <a:pt x="71756" y="9955"/>
                </a:lnTo>
                <a:lnTo>
                  <a:pt x="76622" y="10560"/>
                </a:lnTo>
                <a:lnTo>
                  <a:pt x="78399" y="11465"/>
                </a:lnTo>
                <a:lnTo>
                  <a:pt x="78291" y="16608"/>
                </a:lnTo>
                <a:lnTo>
                  <a:pt x="78091" y="17197"/>
                </a:lnTo>
                <a:lnTo>
                  <a:pt x="77241" y="20817"/>
                </a:lnTo>
                <a:lnTo>
                  <a:pt x="36148" y="184351"/>
                </a:lnTo>
                <a:lnTo>
                  <a:pt x="8418" y="198835"/>
                </a:lnTo>
                <a:lnTo>
                  <a:pt x="60325" y="198835"/>
                </a:lnTo>
                <a:lnTo>
                  <a:pt x="60325" y="190988"/>
                </a:lnTo>
                <a:lnTo>
                  <a:pt x="62101" y="184351"/>
                </a:lnTo>
                <a:lnTo>
                  <a:pt x="63028" y="179825"/>
                </a:lnTo>
                <a:lnTo>
                  <a:pt x="66198" y="167831"/>
                </a:lnTo>
                <a:lnTo>
                  <a:pt x="69323" y="155838"/>
                </a:lnTo>
                <a:lnTo>
                  <a:pt x="72391" y="143845"/>
                </a:lnTo>
                <a:lnTo>
                  <a:pt x="75387" y="131851"/>
                </a:lnTo>
                <a:lnTo>
                  <a:pt x="88927" y="121291"/>
                </a:lnTo>
                <a:lnTo>
                  <a:pt x="78091" y="121291"/>
                </a:lnTo>
                <a:lnTo>
                  <a:pt x="102575" y="23534"/>
                </a:lnTo>
                <a:lnTo>
                  <a:pt x="104578" y="16608"/>
                </a:lnTo>
                <a:lnTo>
                  <a:pt x="108001" y="12256"/>
                </a:lnTo>
                <a:lnTo>
                  <a:pt x="115044" y="9998"/>
                </a:lnTo>
                <a:lnTo>
                  <a:pt x="127910" y="9352"/>
                </a:lnTo>
                <a:close/>
              </a:path>
              <a:path w="259715" h="208279">
                <a:moveTo>
                  <a:pt x="148548" y="96550"/>
                </a:moveTo>
                <a:lnTo>
                  <a:pt x="120650" y="96550"/>
                </a:lnTo>
                <a:lnTo>
                  <a:pt x="155949" y="178619"/>
                </a:lnTo>
                <a:lnTo>
                  <a:pt x="159889" y="186766"/>
                </a:lnTo>
                <a:lnTo>
                  <a:pt x="159889" y="198532"/>
                </a:lnTo>
                <a:lnTo>
                  <a:pt x="146602" y="198835"/>
                </a:lnTo>
                <a:lnTo>
                  <a:pt x="207854" y="198835"/>
                </a:lnTo>
                <a:lnTo>
                  <a:pt x="195496" y="198532"/>
                </a:lnTo>
                <a:lnTo>
                  <a:pt x="191557" y="195515"/>
                </a:lnTo>
                <a:lnTo>
                  <a:pt x="186767" y="184955"/>
                </a:lnTo>
                <a:lnTo>
                  <a:pt x="148548" y="96550"/>
                </a:lnTo>
                <a:close/>
              </a:path>
              <a:path w="259715" h="208279">
                <a:moveTo>
                  <a:pt x="200593" y="0"/>
                </a:moveTo>
                <a:lnTo>
                  <a:pt x="194878" y="0"/>
                </a:lnTo>
                <a:lnTo>
                  <a:pt x="194878" y="8145"/>
                </a:lnTo>
                <a:lnTo>
                  <a:pt x="196423" y="9051"/>
                </a:lnTo>
                <a:lnTo>
                  <a:pt x="198508" y="9352"/>
                </a:lnTo>
                <a:lnTo>
                  <a:pt x="205151" y="9955"/>
                </a:lnTo>
                <a:lnTo>
                  <a:pt x="207854" y="11465"/>
                </a:lnTo>
                <a:lnTo>
                  <a:pt x="207854" y="21421"/>
                </a:lnTo>
                <a:lnTo>
                  <a:pt x="198817" y="28361"/>
                </a:lnTo>
                <a:lnTo>
                  <a:pt x="196963" y="29870"/>
                </a:lnTo>
                <a:lnTo>
                  <a:pt x="78091" y="121291"/>
                </a:lnTo>
                <a:lnTo>
                  <a:pt x="88927" y="121291"/>
                </a:lnTo>
                <a:lnTo>
                  <a:pt x="120650" y="96550"/>
                </a:lnTo>
                <a:lnTo>
                  <a:pt x="148548" y="96550"/>
                </a:lnTo>
                <a:lnTo>
                  <a:pt x="143591" y="85084"/>
                </a:lnTo>
                <a:lnTo>
                  <a:pt x="143281" y="84179"/>
                </a:lnTo>
                <a:lnTo>
                  <a:pt x="142123" y="81766"/>
                </a:lnTo>
                <a:lnTo>
                  <a:pt x="142123" y="80559"/>
                </a:lnTo>
                <a:lnTo>
                  <a:pt x="147529" y="76334"/>
                </a:lnTo>
                <a:lnTo>
                  <a:pt x="150850" y="73619"/>
                </a:lnTo>
                <a:lnTo>
                  <a:pt x="204224" y="32585"/>
                </a:lnTo>
                <a:lnTo>
                  <a:pt x="246347" y="10394"/>
                </a:lnTo>
                <a:lnTo>
                  <a:pt x="259452" y="8749"/>
                </a:lnTo>
                <a:lnTo>
                  <a:pt x="259452" y="2110"/>
                </a:lnTo>
                <a:lnTo>
                  <a:pt x="258922" y="904"/>
                </a:lnTo>
                <a:lnTo>
                  <a:pt x="234425" y="904"/>
                </a:lnTo>
                <a:lnTo>
                  <a:pt x="226076" y="762"/>
                </a:lnTo>
                <a:lnTo>
                  <a:pt x="208943" y="141"/>
                </a:lnTo>
                <a:lnTo>
                  <a:pt x="200593" y="0"/>
                </a:lnTo>
                <a:close/>
              </a:path>
              <a:path w="259715" h="208279">
                <a:moveTo>
                  <a:pt x="55766" y="0"/>
                </a:moveTo>
                <a:lnTo>
                  <a:pt x="49742" y="0"/>
                </a:lnTo>
                <a:lnTo>
                  <a:pt x="49742" y="9352"/>
                </a:lnTo>
                <a:lnTo>
                  <a:pt x="138493" y="9352"/>
                </a:lnTo>
                <a:lnTo>
                  <a:pt x="138493" y="904"/>
                </a:lnTo>
                <a:lnTo>
                  <a:pt x="95006" y="904"/>
                </a:lnTo>
                <a:lnTo>
                  <a:pt x="86430" y="762"/>
                </a:lnTo>
                <a:lnTo>
                  <a:pt x="64385" y="141"/>
                </a:lnTo>
                <a:lnTo>
                  <a:pt x="55766" y="0"/>
                </a:lnTo>
                <a:close/>
              </a:path>
              <a:path w="259715" h="208279">
                <a:moveTo>
                  <a:pt x="136020" y="0"/>
                </a:moveTo>
                <a:lnTo>
                  <a:pt x="134244" y="0"/>
                </a:lnTo>
                <a:lnTo>
                  <a:pt x="125658" y="141"/>
                </a:lnTo>
                <a:lnTo>
                  <a:pt x="103592" y="762"/>
                </a:lnTo>
                <a:lnTo>
                  <a:pt x="95006" y="904"/>
                </a:lnTo>
                <a:lnTo>
                  <a:pt x="138493" y="904"/>
                </a:lnTo>
                <a:lnTo>
                  <a:pt x="138493" y="603"/>
                </a:lnTo>
                <a:lnTo>
                  <a:pt x="136020" y="0"/>
                </a:lnTo>
                <a:close/>
              </a:path>
              <a:path w="259715" h="208279">
                <a:moveTo>
                  <a:pt x="258525" y="0"/>
                </a:moveTo>
                <a:lnTo>
                  <a:pt x="249179" y="0"/>
                </a:lnTo>
                <a:lnTo>
                  <a:pt x="241687" y="904"/>
                </a:lnTo>
                <a:lnTo>
                  <a:pt x="258922" y="904"/>
                </a:lnTo>
                <a:lnTo>
                  <a:pt x="258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074889" y="6590524"/>
            <a:ext cx="230504" cy="103505"/>
          </a:xfrm>
          <a:custGeom>
            <a:avLst/>
            <a:gdLst/>
            <a:ahLst/>
            <a:cxnLst/>
            <a:rect l="l" t="t" r="r" b="b"/>
            <a:pathLst>
              <a:path w="230504" h="103504">
                <a:moveTo>
                  <a:pt x="0" y="0"/>
                </a:moveTo>
                <a:lnTo>
                  <a:pt x="229941" y="0"/>
                </a:lnTo>
                <a:lnTo>
                  <a:pt x="229941" y="103406"/>
                </a:lnTo>
                <a:lnTo>
                  <a:pt x="0" y="1034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322016" y="2958508"/>
            <a:ext cx="2708275" cy="746760"/>
          </a:xfrm>
          <a:custGeom>
            <a:avLst/>
            <a:gdLst/>
            <a:ahLst/>
            <a:cxnLst/>
            <a:rect l="l" t="t" r="r" b="b"/>
            <a:pathLst>
              <a:path w="2708275" h="746760">
                <a:moveTo>
                  <a:pt x="2707690" y="162761"/>
                </a:moveTo>
                <a:lnTo>
                  <a:pt x="0" y="162761"/>
                </a:lnTo>
                <a:lnTo>
                  <a:pt x="0" y="746513"/>
                </a:lnTo>
                <a:lnTo>
                  <a:pt x="2707690" y="746513"/>
                </a:lnTo>
                <a:lnTo>
                  <a:pt x="2707690" y="162761"/>
                </a:lnTo>
                <a:close/>
              </a:path>
              <a:path w="2708275" h="746760">
                <a:moveTo>
                  <a:pt x="1962586" y="0"/>
                </a:moveTo>
                <a:lnTo>
                  <a:pt x="1579486" y="162761"/>
                </a:lnTo>
                <a:lnTo>
                  <a:pt x="2256408" y="162761"/>
                </a:lnTo>
                <a:lnTo>
                  <a:pt x="1962586" y="0"/>
                </a:lnTo>
                <a:close/>
              </a:path>
            </a:pathLst>
          </a:custGeom>
          <a:solidFill>
            <a:srgbClr val="B9C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322016" y="2958508"/>
            <a:ext cx="2708275" cy="746760"/>
          </a:xfrm>
          <a:custGeom>
            <a:avLst/>
            <a:gdLst/>
            <a:ahLst/>
            <a:cxnLst/>
            <a:rect l="l" t="t" r="r" b="b"/>
            <a:pathLst>
              <a:path w="2708275" h="746760">
                <a:moveTo>
                  <a:pt x="0" y="162761"/>
                </a:moveTo>
                <a:lnTo>
                  <a:pt x="1579486" y="162761"/>
                </a:lnTo>
                <a:lnTo>
                  <a:pt x="1962587" y="0"/>
                </a:lnTo>
                <a:lnTo>
                  <a:pt x="2256409" y="162761"/>
                </a:lnTo>
                <a:lnTo>
                  <a:pt x="2707691" y="162761"/>
                </a:lnTo>
                <a:lnTo>
                  <a:pt x="2707691" y="260053"/>
                </a:lnTo>
                <a:lnTo>
                  <a:pt x="2707691" y="405992"/>
                </a:lnTo>
                <a:lnTo>
                  <a:pt x="2707691" y="746513"/>
                </a:lnTo>
                <a:lnTo>
                  <a:pt x="2256409" y="746513"/>
                </a:lnTo>
                <a:lnTo>
                  <a:pt x="1579486" y="746513"/>
                </a:lnTo>
                <a:lnTo>
                  <a:pt x="0" y="746513"/>
                </a:lnTo>
                <a:lnTo>
                  <a:pt x="0" y="405992"/>
                </a:lnTo>
                <a:lnTo>
                  <a:pt x="0" y="260053"/>
                </a:lnTo>
                <a:lnTo>
                  <a:pt x="0" y="16276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6554292" y="3155188"/>
            <a:ext cx="22434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100"/>
              </a:spcBef>
            </a:pPr>
            <a:r>
              <a:rPr dirty="0" sz="1600" spc="0">
                <a:latin typeface="Arial"/>
                <a:cs typeface="Arial"/>
              </a:rPr>
              <a:t>Ability </a:t>
            </a:r>
            <a:r>
              <a:rPr dirty="0" sz="1600" spc="35">
                <a:latin typeface="Arial"/>
                <a:cs typeface="Arial"/>
              </a:rPr>
              <a:t>to </a:t>
            </a:r>
            <a:r>
              <a:rPr dirty="0" sz="1600">
                <a:latin typeface="Arial"/>
                <a:cs typeface="Arial"/>
              </a:rPr>
              <a:t>integrate side  </a:t>
            </a:r>
            <a:r>
              <a:rPr dirty="0" sz="1600" spc="0">
                <a:latin typeface="Arial"/>
                <a:cs typeface="Arial"/>
              </a:rPr>
              <a:t>information </a:t>
            </a:r>
            <a:r>
              <a:rPr dirty="0" sz="1600" spc="15">
                <a:latin typeface="Arial"/>
                <a:cs typeface="Arial"/>
              </a:rPr>
              <a:t>about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0"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105" name="object 10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093" y="326643"/>
            <a:ext cx="866584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0"/>
              <a:t>Heterogeneous </a:t>
            </a:r>
            <a:r>
              <a:rPr dirty="0" sz="5200" spc="-125"/>
              <a:t>Edge</a:t>
            </a:r>
            <a:r>
              <a:rPr dirty="0" sz="5200" spc="25"/>
              <a:t> </a:t>
            </a:r>
            <a:r>
              <a:rPr dirty="0" sz="5200" spc="-70"/>
              <a:t>Decoder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284151" y="6293575"/>
            <a:ext cx="217170" cy="184785"/>
          </a:xfrm>
          <a:custGeom>
            <a:avLst/>
            <a:gdLst/>
            <a:ahLst/>
            <a:cxnLst/>
            <a:rect l="l" t="t" r="r" b="b"/>
            <a:pathLst>
              <a:path w="217170" h="184785">
                <a:moveTo>
                  <a:pt x="143713" y="95382"/>
                </a:moveTo>
                <a:lnTo>
                  <a:pt x="110629" y="95382"/>
                </a:lnTo>
                <a:lnTo>
                  <a:pt x="118785" y="104247"/>
                </a:lnTo>
                <a:lnTo>
                  <a:pt x="123705" y="110707"/>
                </a:lnTo>
                <a:lnTo>
                  <a:pt x="126231" y="117367"/>
                </a:lnTo>
                <a:lnTo>
                  <a:pt x="127162" y="125888"/>
                </a:lnTo>
                <a:lnTo>
                  <a:pt x="127295" y="137932"/>
                </a:lnTo>
                <a:lnTo>
                  <a:pt x="127583" y="150165"/>
                </a:lnTo>
                <a:lnTo>
                  <a:pt x="155218" y="180942"/>
                </a:lnTo>
                <a:lnTo>
                  <a:pt x="184738" y="184383"/>
                </a:lnTo>
                <a:lnTo>
                  <a:pt x="201691" y="180604"/>
                </a:lnTo>
                <a:lnTo>
                  <a:pt x="208163" y="174809"/>
                </a:lnTo>
                <a:lnTo>
                  <a:pt x="187219" y="174809"/>
                </a:lnTo>
                <a:lnTo>
                  <a:pt x="177590" y="171695"/>
                </a:lnTo>
                <a:lnTo>
                  <a:pt x="171884" y="163994"/>
                </a:lnTo>
                <a:lnTo>
                  <a:pt x="168970" y="154166"/>
                </a:lnTo>
                <a:lnTo>
                  <a:pt x="167717" y="144669"/>
                </a:lnTo>
                <a:lnTo>
                  <a:pt x="167008" y="141833"/>
                </a:lnTo>
                <a:lnTo>
                  <a:pt x="152736" y="101588"/>
                </a:lnTo>
                <a:lnTo>
                  <a:pt x="143983" y="95504"/>
                </a:lnTo>
                <a:lnTo>
                  <a:pt x="143713" y="95382"/>
                </a:lnTo>
                <a:close/>
              </a:path>
              <a:path w="217170" h="184785">
                <a:moveTo>
                  <a:pt x="92900" y="168781"/>
                </a:moveTo>
                <a:lnTo>
                  <a:pt x="0" y="168781"/>
                </a:lnTo>
                <a:lnTo>
                  <a:pt x="0" y="181192"/>
                </a:lnTo>
                <a:lnTo>
                  <a:pt x="9601" y="180782"/>
                </a:lnTo>
                <a:lnTo>
                  <a:pt x="22560" y="180571"/>
                </a:lnTo>
                <a:lnTo>
                  <a:pt x="92900" y="180494"/>
                </a:lnTo>
                <a:lnTo>
                  <a:pt x="92900" y="168781"/>
                </a:lnTo>
                <a:close/>
              </a:path>
              <a:path w="217170" h="184785">
                <a:moveTo>
                  <a:pt x="92900" y="180494"/>
                </a:moveTo>
                <a:lnTo>
                  <a:pt x="56999" y="180494"/>
                </a:lnTo>
                <a:lnTo>
                  <a:pt x="70207" y="180571"/>
                </a:lnTo>
                <a:lnTo>
                  <a:pt x="83149" y="180782"/>
                </a:lnTo>
                <a:lnTo>
                  <a:pt x="92900" y="181192"/>
                </a:lnTo>
                <a:lnTo>
                  <a:pt x="92900" y="180494"/>
                </a:lnTo>
                <a:close/>
              </a:path>
              <a:path w="217170" h="184785">
                <a:moveTo>
                  <a:pt x="216650" y="150343"/>
                </a:moveTo>
                <a:lnTo>
                  <a:pt x="204594" y="150343"/>
                </a:lnTo>
                <a:lnTo>
                  <a:pt x="204239" y="153179"/>
                </a:lnTo>
                <a:lnTo>
                  <a:pt x="204239" y="156371"/>
                </a:lnTo>
                <a:lnTo>
                  <a:pt x="202821" y="168781"/>
                </a:lnTo>
                <a:lnTo>
                  <a:pt x="195020" y="174809"/>
                </a:lnTo>
                <a:lnTo>
                  <a:pt x="208163" y="174809"/>
                </a:lnTo>
                <a:lnTo>
                  <a:pt x="211331" y="171972"/>
                </a:lnTo>
                <a:lnTo>
                  <a:pt x="215652" y="162543"/>
                </a:lnTo>
                <a:lnTo>
                  <a:pt x="216650" y="156371"/>
                </a:lnTo>
                <a:lnTo>
                  <a:pt x="216650" y="150343"/>
                </a:lnTo>
                <a:close/>
              </a:path>
              <a:path w="217170" h="184785">
                <a:moveTo>
                  <a:pt x="64534" y="12410"/>
                </a:moveTo>
                <a:lnTo>
                  <a:pt x="28366" y="12410"/>
                </a:lnTo>
                <a:lnTo>
                  <a:pt x="28366" y="168781"/>
                </a:lnTo>
                <a:lnTo>
                  <a:pt x="64534" y="168781"/>
                </a:lnTo>
                <a:lnTo>
                  <a:pt x="64534" y="95382"/>
                </a:lnTo>
                <a:lnTo>
                  <a:pt x="143713" y="95382"/>
                </a:lnTo>
                <a:lnTo>
                  <a:pt x="135096" y="91482"/>
                </a:lnTo>
                <a:lnTo>
                  <a:pt x="149740" y="85808"/>
                </a:lnTo>
                <a:lnTo>
                  <a:pt x="64534" y="85808"/>
                </a:lnTo>
                <a:lnTo>
                  <a:pt x="64534" y="12410"/>
                </a:lnTo>
                <a:close/>
              </a:path>
              <a:path w="217170" h="184785">
                <a:moveTo>
                  <a:pt x="100346" y="0"/>
                </a:moveTo>
                <a:lnTo>
                  <a:pt x="0" y="0"/>
                </a:lnTo>
                <a:lnTo>
                  <a:pt x="0" y="12410"/>
                </a:lnTo>
                <a:lnTo>
                  <a:pt x="95737" y="12410"/>
                </a:lnTo>
                <a:lnTo>
                  <a:pt x="120392" y="15873"/>
                </a:lnTo>
                <a:lnTo>
                  <a:pt x="133146" y="24687"/>
                </a:lnTo>
                <a:lnTo>
                  <a:pt x="137921" y="36494"/>
                </a:lnTo>
                <a:lnTo>
                  <a:pt x="138642" y="48932"/>
                </a:lnTo>
                <a:lnTo>
                  <a:pt x="137960" y="60977"/>
                </a:lnTo>
                <a:lnTo>
                  <a:pt x="133190" y="72955"/>
                </a:lnTo>
                <a:lnTo>
                  <a:pt x="120242" y="82141"/>
                </a:lnTo>
                <a:lnTo>
                  <a:pt x="95028" y="85808"/>
                </a:lnTo>
                <a:lnTo>
                  <a:pt x="149740" y="85808"/>
                </a:lnTo>
                <a:lnTo>
                  <a:pt x="154831" y="83836"/>
                </a:lnTo>
                <a:lnTo>
                  <a:pt x="168515" y="73664"/>
                </a:lnTo>
                <a:lnTo>
                  <a:pt x="176482" y="61763"/>
                </a:lnTo>
                <a:lnTo>
                  <a:pt x="179064" y="48932"/>
                </a:lnTo>
                <a:lnTo>
                  <a:pt x="173745" y="29917"/>
                </a:lnTo>
                <a:lnTo>
                  <a:pt x="158321" y="14360"/>
                </a:lnTo>
                <a:lnTo>
                  <a:pt x="133589" y="3856"/>
                </a:lnTo>
                <a:lnTo>
                  <a:pt x="100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5622" y="6446755"/>
            <a:ext cx="31115" cy="79375"/>
          </a:xfrm>
          <a:custGeom>
            <a:avLst/>
            <a:gdLst/>
            <a:ahLst/>
            <a:cxnLst/>
            <a:rect l="l" t="t" r="r" b="b"/>
            <a:pathLst>
              <a:path w="31115" h="79375">
                <a:moveTo>
                  <a:pt x="30449" y="24111"/>
                </a:moveTo>
                <a:lnTo>
                  <a:pt x="24821" y="24111"/>
                </a:lnTo>
                <a:lnTo>
                  <a:pt x="24821" y="28012"/>
                </a:lnTo>
                <a:lnTo>
                  <a:pt x="23247" y="41913"/>
                </a:lnTo>
                <a:lnTo>
                  <a:pt x="19147" y="54118"/>
                </a:lnTo>
                <a:lnTo>
                  <a:pt x="13452" y="64262"/>
                </a:lnTo>
                <a:lnTo>
                  <a:pt x="7092" y="71980"/>
                </a:lnTo>
                <a:lnTo>
                  <a:pt x="4255" y="75171"/>
                </a:lnTo>
                <a:lnTo>
                  <a:pt x="4255" y="78008"/>
                </a:lnTo>
                <a:lnTo>
                  <a:pt x="5318" y="79072"/>
                </a:lnTo>
                <a:lnTo>
                  <a:pt x="6737" y="79072"/>
                </a:lnTo>
                <a:lnTo>
                  <a:pt x="11701" y="75432"/>
                </a:lnTo>
                <a:lnTo>
                  <a:pt x="19856" y="65110"/>
                </a:lnTo>
                <a:lnTo>
                  <a:pt x="27479" y="49004"/>
                </a:lnTo>
                <a:lnTo>
                  <a:pt x="30848" y="28012"/>
                </a:lnTo>
                <a:lnTo>
                  <a:pt x="30449" y="24111"/>
                </a:lnTo>
                <a:close/>
              </a:path>
              <a:path w="31115" h="79375">
                <a:moveTo>
                  <a:pt x="13828" y="0"/>
                </a:moveTo>
                <a:lnTo>
                  <a:pt x="5318" y="0"/>
                </a:lnTo>
                <a:lnTo>
                  <a:pt x="0" y="6737"/>
                </a:lnTo>
                <a:lnTo>
                  <a:pt x="0" y="21275"/>
                </a:lnTo>
                <a:lnTo>
                  <a:pt x="5318" y="28012"/>
                </a:lnTo>
                <a:lnTo>
                  <a:pt x="17020" y="28012"/>
                </a:lnTo>
                <a:lnTo>
                  <a:pt x="20565" y="26948"/>
                </a:lnTo>
                <a:lnTo>
                  <a:pt x="23048" y="24821"/>
                </a:lnTo>
                <a:lnTo>
                  <a:pt x="24112" y="24111"/>
                </a:lnTo>
                <a:lnTo>
                  <a:pt x="30449" y="24111"/>
                </a:lnTo>
                <a:lnTo>
                  <a:pt x="29635" y="16155"/>
                </a:lnTo>
                <a:lnTo>
                  <a:pt x="26194" y="7357"/>
                </a:lnTo>
                <a:lnTo>
                  <a:pt x="20826" y="1883"/>
                </a:lnTo>
                <a:lnTo>
                  <a:pt x="13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0224" y="6293575"/>
            <a:ext cx="205740" cy="181610"/>
          </a:xfrm>
          <a:custGeom>
            <a:avLst/>
            <a:gdLst/>
            <a:ahLst/>
            <a:cxnLst/>
            <a:rect l="l" t="t" r="r" b="b"/>
            <a:pathLst>
              <a:path w="205740" h="181610">
                <a:moveTo>
                  <a:pt x="113821" y="0"/>
                </a:moveTo>
                <a:lnTo>
                  <a:pt x="0" y="0"/>
                </a:lnTo>
                <a:lnTo>
                  <a:pt x="0" y="12410"/>
                </a:lnTo>
                <a:lnTo>
                  <a:pt x="103183" y="12410"/>
                </a:lnTo>
                <a:lnTo>
                  <a:pt x="116868" y="13474"/>
                </a:lnTo>
                <a:lnTo>
                  <a:pt x="155662" y="35812"/>
                </a:lnTo>
                <a:lnTo>
                  <a:pt x="166532" y="74656"/>
                </a:lnTo>
                <a:lnTo>
                  <a:pt x="167009" y="91837"/>
                </a:lnTo>
                <a:lnTo>
                  <a:pt x="166377" y="110995"/>
                </a:lnTo>
                <a:lnTo>
                  <a:pt x="144022" y="157712"/>
                </a:lnTo>
                <a:lnTo>
                  <a:pt x="103183" y="168781"/>
                </a:lnTo>
                <a:lnTo>
                  <a:pt x="0" y="168781"/>
                </a:lnTo>
                <a:lnTo>
                  <a:pt x="0" y="181192"/>
                </a:lnTo>
                <a:lnTo>
                  <a:pt x="114176" y="181192"/>
                </a:lnTo>
                <a:lnTo>
                  <a:pt x="150460" y="175264"/>
                </a:lnTo>
                <a:lnTo>
                  <a:pt x="179464" y="157967"/>
                </a:lnTo>
                <a:lnTo>
                  <a:pt x="198694" y="130032"/>
                </a:lnTo>
                <a:lnTo>
                  <a:pt x="205658" y="92191"/>
                </a:lnTo>
                <a:lnTo>
                  <a:pt x="198688" y="53254"/>
                </a:lnTo>
                <a:lnTo>
                  <a:pt x="179419" y="24288"/>
                </a:lnTo>
                <a:lnTo>
                  <a:pt x="150310" y="6227"/>
                </a:lnTo>
                <a:lnTo>
                  <a:pt x="113821" y="0"/>
                </a:lnTo>
                <a:close/>
              </a:path>
              <a:path w="205740" h="181610">
                <a:moveTo>
                  <a:pt x="64534" y="12410"/>
                </a:moveTo>
                <a:lnTo>
                  <a:pt x="28721" y="12410"/>
                </a:lnTo>
                <a:lnTo>
                  <a:pt x="28721" y="168781"/>
                </a:lnTo>
                <a:lnTo>
                  <a:pt x="64534" y="168781"/>
                </a:lnTo>
                <a:lnTo>
                  <a:pt x="64534" y="12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2830" y="6433280"/>
            <a:ext cx="86360" cy="83820"/>
          </a:xfrm>
          <a:custGeom>
            <a:avLst/>
            <a:gdLst/>
            <a:ahLst/>
            <a:cxnLst/>
            <a:rect l="l" t="t" r="r" b="b"/>
            <a:pathLst>
              <a:path w="86359" h="83820">
                <a:moveTo>
                  <a:pt x="38129" y="4964"/>
                </a:moveTo>
                <a:lnTo>
                  <a:pt x="25884" y="4964"/>
                </a:lnTo>
                <a:lnTo>
                  <a:pt x="26860" y="8864"/>
                </a:lnTo>
                <a:lnTo>
                  <a:pt x="26948" y="17729"/>
                </a:lnTo>
                <a:lnTo>
                  <a:pt x="25175" y="24466"/>
                </a:lnTo>
                <a:lnTo>
                  <a:pt x="24112" y="29430"/>
                </a:lnTo>
                <a:lnTo>
                  <a:pt x="22693" y="34395"/>
                </a:lnTo>
                <a:lnTo>
                  <a:pt x="20920" y="42195"/>
                </a:lnTo>
                <a:lnTo>
                  <a:pt x="19856" y="46096"/>
                </a:lnTo>
                <a:lnTo>
                  <a:pt x="14183" y="69853"/>
                </a:lnTo>
                <a:lnTo>
                  <a:pt x="13120" y="72335"/>
                </a:lnTo>
                <a:lnTo>
                  <a:pt x="12056" y="76944"/>
                </a:lnTo>
                <a:lnTo>
                  <a:pt x="12056" y="81554"/>
                </a:lnTo>
                <a:lnTo>
                  <a:pt x="15602" y="83327"/>
                </a:lnTo>
                <a:lnTo>
                  <a:pt x="21275" y="83327"/>
                </a:lnTo>
                <a:lnTo>
                  <a:pt x="24821" y="81909"/>
                </a:lnTo>
                <a:lnTo>
                  <a:pt x="26593" y="78008"/>
                </a:lnTo>
                <a:lnTo>
                  <a:pt x="26948" y="76944"/>
                </a:lnTo>
                <a:lnTo>
                  <a:pt x="28721" y="68789"/>
                </a:lnTo>
                <a:lnTo>
                  <a:pt x="29785" y="64179"/>
                </a:lnTo>
                <a:lnTo>
                  <a:pt x="35103" y="44323"/>
                </a:lnTo>
                <a:lnTo>
                  <a:pt x="35103" y="42905"/>
                </a:lnTo>
                <a:lnTo>
                  <a:pt x="39359" y="26239"/>
                </a:lnTo>
                <a:lnTo>
                  <a:pt x="39713" y="25530"/>
                </a:lnTo>
                <a:lnTo>
                  <a:pt x="40068" y="24112"/>
                </a:lnTo>
                <a:lnTo>
                  <a:pt x="45386" y="14893"/>
                </a:lnTo>
                <a:lnTo>
                  <a:pt x="47705" y="13120"/>
                </a:lnTo>
                <a:lnTo>
                  <a:pt x="40423" y="13120"/>
                </a:lnTo>
                <a:lnTo>
                  <a:pt x="38129" y="4964"/>
                </a:lnTo>
                <a:close/>
              </a:path>
              <a:path w="86359" h="83820">
                <a:moveTo>
                  <a:pt x="25884" y="0"/>
                </a:moveTo>
                <a:lnTo>
                  <a:pt x="14538" y="0"/>
                </a:lnTo>
                <a:lnTo>
                  <a:pt x="9928" y="4255"/>
                </a:lnTo>
                <a:lnTo>
                  <a:pt x="2836" y="16665"/>
                </a:lnTo>
                <a:lnTo>
                  <a:pt x="0" y="27303"/>
                </a:lnTo>
                <a:lnTo>
                  <a:pt x="0" y="30494"/>
                </a:lnTo>
                <a:lnTo>
                  <a:pt x="6028" y="30494"/>
                </a:lnTo>
                <a:lnTo>
                  <a:pt x="6028" y="30140"/>
                </a:lnTo>
                <a:lnTo>
                  <a:pt x="7713" y="24112"/>
                </a:lnTo>
                <a:lnTo>
                  <a:pt x="10283" y="13829"/>
                </a:lnTo>
                <a:lnTo>
                  <a:pt x="13829" y="4964"/>
                </a:lnTo>
                <a:lnTo>
                  <a:pt x="38129" y="4964"/>
                </a:lnTo>
                <a:lnTo>
                  <a:pt x="37231" y="1773"/>
                </a:lnTo>
                <a:lnTo>
                  <a:pt x="25884" y="0"/>
                </a:lnTo>
                <a:close/>
              </a:path>
              <a:path w="86359" h="83820">
                <a:moveTo>
                  <a:pt x="86163" y="4964"/>
                </a:moveTo>
                <a:lnTo>
                  <a:pt x="68434" y="4964"/>
                </a:lnTo>
                <a:lnTo>
                  <a:pt x="73044" y="5319"/>
                </a:lnTo>
                <a:lnTo>
                  <a:pt x="76590" y="7801"/>
                </a:lnTo>
                <a:lnTo>
                  <a:pt x="70562" y="9219"/>
                </a:lnTo>
                <a:lnTo>
                  <a:pt x="68434" y="14538"/>
                </a:lnTo>
                <a:lnTo>
                  <a:pt x="68434" y="21984"/>
                </a:lnTo>
                <a:lnTo>
                  <a:pt x="71626" y="24821"/>
                </a:lnTo>
                <a:lnTo>
                  <a:pt x="80136" y="24821"/>
                </a:lnTo>
                <a:lnTo>
                  <a:pt x="86163" y="21275"/>
                </a:lnTo>
                <a:lnTo>
                  <a:pt x="86163" y="4964"/>
                </a:lnTo>
                <a:close/>
              </a:path>
              <a:path w="86359" h="83820">
                <a:moveTo>
                  <a:pt x="76236" y="0"/>
                </a:moveTo>
                <a:lnTo>
                  <a:pt x="66662" y="0"/>
                </a:lnTo>
                <a:lnTo>
                  <a:pt x="59670" y="753"/>
                </a:lnTo>
                <a:lnTo>
                  <a:pt x="53010" y="3102"/>
                </a:lnTo>
                <a:lnTo>
                  <a:pt x="46617" y="7180"/>
                </a:lnTo>
                <a:lnTo>
                  <a:pt x="40423" y="13120"/>
                </a:lnTo>
                <a:lnTo>
                  <a:pt x="47705" y="13120"/>
                </a:lnTo>
                <a:lnTo>
                  <a:pt x="51414" y="10283"/>
                </a:lnTo>
                <a:lnTo>
                  <a:pt x="53542" y="8864"/>
                </a:lnTo>
                <a:lnTo>
                  <a:pt x="58507" y="4964"/>
                </a:lnTo>
                <a:lnTo>
                  <a:pt x="86163" y="4964"/>
                </a:lnTo>
                <a:lnTo>
                  <a:pt x="86163" y="3900"/>
                </a:lnTo>
                <a:lnTo>
                  <a:pt x="762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4950" y="6453137"/>
            <a:ext cx="46990" cy="90170"/>
          </a:xfrm>
          <a:custGeom>
            <a:avLst/>
            <a:gdLst/>
            <a:ahLst/>
            <a:cxnLst/>
            <a:rect l="l" t="t" r="r" b="b"/>
            <a:pathLst>
              <a:path w="46990" h="90170">
                <a:moveTo>
                  <a:pt x="37940" y="0"/>
                </a:moveTo>
                <a:lnTo>
                  <a:pt x="30849" y="0"/>
                </a:lnTo>
                <a:lnTo>
                  <a:pt x="26239" y="3546"/>
                </a:lnTo>
                <a:lnTo>
                  <a:pt x="26239" y="11701"/>
                </a:lnTo>
                <a:lnTo>
                  <a:pt x="29430" y="13829"/>
                </a:lnTo>
                <a:lnTo>
                  <a:pt x="36522" y="13829"/>
                </a:lnTo>
                <a:lnTo>
                  <a:pt x="40423" y="9928"/>
                </a:lnTo>
                <a:lnTo>
                  <a:pt x="40423" y="2482"/>
                </a:lnTo>
                <a:lnTo>
                  <a:pt x="37940" y="0"/>
                </a:lnTo>
                <a:close/>
              </a:path>
              <a:path w="46990" h="90170">
                <a:moveTo>
                  <a:pt x="34654" y="34394"/>
                </a:moveTo>
                <a:lnTo>
                  <a:pt x="23048" y="34394"/>
                </a:lnTo>
                <a:lnTo>
                  <a:pt x="24466" y="35813"/>
                </a:lnTo>
                <a:lnTo>
                  <a:pt x="24466" y="41841"/>
                </a:lnTo>
                <a:lnTo>
                  <a:pt x="23757" y="44323"/>
                </a:lnTo>
                <a:lnTo>
                  <a:pt x="23048" y="46450"/>
                </a:lnTo>
                <a:lnTo>
                  <a:pt x="17020" y="60634"/>
                </a:lnTo>
                <a:lnTo>
                  <a:pt x="15247" y="65243"/>
                </a:lnTo>
                <a:lnTo>
                  <a:pt x="14183" y="67371"/>
                </a:lnTo>
                <a:lnTo>
                  <a:pt x="14183" y="67725"/>
                </a:lnTo>
                <a:lnTo>
                  <a:pt x="12056" y="72335"/>
                </a:lnTo>
                <a:lnTo>
                  <a:pt x="11701" y="74108"/>
                </a:lnTo>
                <a:lnTo>
                  <a:pt x="10637" y="75881"/>
                </a:lnTo>
                <a:lnTo>
                  <a:pt x="10637" y="85100"/>
                </a:lnTo>
                <a:lnTo>
                  <a:pt x="17374" y="89710"/>
                </a:lnTo>
                <a:lnTo>
                  <a:pt x="25175" y="89710"/>
                </a:lnTo>
                <a:lnTo>
                  <a:pt x="34333" y="87000"/>
                </a:lnTo>
                <a:lnTo>
                  <a:pt x="35995" y="85454"/>
                </a:lnTo>
                <a:lnTo>
                  <a:pt x="22693" y="85454"/>
                </a:lnTo>
                <a:lnTo>
                  <a:pt x="21630" y="83327"/>
                </a:lnTo>
                <a:lnTo>
                  <a:pt x="21630" y="77654"/>
                </a:lnTo>
                <a:lnTo>
                  <a:pt x="22339" y="76235"/>
                </a:lnTo>
                <a:lnTo>
                  <a:pt x="23403" y="73399"/>
                </a:lnTo>
                <a:lnTo>
                  <a:pt x="25530" y="68434"/>
                </a:lnTo>
                <a:lnTo>
                  <a:pt x="26593" y="65243"/>
                </a:lnTo>
                <a:lnTo>
                  <a:pt x="31913" y="52833"/>
                </a:lnTo>
                <a:lnTo>
                  <a:pt x="33685" y="48223"/>
                </a:lnTo>
                <a:lnTo>
                  <a:pt x="34749" y="45387"/>
                </a:lnTo>
                <a:lnTo>
                  <a:pt x="35458" y="43614"/>
                </a:lnTo>
                <a:lnTo>
                  <a:pt x="35458" y="35104"/>
                </a:lnTo>
                <a:lnTo>
                  <a:pt x="34654" y="34394"/>
                </a:lnTo>
                <a:close/>
              </a:path>
              <a:path w="46990" h="90170">
                <a:moveTo>
                  <a:pt x="46450" y="67371"/>
                </a:moveTo>
                <a:lnTo>
                  <a:pt x="41486" y="67371"/>
                </a:lnTo>
                <a:lnTo>
                  <a:pt x="41132" y="68080"/>
                </a:lnTo>
                <a:lnTo>
                  <a:pt x="40423" y="70562"/>
                </a:lnTo>
                <a:lnTo>
                  <a:pt x="38295" y="77654"/>
                </a:lnTo>
                <a:lnTo>
                  <a:pt x="32267" y="85454"/>
                </a:lnTo>
                <a:lnTo>
                  <a:pt x="35995" y="85454"/>
                </a:lnTo>
                <a:lnTo>
                  <a:pt x="40998" y="80801"/>
                </a:lnTo>
                <a:lnTo>
                  <a:pt x="45070" y="74003"/>
                </a:lnTo>
                <a:lnTo>
                  <a:pt x="46450" y="69498"/>
                </a:lnTo>
                <a:lnTo>
                  <a:pt x="46450" y="67371"/>
                </a:lnTo>
                <a:close/>
              </a:path>
              <a:path w="46990" h="90170">
                <a:moveTo>
                  <a:pt x="29430" y="29785"/>
                </a:moveTo>
                <a:lnTo>
                  <a:pt x="21275" y="29785"/>
                </a:lnTo>
                <a:lnTo>
                  <a:pt x="12117" y="32500"/>
                </a:lnTo>
                <a:lnTo>
                  <a:pt x="5452" y="38738"/>
                </a:lnTo>
                <a:lnTo>
                  <a:pt x="1379" y="45641"/>
                </a:lnTo>
                <a:lnTo>
                  <a:pt x="0" y="50351"/>
                </a:lnTo>
                <a:lnTo>
                  <a:pt x="0" y="52124"/>
                </a:lnTo>
                <a:lnTo>
                  <a:pt x="4964" y="52124"/>
                </a:lnTo>
                <a:lnTo>
                  <a:pt x="4964" y="51769"/>
                </a:lnTo>
                <a:lnTo>
                  <a:pt x="5673" y="49642"/>
                </a:lnTo>
                <a:lnTo>
                  <a:pt x="8510" y="40068"/>
                </a:lnTo>
                <a:lnTo>
                  <a:pt x="14893" y="34394"/>
                </a:lnTo>
                <a:lnTo>
                  <a:pt x="34654" y="34394"/>
                </a:lnTo>
                <a:lnTo>
                  <a:pt x="29430" y="29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1600200"/>
            <a:ext cx="2017776" cy="1591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103" y="3474719"/>
            <a:ext cx="2020824" cy="2148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16582" y="2386241"/>
            <a:ext cx="1219835" cy="699770"/>
          </a:xfrm>
          <a:custGeom>
            <a:avLst/>
            <a:gdLst/>
            <a:ahLst/>
            <a:cxnLst/>
            <a:rect l="l" t="t" r="r" b="b"/>
            <a:pathLst>
              <a:path w="1219835" h="699769">
                <a:moveTo>
                  <a:pt x="1143525" y="623279"/>
                </a:moveTo>
                <a:lnTo>
                  <a:pt x="1143525" y="699479"/>
                </a:lnTo>
                <a:lnTo>
                  <a:pt x="1200675" y="670904"/>
                </a:lnTo>
                <a:lnTo>
                  <a:pt x="1156225" y="670904"/>
                </a:lnTo>
                <a:lnTo>
                  <a:pt x="1156225" y="651854"/>
                </a:lnTo>
                <a:lnTo>
                  <a:pt x="1200675" y="651854"/>
                </a:lnTo>
                <a:lnTo>
                  <a:pt x="1143525" y="623279"/>
                </a:lnTo>
                <a:close/>
              </a:path>
              <a:path w="1219835" h="699769">
                <a:moveTo>
                  <a:pt x="600337" y="9525"/>
                </a:moveTo>
                <a:lnTo>
                  <a:pt x="600337" y="666639"/>
                </a:lnTo>
                <a:lnTo>
                  <a:pt x="604602" y="670904"/>
                </a:lnTo>
                <a:lnTo>
                  <a:pt x="1143525" y="670904"/>
                </a:lnTo>
                <a:lnTo>
                  <a:pt x="1143525" y="661379"/>
                </a:lnTo>
                <a:lnTo>
                  <a:pt x="619387" y="661379"/>
                </a:lnTo>
                <a:lnTo>
                  <a:pt x="609862" y="651854"/>
                </a:lnTo>
                <a:lnTo>
                  <a:pt x="619387" y="651854"/>
                </a:lnTo>
                <a:lnTo>
                  <a:pt x="619387" y="19050"/>
                </a:lnTo>
                <a:lnTo>
                  <a:pt x="609862" y="19050"/>
                </a:lnTo>
                <a:lnTo>
                  <a:pt x="600337" y="9525"/>
                </a:lnTo>
                <a:close/>
              </a:path>
              <a:path w="1219835" h="699769">
                <a:moveTo>
                  <a:pt x="1200675" y="651854"/>
                </a:moveTo>
                <a:lnTo>
                  <a:pt x="1156225" y="651854"/>
                </a:lnTo>
                <a:lnTo>
                  <a:pt x="1156225" y="670904"/>
                </a:lnTo>
                <a:lnTo>
                  <a:pt x="1200675" y="670904"/>
                </a:lnTo>
                <a:lnTo>
                  <a:pt x="1219725" y="661379"/>
                </a:lnTo>
                <a:lnTo>
                  <a:pt x="1200675" y="651854"/>
                </a:lnTo>
                <a:close/>
              </a:path>
              <a:path w="1219835" h="699769">
                <a:moveTo>
                  <a:pt x="619387" y="651854"/>
                </a:moveTo>
                <a:lnTo>
                  <a:pt x="609862" y="651854"/>
                </a:lnTo>
                <a:lnTo>
                  <a:pt x="619387" y="661379"/>
                </a:lnTo>
                <a:lnTo>
                  <a:pt x="619387" y="651854"/>
                </a:lnTo>
                <a:close/>
              </a:path>
              <a:path w="1219835" h="699769">
                <a:moveTo>
                  <a:pt x="1143525" y="651854"/>
                </a:moveTo>
                <a:lnTo>
                  <a:pt x="619387" y="651854"/>
                </a:lnTo>
                <a:lnTo>
                  <a:pt x="619387" y="661379"/>
                </a:lnTo>
                <a:lnTo>
                  <a:pt x="1143525" y="661379"/>
                </a:lnTo>
                <a:lnTo>
                  <a:pt x="1143525" y="651854"/>
                </a:lnTo>
                <a:close/>
              </a:path>
              <a:path w="1219835" h="699769">
                <a:moveTo>
                  <a:pt x="615123" y="0"/>
                </a:moveTo>
                <a:lnTo>
                  <a:pt x="0" y="0"/>
                </a:lnTo>
                <a:lnTo>
                  <a:pt x="0" y="19050"/>
                </a:lnTo>
                <a:lnTo>
                  <a:pt x="600337" y="19050"/>
                </a:lnTo>
                <a:lnTo>
                  <a:pt x="600337" y="9525"/>
                </a:lnTo>
                <a:lnTo>
                  <a:pt x="619387" y="9525"/>
                </a:lnTo>
                <a:lnTo>
                  <a:pt x="619387" y="4264"/>
                </a:lnTo>
                <a:lnTo>
                  <a:pt x="615123" y="0"/>
                </a:lnTo>
                <a:close/>
              </a:path>
              <a:path w="1219835" h="699769">
                <a:moveTo>
                  <a:pt x="619387" y="9525"/>
                </a:moveTo>
                <a:lnTo>
                  <a:pt x="600337" y="9525"/>
                </a:lnTo>
                <a:lnTo>
                  <a:pt x="609862" y="19050"/>
                </a:lnTo>
                <a:lnTo>
                  <a:pt x="619387" y="19050"/>
                </a:lnTo>
                <a:lnTo>
                  <a:pt x="619387" y="952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98999" y="3985079"/>
            <a:ext cx="1237615" cy="504825"/>
          </a:xfrm>
          <a:custGeom>
            <a:avLst/>
            <a:gdLst/>
            <a:ahLst/>
            <a:cxnLst/>
            <a:rect l="l" t="t" r="r" b="b"/>
            <a:pathLst>
              <a:path w="1237614" h="504825">
                <a:moveTo>
                  <a:pt x="609130" y="485775"/>
                </a:moveTo>
                <a:lnTo>
                  <a:pt x="0" y="485775"/>
                </a:lnTo>
                <a:lnTo>
                  <a:pt x="0" y="504825"/>
                </a:lnTo>
                <a:lnTo>
                  <a:pt x="623915" y="504825"/>
                </a:lnTo>
                <a:lnTo>
                  <a:pt x="628180" y="500560"/>
                </a:lnTo>
                <a:lnTo>
                  <a:pt x="628180" y="495300"/>
                </a:lnTo>
                <a:lnTo>
                  <a:pt x="609130" y="495300"/>
                </a:lnTo>
                <a:lnTo>
                  <a:pt x="609130" y="485775"/>
                </a:lnTo>
                <a:close/>
              </a:path>
              <a:path w="1237614" h="504825">
                <a:moveTo>
                  <a:pt x="1161110" y="28575"/>
                </a:moveTo>
                <a:lnTo>
                  <a:pt x="613394" y="28575"/>
                </a:lnTo>
                <a:lnTo>
                  <a:pt x="609130" y="32838"/>
                </a:lnTo>
                <a:lnTo>
                  <a:pt x="609130" y="495300"/>
                </a:lnTo>
                <a:lnTo>
                  <a:pt x="618655" y="485775"/>
                </a:lnTo>
                <a:lnTo>
                  <a:pt x="628180" y="485775"/>
                </a:lnTo>
                <a:lnTo>
                  <a:pt x="628180" y="47625"/>
                </a:lnTo>
                <a:lnTo>
                  <a:pt x="618655" y="47625"/>
                </a:lnTo>
                <a:lnTo>
                  <a:pt x="628180" y="38100"/>
                </a:lnTo>
                <a:lnTo>
                  <a:pt x="1161110" y="38100"/>
                </a:lnTo>
                <a:lnTo>
                  <a:pt x="1161110" y="28575"/>
                </a:lnTo>
                <a:close/>
              </a:path>
              <a:path w="1237614" h="504825">
                <a:moveTo>
                  <a:pt x="628180" y="485775"/>
                </a:moveTo>
                <a:lnTo>
                  <a:pt x="618655" y="485775"/>
                </a:lnTo>
                <a:lnTo>
                  <a:pt x="609130" y="495300"/>
                </a:lnTo>
                <a:lnTo>
                  <a:pt x="628180" y="495300"/>
                </a:lnTo>
                <a:lnTo>
                  <a:pt x="628180" y="485775"/>
                </a:lnTo>
                <a:close/>
              </a:path>
              <a:path w="1237614" h="504825">
                <a:moveTo>
                  <a:pt x="1161110" y="0"/>
                </a:moveTo>
                <a:lnTo>
                  <a:pt x="1161110" y="76200"/>
                </a:lnTo>
                <a:lnTo>
                  <a:pt x="1218260" y="47625"/>
                </a:lnTo>
                <a:lnTo>
                  <a:pt x="1173810" y="47625"/>
                </a:lnTo>
                <a:lnTo>
                  <a:pt x="1173810" y="28575"/>
                </a:lnTo>
                <a:lnTo>
                  <a:pt x="1218260" y="28575"/>
                </a:lnTo>
                <a:lnTo>
                  <a:pt x="1161110" y="0"/>
                </a:lnTo>
                <a:close/>
              </a:path>
              <a:path w="1237614" h="504825">
                <a:moveTo>
                  <a:pt x="628180" y="38100"/>
                </a:moveTo>
                <a:lnTo>
                  <a:pt x="618655" y="47625"/>
                </a:lnTo>
                <a:lnTo>
                  <a:pt x="628180" y="47625"/>
                </a:lnTo>
                <a:lnTo>
                  <a:pt x="628180" y="38100"/>
                </a:lnTo>
                <a:close/>
              </a:path>
              <a:path w="1237614" h="504825">
                <a:moveTo>
                  <a:pt x="1161110" y="38100"/>
                </a:moveTo>
                <a:lnTo>
                  <a:pt x="628180" y="38100"/>
                </a:lnTo>
                <a:lnTo>
                  <a:pt x="628180" y="47625"/>
                </a:lnTo>
                <a:lnTo>
                  <a:pt x="1161110" y="47625"/>
                </a:lnTo>
                <a:lnTo>
                  <a:pt x="1161110" y="38100"/>
                </a:lnTo>
                <a:close/>
              </a:path>
              <a:path w="1237614" h="504825">
                <a:moveTo>
                  <a:pt x="1218260" y="28575"/>
                </a:moveTo>
                <a:lnTo>
                  <a:pt x="1173810" y="28575"/>
                </a:lnTo>
                <a:lnTo>
                  <a:pt x="1173810" y="47625"/>
                </a:lnTo>
                <a:lnTo>
                  <a:pt x="1218260" y="47625"/>
                </a:lnTo>
                <a:lnTo>
                  <a:pt x="1237310" y="38100"/>
                </a:lnTo>
                <a:lnTo>
                  <a:pt x="1218260" y="28575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24200" y="1801266"/>
            <a:ext cx="3909374" cy="3843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34217" y="2187073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34217" y="2230777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67215" y="2065656"/>
            <a:ext cx="1703646" cy="2562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34217" y="2720503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34217" y="2764207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67215" y="2599086"/>
            <a:ext cx="1703646" cy="2562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34217" y="3373918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034217" y="3417349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7215" y="3252229"/>
            <a:ext cx="1703646" cy="258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34217" y="3938225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4217" y="3981930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39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67215" y="3816809"/>
            <a:ext cx="1703646" cy="2562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33950" y="5407944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41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33950" y="5451649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 h="0">
                <a:moveTo>
                  <a:pt x="0" y="0"/>
                </a:moveTo>
                <a:lnTo>
                  <a:pt x="149141" y="0"/>
                </a:lnTo>
              </a:path>
            </a:pathLst>
          </a:custGeom>
          <a:ln w="90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67769" y="5286528"/>
            <a:ext cx="1747902" cy="2570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09900" y="2136654"/>
            <a:ext cx="1121410" cy="579120"/>
          </a:xfrm>
          <a:custGeom>
            <a:avLst/>
            <a:gdLst/>
            <a:ahLst/>
            <a:cxnLst/>
            <a:rect l="l" t="t" r="r" b="b"/>
            <a:pathLst>
              <a:path w="1121410" h="579119">
                <a:moveTo>
                  <a:pt x="0" y="0"/>
                </a:moveTo>
                <a:lnTo>
                  <a:pt x="1121233" y="0"/>
                </a:lnTo>
                <a:lnTo>
                  <a:pt x="1121233" y="579012"/>
                </a:lnTo>
                <a:lnTo>
                  <a:pt x="0" y="5790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64910" y="1652984"/>
            <a:ext cx="1269365" cy="381000"/>
          </a:xfrm>
          <a:custGeom>
            <a:avLst/>
            <a:gdLst/>
            <a:ahLst/>
            <a:cxnLst/>
            <a:rect l="l" t="t" r="r" b="b"/>
            <a:pathLst>
              <a:path w="1269365" h="381000">
                <a:moveTo>
                  <a:pt x="0" y="0"/>
                </a:moveTo>
                <a:lnTo>
                  <a:pt x="1269290" y="0"/>
                </a:lnTo>
                <a:lnTo>
                  <a:pt x="126929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19800" y="4152066"/>
            <a:ext cx="3004185" cy="769620"/>
          </a:xfrm>
          <a:custGeom>
            <a:avLst/>
            <a:gdLst/>
            <a:ahLst/>
            <a:cxnLst/>
            <a:rect l="l" t="t" r="r" b="b"/>
            <a:pathLst>
              <a:path w="3004184" h="769620">
                <a:moveTo>
                  <a:pt x="3003613" y="76856"/>
                </a:moveTo>
                <a:lnTo>
                  <a:pt x="0" y="76856"/>
                </a:lnTo>
                <a:lnTo>
                  <a:pt x="0" y="769095"/>
                </a:lnTo>
                <a:lnTo>
                  <a:pt x="3003613" y="769095"/>
                </a:lnTo>
                <a:lnTo>
                  <a:pt x="3003613" y="76856"/>
                </a:lnTo>
                <a:close/>
              </a:path>
              <a:path w="3004184" h="769620">
                <a:moveTo>
                  <a:pt x="2233395" y="0"/>
                </a:moveTo>
                <a:lnTo>
                  <a:pt x="1752108" y="76856"/>
                </a:lnTo>
                <a:lnTo>
                  <a:pt x="2503011" y="76856"/>
                </a:lnTo>
                <a:lnTo>
                  <a:pt x="22333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19800" y="4152065"/>
            <a:ext cx="3004185" cy="769620"/>
          </a:xfrm>
          <a:custGeom>
            <a:avLst/>
            <a:gdLst/>
            <a:ahLst/>
            <a:cxnLst/>
            <a:rect l="l" t="t" r="r" b="b"/>
            <a:pathLst>
              <a:path w="3004184" h="769620">
                <a:moveTo>
                  <a:pt x="0" y="76857"/>
                </a:moveTo>
                <a:lnTo>
                  <a:pt x="1752108" y="76857"/>
                </a:lnTo>
                <a:lnTo>
                  <a:pt x="2233396" y="0"/>
                </a:lnTo>
                <a:lnTo>
                  <a:pt x="2503012" y="76857"/>
                </a:lnTo>
                <a:lnTo>
                  <a:pt x="3003614" y="76857"/>
                </a:lnTo>
                <a:lnTo>
                  <a:pt x="3003614" y="192229"/>
                </a:lnTo>
                <a:lnTo>
                  <a:pt x="3003614" y="365289"/>
                </a:lnTo>
                <a:lnTo>
                  <a:pt x="3003614" y="769095"/>
                </a:lnTo>
                <a:lnTo>
                  <a:pt x="2503012" y="769095"/>
                </a:lnTo>
                <a:lnTo>
                  <a:pt x="1752108" y="769095"/>
                </a:lnTo>
                <a:lnTo>
                  <a:pt x="0" y="769095"/>
                </a:lnTo>
                <a:lnTo>
                  <a:pt x="0" y="365289"/>
                </a:lnTo>
                <a:lnTo>
                  <a:pt x="0" y="192229"/>
                </a:lnTo>
                <a:lnTo>
                  <a:pt x="0" y="7685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9699" y="3190176"/>
            <a:ext cx="2997835" cy="617220"/>
          </a:xfrm>
          <a:custGeom>
            <a:avLst/>
            <a:gdLst/>
            <a:ahLst/>
            <a:cxnLst/>
            <a:rect l="l" t="t" r="r" b="b"/>
            <a:pathLst>
              <a:path w="2997835" h="617220">
                <a:moveTo>
                  <a:pt x="2573357" y="0"/>
                </a:moveTo>
                <a:lnTo>
                  <a:pt x="0" y="0"/>
                </a:lnTo>
                <a:lnTo>
                  <a:pt x="0" y="617049"/>
                </a:lnTo>
                <a:lnTo>
                  <a:pt x="2573357" y="617049"/>
                </a:lnTo>
                <a:lnTo>
                  <a:pt x="2573357" y="514209"/>
                </a:lnTo>
                <a:lnTo>
                  <a:pt x="2997526" y="369470"/>
                </a:lnTo>
                <a:lnTo>
                  <a:pt x="2573357" y="359947"/>
                </a:lnTo>
                <a:lnTo>
                  <a:pt x="25733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9699" y="3190176"/>
            <a:ext cx="2997835" cy="617220"/>
          </a:xfrm>
          <a:custGeom>
            <a:avLst/>
            <a:gdLst/>
            <a:ahLst/>
            <a:cxnLst/>
            <a:rect l="l" t="t" r="r" b="b"/>
            <a:pathLst>
              <a:path w="2997835" h="617220">
                <a:moveTo>
                  <a:pt x="0" y="0"/>
                </a:moveTo>
                <a:lnTo>
                  <a:pt x="1501126" y="0"/>
                </a:lnTo>
                <a:lnTo>
                  <a:pt x="2144465" y="0"/>
                </a:lnTo>
                <a:lnTo>
                  <a:pt x="2573358" y="0"/>
                </a:lnTo>
                <a:lnTo>
                  <a:pt x="2573358" y="359947"/>
                </a:lnTo>
                <a:lnTo>
                  <a:pt x="2997526" y="369470"/>
                </a:lnTo>
                <a:lnTo>
                  <a:pt x="2573358" y="514208"/>
                </a:lnTo>
                <a:lnTo>
                  <a:pt x="2573358" y="617050"/>
                </a:lnTo>
                <a:lnTo>
                  <a:pt x="2144465" y="617050"/>
                </a:lnTo>
                <a:lnTo>
                  <a:pt x="1501126" y="617050"/>
                </a:lnTo>
                <a:lnTo>
                  <a:pt x="0" y="617050"/>
                </a:lnTo>
                <a:lnTo>
                  <a:pt x="0" y="514208"/>
                </a:lnTo>
                <a:lnTo>
                  <a:pt x="0" y="35994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36872" y="3212083"/>
            <a:ext cx="225933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39065" marR="5080" indent="-127000">
              <a:lnSpc>
                <a:spcPts val="2090"/>
              </a:lnSpc>
              <a:spcBef>
                <a:spcPts val="225"/>
              </a:spcBef>
            </a:pPr>
            <a:r>
              <a:rPr dirty="0" sz="1800" spc="-25" b="1">
                <a:latin typeface="Arial"/>
                <a:cs typeface="Arial"/>
              </a:rPr>
              <a:t>Input: </a:t>
            </a:r>
            <a:r>
              <a:rPr dirty="0" sz="1800" spc="0">
                <a:latin typeface="Arial"/>
                <a:cs typeface="Arial"/>
              </a:rPr>
              <a:t>Embeddings </a:t>
            </a:r>
            <a:r>
              <a:rPr dirty="0" sz="1800" spc="25">
                <a:latin typeface="Arial"/>
                <a:cs typeface="Arial"/>
              </a:rPr>
              <a:t>of  </a:t>
            </a:r>
            <a:r>
              <a:rPr dirty="0" sz="1800" spc="50">
                <a:latin typeface="Arial"/>
                <a:cs typeface="Arial"/>
              </a:rPr>
              <a:t>two </a:t>
            </a:r>
            <a:r>
              <a:rPr dirty="0" sz="1800" spc="0">
                <a:latin typeface="Arial"/>
                <a:cs typeface="Arial"/>
              </a:rPr>
              <a:t>nodes, </a:t>
            </a:r>
            <a:r>
              <a:rPr dirty="0" sz="1800">
                <a:latin typeface="Cambria Math"/>
                <a:cs typeface="Cambria Math"/>
              </a:rPr>
              <a:t>𝐶  </a:t>
            </a:r>
            <a:r>
              <a:rPr dirty="0" sz="1800" spc="0">
                <a:latin typeface="Arial"/>
                <a:cs typeface="Arial"/>
              </a:rPr>
              <a:t>and</a:t>
            </a:r>
            <a:r>
              <a:rPr dirty="0" sz="1800" spc="-360">
                <a:latin typeface="Arial"/>
                <a:cs typeface="Arial"/>
              </a:rPr>
              <a:t> </a:t>
            </a:r>
            <a:r>
              <a:rPr dirty="0" sz="1800">
                <a:latin typeface="Cambria Math"/>
                <a:cs typeface="Cambria Math"/>
              </a:rPr>
              <a:t>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23886" y="1257573"/>
            <a:ext cx="3196590" cy="739775"/>
          </a:xfrm>
          <a:custGeom>
            <a:avLst/>
            <a:gdLst/>
            <a:ahLst/>
            <a:cxnLst/>
            <a:rect l="l" t="t" r="r" b="b"/>
            <a:pathLst>
              <a:path w="3196590" h="739775">
                <a:moveTo>
                  <a:pt x="2663427" y="579757"/>
                </a:moveTo>
                <a:lnTo>
                  <a:pt x="1864399" y="579757"/>
                </a:lnTo>
                <a:lnTo>
                  <a:pt x="2299059" y="739277"/>
                </a:lnTo>
                <a:lnTo>
                  <a:pt x="2663427" y="579757"/>
                </a:lnTo>
                <a:close/>
              </a:path>
              <a:path w="3196590" h="739775">
                <a:moveTo>
                  <a:pt x="3196113" y="0"/>
                </a:moveTo>
                <a:lnTo>
                  <a:pt x="0" y="0"/>
                </a:lnTo>
                <a:lnTo>
                  <a:pt x="0" y="579757"/>
                </a:lnTo>
                <a:lnTo>
                  <a:pt x="3196113" y="579757"/>
                </a:lnTo>
                <a:lnTo>
                  <a:pt x="3196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23886" y="1257573"/>
            <a:ext cx="3196590" cy="739775"/>
          </a:xfrm>
          <a:custGeom>
            <a:avLst/>
            <a:gdLst/>
            <a:ahLst/>
            <a:cxnLst/>
            <a:rect l="l" t="t" r="r" b="b"/>
            <a:pathLst>
              <a:path w="3196590" h="739775">
                <a:moveTo>
                  <a:pt x="0" y="0"/>
                </a:moveTo>
                <a:lnTo>
                  <a:pt x="1864400" y="0"/>
                </a:lnTo>
                <a:lnTo>
                  <a:pt x="2663428" y="0"/>
                </a:lnTo>
                <a:lnTo>
                  <a:pt x="3196114" y="0"/>
                </a:lnTo>
                <a:lnTo>
                  <a:pt x="3196114" y="338193"/>
                </a:lnTo>
                <a:lnTo>
                  <a:pt x="3196114" y="483133"/>
                </a:lnTo>
                <a:lnTo>
                  <a:pt x="3196114" y="579758"/>
                </a:lnTo>
                <a:lnTo>
                  <a:pt x="2663428" y="579758"/>
                </a:lnTo>
                <a:lnTo>
                  <a:pt x="2299059" y="739277"/>
                </a:lnTo>
                <a:lnTo>
                  <a:pt x="1864400" y="579758"/>
                </a:lnTo>
                <a:lnTo>
                  <a:pt x="0" y="579758"/>
                </a:lnTo>
                <a:lnTo>
                  <a:pt x="0" y="483133"/>
                </a:lnTo>
                <a:lnTo>
                  <a:pt x="0" y="33819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529851" y="1261363"/>
            <a:ext cx="29845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175260">
              <a:lnSpc>
                <a:spcPts val="2090"/>
              </a:lnSpc>
              <a:spcBef>
                <a:spcPts val="225"/>
              </a:spcBef>
            </a:pPr>
            <a:r>
              <a:rPr dirty="0" sz="1800" spc="-20" b="1">
                <a:latin typeface="Arial"/>
                <a:cs typeface="Arial"/>
              </a:rPr>
              <a:t>Output: </a:t>
            </a:r>
            <a:r>
              <a:rPr dirty="0" sz="1800" spc="5">
                <a:latin typeface="Arial"/>
                <a:cs typeface="Arial"/>
              </a:rPr>
              <a:t>Predicted </a:t>
            </a:r>
            <a:r>
              <a:rPr dirty="0" sz="1800">
                <a:latin typeface="Arial"/>
                <a:cs typeface="Arial"/>
              </a:rPr>
              <a:t>edges,  </a:t>
            </a:r>
            <a:r>
              <a:rPr dirty="0" sz="1800" spc="0">
                <a:latin typeface="Arial"/>
                <a:cs typeface="Arial"/>
              </a:rPr>
              <a:t>new </a:t>
            </a:r>
            <a:r>
              <a:rPr dirty="0" sz="1800" spc="5">
                <a:latin typeface="Arial"/>
                <a:cs typeface="Arial"/>
              </a:rPr>
              <a:t>discovered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relationships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524000" y="4168235"/>
            <a:ext cx="3810000" cy="1927860"/>
          </a:xfrm>
          <a:custGeom>
            <a:avLst/>
            <a:gdLst/>
            <a:ahLst/>
            <a:cxnLst/>
            <a:rect l="l" t="t" r="r" b="b"/>
            <a:pathLst>
              <a:path w="3810000" h="1927860">
                <a:moveTo>
                  <a:pt x="3810000" y="990686"/>
                </a:moveTo>
                <a:lnTo>
                  <a:pt x="0" y="990686"/>
                </a:lnTo>
                <a:lnTo>
                  <a:pt x="0" y="1927764"/>
                </a:lnTo>
                <a:lnTo>
                  <a:pt x="3810000" y="1927764"/>
                </a:lnTo>
                <a:lnTo>
                  <a:pt x="3810000" y="990686"/>
                </a:lnTo>
                <a:close/>
              </a:path>
              <a:path w="3810000" h="1927860">
                <a:moveTo>
                  <a:pt x="2993287" y="0"/>
                </a:moveTo>
                <a:lnTo>
                  <a:pt x="2222500" y="990686"/>
                </a:lnTo>
                <a:lnTo>
                  <a:pt x="3175000" y="990686"/>
                </a:lnTo>
                <a:lnTo>
                  <a:pt x="29932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24000" y="4168235"/>
            <a:ext cx="3810000" cy="1927860"/>
          </a:xfrm>
          <a:custGeom>
            <a:avLst/>
            <a:gdLst/>
            <a:ahLst/>
            <a:cxnLst/>
            <a:rect l="l" t="t" r="r" b="b"/>
            <a:pathLst>
              <a:path w="3810000" h="1927860">
                <a:moveTo>
                  <a:pt x="0" y="990686"/>
                </a:moveTo>
                <a:lnTo>
                  <a:pt x="2222500" y="990686"/>
                </a:lnTo>
                <a:lnTo>
                  <a:pt x="2993287" y="0"/>
                </a:lnTo>
                <a:lnTo>
                  <a:pt x="3175000" y="990686"/>
                </a:lnTo>
                <a:lnTo>
                  <a:pt x="3810000" y="990686"/>
                </a:lnTo>
                <a:lnTo>
                  <a:pt x="3810000" y="1146866"/>
                </a:lnTo>
                <a:lnTo>
                  <a:pt x="3810000" y="1381137"/>
                </a:lnTo>
                <a:lnTo>
                  <a:pt x="3810000" y="1927764"/>
                </a:lnTo>
                <a:lnTo>
                  <a:pt x="3175000" y="1927764"/>
                </a:lnTo>
                <a:lnTo>
                  <a:pt x="2222500" y="1927764"/>
                </a:lnTo>
                <a:lnTo>
                  <a:pt x="0" y="1927764"/>
                </a:lnTo>
                <a:lnTo>
                  <a:pt x="0" y="1381137"/>
                </a:lnTo>
                <a:lnTo>
                  <a:pt x="0" y="1146866"/>
                </a:lnTo>
                <a:lnTo>
                  <a:pt x="0" y="99068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87030" y="4288028"/>
            <a:ext cx="7845425" cy="22599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5025390" marR="5080" indent="26670">
              <a:lnSpc>
                <a:spcPts val="2090"/>
              </a:lnSpc>
              <a:spcBef>
                <a:spcPts val="225"/>
              </a:spcBef>
            </a:pPr>
            <a:r>
              <a:rPr dirty="0" sz="1800" spc="0">
                <a:latin typeface="Arial"/>
                <a:cs typeface="Arial"/>
              </a:rPr>
              <a:t>Probability </a:t>
            </a:r>
            <a:r>
              <a:rPr dirty="0" sz="1800" spc="15">
                <a:latin typeface="Arial"/>
                <a:cs typeface="Arial"/>
              </a:rPr>
              <a:t>that </a:t>
            </a:r>
            <a:r>
              <a:rPr dirty="0" sz="1800">
                <a:latin typeface="Cambria Math"/>
                <a:cs typeface="Cambria Math"/>
              </a:rPr>
              <a:t>𝐶 </a:t>
            </a:r>
            <a:r>
              <a:rPr dirty="0" sz="1800" spc="0">
                <a:latin typeface="Arial"/>
                <a:cs typeface="Arial"/>
              </a:rPr>
              <a:t>and </a:t>
            </a:r>
            <a:r>
              <a:rPr dirty="0" sz="1800">
                <a:latin typeface="Cambria Math"/>
                <a:cs typeface="Cambria Math"/>
              </a:rPr>
              <a:t>𝑆 </a:t>
            </a:r>
            <a:r>
              <a:rPr dirty="0" sz="1800" spc="-40">
                <a:latin typeface="Arial"/>
                <a:cs typeface="Arial"/>
              </a:rPr>
              <a:t>are  </a:t>
            </a:r>
            <a:r>
              <a:rPr dirty="0" sz="1800" spc="0">
                <a:latin typeface="Arial"/>
                <a:cs typeface="Arial"/>
              </a:rPr>
              <a:t>linked </a:t>
            </a:r>
            <a:r>
              <a:rPr dirty="0" sz="1800" spc="25">
                <a:latin typeface="Arial"/>
                <a:cs typeface="Arial"/>
              </a:rPr>
              <a:t>by </a:t>
            </a:r>
            <a:r>
              <a:rPr dirty="0" sz="1800" spc="-20">
                <a:latin typeface="Arial"/>
                <a:cs typeface="Arial"/>
              </a:rPr>
              <a:t>an </a:t>
            </a:r>
            <a:r>
              <a:rPr dirty="0" sz="1800">
                <a:latin typeface="Arial"/>
                <a:cs typeface="Arial"/>
              </a:rPr>
              <a:t>edge </a:t>
            </a:r>
            <a:r>
              <a:rPr dirty="0" sz="1800" spc="25">
                <a:latin typeface="Arial"/>
                <a:cs typeface="Arial"/>
              </a:rPr>
              <a:t>of </a:t>
            </a:r>
            <a:r>
              <a:rPr dirty="0" sz="1800" spc="15">
                <a:latin typeface="Arial"/>
                <a:cs typeface="Arial"/>
              </a:rPr>
              <a:t>type</a:t>
            </a:r>
            <a:r>
              <a:rPr dirty="0" sz="1800" spc="-105">
                <a:latin typeface="Arial"/>
                <a:cs typeface="Arial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7094" sz="1950" spc="-37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 marL="692150" marR="3845560">
              <a:lnSpc>
                <a:spcPct val="100000"/>
              </a:lnSpc>
            </a:pPr>
            <a:r>
              <a:rPr dirty="0" sz="2000" spc="-45" b="1">
                <a:solidFill>
                  <a:srgbClr val="C00000"/>
                </a:solidFill>
                <a:latin typeface="Arial"/>
                <a:cs typeface="Arial"/>
              </a:rPr>
              <a:t>Tensor </a:t>
            </a:r>
            <a:r>
              <a:rPr dirty="0" sz="2000" spc="5" b="1">
                <a:solidFill>
                  <a:srgbClr val="C00000"/>
                </a:solidFill>
                <a:latin typeface="Arial"/>
                <a:cs typeface="Arial"/>
              </a:rPr>
              <a:t>factorized </a:t>
            </a:r>
            <a:r>
              <a:rPr dirty="0" sz="2000" spc="0" b="1">
                <a:solidFill>
                  <a:srgbClr val="C00000"/>
                </a:solidFill>
                <a:latin typeface="Arial"/>
                <a:cs typeface="Arial"/>
              </a:rPr>
              <a:t>model  </a:t>
            </a:r>
            <a:r>
              <a:rPr dirty="0" sz="2000" spc="5">
                <a:latin typeface="Arial"/>
                <a:cs typeface="Arial"/>
              </a:rPr>
              <a:t>captures dependences  between </a:t>
            </a:r>
            <a:r>
              <a:rPr dirty="0" sz="2000" spc="0">
                <a:latin typeface="Arial"/>
                <a:cs typeface="Arial"/>
              </a:rPr>
              <a:t>different edge</a:t>
            </a:r>
            <a:r>
              <a:rPr dirty="0" sz="2000" spc="-90">
                <a:latin typeface="Arial"/>
                <a:cs typeface="Arial"/>
              </a:rPr>
              <a:t> </a:t>
            </a:r>
            <a:r>
              <a:rPr dirty="0" sz="2000" spc="15"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800" spc="-45">
                <a:latin typeface="Arial"/>
                <a:cs typeface="Arial"/>
              </a:rPr>
              <a:t>Parameter </a:t>
            </a:r>
            <a:r>
              <a:rPr dirty="0" sz="1800" spc="-20">
                <a:latin typeface="Arial"/>
                <a:cs typeface="Arial"/>
              </a:rPr>
              <a:t>weight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matrices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020" y="342899"/>
            <a:ext cx="880554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35"/>
              <a:t>We </a:t>
            </a:r>
            <a:r>
              <a:rPr dirty="0" sz="5000" spc="-95"/>
              <a:t>need Polypharmacy</a:t>
            </a:r>
            <a:r>
              <a:rPr dirty="0" sz="5000" spc="325"/>
              <a:t> </a:t>
            </a:r>
            <a:r>
              <a:rPr dirty="0" sz="5000" spc="-100"/>
              <a:t>Dataset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346071" y="1368044"/>
            <a:ext cx="7306309" cy="748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  <a:tabLst>
                <a:tab pos="7197090" algn="l"/>
              </a:tabLst>
            </a:pP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Ob</a:t>
            </a: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j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2400" spc="4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2400" spc="35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45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45"/>
              </a:lnSpc>
            </a:pPr>
            <a:r>
              <a:rPr dirty="0" sz="2400" spc="-90">
                <a:latin typeface="Arial"/>
                <a:cs typeface="Arial"/>
              </a:rPr>
              <a:t>all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drug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071" y="2395219"/>
            <a:ext cx="1034415" cy="84137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400" spc="-114">
                <a:latin typeface="Arial"/>
                <a:cs typeface="Arial"/>
              </a:rPr>
              <a:t>We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buil</a:t>
            </a:r>
            <a:endParaRPr sz="2400">
              <a:latin typeface="Arial"/>
              <a:cs typeface="Arial"/>
            </a:endParaRPr>
          </a:p>
          <a:p>
            <a:pPr marL="664210" indent="-25146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663575" algn="l"/>
                <a:tab pos="664210" algn="l"/>
              </a:tabLst>
            </a:pPr>
            <a:r>
              <a:rPr dirty="0" sz="2000" spc="5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dirty="0" sz="2000" spc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dirty="0" sz="2000" spc="0">
                <a:solidFill>
                  <a:srgbClr val="C00000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581" y="3211067"/>
            <a:ext cx="2781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0">
                <a:latin typeface="Arial"/>
                <a:cs typeface="Arial"/>
              </a:rPr>
              <a:t>ev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6121" y="3579876"/>
            <a:ext cx="6350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100"/>
              </a:spcBef>
              <a:buFont typeface="Malgun Gothic"/>
              <a:buChar char="▪"/>
              <a:tabLst>
                <a:tab pos="263525" algn="l"/>
                <a:tab pos="264160" algn="l"/>
              </a:tabLst>
            </a:pPr>
            <a:r>
              <a:rPr dirty="0" sz="2000" spc="5">
                <a:solidFill>
                  <a:srgbClr val="C00000"/>
                </a:solidFill>
                <a:latin typeface="Arial"/>
                <a:cs typeface="Arial"/>
              </a:rPr>
              <a:t>18,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5322" y="3945635"/>
            <a:ext cx="1193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65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121" y="3930395"/>
            <a:ext cx="562610" cy="103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160" marR="5080" indent="-251460">
              <a:lnSpc>
                <a:spcPct val="105000"/>
              </a:lnSpc>
              <a:spcBef>
                <a:spcPts val="100"/>
              </a:spcBef>
              <a:buFont typeface="Malgun Gothic"/>
              <a:buChar char="▪"/>
              <a:tabLst>
                <a:tab pos="263525" algn="l"/>
                <a:tab pos="264160" algn="l"/>
              </a:tabLst>
            </a:pPr>
            <a:r>
              <a:rPr dirty="0" sz="2000" spc="0">
                <a:solidFill>
                  <a:srgbClr val="C00000"/>
                </a:solidFill>
                <a:latin typeface="Arial"/>
                <a:cs typeface="Arial"/>
              </a:rPr>
              <a:t>71  </a:t>
            </a:r>
            <a:r>
              <a:rPr dirty="0" sz="2000" spc="20">
                <a:latin typeface="Arial"/>
                <a:cs typeface="Arial"/>
              </a:rPr>
              <a:t>co</a:t>
            </a:r>
            <a:endParaRPr sz="20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480"/>
              </a:spcBef>
              <a:buFont typeface="Malgun Gothic"/>
              <a:buChar char="▪"/>
              <a:tabLst>
                <a:tab pos="263525" algn="l"/>
                <a:tab pos="264160" algn="l"/>
              </a:tabLst>
            </a:pPr>
            <a:r>
              <a:rPr dirty="0" sz="2000" spc="-50">
                <a:solidFill>
                  <a:srgbClr val="C00000"/>
                </a:solidFill>
                <a:latin typeface="Arial"/>
                <a:cs typeface="Arial"/>
              </a:rPr>
              <a:t>Dr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7581" y="4936235"/>
            <a:ext cx="3911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0">
                <a:latin typeface="Arial"/>
                <a:cs typeface="Arial"/>
              </a:rPr>
              <a:t>p</a:t>
            </a:r>
            <a:r>
              <a:rPr dirty="0" sz="2000" spc="-35">
                <a:latin typeface="Arial"/>
                <a:cs typeface="Arial"/>
              </a:rPr>
              <a:t>r</a:t>
            </a:r>
            <a:r>
              <a:rPr dirty="0" sz="2000" spc="-5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2758" y="1390802"/>
            <a:ext cx="6313170" cy="386651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56515" marR="24130" indent="-38735">
              <a:lnSpc>
                <a:spcPts val="2810"/>
              </a:lnSpc>
              <a:spcBef>
                <a:spcPts val="70"/>
              </a:spcBef>
            </a:pP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ve: </a:t>
            </a:r>
            <a:r>
              <a:rPr dirty="0" sz="2400" spc="-45">
                <a:latin typeface="Arial"/>
                <a:cs typeface="Arial"/>
              </a:rPr>
              <a:t>Capture </a:t>
            </a:r>
            <a:r>
              <a:rPr dirty="0" sz="2400" spc="-65">
                <a:latin typeface="Arial"/>
                <a:cs typeface="Arial"/>
              </a:rPr>
              <a:t>molecular, </a:t>
            </a:r>
            <a:r>
              <a:rPr dirty="0" sz="2400" spc="-15">
                <a:latin typeface="Arial"/>
                <a:cs typeface="Arial"/>
              </a:rPr>
              <a:t>drug, </a:t>
            </a:r>
            <a:r>
              <a:rPr dirty="0" sz="2400" spc="-35">
                <a:latin typeface="Arial"/>
                <a:cs typeface="Arial"/>
              </a:rPr>
              <a:t>and </a:t>
            </a:r>
            <a:r>
              <a:rPr dirty="0" sz="2400" spc="-30">
                <a:latin typeface="Arial"/>
                <a:cs typeface="Arial"/>
              </a:rPr>
              <a:t>patient </a:t>
            </a:r>
            <a:r>
              <a:rPr dirty="0" sz="2400" spc="-25">
                <a:latin typeface="Arial"/>
                <a:cs typeface="Arial"/>
              </a:rPr>
              <a:t>data fo  </a:t>
            </a:r>
            <a:r>
              <a:rPr dirty="0" sz="2400" spc="-50">
                <a:latin typeface="Arial"/>
                <a:cs typeface="Arial"/>
              </a:rPr>
              <a:t>s </a:t>
            </a:r>
            <a:r>
              <a:rPr dirty="0" sz="2400" spc="-35">
                <a:latin typeface="Arial"/>
                <a:cs typeface="Arial"/>
              </a:rPr>
              <a:t>prescribed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5">
                <a:latin typeface="Arial"/>
                <a:cs typeface="Arial"/>
              </a:rPr>
              <a:t>the</a:t>
            </a:r>
            <a:r>
              <a:rPr dirty="0" sz="2400" spc="10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U.S.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</a:pPr>
            <a:r>
              <a:rPr dirty="0" sz="2400" spc="35">
                <a:latin typeface="Arial"/>
                <a:cs typeface="Arial"/>
              </a:rPr>
              <a:t>d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50">
                <a:latin typeface="Arial"/>
                <a:cs typeface="Arial"/>
              </a:rPr>
              <a:t>unique</a:t>
            </a:r>
            <a:r>
              <a:rPr dirty="0" sz="2400" spc="-25">
                <a:latin typeface="Arial"/>
                <a:cs typeface="Arial"/>
              </a:rPr>
              <a:t> dataset:</a:t>
            </a:r>
            <a:endParaRPr sz="2400">
              <a:latin typeface="Arial"/>
              <a:cs typeface="Arial"/>
            </a:endParaRPr>
          </a:p>
          <a:p>
            <a:pPr marR="491490" indent="104775">
              <a:lnSpc>
                <a:spcPct val="100000"/>
              </a:lnSpc>
              <a:spcBef>
                <a:spcPts val="515"/>
              </a:spcBef>
            </a:pP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51,131 drug-drug </a:t>
            </a:r>
            <a:r>
              <a:rPr dirty="0" sz="2000" spc="-25">
                <a:solidFill>
                  <a:srgbClr val="C00000"/>
                </a:solidFill>
                <a:latin typeface="Arial"/>
                <a:cs typeface="Arial"/>
              </a:rPr>
              <a:t>edges: </a:t>
            </a:r>
            <a:r>
              <a:rPr dirty="0" sz="2000" spc="-35">
                <a:latin typeface="Arial"/>
                <a:cs typeface="Arial"/>
              </a:rPr>
              <a:t>Patient </a:t>
            </a:r>
            <a:r>
              <a:rPr dirty="0" sz="2000" spc="-20">
                <a:latin typeface="Arial"/>
                <a:cs typeface="Arial"/>
              </a:rPr>
              <a:t>data </a:t>
            </a:r>
            <a:r>
              <a:rPr dirty="0" sz="2000" spc="-25">
                <a:latin typeface="Arial"/>
                <a:cs typeface="Arial"/>
              </a:rPr>
              <a:t>from </a:t>
            </a:r>
            <a:r>
              <a:rPr dirty="0" sz="2000" spc="-45">
                <a:latin typeface="Arial"/>
                <a:cs typeface="Arial"/>
              </a:rPr>
              <a:t>adverse  </a:t>
            </a:r>
            <a:r>
              <a:rPr dirty="0" sz="2000" spc="-25">
                <a:latin typeface="Arial"/>
                <a:cs typeface="Arial"/>
              </a:rPr>
              <a:t>ent system, </a:t>
            </a:r>
            <a:r>
              <a:rPr dirty="0" sz="2000" spc="-15">
                <a:latin typeface="Arial"/>
                <a:cs typeface="Arial"/>
              </a:rPr>
              <a:t>tested </a:t>
            </a:r>
            <a:r>
              <a:rPr dirty="0" sz="2000" spc="-25">
                <a:latin typeface="Arial"/>
                <a:cs typeface="Arial"/>
              </a:rPr>
              <a:t>for </a:t>
            </a:r>
            <a:r>
              <a:rPr dirty="0" sz="2000" spc="-20">
                <a:latin typeface="Arial"/>
                <a:cs typeface="Arial"/>
              </a:rPr>
              <a:t>confounders</a:t>
            </a:r>
            <a:r>
              <a:rPr dirty="0" sz="2000" spc="290">
                <a:latin typeface="Arial"/>
                <a:cs typeface="Arial"/>
              </a:rPr>
              <a:t> </a:t>
            </a:r>
            <a:r>
              <a:rPr dirty="0" sz="2000" spc="-85">
                <a:latin typeface="Arial"/>
                <a:cs typeface="Arial"/>
              </a:rPr>
              <a:t>[FDA]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ct val="100000"/>
              </a:lnSpc>
              <a:spcBef>
                <a:spcPts val="500"/>
              </a:spcBef>
            </a:pP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596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drug-protein</a:t>
            </a:r>
            <a:r>
              <a:rPr dirty="0" sz="2000" spc="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C00000"/>
                </a:solidFill>
                <a:latin typeface="Arial"/>
                <a:cs typeface="Arial"/>
              </a:rPr>
              <a:t>edges</a:t>
            </a:r>
            <a:endParaRPr sz="2000">
              <a:latin typeface="Arial"/>
              <a:cs typeface="Arial"/>
            </a:endParaRPr>
          </a:p>
          <a:p>
            <a:pPr marL="23495" indent="8890">
              <a:lnSpc>
                <a:spcPct val="105000"/>
              </a:lnSpc>
              <a:spcBef>
                <a:spcPts val="359"/>
              </a:spcBef>
            </a:pP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9,402 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protein-protein </a:t>
            </a:r>
            <a:r>
              <a:rPr dirty="0" sz="2000" spc="-25">
                <a:solidFill>
                  <a:srgbClr val="C00000"/>
                </a:solidFill>
                <a:latin typeface="Arial"/>
                <a:cs typeface="Arial"/>
              </a:rPr>
              <a:t>edges: </a:t>
            </a:r>
            <a:r>
              <a:rPr dirty="0" sz="2000" spc="-45">
                <a:latin typeface="Arial"/>
                <a:cs typeface="Arial"/>
              </a:rPr>
              <a:t>Physical, </a:t>
            </a:r>
            <a:r>
              <a:rPr dirty="0" sz="2000" spc="-20">
                <a:latin typeface="Arial"/>
                <a:cs typeface="Arial"/>
              </a:rPr>
              <a:t>metabolic </a:t>
            </a:r>
            <a:r>
              <a:rPr dirty="0" sz="2000" spc="-50">
                <a:latin typeface="Arial"/>
                <a:cs typeface="Arial"/>
              </a:rPr>
              <a:t>enzyme  </a:t>
            </a:r>
            <a:r>
              <a:rPr dirty="0" sz="2000" spc="-20">
                <a:latin typeface="Arial"/>
                <a:cs typeface="Arial"/>
              </a:rPr>
              <a:t>upled,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2000" spc="-45">
                <a:latin typeface="Arial"/>
                <a:cs typeface="Arial"/>
              </a:rPr>
              <a:t>signaling</a:t>
            </a:r>
            <a:r>
              <a:rPr dirty="0" sz="2000" spc="200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interactions</a:t>
            </a:r>
            <a:endParaRPr sz="2000">
              <a:latin typeface="Arial"/>
              <a:cs typeface="Arial"/>
            </a:endParaRPr>
          </a:p>
          <a:p>
            <a:pPr marL="113664" marR="723900" indent="-109855">
              <a:lnSpc>
                <a:spcPct val="100000"/>
              </a:lnSpc>
              <a:spcBef>
                <a:spcPts val="480"/>
              </a:spcBef>
            </a:pP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ug </a:t>
            </a:r>
            <a:r>
              <a:rPr dirty="0" sz="2000" spc="-25">
                <a:solidFill>
                  <a:srgbClr val="C00000"/>
                </a:solidFill>
                <a:latin typeface="Arial"/>
                <a:cs typeface="Arial"/>
              </a:rPr>
              <a:t>and protein </a:t>
            </a:r>
            <a:r>
              <a:rPr dirty="0" sz="2000" spc="-40">
                <a:solidFill>
                  <a:srgbClr val="C00000"/>
                </a:solidFill>
                <a:latin typeface="Arial"/>
                <a:cs typeface="Arial"/>
              </a:rPr>
              <a:t>features: </a:t>
            </a:r>
            <a:r>
              <a:rPr dirty="0" sz="2000" spc="0">
                <a:latin typeface="Arial"/>
                <a:cs typeface="Arial"/>
              </a:rPr>
              <a:t>drugs’ </a:t>
            </a:r>
            <a:r>
              <a:rPr dirty="0" sz="2000" spc="-30">
                <a:latin typeface="Arial"/>
                <a:cs typeface="Arial"/>
              </a:rPr>
              <a:t>chemical </a:t>
            </a:r>
            <a:r>
              <a:rPr dirty="0" sz="2000" spc="-20">
                <a:latin typeface="Arial"/>
                <a:cs typeface="Arial"/>
              </a:rPr>
              <a:t>structure,  </a:t>
            </a:r>
            <a:r>
              <a:rPr dirty="0" sz="2000" spc="-15">
                <a:latin typeface="Arial"/>
                <a:cs typeface="Arial"/>
              </a:rPr>
              <a:t>teins’ </a:t>
            </a:r>
            <a:r>
              <a:rPr dirty="0" sz="2000" spc="-25">
                <a:latin typeface="Arial"/>
                <a:cs typeface="Arial"/>
              </a:rPr>
              <a:t>membership </a:t>
            </a:r>
            <a:r>
              <a:rPr dirty="0" sz="2000" spc="-60">
                <a:latin typeface="Arial"/>
                <a:cs typeface="Arial"/>
              </a:rPr>
              <a:t>in</a:t>
            </a:r>
            <a:r>
              <a:rPr dirty="0" sz="2000" spc="15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pathways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77769" y="2235995"/>
            <a:ext cx="978613" cy="10718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591277" y="3764725"/>
            <a:ext cx="247015" cy="241300"/>
          </a:xfrm>
          <a:custGeom>
            <a:avLst/>
            <a:gdLst/>
            <a:ahLst/>
            <a:cxnLst/>
            <a:rect l="l" t="t" r="r" b="b"/>
            <a:pathLst>
              <a:path w="247015" h="241300">
                <a:moveTo>
                  <a:pt x="123325" y="0"/>
                </a:moveTo>
                <a:lnTo>
                  <a:pt x="75334" y="9473"/>
                </a:lnTo>
                <a:lnTo>
                  <a:pt x="36132" y="35306"/>
                </a:lnTo>
                <a:lnTo>
                  <a:pt x="9695" y="73616"/>
                </a:lnTo>
                <a:lnTo>
                  <a:pt x="0" y="120524"/>
                </a:lnTo>
                <a:lnTo>
                  <a:pt x="9695" y="167428"/>
                </a:lnTo>
                <a:lnTo>
                  <a:pt x="36132" y="205733"/>
                </a:lnTo>
                <a:lnTo>
                  <a:pt x="75334" y="231561"/>
                </a:lnTo>
                <a:lnTo>
                  <a:pt x="123325" y="241032"/>
                </a:lnTo>
                <a:lnTo>
                  <a:pt x="171343" y="231561"/>
                </a:lnTo>
                <a:lnTo>
                  <a:pt x="210542" y="205733"/>
                </a:lnTo>
                <a:lnTo>
                  <a:pt x="236964" y="167428"/>
                </a:lnTo>
                <a:lnTo>
                  <a:pt x="246651" y="120524"/>
                </a:lnTo>
                <a:lnTo>
                  <a:pt x="236964" y="73616"/>
                </a:lnTo>
                <a:lnTo>
                  <a:pt x="210542" y="35306"/>
                </a:lnTo>
                <a:lnTo>
                  <a:pt x="171343" y="9473"/>
                </a:lnTo>
                <a:lnTo>
                  <a:pt x="123325" y="0"/>
                </a:lnTo>
                <a:close/>
              </a:path>
            </a:pathLst>
          </a:custGeom>
          <a:solidFill>
            <a:srgbClr val="F68B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91279" y="3764726"/>
            <a:ext cx="247015" cy="241300"/>
          </a:xfrm>
          <a:custGeom>
            <a:avLst/>
            <a:gdLst/>
            <a:ahLst/>
            <a:cxnLst/>
            <a:rect l="l" t="t" r="r" b="b"/>
            <a:pathLst>
              <a:path w="247015" h="241300">
                <a:moveTo>
                  <a:pt x="246650" y="120523"/>
                </a:moveTo>
                <a:lnTo>
                  <a:pt x="236963" y="167428"/>
                </a:lnTo>
                <a:lnTo>
                  <a:pt x="210541" y="205733"/>
                </a:lnTo>
                <a:lnTo>
                  <a:pt x="171342" y="231560"/>
                </a:lnTo>
                <a:lnTo>
                  <a:pt x="123325" y="241031"/>
                </a:lnTo>
                <a:lnTo>
                  <a:pt x="75334" y="231560"/>
                </a:lnTo>
                <a:lnTo>
                  <a:pt x="36132" y="205733"/>
                </a:lnTo>
                <a:lnTo>
                  <a:pt x="9695" y="167428"/>
                </a:lnTo>
                <a:lnTo>
                  <a:pt x="0" y="120523"/>
                </a:lnTo>
                <a:lnTo>
                  <a:pt x="9695" y="73616"/>
                </a:lnTo>
                <a:lnTo>
                  <a:pt x="36132" y="35306"/>
                </a:lnTo>
                <a:lnTo>
                  <a:pt x="75334" y="9473"/>
                </a:lnTo>
                <a:lnTo>
                  <a:pt x="123325" y="0"/>
                </a:lnTo>
                <a:lnTo>
                  <a:pt x="171342" y="9473"/>
                </a:lnTo>
                <a:lnTo>
                  <a:pt x="210541" y="35306"/>
                </a:lnTo>
                <a:lnTo>
                  <a:pt x="236963" y="73616"/>
                </a:lnTo>
                <a:lnTo>
                  <a:pt x="246650" y="120523"/>
                </a:lnTo>
                <a:close/>
              </a:path>
            </a:pathLst>
          </a:custGeom>
          <a:ln w="3231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24135" y="3885250"/>
            <a:ext cx="567690" cy="0"/>
          </a:xfrm>
          <a:custGeom>
            <a:avLst/>
            <a:gdLst/>
            <a:ahLst/>
            <a:cxnLst/>
            <a:rect l="l" t="t" r="r" b="b"/>
            <a:pathLst>
              <a:path w="567690" h="0">
                <a:moveTo>
                  <a:pt x="0" y="0"/>
                </a:moveTo>
                <a:lnTo>
                  <a:pt x="567149" y="0"/>
                </a:lnTo>
              </a:path>
            </a:pathLst>
          </a:custGeom>
          <a:ln w="3230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46467" y="3784982"/>
            <a:ext cx="237490" cy="200660"/>
          </a:xfrm>
          <a:custGeom>
            <a:avLst/>
            <a:gdLst/>
            <a:ahLst/>
            <a:cxnLst/>
            <a:rect l="l" t="t" r="r" b="b"/>
            <a:pathLst>
              <a:path w="237490" h="200660">
                <a:moveTo>
                  <a:pt x="118417" y="0"/>
                </a:moveTo>
                <a:lnTo>
                  <a:pt x="0" y="200596"/>
                </a:lnTo>
                <a:lnTo>
                  <a:pt x="236957" y="200596"/>
                </a:lnTo>
                <a:lnTo>
                  <a:pt x="118417" y="0"/>
                </a:lnTo>
                <a:close/>
              </a:path>
            </a:pathLst>
          </a:custGeom>
          <a:solidFill>
            <a:srgbClr val="6DC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46467" y="3784982"/>
            <a:ext cx="237490" cy="200660"/>
          </a:xfrm>
          <a:custGeom>
            <a:avLst/>
            <a:gdLst/>
            <a:ahLst/>
            <a:cxnLst/>
            <a:rect l="l" t="t" r="r" b="b"/>
            <a:pathLst>
              <a:path w="237490" h="200660">
                <a:moveTo>
                  <a:pt x="118417" y="0"/>
                </a:moveTo>
                <a:lnTo>
                  <a:pt x="177664" y="100267"/>
                </a:lnTo>
                <a:lnTo>
                  <a:pt x="236957" y="200596"/>
                </a:lnTo>
                <a:lnTo>
                  <a:pt x="118417" y="200596"/>
                </a:lnTo>
                <a:lnTo>
                  <a:pt x="0" y="200596"/>
                </a:lnTo>
                <a:lnTo>
                  <a:pt x="59170" y="100267"/>
                </a:lnTo>
                <a:lnTo>
                  <a:pt x="118417" y="0"/>
                </a:lnTo>
                <a:close/>
              </a:path>
            </a:pathLst>
          </a:custGeom>
          <a:ln w="2901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37034" y="4759295"/>
            <a:ext cx="243204" cy="238125"/>
          </a:xfrm>
          <a:custGeom>
            <a:avLst/>
            <a:gdLst/>
            <a:ahLst/>
            <a:cxnLst/>
            <a:rect l="l" t="t" r="r" b="b"/>
            <a:pathLst>
              <a:path w="243204" h="238125">
                <a:moveTo>
                  <a:pt x="121528" y="0"/>
                </a:moveTo>
                <a:lnTo>
                  <a:pt x="74248" y="9338"/>
                </a:lnTo>
                <a:lnTo>
                  <a:pt x="35616" y="34805"/>
                </a:lnTo>
                <a:lnTo>
                  <a:pt x="9558" y="72580"/>
                </a:lnTo>
                <a:lnTo>
                  <a:pt x="0" y="118841"/>
                </a:lnTo>
                <a:lnTo>
                  <a:pt x="9558" y="165098"/>
                </a:lnTo>
                <a:lnTo>
                  <a:pt x="35616" y="202862"/>
                </a:lnTo>
                <a:lnTo>
                  <a:pt x="74248" y="228319"/>
                </a:lnTo>
                <a:lnTo>
                  <a:pt x="121528" y="237652"/>
                </a:lnTo>
                <a:lnTo>
                  <a:pt x="168879" y="228319"/>
                </a:lnTo>
                <a:lnTo>
                  <a:pt x="207546" y="202862"/>
                </a:lnTo>
                <a:lnTo>
                  <a:pt x="233617" y="165098"/>
                </a:lnTo>
                <a:lnTo>
                  <a:pt x="243177" y="118841"/>
                </a:lnTo>
                <a:lnTo>
                  <a:pt x="233617" y="72580"/>
                </a:lnTo>
                <a:lnTo>
                  <a:pt x="207546" y="34805"/>
                </a:lnTo>
                <a:lnTo>
                  <a:pt x="168879" y="9338"/>
                </a:lnTo>
                <a:lnTo>
                  <a:pt x="121528" y="0"/>
                </a:lnTo>
                <a:close/>
              </a:path>
            </a:pathLst>
          </a:custGeom>
          <a:solidFill>
            <a:srgbClr val="F794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37034" y="4759295"/>
            <a:ext cx="243204" cy="238125"/>
          </a:xfrm>
          <a:custGeom>
            <a:avLst/>
            <a:gdLst/>
            <a:ahLst/>
            <a:cxnLst/>
            <a:rect l="l" t="t" r="r" b="b"/>
            <a:pathLst>
              <a:path w="243204" h="238125">
                <a:moveTo>
                  <a:pt x="243177" y="118841"/>
                </a:moveTo>
                <a:lnTo>
                  <a:pt x="233617" y="165098"/>
                </a:lnTo>
                <a:lnTo>
                  <a:pt x="207546" y="202862"/>
                </a:lnTo>
                <a:lnTo>
                  <a:pt x="168878" y="228319"/>
                </a:lnTo>
                <a:lnTo>
                  <a:pt x="121528" y="237652"/>
                </a:lnTo>
                <a:lnTo>
                  <a:pt x="74247" y="228319"/>
                </a:lnTo>
                <a:lnTo>
                  <a:pt x="35615" y="202862"/>
                </a:lnTo>
                <a:lnTo>
                  <a:pt x="9558" y="165098"/>
                </a:lnTo>
                <a:lnTo>
                  <a:pt x="0" y="118841"/>
                </a:lnTo>
                <a:lnTo>
                  <a:pt x="9558" y="72579"/>
                </a:lnTo>
                <a:lnTo>
                  <a:pt x="35615" y="34805"/>
                </a:lnTo>
                <a:lnTo>
                  <a:pt x="74247" y="9338"/>
                </a:lnTo>
                <a:lnTo>
                  <a:pt x="121528" y="0"/>
                </a:lnTo>
                <a:lnTo>
                  <a:pt x="168878" y="9338"/>
                </a:lnTo>
                <a:lnTo>
                  <a:pt x="207546" y="34805"/>
                </a:lnTo>
                <a:lnTo>
                  <a:pt x="233617" y="72579"/>
                </a:lnTo>
                <a:lnTo>
                  <a:pt x="243177" y="118841"/>
                </a:lnTo>
                <a:close/>
              </a:path>
            </a:pathLst>
          </a:custGeom>
          <a:ln w="3185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676135" y="4759295"/>
            <a:ext cx="243204" cy="238125"/>
          </a:xfrm>
          <a:custGeom>
            <a:avLst/>
            <a:gdLst/>
            <a:ahLst/>
            <a:cxnLst/>
            <a:rect l="l" t="t" r="r" b="b"/>
            <a:pathLst>
              <a:path w="243204" h="238125">
                <a:moveTo>
                  <a:pt x="121588" y="0"/>
                </a:moveTo>
                <a:lnTo>
                  <a:pt x="74273" y="9338"/>
                </a:lnTo>
                <a:lnTo>
                  <a:pt x="35623" y="34805"/>
                </a:lnTo>
                <a:lnTo>
                  <a:pt x="9559" y="72580"/>
                </a:lnTo>
                <a:lnTo>
                  <a:pt x="0" y="118841"/>
                </a:lnTo>
                <a:lnTo>
                  <a:pt x="9559" y="165098"/>
                </a:lnTo>
                <a:lnTo>
                  <a:pt x="35623" y="202862"/>
                </a:lnTo>
                <a:lnTo>
                  <a:pt x="74273" y="228319"/>
                </a:lnTo>
                <a:lnTo>
                  <a:pt x="121588" y="237652"/>
                </a:lnTo>
                <a:lnTo>
                  <a:pt x="168929" y="228319"/>
                </a:lnTo>
                <a:lnTo>
                  <a:pt x="207576" y="202862"/>
                </a:lnTo>
                <a:lnTo>
                  <a:pt x="233626" y="165098"/>
                </a:lnTo>
                <a:lnTo>
                  <a:pt x="243177" y="118841"/>
                </a:lnTo>
                <a:lnTo>
                  <a:pt x="233626" y="72580"/>
                </a:lnTo>
                <a:lnTo>
                  <a:pt x="207576" y="34805"/>
                </a:lnTo>
                <a:lnTo>
                  <a:pt x="168929" y="9338"/>
                </a:lnTo>
                <a:lnTo>
                  <a:pt x="121588" y="0"/>
                </a:lnTo>
                <a:close/>
              </a:path>
            </a:pathLst>
          </a:custGeom>
          <a:solidFill>
            <a:srgbClr val="F68B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76135" y="4759295"/>
            <a:ext cx="243204" cy="238125"/>
          </a:xfrm>
          <a:custGeom>
            <a:avLst/>
            <a:gdLst/>
            <a:ahLst/>
            <a:cxnLst/>
            <a:rect l="l" t="t" r="r" b="b"/>
            <a:pathLst>
              <a:path w="243204" h="238125">
                <a:moveTo>
                  <a:pt x="243177" y="118841"/>
                </a:moveTo>
                <a:lnTo>
                  <a:pt x="233626" y="165098"/>
                </a:lnTo>
                <a:lnTo>
                  <a:pt x="207576" y="202862"/>
                </a:lnTo>
                <a:lnTo>
                  <a:pt x="168929" y="228319"/>
                </a:lnTo>
                <a:lnTo>
                  <a:pt x="121588" y="237652"/>
                </a:lnTo>
                <a:lnTo>
                  <a:pt x="74273" y="228319"/>
                </a:lnTo>
                <a:lnTo>
                  <a:pt x="35623" y="202862"/>
                </a:lnTo>
                <a:lnTo>
                  <a:pt x="9559" y="165098"/>
                </a:lnTo>
                <a:lnTo>
                  <a:pt x="0" y="118841"/>
                </a:lnTo>
                <a:lnTo>
                  <a:pt x="9559" y="72579"/>
                </a:lnTo>
                <a:lnTo>
                  <a:pt x="35623" y="34805"/>
                </a:lnTo>
                <a:lnTo>
                  <a:pt x="74273" y="9338"/>
                </a:lnTo>
                <a:lnTo>
                  <a:pt x="121588" y="0"/>
                </a:lnTo>
                <a:lnTo>
                  <a:pt x="168929" y="9338"/>
                </a:lnTo>
                <a:lnTo>
                  <a:pt x="207576" y="34805"/>
                </a:lnTo>
                <a:lnTo>
                  <a:pt x="233626" y="72579"/>
                </a:lnTo>
                <a:lnTo>
                  <a:pt x="243177" y="118841"/>
                </a:lnTo>
                <a:close/>
              </a:path>
            </a:pathLst>
          </a:custGeom>
          <a:ln w="3185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80210" y="4878137"/>
            <a:ext cx="495934" cy="0"/>
          </a:xfrm>
          <a:custGeom>
            <a:avLst/>
            <a:gdLst/>
            <a:ahLst/>
            <a:cxnLst/>
            <a:rect l="l" t="t" r="r" b="b"/>
            <a:pathLst>
              <a:path w="495934" h="0">
                <a:moveTo>
                  <a:pt x="0" y="0"/>
                </a:moveTo>
                <a:lnTo>
                  <a:pt x="495925" y="0"/>
                </a:lnTo>
              </a:path>
            </a:pathLst>
          </a:custGeom>
          <a:ln w="3185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674744" y="3404108"/>
            <a:ext cx="1266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Drug-protein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46169" y="4376420"/>
            <a:ext cx="1480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Arial"/>
                <a:cs typeface="Arial"/>
              </a:rPr>
              <a:t>Protein-protein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42508" y="1922779"/>
            <a:ext cx="1040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Arial"/>
                <a:cs typeface="Arial"/>
              </a:rPr>
              <a:t>D</a:t>
            </a:r>
            <a:r>
              <a:rPr dirty="0" sz="1800" spc="-40">
                <a:latin typeface="Arial"/>
                <a:cs typeface="Arial"/>
              </a:rPr>
              <a:t>r</a:t>
            </a:r>
            <a:r>
              <a:rPr dirty="0" sz="1800" spc="-40">
                <a:latin typeface="Arial"/>
                <a:cs typeface="Arial"/>
              </a:rPr>
              <a:t>u</a:t>
            </a:r>
            <a:r>
              <a:rPr dirty="0" sz="1800" spc="-10">
                <a:latin typeface="Arial"/>
                <a:cs typeface="Arial"/>
              </a:rPr>
              <a:t>g</a:t>
            </a:r>
            <a:r>
              <a:rPr dirty="0" sz="1800" spc="55">
                <a:latin typeface="Arial"/>
                <a:cs typeface="Arial"/>
              </a:rPr>
              <a:t>-</a:t>
            </a:r>
            <a:r>
              <a:rPr dirty="0" sz="1800" spc="-5">
                <a:latin typeface="Arial"/>
                <a:cs typeface="Arial"/>
              </a:rPr>
              <a:t>d</a:t>
            </a:r>
            <a:r>
              <a:rPr dirty="0" sz="1800" spc="-10">
                <a:latin typeface="Arial"/>
                <a:cs typeface="Arial"/>
              </a:rPr>
              <a:t>r</a:t>
            </a:r>
            <a:r>
              <a:rPr dirty="0" sz="1800" spc="-40">
                <a:latin typeface="Arial"/>
                <a:cs typeface="Arial"/>
              </a:rPr>
              <a:t>u</a:t>
            </a:r>
            <a:r>
              <a:rPr dirty="0" sz="1800" spc="-5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6777" y="5646708"/>
            <a:ext cx="7927975" cy="1008380"/>
          </a:xfrm>
          <a:prstGeom prst="rect">
            <a:avLst/>
          </a:prstGeom>
          <a:solidFill>
            <a:srgbClr val="4F81BD"/>
          </a:solidFill>
        </p:spPr>
        <p:txBody>
          <a:bodyPr wrap="square" lIns="0" tIns="157480" rIns="0" bIns="0" rtlCol="0" vert="horz">
            <a:spAutoFit/>
          </a:bodyPr>
          <a:lstStyle/>
          <a:p>
            <a:pPr marL="1328420" marR="537210" indent="-652780">
              <a:lnSpc>
                <a:spcPts val="2810"/>
              </a:lnSpc>
              <a:spcBef>
                <a:spcPts val="1240"/>
              </a:spcBef>
            </a:pP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Gives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multimodal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network 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over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5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million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edges  separated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into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1,000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edge</a:t>
            </a:r>
            <a:r>
              <a:rPr dirty="0" sz="2400" spc="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56696" y="1219090"/>
            <a:ext cx="6221349" cy="4187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51934" y="1214328"/>
            <a:ext cx="6231255" cy="4197350"/>
          </a:xfrm>
          <a:custGeom>
            <a:avLst/>
            <a:gdLst/>
            <a:ahLst/>
            <a:cxnLst/>
            <a:rect l="l" t="t" r="r" b="b"/>
            <a:pathLst>
              <a:path w="6231255" h="4197350">
                <a:moveTo>
                  <a:pt x="0" y="0"/>
                </a:moveTo>
                <a:lnTo>
                  <a:pt x="6230874" y="0"/>
                </a:lnTo>
                <a:lnTo>
                  <a:pt x="6230874" y="4197029"/>
                </a:lnTo>
                <a:lnTo>
                  <a:pt x="0" y="419702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2521306"/>
            <a:ext cx="6099666" cy="4110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9837" y="128523"/>
            <a:ext cx="6665595" cy="142494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617855">
              <a:lnSpc>
                <a:spcPts val="5500"/>
              </a:lnSpc>
              <a:spcBef>
                <a:spcPts val="300"/>
              </a:spcBef>
            </a:pPr>
            <a:r>
              <a:rPr dirty="0" sz="4600" spc="-225">
                <a:solidFill>
                  <a:srgbClr val="C00000"/>
                </a:solidFill>
                <a:latin typeface="Arial"/>
                <a:cs typeface="Arial"/>
              </a:rPr>
              <a:t>We </a:t>
            </a:r>
            <a:r>
              <a:rPr dirty="0" sz="4600" spc="-80">
                <a:solidFill>
                  <a:srgbClr val="C00000"/>
                </a:solidFill>
                <a:latin typeface="Arial"/>
                <a:cs typeface="Arial"/>
              </a:rPr>
              <a:t>apply </a:t>
            </a:r>
            <a:r>
              <a:rPr dirty="0" sz="4600" spc="-90">
                <a:solidFill>
                  <a:srgbClr val="C00000"/>
                </a:solidFill>
                <a:latin typeface="Arial"/>
                <a:cs typeface="Arial"/>
              </a:rPr>
              <a:t>Decagon </a:t>
            </a:r>
            <a:r>
              <a:rPr dirty="0" sz="4600" spc="25">
                <a:solidFill>
                  <a:srgbClr val="C00000"/>
                </a:solidFill>
                <a:latin typeface="Arial"/>
                <a:cs typeface="Arial"/>
              </a:rPr>
              <a:t>to  </a:t>
            </a:r>
            <a:r>
              <a:rPr dirty="0" sz="4600" spc="-70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4600" spc="-80">
                <a:solidFill>
                  <a:srgbClr val="C00000"/>
                </a:solidFill>
                <a:latin typeface="Arial"/>
                <a:cs typeface="Arial"/>
              </a:rPr>
              <a:t>polypharmacy</a:t>
            </a:r>
            <a:r>
              <a:rPr dirty="0" sz="460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4600" spc="-45">
                <a:solidFill>
                  <a:srgbClr val="C00000"/>
                </a:solidFill>
                <a:latin typeface="Arial"/>
                <a:cs typeface="Arial"/>
              </a:rPr>
              <a:t>network</a:t>
            </a:r>
            <a:endParaRPr sz="4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66416" y="1710435"/>
            <a:ext cx="756793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-55">
                <a:latin typeface="Arial"/>
                <a:cs typeface="Arial"/>
              </a:rPr>
              <a:t>E.g.: </a:t>
            </a:r>
            <a:r>
              <a:rPr dirty="0" sz="2800" spc="-15">
                <a:latin typeface="Arial"/>
                <a:cs typeface="Arial"/>
              </a:rPr>
              <a:t>How </a:t>
            </a:r>
            <a:r>
              <a:rPr dirty="0" sz="2800" spc="-95">
                <a:latin typeface="Arial"/>
                <a:cs typeface="Arial"/>
              </a:rPr>
              <a:t>likely </a:t>
            </a:r>
            <a:r>
              <a:rPr dirty="0" sz="2800" spc="-75">
                <a:latin typeface="Arial"/>
                <a:cs typeface="Arial"/>
              </a:rPr>
              <a:t>will </a:t>
            </a:r>
            <a:r>
              <a:rPr dirty="0" sz="2800" spc="-70">
                <a:latin typeface="Arial"/>
                <a:cs typeface="Arial"/>
              </a:rPr>
              <a:t>Simvastatin </a:t>
            </a:r>
            <a:r>
              <a:rPr dirty="0" sz="2800" spc="-50">
                <a:latin typeface="Arial"/>
                <a:cs typeface="Arial"/>
              </a:rPr>
              <a:t>and </a:t>
            </a:r>
            <a:r>
              <a:rPr dirty="0" sz="2800" spc="-60">
                <a:latin typeface="Arial"/>
                <a:cs typeface="Arial"/>
              </a:rPr>
              <a:t>Ciprofloxacin,  </a:t>
            </a:r>
            <a:r>
              <a:rPr dirty="0" sz="2800" spc="-55">
                <a:latin typeface="Arial"/>
                <a:cs typeface="Arial"/>
              </a:rPr>
              <a:t>when taken </a:t>
            </a:r>
            <a:r>
              <a:rPr dirty="0" sz="2800" spc="-70">
                <a:latin typeface="Arial"/>
                <a:cs typeface="Arial"/>
              </a:rPr>
              <a:t>together, break </a:t>
            </a:r>
            <a:r>
              <a:rPr dirty="0" sz="2800" spc="-5">
                <a:latin typeface="Arial"/>
                <a:cs typeface="Arial"/>
              </a:rPr>
              <a:t>down </a:t>
            </a:r>
            <a:r>
              <a:rPr dirty="0" sz="2800" spc="-60">
                <a:latin typeface="Arial"/>
                <a:cs typeface="Arial"/>
              </a:rPr>
              <a:t>muscle</a:t>
            </a:r>
            <a:r>
              <a:rPr dirty="0" sz="2800" spc="12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tissue?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243" y="326643"/>
            <a:ext cx="855345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20"/>
              <a:t>Results: </a:t>
            </a:r>
            <a:r>
              <a:rPr dirty="0" sz="5200" spc="-125"/>
              <a:t>Side </a:t>
            </a:r>
            <a:r>
              <a:rPr dirty="0" sz="5200" spc="-114"/>
              <a:t>Effect</a:t>
            </a:r>
            <a:r>
              <a:rPr dirty="0" sz="5200" spc="235"/>
              <a:t> </a:t>
            </a:r>
            <a:r>
              <a:rPr dirty="0" sz="5200" spc="-85"/>
              <a:t>Prediction</a:t>
            </a:r>
            <a:endParaRPr sz="5200"/>
          </a:p>
        </p:txBody>
      </p:sp>
      <p:sp>
        <p:nvSpPr>
          <p:cNvPr id="3" name="object 3"/>
          <p:cNvSpPr/>
          <p:nvPr/>
        </p:nvSpPr>
        <p:spPr>
          <a:xfrm>
            <a:off x="8077200" y="4349496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67016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56831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46647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43500" y="4349496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63567" y="4349496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53384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3200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33016" y="434949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2128" y="4349496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7200" y="3992880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7016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56831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46647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43500" y="3992880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63567" y="3992880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53384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43200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33016" y="39928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62128" y="3992880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077200" y="3636264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67016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56831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46647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43500" y="3636264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63567" y="3636264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53384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43200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33016" y="36362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62128" y="3636264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77200" y="3279648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367016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56831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946647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143500" y="3279648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163567" y="3279648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53384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743200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33016" y="32796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62128" y="3279648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077200" y="2926080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67016" y="29260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05560" y="2926080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 h="0">
                <a:moveTo>
                  <a:pt x="0" y="0"/>
                </a:moveTo>
                <a:lnTo>
                  <a:pt x="10367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46647" y="2926080"/>
            <a:ext cx="104139" cy="0"/>
          </a:xfrm>
          <a:custGeom>
            <a:avLst/>
            <a:gdLst/>
            <a:ahLst/>
            <a:cxnLst/>
            <a:rect l="l" t="t" r="r" b="b"/>
            <a:pathLst>
              <a:path w="104139" h="0">
                <a:moveTo>
                  <a:pt x="0" y="0"/>
                </a:moveTo>
                <a:lnTo>
                  <a:pt x="1037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43500" y="2926080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163567" y="2926080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53384" y="29260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743200" y="29260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033016" y="292608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62128" y="2926080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077200" y="2569464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7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415656" y="2569464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 h="0">
                <a:moveTo>
                  <a:pt x="0" y="0"/>
                </a:moveTo>
                <a:lnTo>
                  <a:pt x="10375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946647" y="2569464"/>
            <a:ext cx="814069" cy="0"/>
          </a:xfrm>
          <a:custGeom>
            <a:avLst/>
            <a:gdLst/>
            <a:ahLst/>
            <a:cxnLst/>
            <a:rect l="l" t="t" r="r" b="b"/>
            <a:pathLst>
              <a:path w="814070" h="0">
                <a:moveTo>
                  <a:pt x="0" y="0"/>
                </a:moveTo>
                <a:lnTo>
                  <a:pt x="81381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43500" y="2569464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163567" y="2569464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453384" y="25694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743200" y="25694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033016" y="2569464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62128" y="2569464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25755" y="2212848"/>
            <a:ext cx="564515" cy="0"/>
          </a:xfrm>
          <a:custGeom>
            <a:avLst/>
            <a:gdLst/>
            <a:ahLst/>
            <a:cxnLst/>
            <a:rect l="l" t="t" r="r" b="b"/>
            <a:pathLst>
              <a:path w="564515" h="0">
                <a:moveTo>
                  <a:pt x="0" y="0"/>
                </a:moveTo>
                <a:lnTo>
                  <a:pt x="5642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946647" y="2212848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391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143500" y="2212848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63567" y="2212848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 h="0">
                <a:moveTo>
                  <a:pt x="0" y="0"/>
                </a:moveTo>
                <a:lnTo>
                  <a:pt x="17983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53384" y="221284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33016" y="2212848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 h="0">
                <a:moveTo>
                  <a:pt x="0" y="0"/>
                </a:moveTo>
                <a:lnTo>
                  <a:pt x="86258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62128" y="2212848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997304" y="1859280"/>
            <a:ext cx="2693035" cy="0"/>
          </a:xfrm>
          <a:custGeom>
            <a:avLst/>
            <a:gdLst/>
            <a:ahLst/>
            <a:cxnLst/>
            <a:rect l="l" t="t" r="r" b="b"/>
            <a:pathLst>
              <a:path w="2693034" h="0">
                <a:moveTo>
                  <a:pt x="0" y="0"/>
                </a:moveTo>
                <a:lnTo>
                  <a:pt x="2692670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143500" y="1859280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 h="0">
                <a:moveTo>
                  <a:pt x="0" y="0"/>
                </a:moveTo>
                <a:lnTo>
                  <a:pt x="19492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211833" y="1859280"/>
            <a:ext cx="132080" cy="0"/>
          </a:xfrm>
          <a:custGeom>
            <a:avLst/>
            <a:gdLst/>
            <a:ahLst/>
            <a:cxnLst/>
            <a:rect l="l" t="t" r="r" b="b"/>
            <a:pathLst>
              <a:path w="132079" h="0">
                <a:moveTo>
                  <a:pt x="0" y="0"/>
                </a:moveTo>
                <a:lnTo>
                  <a:pt x="13156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501735" y="1859280"/>
            <a:ext cx="55244" cy="0"/>
          </a:xfrm>
          <a:custGeom>
            <a:avLst/>
            <a:gdLst/>
            <a:ahLst/>
            <a:cxnLst/>
            <a:rect l="l" t="t" r="r" b="b"/>
            <a:pathLst>
              <a:path w="55245" h="0">
                <a:moveTo>
                  <a:pt x="0" y="0"/>
                </a:moveTo>
                <a:lnTo>
                  <a:pt x="5490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033016" y="1859280"/>
            <a:ext cx="814069" cy="0"/>
          </a:xfrm>
          <a:custGeom>
            <a:avLst/>
            <a:gdLst/>
            <a:ahLst/>
            <a:cxnLst/>
            <a:rect l="l" t="t" r="r" b="b"/>
            <a:pathLst>
              <a:path w="814069" h="0">
                <a:moveTo>
                  <a:pt x="0" y="0"/>
                </a:moveTo>
                <a:lnTo>
                  <a:pt x="81352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62128" y="1859280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 h="0">
                <a:moveTo>
                  <a:pt x="0" y="0"/>
                </a:moveTo>
                <a:lnTo>
                  <a:pt x="613103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143500" y="1502632"/>
            <a:ext cx="3546475" cy="0"/>
          </a:xfrm>
          <a:custGeom>
            <a:avLst/>
            <a:gdLst/>
            <a:ahLst/>
            <a:cxnLst/>
            <a:rect l="l" t="t" r="r" b="b"/>
            <a:pathLst>
              <a:path w="3546475" h="0">
                <a:moveTo>
                  <a:pt x="0" y="0"/>
                </a:moveTo>
                <a:lnTo>
                  <a:pt x="3546475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083381" y="1502632"/>
            <a:ext cx="2260600" cy="0"/>
          </a:xfrm>
          <a:custGeom>
            <a:avLst/>
            <a:gdLst/>
            <a:ahLst/>
            <a:cxnLst/>
            <a:rect l="l" t="t" r="r" b="b"/>
            <a:pathLst>
              <a:path w="2260600" h="0">
                <a:moveTo>
                  <a:pt x="0" y="0"/>
                </a:moveTo>
                <a:lnTo>
                  <a:pt x="226001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62128" y="1502632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376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475232" y="1737360"/>
            <a:ext cx="558165" cy="2966720"/>
          </a:xfrm>
          <a:custGeom>
            <a:avLst/>
            <a:gdLst/>
            <a:ahLst/>
            <a:cxnLst/>
            <a:rect l="l" t="t" r="r" b="b"/>
            <a:pathLst>
              <a:path w="558164" h="2966720">
                <a:moveTo>
                  <a:pt x="557784" y="0"/>
                </a:moveTo>
                <a:lnTo>
                  <a:pt x="0" y="0"/>
                </a:lnTo>
                <a:lnTo>
                  <a:pt x="0" y="2966284"/>
                </a:lnTo>
                <a:lnTo>
                  <a:pt x="557784" y="2966284"/>
                </a:lnTo>
                <a:lnTo>
                  <a:pt x="55778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388864" y="2103120"/>
            <a:ext cx="558165" cy="2600960"/>
          </a:xfrm>
          <a:custGeom>
            <a:avLst/>
            <a:gdLst/>
            <a:ahLst/>
            <a:cxnLst/>
            <a:rect l="l" t="t" r="r" b="b"/>
            <a:pathLst>
              <a:path w="558164" h="2600960">
                <a:moveTo>
                  <a:pt x="557784" y="0"/>
                </a:moveTo>
                <a:lnTo>
                  <a:pt x="0" y="0"/>
                </a:lnTo>
                <a:lnTo>
                  <a:pt x="0" y="2600524"/>
                </a:lnTo>
                <a:lnTo>
                  <a:pt x="557784" y="2600524"/>
                </a:lnTo>
                <a:lnTo>
                  <a:pt x="55778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475231" y="1737360"/>
            <a:ext cx="558165" cy="2966720"/>
          </a:xfrm>
          <a:custGeom>
            <a:avLst/>
            <a:gdLst/>
            <a:ahLst/>
            <a:cxnLst/>
            <a:rect l="l" t="t" r="r" b="b"/>
            <a:pathLst>
              <a:path w="558164" h="2966720">
                <a:moveTo>
                  <a:pt x="0" y="0"/>
                </a:moveTo>
                <a:lnTo>
                  <a:pt x="557784" y="0"/>
                </a:lnTo>
                <a:lnTo>
                  <a:pt x="557784" y="2966284"/>
                </a:lnTo>
                <a:lnTo>
                  <a:pt x="0" y="296628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388864" y="2103120"/>
            <a:ext cx="558165" cy="2600960"/>
          </a:xfrm>
          <a:custGeom>
            <a:avLst/>
            <a:gdLst/>
            <a:ahLst/>
            <a:cxnLst/>
            <a:rect l="l" t="t" r="r" b="b"/>
            <a:pathLst>
              <a:path w="558164" h="2600960">
                <a:moveTo>
                  <a:pt x="0" y="0"/>
                </a:moveTo>
                <a:lnTo>
                  <a:pt x="557784" y="0"/>
                </a:lnTo>
                <a:lnTo>
                  <a:pt x="557784" y="2600524"/>
                </a:lnTo>
                <a:lnTo>
                  <a:pt x="0" y="260052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185416" y="2240279"/>
            <a:ext cx="558165" cy="2463800"/>
          </a:xfrm>
          <a:custGeom>
            <a:avLst/>
            <a:gdLst/>
            <a:ahLst/>
            <a:cxnLst/>
            <a:rect l="l" t="t" r="r" b="b"/>
            <a:pathLst>
              <a:path w="558164" h="2463800">
                <a:moveTo>
                  <a:pt x="557783" y="0"/>
                </a:moveTo>
                <a:lnTo>
                  <a:pt x="0" y="0"/>
                </a:lnTo>
                <a:lnTo>
                  <a:pt x="0" y="2463364"/>
                </a:lnTo>
                <a:lnTo>
                  <a:pt x="557783" y="2463364"/>
                </a:lnTo>
                <a:lnTo>
                  <a:pt x="557783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099047" y="3011423"/>
            <a:ext cx="558165" cy="1692275"/>
          </a:xfrm>
          <a:custGeom>
            <a:avLst/>
            <a:gdLst/>
            <a:ahLst/>
            <a:cxnLst/>
            <a:rect l="l" t="t" r="r" b="b"/>
            <a:pathLst>
              <a:path w="558165" h="1692275">
                <a:moveTo>
                  <a:pt x="557783" y="0"/>
                </a:moveTo>
                <a:lnTo>
                  <a:pt x="0" y="0"/>
                </a:lnTo>
                <a:lnTo>
                  <a:pt x="0" y="1692220"/>
                </a:lnTo>
                <a:lnTo>
                  <a:pt x="557783" y="1692220"/>
                </a:lnTo>
                <a:lnTo>
                  <a:pt x="557783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185416" y="2240280"/>
            <a:ext cx="558165" cy="2463800"/>
          </a:xfrm>
          <a:custGeom>
            <a:avLst/>
            <a:gdLst/>
            <a:ahLst/>
            <a:cxnLst/>
            <a:rect l="l" t="t" r="r" b="b"/>
            <a:pathLst>
              <a:path w="558164" h="2463800">
                <a:moveTo>
                  <a:pt x="0" y="0"/>
                </a:moveTo>
                <a:lnTo>
                  <a:pt x="557784" y="0"/>
                </a:lnTo>
                <a:lnTo>
                  <a:pt x="557784" y="2463364"/>
                </a:lnTo>
                <a:lnTo>
                  <a:pt x="0" y="246336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099047" y="3011424"/>
            <a:ext cx="558165" cy="1692275"/>
          </a:xfrm>
          <a:custGeom>
            <a:avLst/>
            <a:gdLst/>
            <a:ahLst/>
            <a:cxnLst/>
            <a:rect l="l" t="t" r="r" b="b"/>
            <a:pathLst>
              <a:path w="558165" h="1692275">
                <a:moveTo>
                  <a:pt x="0" y="0"/>
                </a:moveTo>
                <a:lnTo>
                  <a:pt x="557784" y="0"/>
                </a:lnTo>
                <a:lnTo>
                  <a:pt x="557784" y="1692220"/>
                </a:lnTo>
                <a:lnTo>
                  <a:pt x="0" y="169222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895600" y="2197607"/>
            <a:ext cx="558165" cy="2506345"/>
          </a:xfrm>
          <a:custGeom>
            <a:avLst/>
            <a:gdLst/>
            <a:ahLst/>
            <a:cxnLst/>
            <a:rect l="l" t="t" r="r" b="b"/>
            <a:pathLst>
              <a:path w="558164" h="2506345">
                <a:moveTo>
                  <a:pt x="557784" y="0"/>
                </a:moveTo>
                <a:lnTo>
                  <a:pt x="0" y="0"/>
                </a:lnTo>
                <a:lnTo>
                  <a:pt x="0" y="2506036"/>
                </a:lnTo>
                <a:lnTo>
                  <a:pt x="557784" y="2506036"/>
                </a:lnTo>
                <a:lnTo>
                  <a:pt x="557784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809231" y="2688335"/>
            <a:ext cx="558165" cy="2015489"/>
          </a:xfrm>
          <a:custGeom>
            <a:avLst/>
            <a:gdLst/>
            <a:ahLst/>
            <a:cxnLst/>
            <a:rect l="l" t="t" r="r" b="b"/>
            <a:pathLst>
              <a:path w="558165" h="2015489">
                <a:moveTo>
                  <a:pt x="557784" y="0"/>
                </a:moveTo>
                <a:lnTo>
                  <a:pt x="0" y="0"/>
                </a:lnTo>
                <a:lnTo>
                  <a:pt x="0" y="2015308"/>
                </a:lnTo>
                <a:lnTo>
                  <a:pt x="557784" y="2015308"/>
                </a:lnTo>
                <a:lnTo>
                  <a:pt x="557784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895600" y="2197608"/>
            <a:ext cx="558165" cy="2506345"/>
          </a:xfrm>
          <a:custGeom>
            <a:avLst/>
            <a:gdLst/>
            <a:ahLst/>
            <a:cxnLst/>
            <a:rect l="l" t="t" r="r" b="b"/>
            <a:pathLst>
              <a:path w="558164" h="2506345">
                <a:moveTo>
                  <a:pt x="0" y="0"/>
                </a:moveTo>
                <a:lnTo>
                  <a:pt x="557784" y="0"/>
                </a:lnTo>
                <a:lnTo>
                  <a:pt x="557784" y="2506036"/>
                </a:lnTo>
                <a:lnTo>
                  <a:pt x="0" y="25060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809232" y="2688336"/>
            <a:ext cx="558165" cy="2015489"/>
          </a:xfrm>
          <a:custGeom>
            <a:avLst/>
            <a:gdLst/>
            <a:ahLst/>
            <a:cxnLst/>
            <a:rect l="l" t="t" r="r" b="b"/>
            <a:pathLst>
              <a:path w="558165" h="2015489">
                <a:moveTo>
                  <a:pt x="0" y="0"/>
                </a:moveTo>
                <a:lnTo>
                  <a:pt x="557784" y="0"/>
                </a:lnTo>
                <a:lnTo>
                  <a:pt x="557784" y="2015308"/>
                </a:lnTo>
                <a:lnTo>
                  <a:pt x="0" y="201530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605784" y="2124455"/>
            <a:ext cx="558165" cy="2579370"/>
          </a:xfrm>
          <a:custGeom>
            <a:avLst/>
            <a:gdLst/>
            <a:ahLst/>
            <a:cxnLst/>
            <a:rect l="l" t="t" r="r" b="b"/>
            <a:pathLst>
              <a:path w="558164" h="2579370">
                <a:moveTo>
                  <a:pt x="557783" y="0"/>
                </a:moveTo>
                <a:lnTo>
                  <a:pt x="0" y="0"/>
                </a:lnTo>
                <a:lnTo>
                  <a:pt x="0" y="2579188"/>
                </a:lnTo>
                <a:lnTo>
                  <a:pt x="557783" y="2579188"/>
                </a:lnTo>
                <a:lnTo>
                  <a:pt x="557783" y="0"/>
                </a:lnTo>
                <a:close/>
              </a:path>
            </a:pathLst>
          </a:custGeom>
          <a:solidFill>
            <a:srgbClr val="D7E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519416" y="2417064"/>
            <a:ext cx="558165" cy="2286635"/>
          </a:xfrm>
          <a:custGeom>
            <a:avLst/>
            <a:gdLst/>
            <a:ahLst/>
            <a:cxnLst/>
            <a:rect l="l" t="t" r="r" b="b"/>
            <a:pathLst>
              <a:path w="558165" h="2286635">
                <a:moveTo>
                  <a:pt x="557783" y="0"/>
                </a:moveTo>
                <a:lnTo>
                  <a:pt x="0" y="0"/>
                </a:lnTo>
                <a:lnTo>
                  <a:pt x="0" y="2286580"/>
                </a:lnTo>
                <a:lnTo>
                  <a:pt x="557783" y="2286580"/>
                </a:lnTo>
                <a:lnTo>
                  <a:pt x="557783" y="0"/>
                </a:lnTo>
                <a:close/>
              </a:path>
            </a:pathLst>
          </a:custGeom>
          <a:solidFill>
            <a:srgbClr val="D7E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605784" y="2124456"/>
            <a:ext cx="558165" cy="2579370"/>
          </a:xfrm>
          <a:custGeom>
            <a:avLst/>
            <a:gdLst/>
            <a:ahLst/>
            <a:cxnLst/>
            <a:rect l="l" t="t" r="r" b="b"/>
            <a:pathLst>
              <a:path w="558164" h="2579370">
                <a:moveTo>
                  <a:pt x="0" y="0"/>
                </a:moveTo>
                <a:lnTo>
                  <a:pt x="557784" y="0"/>
                </a:lnTo>
                <a:lnTo>
                  <a:pt x="557784" y="2579188"/>
                </a:lnTo>
                <a:lnTo>
                  <a:pt x="0" y="25791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519416" y="2417064"/>
            <a:ext cx="558165" cy="2286635"/>
          </a:xfrm>
          <a:custGeom>
            <a:avLst/>
            <a:gdLst/>
            <a:ahLst/>
            <a:cxnLst/>
            <a:rect l="l" t="t" r="r" b="b"/>
            <a:pathLst>
              <a:path w="558165" h="2286635">
                <a:moveTo>
                  <a:pt x="0" y="0"/>
                </a:moveTo>
                <a:lnTo>
                  <a:pt x="557784" y="0"/>
                </a:lnTo>
                <a:lnTo>
                  <a:pt x="557784" y="2286580"/>
                </a:lnTo>
                <a:lnTo>
                  <a:pt x="0" y="228658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143500" y="4703645"/>
            <a:ext cx="3546475" cy="0"/>
          </a:xfrm>
          <a:custGeom>
            <a:avLst/>
            <a:gdLst/>
            <a:ahLst/>
            <a:cxnLst/>
            <a:rect l="l" t="t" r="r" b="b"/>
            <a:pathLst>
              <a:path w="3546475" h="0">
                <a:moveTo>
                  <a:pt x="0" y="0"/>
                </a:moveTo>
                <a:lnTo>
                  <a:pt x="3546475" y="0"/>
                </a:lnTo>
              </a:path>
            </a:pathLst>
          </a:custGeom>
          <a:ln w="952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62128" y="4703645"/>
            <a:ext cx="3481704" cy="0"/>
          </a:xfrm>
          <a:custGeom>
            <a:avLst/>
            <a:gdLst/>
            <a:ahLst/>
            <a:cxnLst/>
            <a:rect l="l" t="t" r="r" b="b"/>
            <a:pathLst>
              <a:path w="3481704" h="0">
                <a:moveTo>
                  <a:pt x="0" y="0"/>
                </a:moveTo>
                <a:lnTo>
                  <a:pt x="3481271" y="0"/>
                </a:lnTo>
              </a:path>
            </a:pathLst>
          </a:custGeom>
          <a:ln w="952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1449905" y="1345691"/>
            <a:ext cx="6083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404040"/>
                </a:solidFill>
                <a:latin typeface="Calibri"/>
                <a:cs typeface="Calibri"/>
              </a:rPr>
              <a:t>0.83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363828" y="1711451"/>
            <a:ext cx="6083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404040"/>
                </a:solidFill>
                <a:latin typeface="Calibri"/>
                <a:cs typeface="Calibri"/>
              </a:rPr>
              <a:t>0.73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075767" y="2616707"/>
            <a:ext cx="605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476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785864" y="2293620"/>
            <a:ext cx="605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567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161844" y="1732788"/>
            <a:ext cx="202501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2630" algn="l"/>
                <a:tab pos="1432560" algn="l"/>
              </a:tabLst>
            </a:pPr>
            <a:r>
              <a:rPr dirty="0" baseline="-25000" sz="3000" spc="-7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baseline="-25000" sz="3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baseline="-25000" sz="3000" spc="-7">
                <a:solidFill>
                  <a:srgbClr val="404040"/>
                </a:solidFill>
                <a:latin typeface="Calibri"/>
                <a:cs typeface="Calibri"/>
              </a:rPr>
              <a:t>69</a:t>
            </a:r>
            <a:r>
              <a:rPr dirty="0" baseline="-25000" sz="3000">
                <a:solidFill>
                  <a:srgbClr val="404040"/>
                </a:solidFill>
                <a:latin typeface="Calibri"/>
                <a:cs typeface="Calibri"/>
              </a:rPr>
              <a:t>3	</a:t>
            </a:r>
            <a:r>
              <a:rPr dirty="0" baseline="-15277" sz="3000" spc="-7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baseline="-15277" sz="3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baseline="-15277" sz="3000" spc="-7">
                <a:solidFill>
                  <a:srgbClr val="404040"/>
                </a:solidFill>
                <a:latin typeface="Calibri"/>
                <a:cs typeface="Calibri"/>
              </a:rPr>
              <a:t>70</a:t>
            </a:r>
            <a:r>
              <a:rPr dirty="0" baseline="-15277" sz="3000">
                <a:solidFill>
                  <a:srgbClr val="404040"/>
                </a:solidFill>
                <a:latin typeface="Calibri"/>
                <a:cs typeface="Calibri"/>
              </a:rPr>
              <a:t>5	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725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495962" y="2025395"/>
            <a:ext cx="605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643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4175" y="1237995"/>
            <a:ext cx="307975" cy="357949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0.9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0.8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0.7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0.6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600" spc="-20">
                <a:solidFill>
                  <a:srgbClr val="595959"/>
                </a:solidFill>
                <a:latin typeface="Arial"/>
                <a:cs typeface="Arial"/>
              </a:rPr>
              <a:t>0.1</a:t>
            </a:r>
            <a:endParaRPr sz="1600">
              <a:latin typeface="Arial"/>
              <a:cs typeface="Arial"/>
            </a:endParaRPr>
          </a:p>
          <a:p>
            <a:pPr marL="181610">
              <a:lnSpc>
                <a:spcPct val="100000"/>
              </a:lnSpc>
              <a:spcBef>
                <a:spcPts val="885"/>
              </a:spcBef>
            </a:pPr>
            <a:r>
              <a:rPr dirty="0" sz="1600" spc="-5">
                <a:solidFill>
                  <a:srgbClr val="595959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305786" y="4856988"/>
            <a:ext cx="8528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Arial"/>
                <a:cs typeface="Arial"/>
              </a:rPr>
              <a:t>A</a:t>
            </a:r>
            <a:r>
              <a:rPr dirty="0" sz="2000" spc="-35" b="1">
                <a:latin typeface="Arial"/>
                <a:cs typeface="Arial"/>
              </a:rPr>
              <a:t>P</a:t>
            </a:r>
            <a:r>
              <a:rPr dirty="0" sz="2000" spc="-225" b="1">
                <a:latin typeface="Arial"/>
                <a:cs typeface="Arial"/>
              </a:rPr>
              <a:t>@</a:t>
            </a:r>
            <a:r>
              <a:rPr dirty="0" sz="2000" spc="-145" b="1">
                <a:latin typeface="Arial"/>
                <a:cs typeface="Arial"/>
              </a:rPr>
              <a:t>5</a:t>
            </a:r>
            <a:r>
              <a:rPr dirty="0" sz="2000" spc="-5" b="1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674059" y="5330888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74059" y="5330888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74059" y="5642931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74059" y="5642931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816346" y="4774438"/>
            <a:ext cx="4827905" cy="103695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536700">
              <a:lnSpc>
                <a:spcPct val="100000"/>
              </a:lnSpc>
              <a:spcBef>
                <a:spcPts val="750"/>
              </a:spcBef>
            </a:pPr>
            <a:r>
              <a:rPr dirty="0" sz="2000" spc="0" b="1">
                <a:latin typeface="Arial"/>
                <a:cs typeface="Arial"/>
              </a:rPr>
              <a:t>AUROC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600" spc="-15">
                <a:latin typeface="Arial"/>
                <a:cs typeface="Arial"/>
              </a:rPr>
              <a:t>Our </a:t>
            </a:r>
            <a:r>
              <a:rPr dirty="0" sz="1600" spc="10">
                <a:latin typeface="Arial"/>
                <a:cs typeface="Arial"/>
              </a:rPr>
              <a:t>method </a:t>
            </a:r>
            <a:r>
              <a:rPr dirty="0" sz="1600" spc="-25">
                <a:latin typeface="Arial"/>
                <a:cs typeface="Arial"/>
              </a:rPr>
              <a:t>(Decagon)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600" spc="-45">
                <a:latin typeface="Arial"/>
                <a:cs typeface="Arial"/>
              </a:rPr>
              <a:t>RESCAL </a:t>
            </a:r>
            <a:r>
              <a:rPr dirty="0" sz="1600" spc="-15">
                <a:latin typeface="Arial"/>
                <a:cs typeface="Arial"/>
              </a:rPr>
              <a:t>Tensor </a:t>
            </a:r>
            <a:r>
              <a:rPr dirty="0" sz="1600" spc="0">
                <a:latin typeface="Arial"/>
                <a:cs typeface="Arial"/>
              </a:rPr>
              <a:t>Factorization </a:t>
            </a:r>
            <a:r>
              <a:rPr dirty="0" sz="1600">
                <a:latin typeface="Arial"/>
                <a:cs typeface="Arial"/>
              </a:rPr>
              <a:t>[Nickel </a:t>
            </a:r>
            <a:r>
              <a:rPr dirty="0" sz="1600" spc="-20">
                <a:latin typeface="Arial"/>
                <a:cs typeface="Arial"/>
              </a:rPr>
              <a:t>et </a:t>
            </a:r>
            <a:r>
              <a:rPr dirty="0" sz="1600" spc="-30">
                <a:latin typeface="Arial"/>
                <a:cs typeface="Arial"/>
              </a:rPr>
              <a:t>al.,</a:t>
            </a:r>
            <a:r>
              <a:rPr dirty="0" sz="1600" spc="204">
                <a:latin typeface="Arial"/>
                <a:cs typeface="Arial"/>
              </a:rPr>
              <a:t> </a:t>
            </a:r>
            <a:r>
              <a:rPr dirty="0" sz="1600" spc="10">
                <a:latin typeface="Arial"/>
                <a:cs typeface="Arial"/>
              </a:rPr>
              <a:t>ICML'11]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74059" y="595497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74059" y="595497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674059" y="6267017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8"/>
                </a:lnTo>
                <a:lnTo>
                  <a:pt x="0" y="106498"/>
                </a:lnTo>
                <a:lnTo>
                  <a:pt x="0" y="0"/>
                </a:lnTo>
                <a:close/>
              </a:path>
            </a:pathLst>
          </a:custGeom>
          <a:solidFill>
            <a:srgbClr val="D7E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74059" y="6267017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79" h="106679">
                <a:moveTo>
                  <a:pt x="0" y="0"/>
                </a:moveTo>
                <a:lnTo>
                  <a:pt x="106499" y="0"/>
                </a:lnTo>
                <a:lnTo>
                  <a:pt x="106499" y="106499"/>
                </a:lnTo>
                <a:lnTo>
                  <a:pt x="0" y="1064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816346" y="5785611"/>
            <a:ext cx="5882005" cy="647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100"/>
              </a:spcBef>
            </a:pPr>
            <a:r>
              <a:rPr dirty="0" sz="1600" spc="5">
                <a:latin typeface="Arial"/>
                <a:cs typeface="Arial"/>
              </a:rPr>
              <a:t>Multi-relational </a:t>
            </a:r>
            <a:r>
              <a:rPr dirty="0" sz="1600" spc="-5">
                <a:latin typeface="Arial"/>
                <a:cs typeface="Arial"/>
              </a:rPr>
              <a:t>Factorization </a:t>
            </a:r>
            <a:r>
              <a:rPr dirty="0" sz="1600" spc="-10">
                <a:latin typeface="Arial"/>
                <a:cs typeface="Arial"/>
              </a:rPr>
              <a:t>[Perros, Papalexakis </a:t>
            </a:r>
            <a:r>
              <a:rPr dirty="0" sz="1600" spc="-20">
                <a:latin typeface="Arial"/>
                <a:cs typeface="Arial"/>
              </a:rPr>
              <a:t>et </a:t>
            </a:r>
            <a:r>
              <a:rPr dirty="0" sz="1600" spc="-30">
                <a:latin typeface="Arial"/>
                <a:cs typeface="Arial"/>
              </a:rPr>
              <a:t>al., </a:t>
            </a:r>
            <a:r>
              <a:rPr dirty="0" sz="1600" spc="5">
                <a:latin typeface="Arial"/>
                <a:cs typeface="Arial"/>
              </a:rPr>
              <a:t>KDD'17]  </a:t>
            </a:r>
            <a:r>
              <a:rPr dirty="0" sz="1600" spc="-5">
                <a:latin typeface="Arial"/>
                <a:cs typeface="Arial"/>
              </a:rPr>
              <a:t>Shallow </a:t>
            </a:r>
            <a:r>
              <a:rPr dirty="0" sz="1600" spc="10">
                <a:latin typeface="Arial"/>
                <a:cs typeface="Arial"/>
              </a:rPr>
              <a:t>Network </a:t>
            </a:r>
            <a:r>
              <a:rPr dirty="0" sz="1600" spc="5">
                <a:latin typeface="Arial"/>
                <a:cs typeface="Arial"/>
              </a:rPr>
              <a:t>Embedding </a:t>
            </a:r>
            <a:r>
              <a:rPr dirty="0" sz="1600">
                <a:latin typeface="Arial"/>
                <a:cs typeface="Arial"/>
              </a:rPr>
              <a:t>[Zong </a:t>
            </a:r>
            <a:r>
              <a:rPr dirty="0" sz="1600" spc="-20">
                <a:latin typeface="Arial"/>
                <a:cs typeface="Arial"/>
              </a:rPr>
              <a:t>et </a:t>
            </a:r>
            <a:r>
              <a:rPr dirty="0" sz="1600" spc="-30">
                <a:latin typeface="Arial"/>
                <a:cs typeface="Arial"/>
              </a:rPr>
              <a:t>al.,</a:t>
            </a:r>
            <a:r>
              <a:rPr dirty="0" sz="1600" spc="175">
                <a:latin typeface="Arial"/>
                <a:cs typeface="Arial"/>
              </a:rPr>
              <a:t> </a:t>
            </a:r>
            <a:r>
              <a:rPr dirty="0" sz="1600" spc="10">
                <a:latin typeface="Arial"/>
                <a:cs typeface="Arial"/>
              </a:rPr>
              <a:t>Bioinformatics'17]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6" name="object 1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114" name="object 11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7447" y="5543963"/>
            <a:ext cx="1438275" cy="247650"/>
          </a:xfrm>
          <a:custGeom>
            <a:avLst/>
            <a:gdLst/>
            <a:ahLst/>
            <a:cxnLst/>
            <a:rect l="l" t="t" r="r" b="b"/>
            <a:pathLst>
              <a:path w="1438275" h="247650">
                <a:moveTo>
                  <a:pt x="0" y="0"/>
                </a:moveTo>
                <a:lnTo>
                  <a:pt x="1438275" y="0"/>
                </a:lnTo>
                <a:lnTo>
                  <a:pt x="1438275" y="247235"/>
                </a:lnTo>
                <a:lnTo>
                  <a:pt x="0" y="247235"/>
                </a:lnTo>
                <a:lnTo>
                  <a:pt x="0" y="0"/>
                </a:lnTo>
                <a:close/>
              </a:path>
            </a:pathLst>
          </a:custGeom>
          <a:solidFill>
            <a:srgbClr val="77B0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4460" y="5178686"/>
            <a:ext cx="1464388" cy="13665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590" y="2663245"/>
            <a:ext cx="165735" cy="167640"/>
          </a:xfrm>
          <a:custGeom>
            <a:avLst/>
            <a:gdLst/>
            <a:ahLst/>
            <a:cxnLst/>
            <a:rect l="l" t="t" r="r" b="b"/>
            <a:pathLst>
              <a:path w="165735" h="167639">
                <a:moveTo>
                  <a:pt x="99892" y="83699"/>
                </a:moveTo>
                <a:lnTo>
                  <a:pt x="85991" y="83699"/>
                </a:lnTo>
                <a:lnTo>
                  <a:pt x="94273" y="91804"/>
                </a:lnTo>
                <a:lnTo>
                  <a:pt x="99571" y="98176"/>
                </a:lnTo>
                <a:lnTo>
                  <a:pt x="102291" y="104977"/>
                </a:lnTo>
                <a:lnTo>
                  <a:pt x="103293" y="113165"/>
                </a:lnTo>
                <a:lnTo>
                  <a:pt x="103588" y="134266"/>
                </a:lnTo>
                <a:lnTo>
                  <a:pt x="104648" y="143082"/>
                </a:lnTo>
                <a:lnTo>
                  <a:pt x="136719" y="167223"/>
                </a:lnTo>
                <a:lnTo>
                  <a:pt x="143084" y="167576"/>
                </a:lnTo>
                <a:lnTo>
                  <a:pt x="154414" y="164443"/>
                </a:lnTo>
                <a:lnTo>
                  <a:pt x="156255" y="162466"/>
                </a:lnTo>
                <a:lnTo>
                  <a:pt x="143965" y="162466"/>
                </a:lnTo>
                <a:lnTo>
                  <a:pt x="136886" y="160219"/>
                </a:lnTo>
                <a:lnTo>
                  <a:pt x="132401" y="153611"/>
                </a:lnTo>
                <a:lnTo>
                  <a:pt x="129469" y="142840"/>
                </a:lnTo>
                <a:lnTo>
                  <a:pt x="127049" y="128104"/>
                </a:lnTo>
                <a:lnTo>
                  <a:pt x="124053" y="109249"/>
                </a:lnTo>
                <a:lnTo>
                  <a:pt x="119585" y="99104"/>
                </a:lnTo>
                <a:lnTo>
                  <a:pt x="112886" y="91386"/>
                </a:lnTo>
                <a:lnTo>
                  <a:pt x="104502" y="85684"/>
                </a:lnTo>
                <a:lnTo>
                  <a:pt x="99892" y="83699"/>
                </a:lnTo>
                <a:close/>
              </a:path>
              <a:path w="165735" h="167639">
                <a:moveTo>
                  <a:pt x="69427" y="155068"/>
                </a:moveTo>
                <a:lnTo>
                  <a:pt x="0" y="155068"/>
                </a:lnTo>
                <a:lnTo>
                  <a:pt x="0" y="162466"/>
                </a:lnTo>
                <a:lnTo>
                  <a:pt x="7679" y="162059"/>
                </a:lnTo>
                <a:lnTo>
                  <a:pt x="17026" y="161850"/>
                </a:lnTo>
                <a:lnTo>
                  <a:pt x="69427" y="161773"/>
                </a:lnTo>
                <a:lnTo>
                  <a:pt x="69427" y="155068"/>
                </a:lnTo>
                <a:close/>
              </a:path>
              <a:path w="165735" h="167639">
                <a:moveTo>
                  <a:pt x="69427" y="161773"/>
                </a:moveTo>
                <a:lnTo>
                  <a:pt x="42789" y="161773"/>
                </a:lnTo>
                <a:lnTo>
                  <a:pt x="52269" y="161850"/>
                </a:lnTo>
                <a:lnTo>
                  <a:pt x="61649" y="162059"/>
                </a:lnTo>
                <a:lnTo>
                  <a:pt x="69427" y="162466"/>
                </a:lnTo>
                <a:lnTo>
                  <a:pt x="69427" y="161773"/>
                </a:lnTo>
                <a:close/>
              </a:path>
              <a:path w="165735" h="167639">
                <a:moveTo>
                  <a:pt x="165639" y="137443"/>
                </a:moveTo>
                <a:lnTo>
                  <a:pt x="160001" y="137443"/>
                </a:lnTo>
                <a:lnTo>
                  <a:pt x="160001" y="139559"/>
                </a:lnTo>
                <a:lnTo>
                  <a:pt x="159274" y="143082"/>
                </a:lnTo>
                <a:lnTo>
                  <a:pt x="157446" y="151688"/>
                </a:lnTo>
                <a:lnTo>
                  <a:pt x="153525" y="158171"/>
                </a:lnTo>
                <a:lnTo>
                  <a:pt x="148745" y="161516"/>
                </a:lnTo>
                <a:lnTo>
                  <a:pt x="143965" y="162466"/>
                </a:lnTo>
                <a:lnTo>
                  <a:pt x="156255" y="162466"/>
                </a:lnTo>
                <a:lnTo>
                  <a:pt x="161300" y="157047"/>
                </a:lnTo>
                <a:lnTo>
                  <a:pt x="164717" y="148397"/>
                </a:lnTo>
                <a:lnTo>
                  <a:pt x="165639" y="141498"/>
                </a:lnTo>
                <a:lnTo>
                  <a:pt x="165639" y="137443"/>
                </a:lnTo>
                <a:close/>
              </a:path>
              <a:path w="165735" h="167639">
                <a:moveTo>
                  <a:pt x="52511" y="7399"/>
                </a:moveTo>
                <a:lnTo>
                  <a:pt x="23965" y="7399"/>
                </a:lnTo>
                <a:lnTo>
                  <a:pt x="24493" y="10041"/>
                </a:lnTo>
                <a:lnTo>
                  <a:pt x="24493" y="152424"/>
                </a:lnTo>
                <a:lnTo>
                  <a:pt x="23965" y="155068"/>
                </a:lnTo>
                <a:lnTo>
                  <a:pt x="45462" y="155068"/>
                </a:lnTo>
                <a:lnTo>
                  <a:pt x="44934" y="152424"/>
                </a:lnTo>
                <a:lnTo>
                  <a:pt x="44934" y="83699"/>
                </a:lnTo>
                <a:lnTo>
                  <a:pt x="99892" y="83699"/>
                </a:lnTo>
                <a:lnTo>
                  <a:pt x="94978" y="81583"/>
                </a:lnTo>
                <a:lnTo>
                  <a:pt x="103315" y="78587"/>
                </a:lnTo>
                <a:lnTo>
                  <a:pt x="44934" y="78587"/>
                </a:lnTo>
                <a:lnTo>
                  <a:pt x="44934" y="8634"/>
                </a:lnTo>
                <a:lnTo>
                  <a:pt x="50044" y="7926"/>
                </a:lnTo>
                <a:lnTo>
                  <a:pt x="52511" y="7399"/>
                </a:lnTo>
                <a:close/>
              </a:path>
              <a:path w="165735" h="167639">
                <a:moveTo>
                  <a:pt x="74537" y="0"/>
                </a:moveTo>
                <a:lnTo>
                  <a:pt x="0" y="0"/>
                </a:lnTo>
                <a:lnTo>
                  <a:pt x="0" y="7399"/>
                </a:lnTo>
                <a:lnTo>
                  <a:pt x="64141" y="7399"/>
                </a:lnTo>
                <a:lnTo>
                  <a:pt x="80625" y="8101"/>
                </a:lnTo>
                <a:lnTo>
                  <a:pt x="96102" y="12223"/>
                </a:lnTo>
                <a:lnTo>
                  <a:pt x="107580" y="22788"/>
                </a:lnTo>
                <a:lnTo>
                  <a:pt x="112071" y="42819"/>
                </a:lnTo>
                <a:lnTo>
                  <a:pt x="110642" y="55321"/>
                </a:lnTo>
                <a:lnTo>
                  <a:pt x="104868" y="66848"/>
                </a:lnTo>
                <a:lnTo>
                  <a:pt x="92519" y="75303"/>
                </a:lnTo>
                <a:lnTo>
                  <a:pt x="71366" y="78587"/>
                </a:lnTo>
                <a:lnTo>
                  <a:pt x="103315" y="78587"/>
                </a:lnTo>
                <a:lnTo>
                  <a:pt x="111215" y="75748"/>
                </a:lnTo>
                <a:lnTo>
                  <a:pt x="124428" y="67023"/>
                </a:lnTo>
                <a:lnTo>
                  <a:pt x="133313" y="55887"/>
                </a:lnTo>
                <a:lnTo>
                  <a:pt x="136564" y="42819"/>
                </a:lnTo>
                <a:lnTo>
                  <a:pt x="131804" y="26539"/>
                </a:lnTo>
                <a:lnTo>
                  <a:pt x="118701" y="12885"/>
                </a:lnTo>
                <a:lnTo>
                  <a:pt x="99023" y="3494"/>
                </a:lnTo>
                <a:lnTo>
                  <a:pt x="74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5979" y="2719103"/>
            <a:ext cx="107314" cy="109855"/>
          </a:xfrm>
          <a:custGeom>
            <a:avLst/>
            <a:gdLst/>
            <a:ahLst/>
            <a:cxnLst/>
            <a:rect l="l" t="t" r="r" b="b"/>
            <a:pathLst>
              <a:path w="107315" h="109855">
                <a:moveTo>
                  <a:pt x="64111" y="5287"/>
                </a:moveTo>
                <a:lnTo>
                  <a:pt x="42291" y="5287"/>
                </a:lnTo>
                <a:lnTo>
                  <a:pt x="51135" y="7077"/>
                </a:lnTo>
                <a:lnTo>
                  <a:pt x="59251" y="12600"/>
                </a:lnTo>
                <a:lnTo>
                  <a:pt x="65188" y="22089"/>
                </a:lnTo>
                <a:lnTo>
                  <a:pt x="67489" y="35772"/>
                </a:lnTo>
                <a:lnTo>
                  <a:pt x="67489" y="44582"/>
                </a:lnTo>
                <a:lnTo>
                  <a:pt x="57638" y="45209"/>
                </a:lnTo>
                <a:lnTo>
                  <a:pt x="46696" y="46432"/>
                </a:lnTo>
                <a:lnTo>
                  <a:pt x="5220" y="67621"/>
                </a:lnTo>
                <a:lnTo>
                  <a:pt x="0" y="84053"/>
                </a:lnTo>
                <a:lnTo>
                  <a:pt x="3840" y="96094"/>
                </a:lnTo>
                <a:lnTo>
                  <a:pt x="13414" y="103856"/>
                </a:lnTo>
                <a:lnTo>
                  <a:pt x="25840" y="108021"/>
                </a:lnTo>
                <a:lnTo>
                  <a:pt x="38062" y="109253"/>
                </a:lnTo>
                <a:lnTo>
                  <a:pt x="48904" y="107590"/>
                </a:lnTo>
                <a:lnTo>
                  <a:pt x="56060" y="103966"/>
                </a:lnTo>
                <a:lnTo>
                  <a:pt x="39648" y="103966"/>
                </a:lnTo>
                <a:lnTo>
                  <a:pt x="31410" y="102484"/>
                </a:lnTo>
                <a:lnTo>
                  <a:pt x="24625" y="98326"/>
                </a:lnTo>
                <a:lnTo>
                  <a:pt x="20022" y="91922"/>
                </a:lnTo>
                <a:lnTo>
                  <a:pt x="18326" y="83701"/>
                </a:lnTo>
                <a:lnTo>
                  <a:pt x="20482" y="73056"/>
                </a:lnTo>
                <a:lnTo>
                  <a:pt x="28172" y="62246"/>
                </a:lnTo>
                <a:lnTo>
                  <a:pt x="43230" y="53618"/>
                </a:lnTo>
                <a:lnTo>
                  <a:pt x="67489" y="49517"/>
                </a:lnTo>
                <a:lnTo>
                  <a:pt x="83877" y="49517"/>
                </a:lnTo>
                <a:lnTo>
                  <a:pt x="83777" y="35772"/>
                </a:lnTo>
                <a:lnTo>
                  <a:pt x="67897" y="7212"/>
                </a:lnTo>
                <a:lnTo>
                  <a:pt x="64111" y="5287"/>
                </a:lnTo>
                <a:close/>
              </a:path>
              <a:path w="107315" h="109855">
                <a:moveTo>
                  <a:pt x="83877" y="88460"/>
                </a:moveTo>
                <a:lnTo>
                  <a:pt x="69075" y="88460"/>
                </a:lnTo>
                <a:lnTo>
                  <a:pt x="70851" y="95530"/>
                </a:lnTo>
                <a:lnTo>
                  <a:pt x="74560" y="101808"/>
                </a:lnTo>
                <a:lnTo>
                  <a:pt x="80152" y="106302"/>
                </a:lnTo>
                <a:lnTo>
                  <a:pt x="87606" y="108016"/>
                </a:lnTo>
                <a:lnTo>
                  <a:pt x="92789" y="107197"/>
                </a:lnTo>
                <a:lnTo>
                  <a:pt x="99231" y="103966"/>
                </a:lnTo>
                <a:lnTo>
                  <a:pt x="101956" y="100618"/>
                </a:lnTo>
                <a:lnTo>
                  <a:pt x="84758" y="100618"/>
                </a:lnTo>
                <a:lnTo>
                  <a:pt x="83877" y="89869"/>
                </a:lnTo>
                <a:lnTo>
                  <a:pt x="83877" y="88460"/>
                </a:lnTo>
                <a:close/>
              </a:path>
              <a:path w="107315" h="109855">
                <a:moveTo>
                  <a:pt x="83877" y="49517"/>
                </a:moveTo>
                <a:lnTo>
                  <a:pt x="67489" y="49517"/>
                </a:lnTo>
                <a:lnTo>
                  <a:pt x="67489" y="73304"/>
                </a:lnTo>
                <a:lnTo>
                  <a:pt x="64651" y="87610"/>
                </a:lnTo>
                <a:lnTo>
                  <a:pt x="57599" y="97093"/>
                </a:lnTo>
                <a:lnTo>
                  <a:pt x="48533" y="102346"/>
                </a:lnTo>
                <a:lnTo>
                  <a:pt x="39648" y="103966"/>
                </a:lnTo>
                <a:lnTo>
                  <a:pt x="56060" y="103966"/>
                </a:lnTo>
                <a:lnTo>
                  <a:pt x="57798" y="103085"/>
                </a:lnTo>
                <a:lnTo>
                  <a:pt x="64576" y="96467"/>
                </a:lnTo>
                <a:lnTo>
                  <a:pt x="69075" y="88460"/>
                </a:lnTo>
                <a:lnTo>
                  <a:pt x="83877" y="88460"/>
                </a:lnTo>
                <a:lnTo>
                  <a:pt x="83877" y="49517"/>
                </a:lnTo>
                <a:close/>
              </a:path>
              <a:path w="107315" h="109855">
                <a:moveTo>
                  <a:pt x="107137" y="72072"/>
                </a:moveTo>
                <a:lnTo>
                  <a:pt x="101146" y="72072"/>
                </a:lnTo>
                <a:lnTo>
                  <a:pt x="101146" y="99211"/>
                </a:lnTo>
                <a:lnTo>
                  <a:pt x="95331" y="100618"/>
                </a:lnTo>
                <a:lnTo>
                  <a:pt x="101956" y="100618"/>
                </a:lnTo>
                <a:lnTo>
                  <a:pt x="104798" y="97093"/>
                </a:lnTo>
                <a:lnTo>
                  <a:pt x="107137" y="85465"/>
                </a:lnTo>
                <a:lnTo>
                  <a:pt x="107137" y="72072"/>
                </a:lnTo>
                <a:close/>
              </a:path>
              <a:path w="107315" h="109855">
                <a:moveTo>
                  <a:pt x="42819" y="0"/>
                </a:moveTo>
                <a:lnTo>
                  <a:pt x="6925" y="26762"/>
                </a:lnTo>
                <a:lnTo>
                  <a:pt x="6872" y="34008"/>
                </a:lnTo>
                <a:lnTo>
                  <a:pt x="11630" y="38063"/>
                </a:lnTo>
                <a:lnTo>
                  <a:pt x="24493" y="38063"/>
                </a:lnTo>
                <a:lnTo>
                  <a:pt x="28722" y="33304"/>
                </a:lnTo>
                <a:lnTo>
                  <a:pt x="28722" y="24317"/>
                </a:lnTo>
                <a:lnTo>
                  <a:pt x="27489" y="16563"/>
                </a:lnTo>
                <a:lnTo>
                  <a:pt x="16564" y="16212"/>
                </a:lnTo>
                <a:lnTo>
                  <a:pt x="22269" y="11011"/>
                </a:lnTo>
                <a:lnTo>
                  <a:pt x="29031" y="7643"/>
                </a:lnTo>
                <a:lnTo>
                  <a:pt x="35991" y="5829"/>
                </a:lnTo>
                <a:lnTo>
                  <a:pt x="42291" y="5287"/>
                </a:lnTo>
                <a:lnTo>
                  <a:pt x="64111" y="5287"/>
                </a:lnTo>
                <a:lnTo>
                  <a:pt x="59824" y="3106"/>
                </a:lnTo>
                <a:lnTo>
                  <a:pt x="51355" y="751"/>
                </a:lnTo>
                <a:lnTo>
                  <a:pt x="428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2104" y="2720690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5" h="105410">
                <a:moveTo>
                  <a:pt x="53392" y="97623"/>
                </a:moveTo>
                <a:lnTo>
                  <a:pt x="0" y="97623"/>
                </a:lnTo>
                <a:lnTo>
                  <a:pt x="0" y="105021"/>
                </a:lnTo>
                <a:lnTo>
                  <a:pt x="14119" y="104537"/>
                </a:lnTo>
                <a:lnTo>
                  <a:pt x="21087" y="104378"/>
                </a:lnTo>
                <a:lnTo>
                  <a:pt x="26784" y="104317"/>
                </a:lnTo>
                <a:lnTo>
                  <a:pt x="53392" y="104317"/>
                </a:lnTo>
                <a:lnTo>
                  <a:pt x="53392" y="97623"/>
                </a:lnTo>
                <a:close/>
              </a:path>
              <a:path w="120015" h="105410">
                <a:moveTo>
                  <a:pt x="53392" y="104317"/>
                </a:moveTo>
                <a:lnTo>
                  <a:pt x="26784" y="104317"/>
                </a:lnTo>
                <a:lnTo>
                  <a:pt x="32403" y="104378"/>
                </a:lnTo>
                <a:lnTo>
                  <a:pt x="39361" y="104537"/>
                </a:lnTo>
                <a:lnTo>
                  <a:pt x="53392" y="105021"/>
                </a:lnTo>
                <a:lnTo>
                  <a:pt x="53392" y="104317"/>
                </a:lnTo>
                <a:close/>
              </a:path>
              <a:path w="120015" h="105410">
                <a:moveTo>
                  <a:pt x="119472" y="97623"/>
                </a:moveTo>
                <a:lnTo>
                  <a:pt x="65903" y="97623"/>
                </a:lnTo>
                <a:lnTo>
                  <a:pt x="65903" y="105021"/>
                </a:lnTo>
                <a:lnTo>
                  <a:pt x="80110" y="104537"/>
                </a:lnTo>
                <a:lnTo>
                  <a:pt x="87090" y="104378"/>
                </a:lnTo>
                <a:lnTo>
                  <a:pt x="92864" y="104317"/>
                </a:lnTo>
                <a:lnTo>
                  <a:pt x="119472" y="104317"/>
                </a:lnTo>
                <a:lnTo>
                  <a:pt x="119472" y="97623"/>
                </a:lnTo>
                <a:close/>
              </a:path>
              <a:path w="120015" h="105410">
                <a:moveTo>
                  <a:pt x="119472" y="104317"/>
                </a:moveTo>
                <a:lnTo>
                  <a:pt x="92864" y="104317"/>
                </a:lnTo>
                <a:lnTo>
                  <a:pt x="98483" y="104378"/>
                </a:lnTo>
                <a:lnTo>
                  <a:pt x="105441" y="104537"/>
                </a:lnTo>
                <a:lnTo>
                  <a:pt x="119472" y="105021"/>
                </a:lnTo>
                <a:lnTo>
                  <a:pt x="119472" y="104317"/>
                </a:lnTo>
                <a:close/>
              </a:path>
              <a:path w="120015" h="105410">
                <a:moveTo>
                  <a:pt x="33480" y="0"/>
                </a:moveTo>
                <a:lnTo>
                  <a:pt x="0" y="2467"/>
                </a:lnTo>
                <a:lnTo>
                  <a:pt x="0" y="9865"/>
                </a:lnTo>
                <a:lnTo>
                  <a:pt x="16564" y="9865"/>
                </a:lnTo>
                <a:lnTo>
                  <a:pt x="18502" y="11629"/>
                </a:lnTo>
                <a:lnTo>
                  <a:pt x="18502" y="97623"/>
                </a:lnTo>
                <a:lnTo>
                  <a:pt x="34890" y="97623"/>
                </a:lnTo>
                <a:lnTo>
                  <a:pt x="34890" y="43169"/>
                </a:lnTo>
                <a:lnTo>
                  <a:pt x="37770" y="26814"/>
                </a:lnTo>
                <a:lnTo>
                  <a:pt x="39003" y="24846"/>
                </a:lnTo>
                <a:lnTo>
                  <a:pt x="33480" y="24846"/>
                </a:lnTo>
                <a:lnTo>
                  <a:pt x="33480" y="0"/>
                </a:lnTo>
                <a:close/>
              </a:path>
              <a:path w="120015" h="105410">
                <a:moveTo>
                  <a:pt x="89201" y="5110"/>
                </a:moveTo>
                <a:lnTo>
                  <a:pt x="66961" y="5110"/>
                </a:lnTo>
                <a:lnTo>
                  <a:pt x="76033" y="7332"/>
                </a:lnTo>
                <a:lnTo>
                  <a:pt x="81388" y="13237"/>
                </a:lnTo>
                <a:lnTo>
                  <a:pt x="83935" y="21686"/>
                </a:lnTo>
                <a:lnTo>
                  <a:pt x="84582" y="31540"/>
                </a:lnTo>
                <a:lnTo>
                  <a:pt x="84582" y="97623"/>
                </a:lnTo>
                <a:lnTo>
                  <a:pt x="101146" y="97623"/>
                </a:lnTo>
                <a:lnTo>
                  <a:pt x="100969" y="90397"/>
                </a:lnTo>
                <a:lnTo>
                  <a:pt x="100854" y="32002"/>
                </a:lnTo>
                <a:lnTo>
                  <a:pt x="100044" y="22445"/>
                </a:lnTo>
                <a:lnTo>
                  <a:pt x="97847" y="15101"/>
                </a:lnTo>
                <a:lnTo>
                  <a:pt x="93569" y="8633"/>
                </a:lnTo>
                <a:lnTo>
                  <a:pt x="90204" y="5649"/>
                </a:lnTo>
                <a:lnTo>
                  <a:pt x="89201" y="5110"/>
                </a:lnTo>
                <a:close/>
              </a:path>
              <a:path w="120015" h="105410">
                <a:moveTo>
                  <a:pt x="68546" y="0"/>
                </a:moveTo>
                <a:lnTo>
                  <a:pt x="56699" y="1825"/>
                </a:lnTo>
                <a:lnTo>
                  <a:pt x="46982" y="6939"/>
                </a:lnTo>
                <a:lnTo>
                  <a:pt x="39281" y="14794"/>
                </a:lnTo>
                <a:lnTo>
                  <a:pt x="33480" y="24846"/>
                </a:lnTo>
                <a:lnTo>
                  <a:pt x="39003" y="24846"/>
                </a:lnTo>
                <a:lnTo>
                  <a:pt x="45242" y="14888"/>
                </a:lnTo>
                <a:lnTo>
                  <a:pt x="55556" y="7587"/>
                </a:lnTo>
                <a:lnTo>
                  <a:pt x="66961" y="5110"/>
                </a:lnTo>
                <a:lnTo>
                  <a:pt x="89201" y="5110"/>
                </a:lnTo>
                <a:lnTo>
                  <a:pt x="85022" y="2863"/>
                </a:lnTo>
                <a:lnTo>
                  <a:pt x="77858" y="804"/>
                </a:lnTo>
                <a:lnTo>
                  <a:pt x="68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2853" y="2660778"/>
            <a:ext cx="114935" cy="165100"/>
          </a:xfrm>
          <a:custGeom>
            <a:avLst/>
            <a:gdLst/>
            <a:ahLst/>
            <a:cxnLst/>
            <a:rect l="l" t="t" r="r" b="b"/>
            <a:pathLst>
              <a:path w="114934" h="165100">
                <a:moveTo>
                  <a:pt x="51983" y="157535"/>
                </a:moveTo>
                <a:lnTo>
                  <a:pt x="0" y="157535"/>
                </a:lnTo>
                <a:lnTo>
                  <a:pt x="0" y="164933"/>
                </a:lnTo>
                <a:lnTo>
                  <a:pt x="13216" y="164449"/>
                </a:lnTo>
                <a:lnTo>
                  <a:pt x="19972" y="164290"/>
                </a:lnTo>
                <a:lnTo>
                  <a:pt x="25903" y="164230"/>
                </a:lnTo>
                <a:lnTo>
                  <a:pt x="51983" y="164230"/>
                </a:lnTo>
                <a:lnTo>
                  <a:pt x="51983" y="157535"/>
                </a:lnTo>
                <a:close/>
              </a:path>
              <a:path w="114934" h="165100">
                <a:moveTo>
                  <a:pt x="51983" y="164230"/>
                </a:moveTo>
                <a:lnTo>
                  <a:pt x="25903" y="164230"/>
                </a:lnTo>
                <a:lnTo>
                  <a:pt x="31613" y="164265"/>
                </a:lnTo>
                <a:lnTo>
                  <a:pt x="38018" y="164384"/>
                </a:lnTo>
                <a:lnTo>
                  <a:pt x="44885" y="164601"/>
                </a:lnTo>
                <a:lnTo>
                  <a:pt x="51983" y="164933"/>
                </a:lnTo>
                <a:lnTo>
                  <a:pt x="51983" y="164230"/>
                </a:lnTo>
                <a:close/>
              </a:path>
              <a:path w="114934" h="165100">
                <a:moveTo>
                  <a:pt x="66372" y="109249"/>
                </a:moveTo>
                <a:lnTo>
                  <a:pt x="48635" y="109249"/>
                </a:lnTo>
                <a:lnTo>
                  <a:pt x="60799" y="125975"/>
                </a:lnTo>
                <a:lnTo>
                  <a:pt x="69692" y="138523"/>
                </a:lnTo>
                <a:lnTo>
                  <a:pt x="75149" y="147140"/>
                </a:lnTo>
                <a:lnTo>
                  <a:pt x="77005" y="152072"/>
                </a:lnTo>
                <a:lnTo>
                  <a:pt x="77005" y="156651"/>
                </a:lnTo>
                <a:lnTo>
                  <a:pt x="72950" y="157535"/>
                </a:lnTo>
                <a:lnTo>
                  <a:pt x="68371" y="157535"/>
                </a:lnTo>
                <a:lnTo>
                  <a:pt x="68371" y="164933"/>
                </a:lnTo>
                <a:lnTo>
                  <a:pt x="74496" y="164675"/>
                </a:lnTo>
                <a:lnTo>
                  <a:pt x="88863" y="164290"/>
                </a:lnTo>
                <a:lnTo>
                  <a:pt x="94098" y="164230"/>
                </a:lnTo>
                <a:lnTo>
                  <a:pt x="114713" y="164230"/>
                </a:lnTo>
                <a:lnTo>
                  <a:pt x="114713" y="157535"/>
                </a:lnTo>
                <a:lnTo>
                  <a:pt x="108653" y="157337"/>
                </a:lnTo>
                <a:lnTo>
                  <a:pt x="103238" y="155949"/>
                </a:lnTo>
                <a:lnTo>
                  <a:pt x="97789" y="152182"/>
                </a:lnTo>
                <a:lnTo>
                  <a:pt x="91630" y="144846"/>
                </a:lnTo>
                <a:lnTo>
                  <a:pt x="66372" y="109249"/>
                </a:lnTo>
                <a:close/>
              </a:path>
              <a:path w="114934" h="165100">
                <a:moveTo>
                  <a:pt x="114713" y="164230"/>
                </a:moveTo>
                <a:lnTo>
                  <a:pt x="100968" y="164230"/>
                </a:lnTo>
                <a:lnTo>
                  <a:pt x="107843" y="164406"/>
                </a:lnTo>
                <a:lnTo>
                  <a:pt x="114713" y="164933"/>
                </a:lnTo>
                <a:lnTo>
                  <a:pt x="114713" y="164230"/>
                </a:lnTo>
                <a:close/>
              </a:path>
              <a:path w="114934" h="165100">
                <a:moveTo>
                  <a:pt x="34186" y="0"/>
                </a:moveTo>
                <a:lnTo>
                  <a:pt x="0" y="2467"/>
                </a:lnTo>
                <a:lnTo>
                  <a:pt x="0" y="9866"/>
                </a:lnTo>
                <a:lnTo>
                  <a:pt x="16564" y="9866"/>
                </a:lnTo>
                <a:lnTo>
                  <a:pt x="18502" y="11630"/>
                </a:lnTo>
                <a:lnTo>
                  <a:pt x="18502" y="157535"/>
                </a:lnTo>
                <a:lnTo>
                  <a:pt x="33478" y="157535"/>
                </a:lnTo>
                <a:lnTo>
                  <a:pt x="33478" y="122290"/>
                </a:lnTo>
                <a:lnTo>
                  <a:pt x="43105" y="114007"/>
                </a:lnTo>
                <a:lnTo>
                  <a:pt x="34186" y="114007"/>
                </a:lnTo>
                <a:lnTo>
                  <a:pt x="34186" y="0"/>
                </a:lnTo>
                <a:close/>
              </a:path>
              <a:path w="114934" h="165100">
                <a:moveTo>
                  <a:pt x="65904" y="62379"/>
                </a:moveTo>
                <a:lnTo>
                  <a:pt x="65904" y="69777"/>
                </a:lnTo>
                <a:lnTo>
                  <a:pt x="70487" y="70134"/>
                </a:lnTo>
                <a:lnTo>
                  <a:pt x="72950" y="72597"/>
                </a:lnTo>
                <a:lnTo>
                  <a:pt x="72950" y="80526"/>
                </a:lnTo>
                <a:lnTo>
                  <a:pt x="69603" y="83347"/>
                </a:lnTo>
                <a:lnTo>
                  <a:pt x="67667" y="85110"/>
                </a:lnTo>
                <a:lnTo>
                  <a:pt x="34186" y="114007"/>
                </a:lnTo>
                <a:lnTo>
                  <a:pt x="43105" y="114007"/>
                </a:lnTo>
                <a:lnTo>
                  <a:pt x="48635" y="109249"/>
                </a:lnTo>
                <a:lnTo>
                  <a:pt x="66372" y="109249"/>
                </a:lnTo>
                <a:lnTo>
                  <a:pt x="61496" y="102378"/>
                </a:lnTo>
                <a:lnTo>
                  <a:pt x="61144" y="101851"/>
                </a:lnTo>
                <a:lnTo>
                  <a:pt x="60089" y="100439"/>
                </a:lnTo>
                <a:lnTo>
                  <a:pt x="60089" y="99735"/>
                </a:lnTo>
                <a:lnTo>
                  <a:pt x="62768" y="96966"/>
                </a:lnTo>
                <a:lnTo>
                  <a:pt x="98041" y="71785"/>
                </a:lnTo>
                <a:lnTo>
                  <a:pt x="109250" y="69777"/>
                </a:lnTo>
                <a:lnTo>
                  <a:pt x="109250" y="63083"/>
                </a:lnTo>
                <a:lnTo>
                  <a:pt x="92686" y="63083"/>
                </a:lnTo>
                <a:lnTo>
                  <a:pt x="85329" y="63022"/>
                </a:lnTo>
                <a:lnTo>
                  <a:pt x="77312" y="62863"/>
                </a:lnTo>
                <a:lnTo>
                  <a:pt x="70286" y="62638"/>
                </a:lnTo>
                <a:lnTo>
                  <a:pt x="65904" y="62379"/>
                </a:lnTo>
                <a:close/>
              </a:path>
              <a:path w="114934" h="165100">
                <a:moveTo>
                  <a:pt x="109250" y="62379"/>
                </a:moveTo>
                <a:lnTo>
                  <a:pt x="102380" y="63083"/>
                </a:lnTo>
                <a:lnTo>
                  <a:pt x="109250" y="63083"/>
                </a:lnTo>
                <a:lnTo>
                  <a:pt x="109250" y="62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4460" y="2623613"/>
            <a:ext cx="1638231" cy="2087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12999" y="2663245"/>
            <a:ext cx="160020" cy="162560"/>
          </a:xfrm>
          <a:custGeom>
            <a:avLst/>
            <a:gdLst/>
            <a:ahLst/>
            <a:cxnLst/>
            <a:rect l="l" t="t" r="r" b="b"/>
            <a:pathLst>
              <a:path w="160019" h="162560">
                <a:moveTo>
                  <a:pt x="87049" y="0"/>
                </a:moveTo>
                <a:lnTo>
                  <a:pt x="0" y="0"/>
                </a:lnTo>
                <a:lnTo>
                  <a:pt x="0" y="7399"/>
                </a:lnTo>
                <a:lnTo>
                  <a:pt x="80355" y="7399"/>
                </a:lnTo>
                <a:lnTo>
                  <a:pt x="91561" y="8489"/>
                </a:lnTo>
                <a:lnTo>
                  <a:pt x="123526" y="29602"/>
                </a:lnTo>
                <a:lnTo>
                  <a:pt x="135369" y="68431"/>
                </a:lnTo>
                <a:lnTo>
                  <a:pt x="135859" y="82642"/>
                </a:lnTo>
                <a:lnTo>
                  <a:pt x="135036" y="100232"/>
                </a:lnTo>
                <a:lnTo>
                  <a:pt x="117576" y="140718"/>
                </a:lnTo>
                <a:lnTo>
                  <a:pt x="80530" y="155068"/>
                </a:lnTo>
                <a:lnTo>
                  <a:pt x="0" y="155068"/>
                </a:lnTo>
                <a:lnTo>
                  <a:pt x="0" y="162466"/>
                </a:lnTo>
                <a:lnTo>
                  <a:pt x="87049" y="162466"/>
                </a:lnTo>
                <a:lnTo>
                  <a:pt x="115193" y="156263"/>
                </a:lnTo>
                <a:lnTo>
                  <a:pt x="138283" y="139273"/>
                </a:lnTo>
                <a:lnTo>
                  <a:pt x="153906" y="113923"/>
                </a:lnTo>
                <a:lnTo>
                  <a:pt x="159650" y="82642"/>
                </a:lnTo>
                <a:lnTo>
                  <a:pt x="154005" y="50624"/>
                </a:lnTo>
                <a:lnTo>
                  <a:pt x="138548" y="24339"/>
                </a:lnTo>
                <a:lnTo>
                  <a:pt x="115491" y="6544"/>
                </a:lnTo>
                <a:lnTo>
                  <a:pt x="87049" y="0"/>
                </a:lnTo>
                <a:close/>
              </a:path>
              <a:path w="160019" h="162560">
                <a:moveTo>
                  <a:pt x="45286" y="7399"/>
                </a:moveTo>
                <a:lnTo>
                  <a:pt x="23967" y="7399"/>
                </a:lnTo>
                <a:lnTo>
                  <a:pt x="24320" y="9163"/>
                </a:lnTo>
                <a:lnTo>
                  <a:pt x="24416" y="152818"/>
                </a:lnTo>
                <a:lnTo>
                  <a:pt x="23967" y="155068"/>
                </a:lnTo>
                <a:lnTo>
                  <a:pt x="45286" y="155068"/>
                </a:lnTo>
                <a:lnTo>
                  <a:pt x="44935" y="153304"/>
                </a:lnTo>
                <a:lnTo>
                  <a:pt x="44935" y="9163"/>
                </a:lnTo>
                <a:lnTo>
                  <a:pt x="45286" y="7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92562" y="2720690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68" y="97623"/>
                </a:moveTo>
                <a:lnTo>
                  <a:pt x="0" y="97623"/>
                </a:lnTo>
                <a:lnTo>
                  <a:pt x="0" y="105021"/>
                </a:lnTo>
                <a:lnTo>
                  <a:pt x="21382" y="104378"/>
                </a:lnTo>
                <a:lnTo>
                  <a:pt x="27133" y="104317"/>
                </a:lnTo>
                <a:lnTo>
                  <a:pt x="57268" y="104317"/>
                </a:lnTo>
                <a:lnTo>
                  <a:pt x="57268" y="97623"/>
                </a:lnTo>
                <a:close/>
              </a:path>
              <a:path w="80010" h="105410">
                <a:moveTo>
                  <a:pt x="57268" y="104317"/>
                </a:moveTo>
                <a:lnTo>
                  <a:pt x="27133" y="104317"/>
                </a:lnTo>
                <a:lnTo>
                  <a:pt x="42268" y="104405"/>
                </a:lnTo>
                <a:lnTo>
                  <a:pt x="49958" y="104614"/>
                </a:lnTo>
                <a:lnTo>
                  <a:pt x="57268" y="105021"/>
                </a:lnTo>
                <a:lnTo>
                  <a:pt x="57268" y="104317"/>
                </a:lnTo>
                <a:close/>
              </a:path>
              <a:path w="80010" h="105410">
                <a:moveTo>
                  <a:pt x="33124" y="0"/>
                </a:moveTo>
                <a:lnTo>
                  <a:pt x="0" y="2467"/>
                </a:lnTo>
                <a:lnTo>
                  <a:pt x="0" y="9865"/>
                </a:lnTo>
                <a:lnTo>
                  <a:pt x="16739" y="9865"/>
                </a:lnTo>
                <a:lnTo>
                  <a:pt x="18675" y="11629"/>
                </a:lnTo>
                <a:lnTo>
                  <a:pt x="18675" y="97623"/>
                </a:lnTo>
                <a:lnTo>
                  <a:pt x="34712" y="97623"/>
                </a:lnTo>
                <a:lnTo>
                  <a:pt x="34359" y="94979"/>
                </a:lnTo>
                <a:lnTo>
                  <a:pt x="34359" y="49869"/>
                </a:lnTo>
                <a:lnTo>
                  <a:pt x="36185" y="32913"/>
                </a:lnTo>
                <a:lnTo>
                  <a:pt x="38759" y="26078"/>
                </a:lnTo>
                <a:lnTo>
                  <a:pt x="33124" y="26078"/>
                </a:lnTo>
                <a:lnTo>
                  <a:pt x="33124" y="0"/>
                </a:lnTo>
                <a:close/>
              </a:path>
              <a:path w="80010" h="105410">
                <a:moveTo>
                  <a:pt x="72595" y="0"/>
                </a:moveTo>
                <a:lnTo>
                  <a:pt x="62378" y="0"/>
                </a:lnTo>
                <a:lnTo>
                  <a:pt x="50919" y="2637"/>
                </a:lnTo>
                <a:lnTo>
                  <a:pt x="42466" y="9207"/>
                </a:lnTo>
                <a:lnTo>
                  <a:pt x="36655" y="17692"/>
                </a:lnTo>
                <a:lnTo>
                  <a:pt x="33124" y="26078"/>
                </a:lnTo>
                <a:lnTo>
                  <a:pt x="38759" y="26078"/>
                </a:lnTo>
                <a:lnTo>
                  <a:pt x="41562" y="18634"/>
                </a:lnTo>
                <a:lnTo>
                  <a:pt x="50342" y="8783"/>
                </a:lnTo>
                <a:lnTo>
                  <a:pt x="62378" y="5110"/>
                </a:lnTo>
                <a:lnTo>
                  <a:pt x="78102" y="5110"/>
                </a:lnTo>
                <a:lnTo>
                  <a:pt x="72595" y="0"/>
                </a:lnTo>
                <a:close/>
              </a:path>
              <a:path w="80010" h="105410">
                <a:moveTo>
                  <a:pt x="78102" y="5110"/>
                </a:moveTo>
                <a:lnTo>
                  <a:pt x="64494" y="5110"/>
                </a:lnTo>
                <a:lnTo>
                  <a:pt x="65022" y="5462"/>
                </a:lnTo>
                <a:lnTo>
                  <a:pt x="64317" y="5638"/>
                </a:lnTo>
                <a:lnTo>
                  <a:pt x="59559" y="8458"/>
                </a:lnTo>
                <a:lnTo>
                  <a:pt x="59559" y="21319"/>
                </a:lnTo>
                <a:lnTo>
                  <a:pt x="64494" y="24846"/>
                </a:lnTo>
                <a:lnTo>
                  <a:pt x="74007" y="24846"/>
                </a:lnTo>
                <a:lnTo>
                  <a:pt x="79998" y="22026"/>
                </a:lnTo>
                <a:lnTo>
                  <a:pt x="79998" y="6870"/>
                </a:lnTo>
                <a:lnTo>
                  <a:pt x="78102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86306" y="2720690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88" y="0"/>
                </a:moveTo>
                <a:lnTo>
                  <a:pt x="0" y="2467"/>
                </a:lnTo>
                <a:lnTo>
                  <a:pt x="0" y="9865"/>
                </a:lnTo>
                <a:lnTo>
                  <a:pt x="10697" y="10306"/>
                </a:lnTo>
                <a:lnTo>
                  <a:pt x="16190" y="12862"/>
                </a:lnTo>
                <a:lnTo>
                  <a:pt x="18214" y="19382"/>
                </a:lnTo>
                <a:lnTo>
                  <a:pt x="18503" y="31716"/>
                </a:lnTo>
                <a:lnTo>
                  <a:pt x="18503" y="67489"/>
                </a:lnTo>
                <a:lnTo>
                  <a:pt x="19068" y="81571"/>
                </a:lnTo>
                <a:lnTo>
                  <a:pt x="23018" y="94514"/>
                </a:lnTo>
                <a:lnTo>
                  <a:pt x="33742" y="103989"/>
                </a:lnTo>
                <a:lnTo>
                  <a:pt x="54623" y="107665"/>
                </a:lnTo>
                <a:lnTo>
                  <a:pt x="64024" y="106388"/>
                </a:lnTo>
                <a:lnTo>
                  <a:pt x="72335" y="102467"/>
                </a:lnTo>
                <a:lnTo>
                  <a:pt x="55859" y="102378"/>
                </a:lnTo>
                <a:lnTo>
                  <a:pt x="44108" y="100423"/>
                </a:lnTo>
                <a:lnTo>
                  <a:pt x="37841" y="95197"/>
                </a:lnTo>
                <a:lnTo>
                  <a:pt x="35340" y="87659"/>
                </a:lnTo>
                <a:lnTo>
                  <a:pt x="34950" y="80001"/>
                </a:lnTo>
                <a:lnTo>
                  <a:pt x="34888" y="0"/>
                </a:lnTo>
                <a:close/>
              </a:path>
              <a:path w="120014" h="107950">
                <a:moveTo>
                  <a:pt x="100971" y="86165"/>
                </a:moveTo>
                <a:lnTo>
                  <a:pt x="85285" y="86165"/>
                </a:lnTo>
                <a:lnTo>
                  <a:pt x="85285" y="107665"/>
                </a:lnTo>
                <a:lnTo>
                  <a:pt x="119470" y="105021"/>
                </a:lnTo>
                <a:lnTo>
                  <a:pt x="119470" y="97623"/>
                </a:lnTo>
                <a:lnTo>
                  <a:pt x="102905" y="97623"/>
                </a:lnTo>
                <a:lnTo>
                  <a:pt x="100971" y="95859"/>
                </a:lnTo>
                <a:lnTo>
                  <a:pt x="100971" y="86165"/>
                </a:lnTo>
                <a:close/>
              </a:path>
              <a:path w="120014" h="107950">
                <a:moveTo>
                  <a:pt x="100971" y="0"/>
                </a:moveTo>
                <a:lnTo>
                  <a:pt x="66078" y="2467"/>
                </a:lnTo>
                <a:lnTo>
                  <a:pt x="66078" y="9865"/>
                </a:lnTo>
                <a:lnTo>
                  <a:pt x="82642" y="9865"/>
                </a:lnTo>
                <a:lnTo>
                  <a:pt x="84581" y="11629"/>
                </a:lnTo>
                <a:lnTo>
                  <a:pt x="84581" y="65549"/>
                </a:lnTo>
                <a:lnTo>
                  <a:pt x="82522" y="80001"/>
                </a:lnTo>
                <a:lnTo>
                  <a:pt x="76696" y="91695"/>
                </a:lnTo>
                <a:lnTo>
                  <a:pt x="67633" y="99523"/>
                </a:lnTo>
                <a:lnTo>
                  <a:pt x="55859" y="102378"/>
                </a:lnTo>
                <a:lnTo>
                  <a:pt x="72429" y="102378"/>
                </a:lnTo>
                <a:lnTo>
                  <a:pt x="79455" y="95770"/>
                </a:lnTo>
                <a:lnTo>
                  <a:pt x="85285" y="86165"/>
                </a:lnTo>
                <a:lnTo>
                  <a:pt x="100971" y="86165"/>
                </a:lnTo>
                <a:lnTo>
                  <a:pt x="100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17587" y="2718047"/>
            <a:ext cx="109220" cy="156845"/>
          </a:xfrm>
          <a:custGeom>
            <a:avLst/>
            <a:gdLst/>
            <a:ahLst/>
            <a:cxnLst/>
            <a:rect l="l" t="t" r="r" b="b"/>
            <a:pathLst>
              <a:path w="109219" h="156844">
                <a:moveTo>
                  <a:pt x="46165" y="2642"/>
                </a:moveTo>
                <a:lnTo>
                  <a:pt x="30842" y="5487"/>
                </a:lnTo>
                <a:lnTo>
                  <a:pt x="18608" y="13105"/>
                </a:lnTo>
                <a:lnTo>
                  <a:pt x="10505" y="24126"/>
                </a:lnTo>
                <a:lnTo>
                  <a:pt x="7573" y="37179"/>
                </a:lnTo>
                <a:lnTo>
                  <a:pt x="8492" y="44773"/>
                </a:lnTo>
                <a:lnTo>
                  <a:pt x="10965" y="51541"/>
                </a:lnTo>
                <a:lnTo>
                  <a:pt x="14575" y="57266"/>
                </a:lnTo>
                <a:lnTo>
                  <a:pt x="18850" y="61675"/>
                </a:lnTo>
                <a:lnTo>
                  <a:pt x="15679" y="65373"/>
                </a:lnTo>
                <a:lnTo>
                  <a:pt x="11452" y="73127"/>
                </a:lnTo>
                <a:lnTo>
                  <a:pt x="11452" y="88808"/>
                </a:lnTo>
                <a:lnTo>
                  <a:pt x="14624" y="97798"/>
                </a:lnTo>
                <a:lnTo>
                  <a:pt x="21846" y="102553"/>
                </a:lnTo>
                <a:lnTo>
                  <a:pt x="12411" y="106643"/>
                </a:lnTo>
                <a:lnTo>
                  <a:pt x="5570" y="112400"/>
                </a:lnTo>
                <a:lnTo>
                  <a:pt x="1406" y="119181"/>
                </a:lnTo>
                <a:lnTo>
                  <a:pt x="0" y="126344"/>
                </a:lnTo>
                <a:lnTo>
                  <a:pt x="4140" y="138291"/>
                </a:lnTo>
                <a:lnTo>
                  <a:pt x="15417" y="147908"/>
                </a:lnTo>
                <a:lnTo>
                  <a:pt x="32112" y="154322"/>
                </a:lnTo>
                <a:lnTo>
                  <a:pt x="52508" y="156654"/>
                </a:lnTo>
                <a:lnTo>
                  <a:pt x="72662" y="154465"/>
                </a:lnTo>
                <a:lnTo>
                  <a:pt x="81555" y="151190"/>
                </a:lnTo>
                <a:lnTo>
                  <a:pt x="52859" y="151190"/>
                </a:lnTo>
                <a:lnTo>
                  <a:pt x="36418" y="149092"/>
                </a:lnTo>
                <a:lnTo>
                  <a:pt x="23609" y="143524"/>
                </a:lnTo>
                <a:lnTo>
                  <a:pt x="15294" y="135578"/>
                </a:lnTo>
                <a:lnTo>
                  <a:pt x="12331" y="126344"/>
                </a:lnTo>
                <a:lnTo>
                  <a:pt x="13925" y="118640"/>
                </a:lnTo>
                <a:lnTo>
                  <a:pt x="18212" y="112291"/>
                </a:lnTo>
                <a:lnTo>
                  <a:pt x="24449" y="107859"/>
                </a:lnTo>
                <a:lnTo>
                  <a:pt x="31892" y="105905"/>
                </a:lnTo>
                <a:lnTo>
                  <a:pt x="98214" y="105905"/>
                </a:lnTo>
                <a:lnTo>
                  <a:pt x="97417" y="104729"/>
                </a:lnTo>
                <a:lnTo>
                  <a:pt x="59708" y="92264"/>
                </a:lnTo>
                <a:lnTo>
                  <a:pt x="32772" y="92160"/>
                </a:lnTo>
                <a:lnTo>
                  <a:pt x="31188" y="91983"/>
                </a:lnTo>
                <a:lnTo>
                  <a:pt x="23610" y="90924"/>
                </a:lnTo>
                <a:lnTo>
                  <a:pt x="18498" y="83525"/>
                </a:lnTo>
                <a:lnTo>
                  <a:pt x="18498" y="69604"/>
                </a:lnTo>
                <a:lnTo>
                  <a:pt x="22555" y="64846"/>
                </a:lnTo>
                <a:lnTo>
                  <a:pt x="40087" y="64846"/>
                </a:lnTo>
                <a:lnTo>
                  <a:pt x="34247" y="62982"/>
                </a:lnTo>
                <a:lnTo>
                  <a:pt x="28126" y="54207"/>
                </a:lnTo>
                <a:lnTo>
                  <a:pt x="25956" y="44773"/>
                </a:lnTo>
                <a:lnTo>
                  <a:pt x="25838" y="43696"/>
                </a:lnTo>
                <a:lnTo>
                  <a:pt x="25549" y="37531"/>
                </a:lnTo>
                <a:lnTo>
                  <a:pt x="25603" y="28721"/>
                </a:lnTo>
                <a:lnTo>
                  <a:pt x="25726" y="23434"/>
                </a:lnTo>
                <a:lnTo>
                  <a:pt x="29249" y="17618"/>
                </a:lnTo>
                <a:lnTo>
                  <a:pt x="31188" y="14624"/>
                </a:lnTo>
                <a:lnTo>
                  <a:pt x="36652" y="8105"/>
                </a:lnTo>
                <a:lnTo>
                  <a:pt x="66516" y="8105"/>
                </a:lnTo>
                <a:lnTo>
                  <a:pt x="63931" y="6507"/>
                </a:lnTo>
                <a:lnTo>
                  <a:pt x="56979" y="3963"/>
                </a:lnTo>
                <a:lnTo>
                  <a:pt x="50920" y="2873"/>
                </a:lnTo>
                <a:lnTo>
                  <a:pt x="46165" y="2642"/>
                </a:lnTo>
                <a:close/>
              </a:path>
              <a:path w="109219" h="156844">
                <a:moveTo>
                  <a:pt x="98214" y="105905"/>
                </a:moveTo>
                <a:lnTo>
                  <a:pt x="45989" y="105905"/>
                </a:lnTo>
                <a:lnTo>
                  <a:pt x="61963" y="106224"/>
                </a:lnTo>
                <a:lnTo>
                  <a:pt x="77179" y="108460"/>
                </a:lnTo>
                <a:lnTo>
                  <a:pt x="88562" y="114528"/>
                </a:lnTo>
                <a:lnTo>
                  <a:pt x="93040" y="126344"/>
                </a:lnTo>
                <a:lnTo>
                  <a:pt x="90033" y="135652"/>
                </a:lnTo>
                <a:lnTo>
                  <a:pt x="81673" y="143590"/>
                </a:lnTo>
                <a:lnTo>
                  <a:pt x="68952" y="149117"/>
                </a:lnTo>
                <a:lnTo>
                  <a:pt x="52859" y="151190"/>
                </a:lnTo>
                <a:lnTo>
                  <a:pt x="81555" y="151190"/>
                </a:lnTo>
                <a:lnTo>
                  <a:pt x="89513" y="148261"/>
                </a:lnTo>
                <a:lnTo>
                  <a:pt x="101077" y="138588"/>
                </a:lnTo>
                <a:lnTo>
                  <a:pt x="105373" y="125992"/>
                </a:lnTo>
                <a:lnTo>
                  <a:pt x="104660" y="119125"/>
                </a:lnTo>
                <a:lnTo>
                  <a:pt x="102179" y="111762"/>
                </a:lnTo>
                <a:lnTo>
                  <a:pt x="98214" y="105905"/>
                </a:lnTo>
                <a:close/>
              </a:path>
              <a:path w="109219" h="156844">
                <a:moveTo>
                  <a:pt x="40087" y="64846"/>
                </a:moveTo>
                <a:lnTo>
                  <a:pt x="22555" y="64846"/>
                </a:lnTo>
                <a:lnTo>
                  <a:pt x="31892" y="71540"/>
                </a:lnTo>
                <a:lnTo>
                  <a:pt x="41582" y="72247"/>
                </a:lnTo>
                <a:lnTo>
                  <a:pt x="46165" y="72247"/>
                </a:lnTo>
                <a:lnTo>
                  <a:pt x="61460" y="69400"/>
                </a:lnTo>
                <a:lnTo>
                  <a:pt x="65628" y="66785"/>
                </a:lnTo>
                <a:lnTo>
                  <a:pt x="46165" y="66785"/>
                </a:lnTo>
                <a:lnTo>
                  <a:pt x="40087" y="64846"/>
                </a:lnTo>
                <a:close/>
              </a:path>
              <a:path w="109219" h="156844">
                <a:moveTo>
                  <a:pt x="66516" y="8105"/>
                </a:moveTo>
                <a:lnTo>
                  <a:pt x="46165" y="8105"/>
                </a:lnTo>
                <a:lnTo>
                  <a:pt x="58083" y="11879"/>
                </a:lnTo>
                <a:lnTo>
                  <a:pt x="64203" y="20593"/>
                </a:lnTo>
                <a:lnTo>
                  <a:pt x="66458" y="30331"/>
                </a:lnTo>
                <a:lnTo>
                  <a:pt x="66780" y="37179"/>
                </a:lnTo>
                <a:lnTo>
                  <a:pt x="66755" y="44773"/>
                </a:lnTo>
                <a:lnTo>
                  <a:pt x="66605" y="51276"/>
                </a:lnTo>
                <a:lnTo>
                  <a:pt x="63080" y="57266"/>
                </a:lnTo>
                <a:lnTo>
                  <a:pt x="61141" y="60086"/>
                </a:lnTo>
                <a:lnTo>
                  <a:pt x="55679" y="66785"/>
                </a:lnTo>
                <a:lnTo>
                  <a:pt x="65628" y="66785"/>
                </a:lnTo>
                <a:lnTo>
                  <a:pt x="73633" y="61762"/>
                </a:lnTo>
                <a:lnTo>
                  <a:pt x="81675" y="50687"/>
                </a:lnTo>
                <a:lnTo>
                  <a:pt x="84580" y="37531"/>
                </a:lnTo>
                <a:lnTo>
                  <a:pt x="84580" y="28721"/>
                </a:lnTo>
                <a:lnTo>
                  <a:pt x="80877" y="19911"/>
                </a:lnTo>
                <a:lnTo>
                  <a:pt x="74886" y="14447"/>
                </a:lnTo>
                <a:lnTo>
                  <a:pt x="78451" y="11101"/>
                </a:lnTo>
                <a:lnTo>
                  <a:pt x="71363" y="11101"/>
                </a:lnTo>
                <a:lnTo>
                  <a:pt x="66516" y="8105"/>
                </a:lnTo>
                <a:close/>
              </a:path>
              <a:path w="109219" h="156844">
                <a:moveTo>
                  <a:pt x="107801" y="5110"/>
                </a:moveTo>
                <a:lnTo>
                  <a:pt x="97970" y="5110"/>
                </a:lnTo>
                <a:lnTo>
                  <a:pt x="98677" y="5462"/>
                </a:lnTo>
                <a:lnTo>
                  <a:pt x="96034" y="6342"/>
                </a:lnTo>
                <a:lnTo>
                  <a:pt x="94799" y="8985"/>
                </a:lnTo>
                <a:lnTo>
                  <a:pt x="94799" y="15859"/>
                </a:lnTo>
                <a:lnTo>
                  <a:pt x="97970" y="18679"/>
                </a:lnTo>
                <a:lnTo>
                  <a:pt x="104137" y="18679"/>
                </a:lnTo>
                <a:lnTo>
                  <a:pt x="108719" y="17091"/>
                </a:lnTo>
                <a:lnTo>
                  <a:pt x="108719" y="7578"/>
                </a:lnTo>
                <a:lnTo>
                  <a:pt x="107801" y="5110"/>
                </a:lnTo>
                <a:close/>
              </a:path>
              <a:path w="109219" h="156844">
                <a:moveTo>
                  <a:pt x="105900" y="0"/>
                </a:moveTo>
                <a:lnTo>
                  <a:pt x="96561" y="0"/>
                </a:lnTo>
                <a:lnTo>
                  <a:pt x="92029" y="371"/>
                </a:lnTo>
                <a:lnTo>
                  <a:pt x="85944" y="1914"/>
                </a:lnTo>
                <a:lnTo>
                  <a:pt x="78868" y="5276"/>
                </a:lnTo>
                <a:lnTo>
                  <a:pt x="71363" y="11101"/>
                </a:lnTo>
                <a:lnTo>
                  <a:pt x="78451" y="11101"/>
                </a:lnTo>
                <a:lnTo>
                  <a:pt x="83521" y="6342"/>
                </a:lnTo>
                <a:lnTo>
                  <a:pt x="91979" y="5110"/>
                </a:lnTo>
                <a:lnTo>
                  <a:pt x="107801" y="5110"/>
                </a:lnTo>
                <a:lnTo>
                  <a:pt x="105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05522" y="2658135"/>
            <a:ext cx="105410" cy="172720"/>
          </a:xfrm>
          <a:custGeom>
            <a:avLst/>
            <a:gdLst/>
            <a:ahLst/>
            <a:cxnLst/>
            <a:rect l="l" t="t" r="r" b="b"/>
            <a:pathLst>
              <a:path w="105410" h="172719">
                <a:moveTo>
                  <a:pt x="5638" y="113656"/>
                </a:moveTo>
                <a:lnTo>
                  <a:pt x="0" y="113656"/>
                </a:lnTo>
                <a:lnTo>
                  <a:pt x="0" y="172686"/>
                </a:lnTo>
                <a:lnTo>
                  <a:pt x="4230" y="172686"/>
                </a:lnTo>
                <a:lnTo>
                  <a:pt x="4406" y="172336"/>
                </a:lnTo>
                <a:lnTo>
                  <a:pt x="6170" y="169692"/>
                </a:lnTo>
                <a:lnTo>
                  <a:pt x="6170" y="169340"/>
                </a:lnTo>
                <a:lnTo>
                  <a:pt x="6874" y="168636"/>
                </a:lnTo>
                <a:lnTo>
                  <a:pt x="14629" y="156123"/>
                </a:lnTo>
                <a:lnTo>
                  <a:pt x="25842" y="156123"/>
                </a:lnTo>
                <a:lnTo>
                  <a:pt x="20619" y="152599"/>
                </a:lnTo>
                <a:lnTo>
                  <a:pt x="12557" y="142659"/>
                </a:lnTo>
                <a:lnTo>
                  <a:pt x="8196" y="132686"/>
                </a:lnTo>
                <a:lnTo>
                  <a:pt x="6348" y="123526"/>
                </a:lnTo>
                <a:lnTo>
                  <a:pt x="5638" y="113656"/>
                </a:lnTo>
                <a:close/>
              </a:path>
              <a:path w="105410" h="172719">
                <a:moveTo>
                  <a:pt x="25842" y="156123"/>
                </a:moveTo>
                <a:lnTo>
                  <a:pt x="14629" y="156123"/>
                </a:lnTo>
                <a:lnTo>
                  <a:pt x="21632" y="162131"/>
                </a:lnTo>
                <a:lnTo>
                  <a:pt x="31412" y="167444"/>
                </a:lnTo>
                <a:lnTo>
                  <a:pt x="43769" y="171238"/>
                </a:lnTo>
                <a:lnTo>
                  <a:pt x="58503" y="172686"/>
                </a:lnTo>
                <a:lnTo>
                  <a:pt x="77483" y="168636"/>
                </a:lnTo>
                <a:lnTo>
                  <a:pt x="81803" y="165460"/>
                </a:lnTo>
                <a:lnTo>
                  <a:pt x="58150" y="165460"/>
                </a:lnTo>
                <a:lnTo>
                  <a:pt x="51172" y="165086"/>
                </a:lnTo>
                <a:lnTo>
                  <a:pt x="41565" y="163391"/>
                </a:lnTo>
                <a:lnTo>
                  <a:pt x="30869" y="159515"/>
                </a:lnTo>
                <a:lnTo>
                  <a:pt x="25842" y="156123"/>
                </a:lnTo>
                <a:close/>
              </a:path>
              <a:path w="105410" h="172719">
                <a:moveTo>
                  <a:pt x="46346" y="0"/>
                </a:moveTo>
                <a:lnTo>
                  <a:pt x="27952" y="3667"/>
                </a:lnTo>
                <a:lnTo>
                  <a:pt x="13259" y="13611"/>
                </a:lnTo>
                <a:lnTo>
                  <a:pt x="3524" y="28247"/>
                </a:lnTo>
                <a:lnTo>
                  <a:pt x="0" y="45990"/>
                </a:lnTo>
                <a:lnTo>
                  <a:pt x="2244" y="60224"/>
                </a:lnTo>
                <a:lnTo>
                  <a:pt x="31013" y="89512"/>
                </a:lnTo>
                <a:lnTo>
                  <a:pt x="75947" y="100791"/>
                </a:lnTo>
                <a:lnTo>
                  <a:pt x="82646" y="109604"/>
                </a:lnTo>
                <a:lnTo>
                  <a:pt x="87576" y="115771"/>
                </a:lnTo>
                <a:lnTo>
                  <a:pt x="89986" y="123346"/>
                </a:lnTo>
                <a:lnTo>
                  <a:pt x="90044" y="131452"/>
                </a:lnTo>
                <a:lnTo>
                  <a:pt x="87885" y="143828"/>
                </a:lnTo>
                <a:lnTo>
                  <a:pt x="81630" y="154734"/>
                </a:lnTo>
                <a:lnTo>
                  <a:pt x="71609" y="162500"/>
                </a:lnTo>
                <a:lnTo>
                  <a:pt x="58150" y="165460"/>
                </a:lnTo>
                <a:lnTo>
                  <a:pt x="81803" y="165460"/>
                </a:lnTo>
                <a:lnTo>
                  <a:pt x="92227" y="157797"/>
                </a:lnTo>
                <a:lnTo>
                  <a:pt x="101795" y="142059"/>
                </a:lnTo>
                <a:lnTo>
                  <a:pt x="105201" y="123346"/>
                </a:lnTo>
                <a:lnTo>
                  <a:pt x="102439" y="106463"/>
                </a:lnTo>
                <a:lnTo>
                  <a:pt x="94869" y="92157"/>
                </a:lnTo>
                <a:lnTo>
                  <a:pt x="83566" y="81419"/>
                </a:lnTo>
                <a:lnTo>
                  <a:pt x="69604" y="75239"/>
                </a:lnTo>
                <a:lnTo>
                  <a:pt x="39119" y="68017"/>
                </a:lnTo>
                <a:lnTo>
                  <a:pt x="29205" y="63653"/>
                </a:lnTo>
                <a:lnTo>
                  <a:pt x="21653" y="56629"/>
                </a:lnTo>
                <a:lnTo>
                  <a:pt x="16843" y="47721"/>
                </a:lnTo>
                <a:lnTo>
                  <a:pt x="15156" y="37707"/>
                </a:lnTo>
                <a:lnTo>
                  <a:pt x="17454" y="25873"/>
                </a:lnTo>
                <a:lnTo>
                  <a:pt x="23899" y="15989"/>
                </a:lnTo>
                <a:lnTo>
                  <a:pt x="33814" y="9210"/>
                </a:lnTo>
                <a:lnTo>
                  <a:pt x="46521" y="6694"/>
                </a:lnTo>
                <a:lnTo>
                  <a:pt x="72031" y="6694"/>
                </a:lnTo>
                <a:lnTo>
                  <a:pt x="70596" y="5704"/>
                </a:lnTo>
                <a:lnTo>
                  <a:pt x="60197" y="1621"/>
                </a:lnTo>
                <a:lnTo>
                  <a:pt x="46346" y="0"/>
                </a:lnTo>
                <a:close/>
              </a:path>
              <a:path w="105410" h="172719">
                <a:moveTo>
                  <a:pt x="72031" y="6694"/>
                </a:moveTo>
                <a:lnTo>
                  <a:pt x="46521" y="6694"/>
                </a:lnTo>
                <a:lnTo>
                  <a:pt x="70291" y="12944"/>
                </a:lnTo>
                <a:lnTo>
                  <a:pt x="84032" y="27488"/>
                </a:lnTo>
                <a:lnTo>
                  <a:pt x="90604" y="44014"/>
                </a:lnTo>
                <a:lnTo>
                  <a:pt x="92863" y="56212"/>
                </a:lnTo>
                <a:lnTo>
                  <a:pt x="93040" y="57796"/>
                </a:lnTo>
                <a:lnTo>
                  <a:pt x="93040" y="59207"/>
                </a:lnTo>
                <a:lnTo>
                  <a:pt x="98854" y="59207"/>
                </a:lnTo>
                <a:lnTo>
                  <a:pt x="98854" y="16564"/>
                </a:lnTo>
                <a:lnTo>
                  <a:pt x="84405" y="16564"/>
                </a:lnTo>
                <a:lnTo>
                  <a:pt x="78385" y="11076"/>
                </a:lnTo>
                <a:lnTo>
                  <a:pt x="72031" y="6694"/>
                </a:lnTo>
                <a:close/>
              </a:path>
              <a:path w="105410" h="172719">
                <a:moveTo>
                  <a:pt x="98854" y="0"/>
                </a:moveTo>
                <a:lnTo>
                  <a:pt x="94627" y="0"/>
                </a:lnTo>
                <a:lnTo>
                  <a:pt x="94275" y="176"/>
                </a:lnTo>
                <a:lnTo>
                  <a:pt x="92688" y="2995"/>
                </a:lnTo>
                <a:lnTo>
                  <a:pt x="84405" y="16564"/>
                </a:lnTo>
                <a:lnTo>
                  <a:pt x="98854" y="16564"/>
                </a:lnTo>
                <a:lnTo>
                  <a:pt x="988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32395" y="2666593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49" y="151720"/>
                </a:moveTo>
                <a:lnTo>
                  <a:pt x="0" y="151720"/>
                </a:lnTo>
                <a:lnTo>
                  <a:pt x="0" y="159118"/>
                </a:lnTo>
                <a:lnTo>
                  <a:pt x="13768" y="158634"/>
                </a:lnTo>
                <a:lnTo>
                  <a:pt x="20694" y="158475"/>
                </a:lnTo>
                <a:lnTo>
                  <a:pt x="26083" y="158414"/>
                </a:lnTo>
                <a:lnTo>
                  <a:pt x="50749" y="158414"/>
                </a:lnTo>
                <a:lnTo>
                  <a:pt x="50749" y="151720"/>
                </a:lnTo>
                <a:close/>
              </a:path>
              <a:path w="50800" h="159385">
                <a:moveTo>
                  <a:pt x="50749" y="158414"/>
                </a:moveTo>
                <a:lnTo>
                  <a:pt x="34364" y="158414"/>
                </a:lnTo>
                <a:lnTo>
                  <a:pt x="50749" y="159118"/>
                </a:lnTo>
                <a:lnTo>
                  <a:pt x="50749" y="158414"/>
                </a:lnTo>
                <a:close/>
              </a:path>
              <a:path w="50800" h="159385">
                <a:moveTo>
                  <a:pt x="34184" y="54096"/>
                </a:moveTo>
                <a:lnTo>
                  <a:pt x="883" y="56564"/>
                </a:lnTo>
                <a:lnTo>
                  <a:pt x="883" y="63962"/>
                </a:lnTo>
                <a:lnTo>
                  <a:pt x="16388" y="63962"/>
                </a:lnTo>
                <a:lnTo>
                  <a:pt x="18503" y="65374"/>
                </a:lnTo>
                <a:lnTo>
                  <a:pt x="18503" y="151720"/>
                </a:lnTo>
                <a:lnTo>
                  <a:pt x="35068" y="151720"/>
                </a:lnTo>
                <a:lnTo>
                  <a:pt x="34184" y="150483"/>
                </a:lnTo>
                <a:lnTo>
                  <a:pt x="34184" y="54096"/>
                </a:lnTo>
                <a:close/>
              </a:path>
              <a:path w="50800" h="159385">
                <a:moveTo>
                  <a:pt x="29254" y="0"/>
                </a:moveTo>
                <a:lnTo>
                  <a:pt x="15157" y="0"/>
                </a:lnTo>
                <a:lnTo>
                  <a:pt x="10045" y="6518"/>
                </a:lnTo>
                <a:lnTo>
                  <a:pt x="10045" y="19028"/>
                </a:lnTo>
                <a:lnTo>
                  <a:pt x="15157" y="25199"/>
                </a:lnTo>
                <a:lnTo>
                  <a:pt x="29254" y="25199"/>
                </a:lnTo>
                <a:lnTo>
                  <a:pt x="35068" y="20264"/>
                </a:lnTo>
                <a:lnTo>
                  <a:pt x="35068" y="5110"/>
                </a:lnTo>
                <a:lnTo>
                  <a:pt x="29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98125" y="2660778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36" y="59912"/>
                </a:moveTo>
                <a:lnTo>
                  <a:pt x="32931" y="64025"/>
                </a:lnTo>
                <a:lnTo>
                  <a:pt x="16013" y="75374"/>
                </a:lnTo>
                <a:lnTo>
                  <a:pt x="4347" y="92472"/>
                </a:lnTo>
                <a:lnTo>
                  <a:pt x="0" y="113832"/>
                </a:lnTo>
                <a:lnTo>
                  <a:pt x="4058" y="134942"/>
                </a:lnTo>
                <a:lnTo>
                  <a:pt x="15021" y="152005"/>
                </a:lnTo>
                <a:lnTo>
                  <a:pt x="31073" y="163417"/>
                </a:lnTo>
                <a:lnTo>
                  <a:pt x="50397" y="167577"/>
                </a:lnTo>
                <a:lnTo>
                  <a:pt x="60930" y="166192"/>
                </a:lnTo>
                <a:lnTo>
                  <a:pt x="69779" y="162577"/>
                </a:lnTo>
                <a:lnTo>
                  <a:pt x="70185" y="162290"/>
                </a:lnTo>
                <a:lnTo>
                  <a:pt x="51629" y="162290"/>
                </a:lnTo>
                <a:lnTo>
                  <a:pt x="43977" y="161186"/>
                </a:lnTo>
                <a:lnTo>
                  <a:pt x="20858" y="130507"/>
                </a:lnTo>
                <a:lnTo>
                  <a:pt x="19740" y="113832"/>
                </a:lnTo>
                <a:lnTo>
                  <a:pt x="19925" y="106519"/>
                </a:lnTo>
                <a:lnTo>
                  <a:pt x="37553" y="69913"/>
                </a:lnTo>
                <a:lnTo>
                  <a:pt x="53920" y="65022"/>
                </a:lnTo>
                <a:lnTo>
                  <a:pt x="71721" y="65022"/>
                </a:lnTo>
                <a:lnTo>
                  <a:pt x="70263" y="64052"/>
                </a:lnTo>
                <a:lnTo>
                  <a:pt x="62178" y="61007"/>
                </a:lnTo>
                <a:lnTo>
                  <a:pt x="53036" y="59912"/>
                </a:lnTo>
                <a:close/>
              </a:path>
              <a:path w="117475" h="167639">
                <a:moveTo>
                  <a:pt x="98678" y="151897"/>
                </a:moveTo>
                <a:lnTo>
                  <a:pt x="82290" y="151897"/>
                </a:lnTo>
                <a:lnTo>
                  <a:pt x="82290" y="167577"/>
                </a:lnTo>
                <a:lnTo>
                  <a:pt x="117179" y="164933"/>
                </a:lnTo>
                <a:lnTo>
                  <a:pt x="117179" y="157535"/>
                </a:lnTo>
                <a:lnTo>
                  <a:pt x="100614" y="157535"/>
                </a:lnTo>
                <a:lnTo>
                  <a:pt x="98678" y="155771"/>
                </a:lnTo>
                <a:lnTo>
                  <a:pt x="98678" y="151897"/>
                </a:lnTo>
                <a:close/>
              </a:path>
              <a:path w="117475" h="167639">
                <a:moveTo>
                  <a:pt x="71721" y="65022"/>
                </a:moveTo>
                <a:lnTo>
                  <a:pt x="53920" y="65022"/>
                </a:lnTo>
                <a:lnTo>
                  <a:pt x="60393" y="65741"/>
                </a:lnTo>
                <a:lnTo>
                  <a:pt x="67113" y="68128"/>
                </a:lnTo>
                <a:lnTo>
                  <a:pt x="73668" y="72530"/>
                </a:lnTo>
                <a:lnTo>
                  <a:pt x="79646" y="79296"/>
                </a:lnTo>
                <a:lnTo>
                  <a:pt x="82290" y="83347"/>
                </a:lnTo>
                <a:lnTo>
                  <a:pt x="82290" y="141674"/>
                </a:lnTo>
                <a:lnTo>
                  <a:pt x="51629" y="162290"/>
                </a:lnTo>
                <a:lnTo>
                  <a:pt x="70185" y="162290"/>
                </a:lnTo>
                <a:lnTo>
                  <a:pt x="76916" y="157535"/>
                </a:lnTo>
                <a:lnTo>
                  <a:pt x="82290" y="151897"/>
                </a:lnTo>
                <a:lnTo>
                  <a:pt x="98678" y="151897"/>
                </a:lnTo>
                <a:lnTo>
                  <a:pt x="98678" y="74537"/>
                </a:lnTo>
                <a:lnTo>
                  <a:pt x="82994" y="74537"/>
                </a:lnTo>
                <a:lnTo>
                  <a:pt x="77224" y="68683"/>
                </a:lnTo>
                <a:lnTo>
                  <a:pt x="71721" y="65022"/>
                </a:lnTo>
                <a:close/>
              </a:path>
              <a:path w="117475" h="167639">
                <a:moveTo>
                  <a:pt x="98678" y="0"/>
                </a:moveTo>
                <a:lnTo>
                  <a:pt x="64314" y="2467"/>
                </a:lnTo>
                <a:lnTo>
                  <a:pt x="64314" y="9866"/>
                </a:lnTo>
                <a:lnTo>
                  <a:pt x="81053" y="9866"/>
                </a:lnTo>
                <a:lnTo>
                  <a:pt x="82994" y="11630"/>
                </a:lnTo>
                <a:lnTo>
                  <a:pt x="82994" y="74537"/>
                </a:lnTo>
                <a:lnTo>
                  <a:pt x="98678" y="74537"/>
                </a:lnTo>
                <a:lnTo>
                  <a:pt x="98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9049" y="2719103"/>
            <a:ext cx="92075" cy="109855"/>
          </a:xfrm>
          <a:custGeom>
            <a:avLst/>
            <a:gdLst/>
            <a:ahLst/>
            <a:cxnLst/>
            <a:rect l="l" t="t" r="r" b="b"/>
            <a:pathLst>
              <a:path w="92075" h="109855">
                <a:moveTo>
                  <a:pt x="49517" y="0"/>
                </a:moveTo>
                <a:lnTo>
                  <a:pt x="30108" y="4292"/>
                </a:lnTo>
                <a:lnTo>
                  <a:pt x="14384" y="15969"/>
                </a:lnTo>
                <a:lnTo>
                  <a:pt x="3846" y="33231"/>
                </a:lnTo>
                <a:lnTo>
                  <a:pt x="0" y="54275"/>
                </a:lnTo>
                <a:lnTo>
                  <a:pt x="4336" y="76321"/>
                </a:lnTo>
                <a:lnTo>
                  <a:pt x="15925" y="93724"/>
                </a:lnTo>
                <a:lnTo>
                  <a:pt x="32636" y="105147"/>
                </a:lnTo>
                <a:lnTo>
                  <a:pt x="52336" y="109253"/>
                </a:lnTo>
                <a:lnTo>
                  <a:pt x="70722" y="105051"/>
                </a:lnTo>
                <a:lnTo>
                  <a:pt x="73015" y="103261"/>
                </a:lnTo>
                <a:lnTo>
                  <a:pt x="53743" y="103261"/>
                </a:lnTo>
                <a:lnTo>
                  <a:pt x="45245" y="101994"/>
                </a:lnTo>
                <a:lnTo>
                  <a:pt x="20617" y="68437"/>
                </a:lnTo>
                <a:lnTo>
                  <a:pt x="19735" y="51633"/>
                </a:lnTo>
                <a:lnTo>
                  <a:pt x="91984" y="51633"/>
                </a:lnTo>
                <a:lnTo>
                  <a:pt x="91984" y="46697"/>
                </a:lnTo>
                <a:lnTo>
                  <a:pt x="19912" y="46697"/>
                </a:lnTo>
                <a:lnTo>
                  <a:pt x="23993" y="25283"/>
                </a:lnTo>
                <a:lnTo>
                  <a:pt x="32204" y="12709"/>
                </a:lnTo>
                <a:lnTo>
                  <a:pt x="41670" y="6776"/>
                </a:lnTo>
                <a:lnTo>
                  <a:pt x="49517" y="5287"/>
                </a:lnTo>
                <a:lnTo>
                  <a:pt x="70286" y="5287"/>
                </a:lnTo>
                <a:lnTo>
                  <a:pt x="68640" y="3976"/>
                </a:lnTo>
                <a:lnTo>
                  <a:pt x="49517" y="0"/>
                </a:lnTo>
                <a:close/>
              </a:path>
              <a:path w="92075" h="109855">
                <a:moveTo>
                  <a:pt x="90044" y="75418"/>
                </a:moveTo>
                <a:lnTo>
                  <a:pt x="86697" y="75418"/>
                </a:lnTo>
                <a:lnTo>
                  <a:pt x="86346" y="76831"/>
                </a:lnTo>
                <a:lnTo>
                  <a:pt x="85817" y="78766"/>
                </a:lnTo>
                <a:lnTo>
                  <a:pt x="77634" y="92927"/>
                </a:lnTo>
                <a:lnTo>
                  <a:pt x="67534" y="100199"/>
                </a:lnTo>
                <a:lnTo>
                  <a:pt x="58557" y="102878"/>
                </a:lnTo>
                <a:lnTo>
                  <a:pt x="53743" y="103261"/>
                </a:lnTo>
                <a:lnTo>
                  <a:pt x="73015" y="103261"/>
                </a:lnTo>
                <a:lnTo>
                  <a:pt x="82997" y="95464"/>
                </a:lnTo>
                <a:lnTo>
                  <a:pt x="89853" y="85018"/>
                </a:lnTo>
                <a:lnTo>
                  <a:pt x="91984" y="78238"/>
                </a:lnTo>
                <a:lnTo>
                  <a:pt x="91984" y="75947"/>
                </a:lnTo>
                <a:lnTo>
                  <a:pt x="90044" y="75418"/>
                </a:lnTo>
                <a:close/>
              </a:path>
              <a:path w="92075" h="109855">
                <a:moveTo>
                  <a:pt x="70286" y="5287"/>
                </a:moveTo>
                <a:lnTo>
                  <a:pt x="49517" y="5287"/>
                </a:lnTo>
                <a:lnTo>
                  <a:pt x="63960" y="10444"/>
                </a:lnTo>
                <a:lnTo>
                  <a:pt x="72027" y="22490"/>
                </a:lnTo>
                <a:lnTo>
                  <a:pt x="75534" y="36287"/>
                </a:lnTo>
                <a:lnTo>
                  <a:pt x="76300" y="46697"/>
                </a:lnTo>
                <a:lnTo>
                  <a:pt x="91984" y="46697"/>
                </a:lnTo>
                <a:lnTo>
                  <a:pt x="89511" y="29440"/>
                </a:lnTo>
                <a:lnTo>
                  <a:pt x="81851" y="14494"/>
                </a:lnTo>
                <a:lnTo>
                  <a:pt x="70286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13714" y="2719103"/>
            <a:ext cx="92075" cy="109855"/>
          </a:xfrm>
          <a:custGeom>
            <a:avLst/>
            <a:gdLst/>
            <a:ahLst/>
            <a:cxnLst/>
            <a:rect l="l" t="t" r="r" b="b"/>
            <a:pathLst>
              <a:path w="92075" h="109855">
                <a:moveTo>
                  <a:pt x="49350" y="0"/>
                </a:moveTo>
                <a:lnTo>
                  <a:pt x="30049" y="4292"/>
                </a:lnTo>
                <a:lnTo>
                  <a:pt x="14373" y="15969"/>
                </a:lnTo>
                <a:lnTo>
                  <a:pt x="3847" y="33231"/>
                </a:lnTo>
                <a:lnTo>
                  <a:pt x="0" y="54275"/>
                </a:lnTo>
                <a:lnTo>
                  <a:pt x="4310" y="76321"/>
                </a:lnTo>
                <a:lnTo>
                  <a:pt x="15839" y="93724"/>
                </a:lnTo>
                <a:lnTo>
                  <a:pt x="32485" y="105147"/>
                </a:lnTo>
                <a:lnTo>
                  <a:pt x="52147" y="109253"/>
                </a:lnTo>
                <a:lnTo>
                  <a:pt x="70646" y="105051"/>
                </a:lnTo>
                <a:lnTo>
                  <a:pt x="72948" y="103261"/>
                </a:lnTo>
                <a:lnTo>
                  <a:pt x="53771" y="103261"/>
                </a:lnTo>
                <a:lnTo>
                  <a:pt x="45261" y="101994"/>
                </a:lnTo>
                <a:lnTo>
                  <a:pt x="20638" y="68437"/>
                </a:lnTo>
                <a:lnTo>
                  <a:pt x="19758" y="51633"/>
                </a:lnTo>
                <a:lnTo>
                  <a:pt x="91979" y="51633"/>
                </a:lnTo>
                <a:lnTo>
                  <a:pt x="91979" y="46697"/>
                </a:lnTo>
                <a:lnTo>
                  <a:pt x="19937" y="46697"/>
                </a:lnTo>
                <a:lnTo>
                  <a:pt x="23982" y="25283"/>
                </a:lnTo>
                <a:lnTo>
                  <a:pt x="32124" y="12709"/>
                </a:lnTo>
                <a:lnTo>
                  <a:pt x="41526" y="6776"/>
                </a:lnTo>
                <a:lnTo>
                  <a:pt x="49350" y="5287"/>
                </a:lnTo>
                <a:lnTo>
                  <a:pt x="70224" y="5287"/>
                </a:lnTo>
                <a:lnTo>
                  <a:pt x="68572" y="3976"/>
                </a:lnTo>
                <a:lnTo>
                  <a:pt x="49350" y="0"/>
                </a:lnTo>
                <a:close/>
              </a:path>
              <a:path w="92075" h="109855">
                <a:moveTo>
                  <a:pt x="90040" y="75418"/>
                </a:moveTo>
                <a:lnTo>
                  <a:pt x="86701" y="75418"/>
                </a:lnTo>
                <a:lnTo>
                  <a:pt x="86160" y="76831"/>
                </a:lnTo>
                <a:lnTo>
                  <a:pt x="85844" y="78766"/>
                </a:lnTo>
                <a:lnTo>
                  <a:pt x="77648" y="92927"/>
                </a:lnTo>
                <a:lnTo>
                  <a:pt x="67541" y="100199"/>
                </a:lnTo>
                <a:lnTo>
                  <a:pt x="58567" y="102878"/>
                </a:lnTo>
                <a:lnTo>
                  <a:pt x="53771" y="103261"/>
                </a:lnTo>
                <a:lnTo>
                  <a:pt x="72948" y="103261"/>
                </a:lnTo>
                <a:lnTo>
                  <a:pt x="82974" y="95464"/>
                </a:lnTo>
                <a:lnTo>
                  <a:pt x="89847" y="85018"/>
                </a:lnTo>
                <a:lnTo>
                  <a:pt x="91979" y="78238"/>
                </a:lnTo>
                <a:lnTo>
                  <a:pt x="91979" y="75947"/>
                </a:lnTo>
                <a:lnTo>
                  <a:pt x="90040" y="75418"/>
                </a:lnTo>
                <a:close/>
              </a:path>
              <a:path w="92075" h="109855">
                <a:moveTo>
                  <a:pt x="70224" y="5287"/>
                </a:moveTo>
                <a:lnTo>
                  <a:pt x="49350" y="5287"/>
                </a:lnTo>
                <a:lnTo>
                  <a:pt x="63899" y="10444"/>
                </a:lnTo>
                <a:lnTo>
                  <a:pt x="72024" y="22490"/>
                </a:lnTo>
                <a:lnTo>
                  <a:pt x="75556" y="36287"/>
                </a:lnTo>
                <a:lnTo>
                  <a:pt x="76327" y="46697"/>
                </a:lnTo>
                <a:lnTo>
                  <a:pt x="91979" y="46697"/>
                </a:lnTo>
                <a:lnTo>
                  <a:pt x="89505" y="29440"/>
                </a:lnTo>
                <a:lnTo>
                  <a:pt x="81830" y="14494"/>
                </a:lnTo>
                <a:lnTo>
                  <a:pt x="70224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18053" y="2658135"/>
            <a:ext cx="142875" cy="167640"/>
          </a:xfrm>
          <a:custGeom>
            <a:avLst/>
            <a:gdLst/>
            <a:ahLst/>
            <a:cxnLst/>
            <a:rect l="l" t="t" r="r" b="b"/>
            <a:pathLst>
              <a:path w="142875" h="167639">
                <a:moveTo>
                  <a:pt x="53005" y="160178"/>
                </a:moveTo>
                <a:lnTo>
                  <a:pt x="181" y="160178"/>
                </a:lnTo>
                <a:lnTo>
                  <a:pt x="181" y="167576"/>
                </a:lnTo>
                <a:lnTo>
                  <a:pt x="14109" y="167092"/>
                </a:lnTo>
                <a:lnTo>
                  <a:pt x="21064" y="166933"/>
                </a:lnTo>
                <a:lnTo>
                  <a:pt x="26615" y="166872"/>
                </a:lnTo>
                <a:lnTo>
                  <a:pt x="53005" y="166872"/>
                </a:lnTo>
                <a:lnTo>
                  <a:pt x="53005" y="160178"/>
                </a:lnTo>
                <a:close/>
              </a:path>
              <a:path w="142875" h="167639">
                <a:moveTo>
                  <a:pt x="53005" y="166872"/>
                </a:moveTo>
                <a:lnTo>
                  <a:pt x="26615" y="166872"/>
                </a:lnTo>
                <a:lnTo>
                  <a:pt x="32014" y="166933"/>
                </a:lnTo>
                <a:lnTo>
                  <a:pt x="38744" y="167092"/>
                </a:lnTo>
                <a:lnTo>
                  <a:pt x="53005" y="167576"/>
                </a:lnTo>
                <a:lnTo>
                  <a:pt x="53005" y="166872"/>
                </a:lnTo>
                <a:close/>
              </a:path>
              <a:path w="142875" h="167639">
                <a:moveTo>
                  <a:pt x="122971" y="160178"/>
                </a:moveTo>
                <a:lnTo>
                  <a:pt x="65726" y="160178"/>
                </a:lnTo>
                <a:lnTo>
                  <a:pt x="65726" y="167576"/>
                </a:lnTo>
                <a:lnTo>
                  <a:pt x="87098" y="166933"/>
                </a:lnTo>
                <a:lnTo>
                  <a:pt x="92838" y="166872"/>
                </a:lnTo>
                <a:lnTo>
                  <a:pt x="122971" y="166872"/>
                </a:lnTo>
                <a:lnTo>
                  <a:pt x="122971" y="160178"/>
                </a:lnTo>
                <a:close/>
              </a:path>
              <a:path w="142875" h="167639">
                <a:moveTo>
                  <a:pt x="122971" y="166872"/>
                </a:moveTo>
                <a:lnTo>
                  <a:pt x="92838" y="166872"/>
                </a:lnTo>
                <a:lnTo>
                  <a:pt x="107905" y="166960"/>
                </a:lnTo>
                <a:lnTo>
                  <a:pt x="115586" y="167169"/>
                </a:lnTo>
                <a:lnTo>
                  <a:pt x="122971" y="167576"/>
                </a:lnTo>
                <a:lnTo>
                  <a:pt x="122971" y="166872"/>
                </a:lnTo>
                <a:close/>
              </a:path>
              <a:path w="142875" h="167639">
                <a:moveTo>
                  <a:pt x="34329" y="72420"/>
                </a:moveTo>
                <a:lnTo>
                  <a:pt x="18676" y="72420"/>
                </a:lnTo>
                <a:lnTo>
                  <a:pt x="18676" y="160178"/>
                </a:lnTo>
                <a:lnTo>
                  <a:pt x="34329" y="160178"/>
                </a:lnTo>
                <a:lnTo>
                  <a:pt x="34329" y="72420"/>
                </a:lnTo>
                <a:close/>
              </a:path>
              <a:path w="142875" h="167639">
                <a:moveTo>
                  <a:pt x="100055" y="72420"/>
                </a:moveTo>
                <a:lnTo>
                  <a:pt x="84402" y="72420"/>
                </a:lnTo>
                <a:lnTo>
                  <a:pt x="84402" y="160178"/>
                </a:lnTo>
                <a:lnTo>
                  <a:pt x="100416" y="160178"/>
                </a:lnTo>
                <a:lnTo>
                  <a:pt x="100055" y="157534"/>
                </a:lnTo>
                <a:lnTo>
                  <a:pt x="100055" y="72420"/>
                </a:lnTo>
                <a:close/>
              </a:path>
              <a:path w="142875" h="167639">
                <a:moveTo>
                  <a:pt x="127392" y="65022"/>
                </a:moveTo>
                <a:lnTo>
                  <a:pt x="0" y="65022"/>
                </a:lnTo>
                <a:lnTo>
                  <a:pt x="0" y="72420"/>
                </a:lnTo>
                <a:lnTo>
                  <a:pt x="127392" y="72420"/>
                </a:lnTo>
                <a:lnTo>
                  <a:pt x="127392" y="65022"/>
                </a:lnTo>
                <a:close/>
              </a:path>
              <a:path w="142875" h="167639">
                <a:moveTo>
                  <a:pt x="68884" y="0"/>
                </a:moveTo>
                <a:lnTo>
                  <a:pt x="51524" y="2329"/>
                </a:lnTo>
                <a:lnTo>
                  <a:pt x="35322" y="9382"/>
                </a:lnTo>
                <a:lnTo>
                  <a:pt x="23349" y="21260"/>
                </a:lnTo>
                <a:lnTo>
                  <a:pt x="18676" y="38060"/>
                </a:lnTo>
                <a:lnTo>
                  <a:pt x="18676" y="65022"/>
                </a:lnTo>
                <a:lnTo>
                  <a:pt x="33652" y="65022"/>
                </a:lnTo>
                <a:lnTo>
                  <a:pt x="33691" y="38060"/>
                </a:lnTo>
                <a:lnTo>
                  <a:pt x="36947" y="23321"/>
                </a:lnTo>
                <a:lnTo>
                  <a:pt x="45359" y="13016"/>
                </a:lnTo>
                <a:lnTo>
                  <a:pt x="56680" y="7040"/>
                </a:lnTo>
                <a:lnTo>
                  <a:pt x="68704" y="5110"/>
                </a:lnTo>
                <a:lnTo>
                  <a:pt x="89851" y="5110"/>
                </a:lnTo>
                <a:lnTo>
                  <a:pt x="89342" y="4681"/>
                </a:lnTo>
                <a:lnTo>
                  <a:pt x="82005" y="1695"/>
                </a:lnTo>
                <a:lnTo>
                  <a:pt x="74762" y="327"/>
                </a:lnTo>
                <a:lnTo>
                  <a:pt x="68884" y="0"/>
                </a:lnTo>
                <a:close/>
              </a:path>
              <a:path w="142875" h="167639">
                <a:moveTo>
                  <a:pt x="89851" y="5110"/>
                </a:moveTo>
                <a:lnTo>
                  <a:pt x="80342" y="5110"/>
                </a:lnTo>
                <a:lnTo>
                  <a:pt x="86837" y="9690"/>
                </a:lnTo>
                <a:lnTo>
                  <a:pt x="87199" y="9690"/>
                </a:lnTo>
                <a:lnTo>
                  <a:pt x="87199" y="9865"/>
                </a:lnTo>
                <a:lnTo>
                  <a:pt x="83117" y="10408"/>
                </a:lnTo>
                <a:lnTo>
                  <a:pt x="78402" y="13568"/>
                </a:lnTo>
                <a:lnTo>
                  <a:pt x="78460" y="23546"/>
                </a:lnTo>
                <a:lnTo>
                  <a:pt x="78583" y="27486"/>
                </a:lnTo>
                <a:lnTo>
                  <a:pt x="85078" y="29602"/>
                </a:lnTo>
                <a:lnTo>
                  <a:pt x="84402" y="32773"/>
                </a:lnTo>
                <a:lnTo>
                  <a:pt x="84402" y="65022"/>
                </a:lnTo>
                <a:lnTo>
                  <a:pt x="99378" y="65022"/>
                </a:lnTo>
                <a:lnTo>
                  <a:pt x="99378" y="37532"/>
                </a:lnTo>
                <a:lnTo>
                  <a:pt x="101308" y="23546"/>
                </a:lnTo>
                <a:lnTo>
                  <a:pt x="106359" y="13392"/>
                </a:lnTo>
                <a:lnTo>
                  <a:pt x="110385" y="9865"/>
                </a:lnTo>
                <a:lnTo>
                  <a:pt x="95498" y="9865"/>
                </a:lnTo>
                <a:lnTo>
                  <a:pt x="89851" y="5110"/>
                </a:lnTo>
                <a:close/>
              </a:path>
              <a:path w="142875" h="167639">
                <a:moveTo>
                  <a:pt x="136927" y="5110"/>
                </a:moveTo>
                <a:lnTo>
                  <a:pt x="125633" y="5110"/>
                </a:lnTo>
                <a:lnTo>
                  <a:pt x="129332" y="6870"/>
                </a:lnTo>
                <a:lnTo>
                  <a:pt x="126310" y="7750"/>
                </a:lnTo>
                <a:lnTo>
                  <a:pt x="122115" y="10925"/>
                </a:lnTo>
                <a:lnTo>
                  <a:pt x="122115" y="22379"/>
                </a:lnTo>
                <a:lnTo>
                  <a:pt x="125994" y="27133"/>
                </a:lnTo>
                <a:lnTo>
                  <a:pt x="139212" y="27133"/>
                </a:lnTo>
                <a:lnTo>
                  <a:pt x="142730" y="22379"/>
                </a:lnTo>
                <a:lnTo>
                  <a:pt x="142730" y="16564"/>
                </a:lnTo>
                <a:lnTo>
                  <a:pt x="141215" y="10393"/>
                </a:lnTo>
                <a:lnTo>
                  <a:pt x="136927" y="5110"/>
                </a:lnTo>
                <a:close/>
              </a:path>
              <a:path w="142875" h="167639">
                <a:moveTo>
                  <a:pt x="121212" y="0"/>
                </a:moveTo>
                <a:lnTo>
                  <a:pt x="111428" y="1417"/>
                </a:lnTo>
                <a:lnTo>
                  <a:pt x="103535" y="4603"/>
                </a:lnTo>
                <a:lnTo>
                  <a:pt x="98051" y="7953"/>
                </a:lnTo>
                <a:lnTo>
                  <a:pt x="95498" y="9865"/>
                </a:lnTo>
                <a:lnTo>
                  <a:pt x="110385" y="9865"/>
                </a:lnTo>
                <a:lnTo>
                  <a:pt x="113423" y="7203"/>
                </a:lnTo>
                <a:lnTo>
                  <a:pt x="121392" y="5110"/>
                </a:lnTo>
                <a:lnTo>
                  <a:pt x="136927" y="5110"/>
                </a:lnTo>
                <a:lnTo>
                  <a:pt x="130150" y="1398"/>
                </a:lnTo>
                <a:lnTo>
                  <a:pt x="1212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57266" y="2719103"/>
            <a:ext cx="92075" cy="109855"/>
          </a:xfrm>
          <a:custGeom>
            <a:avLst/>
            <a:gdLst/>
            <a:ahLst/>
            <a:cxnLst/>
            <a:rect l="l" t="t" r="r" b="b"/>
            <a:pathLst>
              <a:path w="92075" h="109855">
                <a:moveTo>
                  <a:pt x="49305" y="0"/>
                </a:moveTo>
                <a:lnTo>
                  <a:pt x="30011" y="4292"/>
                </a:lnTo>
                <a:lnTo>
                  <a:pt x="14350" y="15969"/>
                </a:lnTo>
                <a:lnTo>
                  <a:pt x="3840" y="33231"/>
                </a:lnTo>
                <a:lnTo>
                  <a:pt x="0" y="54275"/>
                </a:lnTo>
                <a:lnTo>
                  <a:pt x="4306" y="76321"/>
                </a:lnTo>
                <a:lnTo>
                  <a:pt x="15844" y="93724"/>
                </a:lnTo>
                <a:lnTo>
                  <a:pt x="32541" y="105147"/>
                </a:lnTo>
                <a:lnTo>
                  <a:pt x="52326" y="109253"/>
                </a:lnTo>
                <a:lnTo>
                  <a:pt x="70702" y="105051"/>
                </a:lnTo>
                <a:lnTo>
                  <a:pt x="72995" y="103261"/>
                </a:lnTo>
                <a:lnTo>
                  <a:pt x="53726" y="103261"/>
                </a:lnTo>
                <a:lnTo>
                  <a:pt x="45216" y="101994"/>
                </a:lnTo>
                <a:lnTo>
                  <a:pt x="20592" y="68437"/>
                </a:lnTo>
                <a:lnTo>
                  <a:pt x="19712" y="51633"/>
                </a:lnTo>
                <a:lnTo>
                  <a:pt x="91979" y="51633"/>
                </a:lnTo>
                <a:lnTo>
                  <a:pt x="91979" y="46697"/>
                </a:lnTo>
                <a:lnTo>
                  <a:pt x="19893" y="46697"/>
                </a:lnTo>
                <a:lnTo>
                  <a:pt x="23968" y="25283"/>
                </a:lnTo>
                <a:lnTo>
                  <a:pt x="32163" y="12709"/>
                </a:lnTo>
                <a:lnTo>
                  <a:pt x="41575" y="6776"/>
                </a:lnTo>
                <a:lnTo>
                  <a:pt x="49305" y="5287"/>
                </a:lnTo>
                <a:lnTo>
                  <a:pt x="70206" y="5287"/>
                </a:lnTo>
                <a:lnTo>
                  <a:pt x="68552" y="3976"/>
                </a:lnTo>
                <a:lnTo>
                  <a:pt x="49305" y="0"/>
                </a:lnTo>
                <a:close/>
              </a:path>
              <a:path w="92075" h="109855">
                <a:moveTo>
                  <a:pt x="90040" y="75418"/>
                </a:moveTo>
                <a:lnTo>
                  <a:pt x="86655" y="75418"/>
                </a:lnTo>
                <a:lnTo>
                  <a:pt x="86160" y="76831"/>
                </a:lnTo>
                <a:lnTo>
                  <a:pt x="85799" y="78766"/>
                </a:lnTo>
                <a:lnTo>
                  <a:pt x="77609" y="92927"/>
                </a:lnTo>
                <a:lnTo>
                  <a:pt x="67512" y="100199"/>
                </a:lnTo>
                <a:lnTo>
                  <a:pt x="58540" y="102878"/>
                </a:lnTo>
                <a:lnTo>
                  <a:pt x="53726" y="103261"/>
                </a:lnTo>
                <a:lnTo>
                  <a:pt x="72995" y="103261"/>
                </a:lnTo>
                <a:lnTo>
                  <a:pt x="82980" y="95464"/>
                </a:lnTo>
                <a:lnTo>
                  <a:pt x="89844" y="85018"/>
                </a:lnTo>
                <a:lnTo>
                  <a:pt x="91979" y="78238"/>
                </a:lnTo>
                <a:lnTo>
                  <a:pt x="91979" y="75947"/>
                </a:lnTo>
                <a:lnTo>
                  <a:pt x="90040" y="75418"/>
                </a:lnTo>
                <a:close/>
              </a:path>
              <a:path w="92075" h="109855">
                <a:moveTo>
                  <a:pt x="70206" y="5287"/>
                </a:moveTo>
                <a:lnTo>
                  <a:pt x="49305" y="5287"/>
                </a:lnTo>
                <a:lnTo>
                  <a:pt x="63853" y="10444"/>
                </a:lnTo>
                <a:lnTo>
                  <a:pt x="71978" y="22490"/>
                </a:lnTo>
                <a:lnTo>
                  <a:pt x="75510" y="36287"/>
                </a:lnTo>
                <a:lnTo>
                  <a:pt x="76281" y="46697"/>
                </a:lnTo>
                <a:lnTo>
                  <a:pt x="91979" y="46697"/>
                </a:lnTo>
                <a:lnTo>
                  <a:pt x="89505" y="29440"/>
                </a:lnTo>
                <a:lnTo>
                  <a:pt x="81824" y="14494"/>
                </a:lnTo>
                <a:lnTo>
                  <a:pt x="70206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63862" y="2719103"/>
            <a:ext cx="90805" cy="109855"/>
          </a:xfrm>
          <a:custGeom>
            <a:avLst/>
            <a:gdLst/>
            <a:ahLst/>
            <a:cxnLst/>
            <a:rect l="l" t="t" r="r" b="b"/>
            <a:pathLst>
              <a:path w="90804" h="109855">
                <a:moveTo>
                  <a:pt x="51605" y="0"/>
                </a:moveTo>
                <a:lnTo>
                  <a:pt x="30981" y="4479"/>
                </a:lnTo>
                <a:lnTo>
                  <a:pt x="14637" y="16541"/>
                </a:lnTo>
                <a:lnTo>
                  <a:pt x="3876" y="34122"/>
                </a:lnTo>
                <a:lnTo>
                  <a:pt x="0" y="55156"/>
                </a:lnTo>
                <a:lnTo>
                  <a:pt x="4116" y="76469"/>
                </a:lnTo>
                <a:lnTo>
                  <a:pt x="15236" y="93636"/>
                </a:lnTo>
                <a:lnTo>
                  <a:pt x="31515" y="105087"/>
                </a:lnTo>
                <a:lnTo>
                  <a:pt x="51109" y="109253"/>
                </a:lnTo>
                <a:lnTo>
                  <a:pt x="70731" y="104753"/>
                </a:lnTo>
                <a:lnTo>
                  <a:pt x="72519" y="103261"/>
                </a:lnTo>
                <a:lnTo>
                  <a:pt x="53229" y="103261"/>
                </a:lnTo>
                <a:lnTo>
                  <a:pt x="42702" y="101066"/>
                </a:lnTo>
                <a:lnTo>
                  <a:pt x="31768" y="93371"/>
                </a:lnTo>
                <a:lnTo>
                  <a:pt x="23186" y="78506"/>
                </a:lnTo>
                <a:lnTo>
                  <a:pt x="19712" y="54804"/>
                </a:lnTo>
                <a:lnTo>
                  <a:pt x="22967" y="30821"/>
                </a:lnTo>
                <a:lnTo>
                  <a:pt x="31063" y="15858"/>
                </a:lnTo>
                <a:lnTo>
                  <a:pt x="41502" y="8164"/>
                </a:lnTo>
                <a:lnTo>
                  <a:pt x="51785" y="5989"/>
                </a:lnTo>
                <a:lnTo>
                  <a:pt x="74997" y="5989"/>
                </a:lnTo>
                <a:lnTo>
                  <a:pt x="65025" y="1712"/>
                </a:lnTo>
                <a:lnTo>
                  <a:pt x="51605" y="0"/>
                </a:lnTo>
                <a:close/>
              </a:path>
              <a:path w="90804" h="109855">
                <a:moveTo>
                  <a:pt x="90580" y="75947"/>
                </a:moveTo>
                <a:lnTo>
                  <a:pt x="85303" y="75947"/>
                </a:lnTo>
                <a:lnTo>
                  <a:pt x="84401" y="78238"/>
                </a:lnTo>
                <a:lnTo>
                  <a:pt x="77874" y="91515"/>
                </a:lnTo>
                <a:lnTo>
                  <a:pt x="69542" y="99076"/>
                </a:lnTo>
                <a:lnTo>
                  <a:pt x="60846" y="102473"/>
                </a:lnTo>
                <a:lnTo>
                  <a:pt x="53229" y="103261"/>
                </a:lnTo>
                <a:lnTo>
                  <a:pt x="72519" y="103261"/>
                </a:lnTo>
                <a:lnTo>
                  <a:pt x="82804" y="94671"/>
                </a:lnTo>
                <a:lnTo>
                  <a:pt x="88897" y="84125"/>
                </a:lnTo>
                <a:lnTo>
                  <a:pt x="90503" y="78506"/>
                </a:lnTo>
                <a:lnTo>
                  <a:pt x="90580" y="75947"/>
                </a:lnTo>
                <a:close/>
              </a:path>
              <a:path w="90804" h="109855">
                <a:moveTo>
                  <a:pt x="74997" y="5989"/>
                </a:moveTo>
                <a:lnTo>
                  <a:pt x="51785" y="5989"/>
                </a:lnTo>
                <a:lnTo>
                  <a:pt x="55481" y="6177"/>
                </a:lnTo>
                <a:lnTo>
                  <a:pt x="62166" y="7225"/>
                </a:lnTo>
                <a:lnTo>
                  <a:pt x="70011" y="9858"/>
                </a:lnTo>
                <a:lnTo>
                  <a:pt x="77182" y="14804"/>
                </a:lnTo>
                <a:lnTo>
                  <a:pt x="67483" y="15507"/>
                </a:lnTo>
                <a:lnTo>
                  <a:pt x="66085" y="22730"/>
                </a:lnTo>
                <a:lnTo>
                  <a:pt x="66085" y="31897"/>
                </a:lnTo>
                <a:lnTo>
                  <a:pt x="70281" y="36652"/>
                </a:lnTo>
                <a:lnTo>
                  <a:pt x="83182" y="36652"/>
                </a:lnTo>
                <a:lnTo>
                  <a:pt x="87919" y="32600"/>
                </a:lnTo>
                <a:lnTo>
                  <a:pt x="87919" y="25549"/>
                </a:lnTo>
                <a:lnTo>
                  <a:pt x="84827" y="14720"/>
                </a:lnTo>
                <a:lnTo>
                  <a:pt x="76647" y="6697"/>
                </a:lnTo>
                <a:lnTo>
                  <a:pt x="74997" y="5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65539" y="2679454"/>
            <a:ext cx="74930" cy="149225"/>
          </a:xfrm>
          <a:custGeom>
            <a:avLst/>
            <a:gdLst/>
            <a:ahLst/>
            <a:cxnLst/>
            <a:rect l="l" t="t" r="r" b="b"/>
            <a:pathLst>
              <a:path w="74929" h="149225">
                <a:moveTo>
                  <a:pt x="36630" y="51100"/>
                </a:moveTo>
                <a:lnTo>
                  <a:pt x="20255" y="51100"/>
                </a:lnTo>
                <a:lnTo>
                  <a:pt x="20363" y="117182"/>
                </a:lnTo>
                <a:lnTo>
                  <a:pt x="23830" y="134033"/>
                </a:lnTo>
                <a:lnTo>
                  <a:pt x="32344" y="143747"/>
                </a:lnTo>
                <a:lnTo>
                  <a:pt x="42483" y="147976"/>
                </a:lnTo>
                <a:lnTo>
                  <a:pt x="50930" y="148901"/>
                </a:lnTo>
                <a:lnTo>
                  <a:pt x="61649" y="146018"/>
                </a:lnTo>
                <a:lnTo>
                  <a:pt x="64663" y="142909"/>
                </a:lnTo>
                <a:lnTo>
                  <a:pt x="52509" y="142909"/>
                </a:lnTo>
                <a:lnTo>
                  <a:pt x="43329" y="139459"/>
                </a:lnTo>
                <a:lnTo>
                  <a:pt x="38615" y="131565"/>
                </a:lnTo>
                <a:lnTo>
                  <a:pt x="36878" y="122911"/>
                </a:lnTo>
                <a:lnTo>
                  <a:pt x="36630" y="117182"/>
                </a:lnTo>
                <a:lnTo>
                  <a:pt x="36630" y="51100"/>
                </a:lnTo>
                <a:close/>
              </a:path>
              <a:path w="74929" h="149225">
                <a:moveTo>
                  <a:pt x="74341" y="103262"/>
                </a:moveTo>
                <a:lnTo>
                  <a:pt x="68342" y="103262"/>
                </a:lnTo>
                <a:lnTo>
                  <a:pt x="68248" y="117182"/>
                </a:lnTo>
                <a:lnTo>
                  <a:pt x="67105" y="127894"/>
                </a:lnTo>
                <a:lnTo>
                  <a:pt x="63724" y="136214"/>
                </a:lnTo>
                <a:lnTo>
                  <a:pt x="58694" y="141230"/>
                </a:lnTo>
                <a:lnTo>
                  <a:pt x="52509" y="142909"/>
                </a:lnTo>
                <a:lnTo>
                  <a:pt x="64663" y="142909"/>
                </a:lnTo>
                <a:lnTo>
                  <a:pt x="68912" y="138526"/>
                </a:lnTo>
                <a:lnTo>
                  <a:pt x="73037" y="128160"/>
                </a:lnTo>
                <a:lnTo>
                  <a:pt x="74282" y="117182"/>
                </a:lnTo>
                <a:lnTo>
                  <a:pt x="74341" y="103262"/>
                </a:lnTo>
                <a:close/>
              </a:path>
              <a:path w="74929" h="149225">
                <a:moveTo>
                  <a:pt x="36630" y="0"/>
                </a:moveTo>
                <a:lnTo>
                  <a:pt x="30629" y="0"/>
                </a:lnTo>
                <a:lnTo>
                  <a:pt x="29054" y="15289"/>
                </a:lnTo>
                <a:lnTo>
                  <a:pt x="23976" y="29934"/>
                </a:lnTo>
                <a:lnTo>
                  <a:pt x="14568" y="41111"/>
                </a:lnTo>
                <a:lnTo>
                  <a:pt x="0" y="45994"/>
                </a:lnTo>
                <a:lnTo>
                  <a:pt x="0" y="51100"/>
                </a:lnTo>
                <a:lnTo>
                  <a:pt x="70463" y="51100"/>
                </a:lnTo>
                <a:lnTo>
                  <a:pt x="70463" y="43703"/>
                </a:lnTo>
                <a:lnTo>
                  <a:pt x="36630" y="43703"/>
                </a:lnTo>
                <a:lnTo>
                  <a:pt x="366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88875" y="2664125"/>
            <a:ext cx="147320" cy="161925"/>
          </a:xfrm>
          <a:custGeom>
            <a:avLst/>
            <a:gdLst/>
            <a:ahLst/>
            <a:cxnLst/>
            <a:rect l="l" t="t" r="r" b="b"/>
            <a:pathLst>
              <a:path w="147320" h="161925">
                <a:moveTo>
                  <a:pt x="147148" y="100262"/>
                </a:moveTo>
                <a:lnTo>
                  <a:pt x="141152" y="100262"/>
                </a:lnTo>
                <a:lnTo>
                  <a:pt x="136294" y="124077"/>
                </a:lnTo>
                <a:lnTo>
                  <a:pt x="128219" y="140904"/>
                </a:lnTo>
                <a:lnTo>
                  <a:pt x="113573" y="150891"/>
                </a:lnTo>
                <a:lnTo>
                  <a:pt x="89002" y="154188"/>
                </a:lnTo>
                <a:lnTo>
                  <a:pt x="0" y="154188"/>
                </a:lnTo>
                <a:lnTo>
                  <a:pt x="0" y="161585"/>
                </a:lnTo>
                <a:lnTo>
                  <a:pt x="137267" y="161585"/>
                </a:lnTo>
                <a:lnTo>
                  <a:pt x="147148" y="100262"/>
                </a:lnTo>
                <a:close/>
              </a:path>
              <a:path w="147320" h="161925">
                <a:moveTo>
                  <a:pt x="46192" y="7222"/>
                </a:moveTo>
                <a:lnTo>
                  <a:pt x="23999" y="7222"/>
                </a:lnTo>
                <a:lnTo>
                  <a:pt x="24482" y="9802"/>
                </a:lnTo>
                <a:lnTo>
                  <a:pt x="24494" y="151544"/>
                </a:lnTo>
                <a:lnTo>
                  <a:pt x="23999" y="154188"/>
                </a:lnTo>
                <a:lnTo>
                  <a:pt x="46192" y="154188"/>
                </a:lnTo>
                <a:lnTo>
                  <a:pt x="45651" y="152424"/>
                </a:lnTo>
                <a:lnTo>
                  <a:pt x="45651" y="81235"/>
                </a:lnTo>
                <a:lnTo>
                  <a:pt x="98701" y="81235"/>
                </a:lnTo>
                <a:lnTo>
                  <a:pt x="98701" y="73832"/>
                </a:lnTo>
                <a:lnTo>
                  <a:pt x="45651" y="73832"/>
                </a:lnTo>
                <a:lnTo>
                  <a:pt x="45651" y="8986"/>
                </a:lnTo>
                <a:lnTo>
                  <a:pt x="46192" y="7222"/>
                </a:lnTo>
                <a:close/>
              </a:path>
              <a:path w="147320" h="161925">
                <a:moveTo>
                  <a:pt x="98701" y="81235"/>
                </a:moveTo>
                <a:lnTo>
                  <a:pt x="67170" y="81235"/>
                </a:lnTo>
                <a:lnTo>
                  <a:pt x="80808" y="82735"/>
                </a:lnTo>
                <a:lnTo>
                  <a:pt x="88512" y="87555"/>
                </a:lnTo>
                <a:lnTo>
                  <a:pt x="91929" y="96176"/>
                </a:lnTo>
                <a:lnTo>
                  <a:pt x="92702" y="109077"/>
                </a:lnTo>
                <a:lnTo>
                  <a:pt x="98701" y="109077"/>
                </a:lnTo>
                <a:lnTo>
                  <a:pt x="98701" y="81235"/>
                </a:lnTo>
                <a:close/>
              </a:path>
              <a:path w="147320" h="161925">
                <a:moveTo>
                  <a:pt x="98701" y="45990"/>
                </a:moveTo>
                <a:lnTo>
                  <a:pt x="92702" y="45990"/>
                </a:lnTo>
                <a:lnTo>
                  <a:pt x="91929" y="58963"/>
                </a:lnTo>
                <a:lnTo>
                  <a:pt x="88512" y="67576"/>
                </a:lnTo>
                <a:lnTo>
                  <a:pt x="80808" y="72356"/>
                </a:lnTo>
                <a:lnTo>
                  <a:pt x="67170" y="73832"/>
                </a:lnTo>
                <a:lnTo>
                  <a:pt x="98701" y="73832"/>
                </a:lnTo>
                <a:lnTo>
                  <a:pt x="98701" y="45990"/>
                </a:lnTo>
                <a:close/>
              </a:path>
              <a:path w="147320" h="161925">
                <a:moveTo>
                  <a:pt x="133753" y="0"/>
                </a:moveTo>
                <a:lnTo>
                  <a:pt x="0" y="0"/>
                </a:lnTo>
                <a:lnTo>
                  <a:pt x="0" y="7222"/>
                </a:lnTo>
                <a:lnTo>
                  <a:pt x="87965" y="7222"/>
                </a:lnTo>
                <a:lnTo>
                  <a:pt x="110093" y="9802"/>
                </a:lnTo>
                <a:lnTo>
                  <a:pt x="123525" y="17950"/>
                </a:lnTo>
                <a:lnTo>
                  <a:pt x="130849" y="32277"/>
                </a:lnTo>
                <a:lnTo>
                  <a:pt x="134654" y="53393"/>
                </a:lnTo>
                <a:lnTo>
                  <a:pt x="140470" y="53393"/>
                </a:lnTo>
                <a:lnTo>
                  <a:pt x="133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47122" y="2723158"/>
            <a:ext cx="116205" cy="105410"/>
          </a:xfrm>
          <a:custGeom>
            <a:avLst/>
            <a:gdLst/>
            <a:ahLst/>
            <a:cxnLst/>
            <a:rect l="l" t="t" r="r" b="b"/>
            <a:pathLst>
              <a:path w="116204" h="105410">
                <a:moveTo>
                  <a:pt x="35411" y="7397"/>
                </a:moveTo>
                <a:lnTo>
                  <a:pt x="14975" y="7397"/>
                </a:lnTo>
                <a:lnTo>
                  <a:pt x="15881" y="8809"/>
                </a:lnTo>
                <a:lnTo>
                  <a:pt x="19038" y="16212"/>
                </a:lnTo>
                <a:lnTo>
                  <a:pt x="53232" y="100614"/>
                </a:lnTo>
                <a:lnTo>
                  <a:pt x="54629" y="103966"/>
                </a:lnTo>
                <a:lnTo>
                  <a:pt x="54992" y="105197"/>
                </a:lnTo>
                <a:lnTo>
                  <a:pt x="61352" y="105197"/>
                </a:lnTo>
                <a:lnTo>
                  <a:pt x="62205" y="102905"/>
                </a:lnTo>
                <a:lnTo>
                  <a:pt x="63244" y="100614"/>
                </a:lnTo>
                <a:lnTo>
                  <a:pt x="69975" y="83878"/>
                </a:lnTo>
                <a:lnTo>
                  <a:pt x="63423" y="83878"/>
                </a:lnTo>
                <a:lnTo>
                  <a:pt x="36852" y="17619"/>
                </a:lnTo>
                <a:lnTo>
                  <a:pt x="35411" y="14624"/>
                </a:lnTo>
                <a:lnTo>
                  <a:pt x="35411" y="7397"/>
                </a:lnTo>
                <a:close/>
              </a:path>
              <a:path w="116204" h="105410">
                <a:moveTo>
                  <a:pt x="77724" y="0"/>
                </a:moveTo>
                <a:lnTo>
                  <a:pt x="77724" y="7397"/>
                </a:lnTo>
                <a:lnTo>
                  <a:pt x="86340" y="7754"/>
                </a:lnTo>
                <a:lnTo>
                  <a:pt x="89001" y="13213"/>
                </a:lnTo>
                <a:lnTo>
                  <a:pt x="89001" y="19735"/>
                </a:lnTo>
                <a:lnTo>
                  <a:pt x="88643" y="20791"/>
                </a:lnTo>
                <a:lnTo>
                  <a:pt x="87604" y="23434"/>
                </a:lnTo>
                <a:lnTo>
                  <a:pt x="63423" y="83878"/>
                </a:lnTo>
                <a:lnTo>
                  <a:pt x="69975" y="83878"/>
                </a:lnTo>
                <a:lnTo>
                  <a:pt x="94282" y="23434"/>
                </a:lnTo>
                <a:lnTo>
                  <a:pt x="116113" y="7397"/>
                </a:lnTo>
                <a:lnTo>
                  <a:pt x="116113" y="703"/>
                </a:lnTo>
                <a:lnTo>
                  <a:pt x="92699" y="703"/>
                </a:lnTo>
                <a:lnTo>
                  <a:pt x="81787" y="351"/>
                </a:lnTo>
                <a:lnTo>
                  <a:pt x="77724" y="0"/>
                </a:lnTo>
                <a:close/>
              </a:path>
              <a:path w="116204" h="105410">
                <a:moveTo>
                  <a:pt x="0" y="0"/>
                </a:moveTo>
                <a:lnTo>
                  <a:pt x="0" y="7397"/>
                </a:lnTo>
                <a:lnTo>
                  <a:pt x="48990" y="7397"/>
                </a:lnTo>
                <a:lnTo>
                  <a:pt x="48990" y="703"/>
                </a:lnTo>
                <a:lnTo>
                  <a:pt x="16556" y="703"/>
                </a:lnTo>
                <a:lnTo>
                  <a:pt x="7040" y="527"/>
                </a:lnTo>
                <a:lnTo>
                  <a:pt x="0" y="0"/>
                </a:lnTo>
                <a:close/>
              </a:path>
              <a:path w="116204" h="105410">
                <a:moveTo>
                  <a:pt x="48990" y="0"/>
                </a:moveTo>
                <a:lnTo>
                  <a:pt x="42640" y="258"/>
                </a:lnTo>
                <a:lnTo>
                  <a:pt x="28353" y="643"/>
                </a:lnTo>
                <a:lnTo>
                  <a:pt x="23094" y="703"/>
                </a:lnTo>
                <a:lnTo>
                  <a:pt x="48990" y="703"/>
                </a:lnTo>
                <a:lnTo>
                  <a:pt x="48990" y="0"/>
                </a:lnTo>
                <a:close/>
              </a:path>
              <a:path w="116204" h="105410">
                <a:moveTo>
                  <a:pt x="116113" y="0"/>
                </a:moveTo>
                <a:lnTo>
                  <a:pt x="110653" y="527"/>
                </a:lnTo>
                <a:lnTo>
                  <a:pt x="103798" y="703"/>
                </a:lnTo>
                <a:lnTo>
                  <a:pt x="116113" y="703"/>
                </a:lnTo>
                <a:lnTo>
                  <a:pt x="116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75598" y="2666593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50" y="151720"/>
                </a:moveTo>
                <a:lnTo>
                  <a:pt x="0" y="151720"/>
                </a:lnTo>
                <a:lnTo>
                  <a:pt x="0" y="159118"/>
                </a:lnTo>
                <a:lnTo>
                  <a:pt x="13629" y="158634"/>
                </a:lnTo>
                <a:lnTo>
                  <a:pt x="20585" y="158475"/>
                </a:lnTo>
                <a:lnTo>
                  <a:pt x="26073" y="158414"/>
                </a:lnTo>
                <a:lnTo>
                  <a:pt x="50750" y="158414"/>
                </a:lnTo>
                <a:lnTo>
                  <a:pt x="50750" y="151720"/>
                </a:lnTo>
                <a:close/>
              </a:path>
              <a:path w="50800" h="159385">
                <a:moveTo>
                  <a:pt x="50750" y="158414"/>
                </a:moveTo>
                <a:lnTo>
                  <a:pt x="34372" y="158414"/>
                </a:lnTo>
                <a:lnTo>
                  <a:pt x="50750" y="159118"/>
                </a:lnTo>
                <a:lnTo>
                  <a:pt x="50750" y="158414"/>
                </a:lnTo>
                <a:close/>
              </a:path>
              <a:path w="50800" h="159385">
                <a:moveTo>
                  <a:pt x="34193" y="54096"/>
                </a:moveTo>
                <a:lnTo>
                  <a:pt x="853" y="56564"/>
                </a:lnTo>
                <a:lnTo>
                  <a:pt x="853" y="63962"/>
                </a:lnTo>
                <a:lnTo>
                  <a:pt x="16193" y="63962"/>
                </a:lnTo>
                <a:lnTo>
                  <a:pt x="18496" y="65374"/>
                </a:lnTo>
                <a:lnTo>
                  <a:pt x="18496" y="151720"/>
                </a:lnTo>
                <a:lnTo>
                  <a:pt x="35046" y="151720"/>
                </a:lnTo>
                <a:lnTo>
                  <a:pt x="34193" y="150483"/>
                </a:lnTo>
                <a:lnTo>
                  <a:pt x="34193" y="54096"/>
                </a:lnTo>
                <a:close/>
              </a:path>
              <a:path w="50800" h="159385">
                <a:moveTo>
                  <a:pt x="29051" y="0"/>
                </a:moveTo>
                <a:lnTo>
                  <a:pt x="15154" y="0"/>
                </a:lnTo>
                <a:lnTo>
                  <a:pt x="9880" y="6518"/>
                </a:lnTo>
                <a:lnTo>
                  <a:pt x="9880" y="19028"/>
                </a:lnTo>
                <a:lnTo>
                  <a:pt x="15154" y="25199"/>
                </a:lnTo>
                <a:lnTo>
                  <a:pt x="29051" y="25199"/>
                </a:lnTo>
                <a:lnTo>
                  <a:pt x="35046" y="20264"/>
                </a:lnTo>
                <a:lnTo>
                  <a:pt x="35046" y="5110"/>
                </a:lnTo>
                <a:lnTo>
                  <a:pt x="29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41867" y="2660778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00" y="59912"/>
                </a:moveTo>
                <a:lnTo>
                  <a:pt x="32901" y="64025"/>
                </a:lnTo>
                <a:lnTo>
                  <a:pt x="15995" y="75374"/>
                </a:lnTo>
                <a:lnTo>
                  <a:pt x="4342" y="92472"/>
                </a:lnTo>
                <a:lnTo>
                  <a:pt x="0" y="113832"/>
                </a:lnTo>
                <a:lnTo>
                  <a:pt x="4053" y="134942"/>
                </a:lnTo>
                <a:lnTo>
                  <a:pt x="15009" y="152005"/>
                </a:lnTo>
                <a:lnTo>
                  <a:pt x="31056" y="163417"/>
                </a:lnTo>
                <a:lnTo>
                  <a:pt x="50387" y="167577"/>
                </a:lnTo>
                <a:lnTo>
                  <a:pt x="60918" y="166192"/>
                </a:lnTo>
                <a:lnTo>
                  <a:pt x="69764" y="162577"/>
                </a:lnTo>
                <a:lnTo>
                  <a:pt x="70169" y="162290"/>
                </a:lnTo>
                <a:lnTo>
                  <a:pt x="51605" y="162290"/>
                </a:lnTo>
                <a:lnTo>
                  <a:pt x="43979" y="161186"/>
                </a:lnTo>
                <a:lnTo>
                  <a:pt x="20835" y="130507"/>
                </a:lnTo>
                <a:lnTo>
                  <a:pt x="19712" y="113832"/>
                </a:lnTo>
                <a:lnTo>
                  <a:pt x="19899" y="106519"/>
                </a:lnTo>
                <a:lnTo>
                  <a:pt x="37527" y="69913"/>
                </a:lnTo>
                <a:lnTo>
                  <a:pt x="53901" y="65022"/>
                </a:lnTo>
                <a:lnTo>
                  <a:pt x="71686" y="65022"/>
                </a:lnTo>
                <a:lnTo>
                  <a:pt x="70227" y="64052"/>
                </a:lnTo>
                <a:lnTo>
                  <a:pt x="62141" y="61007"/>
                </a:lnTo>
                <a:lnTo>
                  <a:pt x="53000" y="59912"/>
                </a:lnTo>
                <a:close/>
              </a:path>
              <a:path w="117475" h="167639">
                <a:moveTo>
                  <a:pt x="98656" y="151897"/>
                </a:moveTo>
                <a:lnTo>
                  <a:pt x="82278" y="151897"/>
                </a:lnTo>
                <a:lnTo>
                  <a:pt x="82278" y="167577"/>
                </a:lnTo>
                <a:lnTo>
                  <a:pt x="117146" y="164933"/>
                </a:lnTo>
                <a:lnTo>
                  <a:pt x="117146" y="157535"/>
                </a:lnTo>
                <a:lnTo>
                  <a:pt x="100595" y="157535"/>
                </a:lnTo>
                <a:lnTo>
                  <a:pt x="98656" y="155771"/>
                </a:lnTo>
                <a:lnTo>
                  <a:pt x="98656" y="151897"/>
                </a:lnTo>
                <a:close/>
              </a:path>
              <a:path w="117475" h="167639">
                <a:moveTo>
                  <a:pt x="71686" y="65022"/>
                </a:moveTo>
                <a:lnTo>
                  <a:pt x="53901" y="65022"/>
                </a:lnTo>
                <a:lnTo>
                  <a:pt x="60438" y="65741"/>
                </a:lnTo>
                <a:lnTo>
                  <a:pt x="67148" y="68128"/>
                </a:lnTo>
                <a:lnTo>
                  <a:pt x="73664" y="72530"/>
                </a:lnTo>
                <a:lnTo>
                  <a:pt x="79617" y="79296"/>
                </a:lnTo>
                <a:lnTo>
                  <a:pt x="82278" y="83347"/>
                </a:lnTo>
                <a:lnTo>
                  <a:pt x="82278" y="141674"/>
                </a:lnTo>
                <a:lnTo>
                  <a:pt x="51605" y="162290"/>
                </a:lnTo>
                <a:lnTo>
                  <a:pt x="70169" y="162290"/>
                </a:lnTo>
                <a:lnTo>
                  <a:pt x="76899" y="157535"/>
                </a:lnTo>
                <a:lnTo>
                  <a:pt x="82278" y="151897"/>
                </a:lnTo>
                <a:lnTo>
                  <a:pt x="98656" y="151897"/>
                </a:lnTo>
                <a:lnTo>
                  <a:pt x="98656" y="74537"/>
                </a:lnTo>
                <a:lnTo>
                  <a:pt x="82952" y="74537"/>
                </a:lnTo>
                <a:lnTo>
                  <a:pt x="77188" y="68683"/>
                </a:lnTo>
                <a:lnTo>
                  <a:pt x="71686" y="65022"/>
                </a:lnTo>
                <a:close/>
              </a:path>
              <a:path w="117475" h="167639">
                <a:moveTo>
                  <a:pt x="98656" y="0"/>
                </a:moveTo>
                <a:lnTo>
                  <a:pt x="64462" y="2467"/>
                </a:lnTo>
                <a:lnTo>
                  <a:pt x="64462" y="9866"/>
                </a:lnTo>
                <a:lnTo>
                  <a:pt x="81013" y="9866"/>
                </a:lnTo>
                <a:lnTo>
                  <a:pt x="82952" y="11630"/>
                </a:lnTo>
                <a:lnTo>
                  <a:pt x="82952" y="74537"/>
                </a:lnTo>
                <a:lnTo>
                  <a:pt x="98656" y="74537"/>
                </a:lnTo>
                <a:lnTo>
                  <a:pt x="98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72235" y="2719103"/>
            <a:ext cx="92075" cy="109855"/>
          </a:xfrm>
          <a:custGeom>
            <a:avLst/>
            <a:gdLst/>
            <a:ahLst/>
            <a:cxnLst/>
            <a:rect l="l" t="t" r="r" b="b"/>
            <a:pathLst>
              <a:path w="92075" h="109855">
                <a:moveTo>
                  <a:pt x="49348" y="0"/>
                </a:moveTo>
                <a:lnTo>
                  <a:pt x="30048" y="4292"/>
                </a:lnTo>
                <a:lnTo>
                  <a:pt x="14372" y="15969"/>
                </a:lnTo>
                <a:lnTo>
                  <a:pt x="3847" y="33231"/>
                </a:lnTo>
                <a:lnTo>
                  <a:pt x="0" y="54275"/>
                </a:lnTo>
                <a:lnTo>
                  <a:pt x="4310" y="76321"/>
                </a:lnTo>
                <a:lnTo>
                  <a:pt x="15839" y="93724"/>
                </a:lnTo>
                <a:lnTo>
                  <a:pt x="32486" y="105147"/>
                </a:lnTo>
                <a:lnTo>
                  <a:pt x="52147" y="109253"/>
                </a:lnTo>
                <a:lnTo>
                  <a:pt x="70615" y="105051"/>
                </a:lnTo>
                <a:lnTo>
                  <a:pt x="72905" y="103261"/>
                </a:lnTo>
                <a:lnTo>
                  <a:pt x="53590" y="103261"/>
                </a:lnTo>
                <a:lnTo>
                  <a:pt x="45184" y="101994"/>
                </a:lnTo>
                <a:lnTo>
                  <a:pt x="20634" y="68437"/>
                </a:lnTo>
                <a:lnTo>
                  <a:pt x="19754" y="51633"/>
                </a:lnTo>
                <a:lnTo>
                  <a:pt x="91794" y="51633"/>
                </a:lnTo>
                <a:lnTo>
                  <a:pt x="91794" y="46697"/>
                </a:lnTo>
                <a:lnTo>
                  <a:pt x="19940" y="46697"/>
                </a:lnTo>
                <a:lnTo>
                  <a:pt x="23982" y="25283"/>
                </a:lnTo>
                <a:lnTo>
                  <a:pt x="32123" y="12709"/>
                </a:lnTo>
                <a:lnTo>
                  <a:pt x="41524" y="6776"/>
                </a:lnTo>
                <a:lnTo>
                  <a:pt x="49348" y="5287"/>
                </a:lnTo>
                <a:lnTo>
                  <a:pt x="70185" y="5287"/>
                </a:lnTo>
                <a:lnTo>
                  <a:pt x="68541" y="3976"/>
                </a:lnTo>
                <a:lnTo>
                  <a:pt x="49348" y="0"/>
                </a:lnTo>
                <a:close/>
              </a:path>
              <a:path w="92075" h="109855">
                <a:moveTo>
                  <a:pt x="90040" y="75418"/>
                </a:moveTo>
                <a:lnTo>
                  <a:pt x="86699" y="75418"/>
                </a:lnTo>
                <a:lnTo>
                  <a:pt x="86156" y="76831"/>
                </a:lnTo>
                <a:lnTo>
                  <a:pt x="85660" y="78766"/>
                </a:lnTo>
                <a:lnTo>
                  <a:pt x="77491" y="92927"/>
                </a:lnTo>
                <a:lnTo>
                  <a:pt x="67426" y="100199"/>
                </a:lnTo>
                <a:lnTo>
                  <a:pt x="58461" y="102878"/>
                </a:lnTo>
                <a:lnTo>
                  <a:pt x="53590" y="103261"/>
                </a:lnTo>
                <a:lnTo>
                  <a:pt x="72905" y="103261"/>
                </a:lnTo>
                <a:lnTo>
                  <a:pt x="82880" y="95464"/>
                </a:lnTo>
                <a:lnTo>
                  <a:pt x="89690" y="85018"/>
                </a:lnTo>
                <a:lnTo>
                  <a:pt x="91794" y="78238"/>
                </a:lnTo>
                <a:lnTo>
                  <a:pt x="91794" y="75947"/>
                </a:lnTo>
                <a:lnTo>
                  <a:pt x="90040" y="75418"/>
                </a:lnTo>
                <a:close/>
              </a:path>
              <a:path w="92075" h="109855">
                <a:moveTo>
                  <a:pt x="70185" y="5287"/>
                </a:moveTo>
                <a:lnTo>
                  <a:pt x="49348" y="5287"/>
                </a:lnTo>
                <a:lnTo>
                  <a:pt x="63867" y="10444"/>
                </a:lnTo>
                <a:lnTo>
                  <a:pt x="71930" y="22490"/>
                </a:lnTo>
                <a:lnTo>
                  <a:pt x="75401" y="36287"/>
                </a:lnTo>
                <a:lnTo>
                  <a:pt x="76144" y="46697"/>
                </a:lnTo>
                <a:lnTo>
                  <a:pt x="91794" y="46697"/>
                </a:lnTo>
                <a:lnTo>
                  <a:pt x="89349" y="29440"/>
                </a:lnTo>
                <a:lnTo>
                  <a:pt x="81736" y="14494"/>
                </a:lnTo>
                <a:lnTo>
                  <a:pt x="70185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79013" y="2720690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5" h="105410">
                <a:moveTo>
                  <a:pt x="53404" y="97623"/>
                </a:moveTo>
                <a:lnTo>
                  <a:pt x="0" y="97623"/>
                </a:lnTo>
                <a:lnTo>
                  <a:pt x="0" y="105021"/>
                </a:lnTo>
                <a:lnTo>
                  <a:pt x="14123" y="104537"/>
                </a:lnTo>
                <a:lnTo>
                  <a:pt x="21091" y="104378"/>
                </a:lnTo>
                <a:lnTo>
                  <a:pt x="26794" y="104317"/>
                </a:lnTo>
                <a:lnTo>
                  <a:pt x="53404" y="104317"/>
                </a:lnTo>
                <a:lnTo>
                  <a:pt x="53404" y="97623"/>
                </a:lnTo>
                <a:close/>
              </a:path>
              <a:path w="120015" h="105410">
                <a:moveTo>
                  <a:pt x="53404" y="104317"/>
                </a:moveTo>
                <a:lnTo>
                  <a:pt x="26794" y="104317"/>
                </a:lnTo>
                <a:lnTo>
                  <a:pt x="32418" y="104378"/>
                </a:lnTo>
                <a:lnTo>
                  <a:pt x="39372" y="104537"/>
                </a:lnTo>
                <a:lnTo>
                  <a:pt x="53404" y="105021"/>
                </a:lnTo>
                <a:lnTo>
                  <a:pt x="53404" y="104317"/>
                </a:lnTo>
                <a:close/>
              </a:path>
              <a:path w="120015" h="105410">
                <a:moveTo>
                  <a:pt x="119495" y="97623"/>
                </a:moveTo>
                <a:lnTo>
                  <a:pt x="66084" y="97623"/>
                </a:lnTo>
                <a:lnTo>
                  <a:pt x="66084" y="105021"/>
                </a:lnTo>
                <a:lnTo>
                  <a:pt x="80208" y="104537"/>
                </a:lnTo>
                <a:lnTo>
                  <a:pt x="87176" y="104378"/>
                </a:lnTo>
                <a:lnTo>
                  <a:pt x="92878" y="104317"/>
                </a:lnTo>
                <a:lnTo>
                  <a:pt x="119495" y="104317"/>
                </a:lnTo>
                <a:lnTo>
                  <a:pt x="119495" y="97623"/>
                </a:lnTo>
                <a:close/>
              </a:path>
              <a:path w="120015" h="105410">
                <a:moveTo>
                  <a:pt x="119495" y="104317"/>
                </a:moveTo>
                <a:lnTo>
                  <a:pt x="92878" y="104317"/>
                </a:lnTo>
                <a:lnTo>
                  <a:pt x="98503" y="104378"/>
                </a:lnTo>
                <a:lnTo>
                  <a:pt x="105460" y="104537"/>
                </a:lnTo>
                <a:lnTo>
                  <a:pt x="119495" y="105021"/>
                </a:lnTo>
                <a:lnTo>
                  <a:pt x="119495" y="104317"/>
                </a:lnTo>
                <a:close/>
              </a:path>
              <a:path w="120015" h="105410">
                <a:moveTo>
                  <a:pt x="33511" y="0"/>
                </a:moveTo>
                <a:lnTo>
                  <a:pt x="0" y="2467"/>
                </a:lnTo>
                <a:lnTo>
                  <a:pt x="0" y="9865"/>
                </a:lnTo>
                <a:lnTo>
                  <a:pt x="16596" y="9865"/>
                </a:lnTo>
                <a:lnTo>
                  <a:pt x="18535" y="11629"/>
                </a:lnTo>
                <a:lnTo>
                  <a:pt x="18535" y="97623"/>
                </a:lnTo>
                <a:lnTo>
                  <a:pt x="34914" y="97623"/>
                </a:lnTo>
                <a:lnTo>
                  <a:pt x="34914" y="43169"/>
                </a:lnTo>
                <a:lnTo>
                  <a:pt x="37794" y="26814"/>
                </a:lnTo>
                <a:lnTo>
                  <a:pt x="39027" y="24846"/>
                </a:lnTo>
                <a:lnTo>
                  <a:pt x="33511" y="24846"/>
                </a:lnTo>
                <a:lnTo>
                  <a:pt x="33511" y="0"/>
                </a:lnTo>
                <a:close/>
              </a:path>
              <a:path w="120015" h="105410">
                <a:moveTo>
                  <a:pt x="89216" y="5110"/>
                </a:moveTo>
                <a:lnTo>
                  <a:pt x="66983" y="5110"/>
                </a:lnTo>
                <a:lnTo>
                  <a:pt x="76051" y="7332"/>
                </a:lnTo>
                <a:lnTo>
                  <a:pt x="81398" y="13237"/>
                </a:lnTo>
                <a:lnTo>
                  <a:pt x="83937" y="21686"/>
                </a:lnTo>
                <a:lnTo>
                  <a:pt x="84580" y="31540"/>
                </a:lnTo>
                <a:lnTo>
                  <a:pt x="84580" y="97623"/>
                </a:lnTo>
                <a:lnTo>
                  <a:pt x="101177" y="97623"/>
                </a:lnTo>
                <a:lnTo>
                  <a:pt x="100999" y="90397"/>
                </a:lnTo>
                <a:lnTo>
                  <a:pt x="100883" y="32002"/>
                </a:lnTo>
                <a:lnTo>
                  <a:pt x="100074" y="22445"/>
                </a:lnTo>
                <a:lnTo>
                  <a:pt x="97877" y="15101"/>
                </a:lnTo>
                <a:lnTo>
                  <a:pt x="93600" y="8633"/>
                </a:lnTo>
                <a:lnTo>
                  <a:pt x="90217" y="5649"/>
                </a:lnTo>
                <a:lnTo>
                  <a:pt x="89216" y="5110"/>
                </a:lnTo>
                <a:close/>
              </a:path>
              <a:path w="120015" h="105410">
                <a:moveTo>
                  <a:pt x="68743" y="0"/>
                </a:moveTo>
                <a:lnTo>
                  <a:pt x="56812" y="1825"/>
                </a:lnTo>
                <a:lnTo>
                  <a:pt x="47085" y="6939"/>
                </a:lnTo>
                <a:lnTo>
                  <a:pt x="39378" y="14794"/>
                </a:lnTo>
                <a:lnTo>
                  <a:pt x="33511" y="24846"/>
                </a:lnTo>
                <a:lnTo>
                  <a:pt x="39027" y="24846"/>
                </a:lnTo>
                <a:lnTo>
                  <a:pt x="45266" y="14888"/>
                </a:lnTo>
                <a:lnTo>
                  <a:pt x="55579" y="7587"/>
                </a:lnTo>
                <a:lnTo>
                  <a:pt x="66983" y="5110"/>
                </a:lnTo>
                <a:lnTo>
                  <a:pt x="89216" y="5110"/>
                </a:lnTo>
                <a:lnTo>
                  <a:pt x="85045" y="2863"/>
                </a:lnTo>
                <a:lnTo>
                  <a:pt x="77936" y="804"/>
                </a:lnTo>
                <a:lnTo>
                  <a:pt x="68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11182" y="2719103"/>
            <a:ext cx="90805" cy="109855"/>
          </a:xfrm>
          <a:custGeom>
            <a:avLst/>
            <a:gdLst/>
            <a:ahLst/>
            <a:cxnLst/>
            <a:rect l="l" t="t" r="r" b="b"/>
            <a:pathLst>
              <a:path w="90804" h="109855">
                <a:moveTo>
                  <a:pt x="51471" y="0"/>
                </a:moveTo>
                <a:lnTo>
                  <a:pt x="30927" y="4479"/>
                </a:lnTo>
                <a:lnTo>
                  <a:pt x="14623" y="16541"/>
                </a:lnTo>
                <a:lnTo>
                  <a:pt x="3875" y="34122"/>
                </a:lnTo>
                <a:lnTo>
                  <a:pt x="0" y="55156"/>
                </a:lnTo>
                <a:lnTo>
                  <a:pt x="4116" y="76469"/>
                </a:lnTo>
                <a:lnTo>
                  <a:pt x="15236" y="93636"/>
                </a:lnTo>
                <a:lnTo>
                  <a:pt x="31516" y="105087"/>
                </a:lnTo>
                <a:lnTo>
                  <a:pt x="51114" y="109253"/>
                </a:lnTo>
                <a:lnTo>
                  <a:pt x="70660" y="104753"/>
                </a:lnTo>
                <a:lnTo>
                  <a:pt x="72448" y="103261"/>
                </a:lnTo>
                <a:lnTo>
                  <a:pt x="53232" y="103261"/>
                </a:lnTo>
                <a:lnTo>
                  <a:pt x="42636" y="101066"/>
                </a:lnTo>
                <a:lnTo>
                  <a:pt x="31726" y="93371"/>
                </a:lnTo>
                <a:lnTo>
                  <a:pt x="23201" y="78506"/>
                </a:lnTo>
                <a:lnTo>
                  <a:pt x="19759" y="54804"/>
                </a:lnTo>
                <a:lnTo>
                  <a:pt x="23007" y="30821"/>
                </a:lnTo>
                <a:lnTo>
                  <a:pt x="31089" y="15858"/>
                </a:lnTo>
                <a:lnTo>
                  <a:pt x="41513" y="8164"/>
                </a:lnTo>
                <a:lnTo>
                  <a:pt x="51789" y="5989"/>
                </a:lnTo>
                <a:lnTo>
                  <a:pt x="74909" y="5989"/>
                </a:lnTo>
                <a:lnTo>
                  <a:pt x="64895" y="1712"/>
                </a:lnTo>
                <a:lnTo>
                  <a:pt x="51471" y="0"/>
                </a:lnTo>
                <a:close/>
              </a:path>
              <a:path w="90804" h="109855">
                <a:moveTo>
                  <a:pt x="90582" y="75947"/>
                </a:moveTo>
                <a:lnTo>
                  <a:pt x="85308" y="75947"/>
                </a:lnTo>
                <a:lnTo>
                  <a:pt x="84766" y="76831"/>
                </a:lnTo>
                <a:lnTo>
                  <a:pt x="84401" y="78238"/>
                </a:lnTo>
                <a:lnTo>
                  <a:pt x="77876" y="91515"/>
                </a:lnTo>
                <a:lnTo>
                  <a:pt x="69544" y="99076"/>
                </a:lnTo>
                <a:lnTo>
                  <a:pt x="60848" y="102473"/>
                </a:lnTo>
                <a:lnTo>
                  <a:pt x="53232" y="103261"/>
                </a:lnTo>
                <a:lnTo>
                  <a:pt x="72448" y="103261"/>
                </a:lnTo>
                <a:lnTo>
                  <a:pt x="82740" y="94671"/>
                </a:lnTo>
                <a:lnTo>
                  <a:pt x="88875" y="84125"/>
                </a:lnTo>
                <a:lnTo>
                  <a:pt x="90504" y="78506"/>
                </a:lnTo>
                <a:lnTo>
                  <a:pt x="90582" y="75947"/>
                </a:lnTo>
                <a:close/>
              </a:path>
              <a:path w="90804" h="109855">
                <a:moveTo>
                  <a:pt x="74909" y="5989"/>
                </a:moveTo>
                <a:lnTo>
                  <a:pt x="51789" y="5989"/>
                </a:lnTo>
                <a:lnTo>
                  <a:pt x="55483" y="6177"/>
                </a:lnTo>
                <a:lnTo>
                  <a:pt x="62168" y="7225"/>
                </a:lnTo>
                <a:lnTo>
                  <a:pt x="70013" y="9858"/>
                </a:lnTo>
                <a:lnTo>
                  <a:pt x="77188" y="14804"/>
                </a:lnTo>
                <a:lnTo>
                  <a:pt x="67486" y="15507"/>
                </a:lnTo>
                <a:lnTo>
                  <a:pt x="66090" y="22730"/>
                </a:lnTo>
                <a:lnTo>
                  <a:pt x="66090" y="31897"/>
                </a:lnTo>
                <a:lnTo>
                  <a:pt x="70326" y="36652"/>
                </a:lnTo>
                <a:lnTo>
                  <a:pt x="83183" y="36652"/>
                </a:lnTo>
                <a:lnTo>
                  <a:pt x="87922" y="32600"/>
                </a:lnTo>
                <a:lnTo>
                  <a:pt x="87922" y="25549"/>
                </a:lnTo>
                <a:lnTo>
                  <a:pt x="84802" y="14720"/>
                </a:lnTo>
                <a:lnTo>
                  <a:pt x="76566" y="6697"/>
                </a:lnTo>
                <a:lnTo>
                  <a:pt x="74909" y="5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14980" y="2719103"/>
            <a:ext cx="92075" cy="109855"/>
          </a:xfrm>
          <a:custGeom>
            <a:avLst/>
            <a:gdLst/>
            <a:ahLst/>
            <a:cxnLst/>
            <a:rect l="l" t="t" r="r" b="b"/>
            <a:pathLst>
              <a:path w="92075" h="109855">
                <a:moveTo>
                  <a:pt x="49486" y="0"/>
                </a:moveTo>
                <a:lnTo>
                  <a:pt x="30090" y="4292"/>
                </a:lnTo>
                <a:lnTo>
                  <a:pt x="14374" y="15969"/>
                </a:lnTo>
                <a:lnTo>
                  <a:pt x="3844" y="33231"/>
                </a:lnTo>
                <a:lnTo>
                  <a:pt x="0" y="54275"/>
                </a:lnTo>
                <a:lnTo>
                  <a:pt x="4339" y="76321"/>
                </a:lnTo>
                <a:lnTo>
                  <a:pt x="15931" y="93724"/>
                </a:lnTo>
                <a:lnTo>
                  <a:pt x="32641" y="105147"/>
                </a:lnTo>
                <a:lnTo>
                  <a:pt x="52332" y="109253"/>
                </a:lnTo>
                <a:lnTo>
                  <a:pt x="70725" y="105051"/>
                </a:lnTo>
                <a:lnTo>
                  <a:pt x="73017" y="103261"/>
                </a:lnTo>
                <a:lnTo>
                  <a:pt x="53728" y="103261"/>
                </a:lnTo>
                <a:lnTo>
                  <a:pt x="45246" y="101994"/>
                </a:lnTo>
                <a:lnTo>
                  <a:pt x="20599" y="68437"/>
                </a:lnTo>
                <a:lnTo>
                  <a:pt x="19714" y="51633"/>
                </a:lnTo>
                <a:lnTo>
                  <a:pt x="91979" y="51633"/>
                </a:lnTo>
                <a:lnTo>
                  <a:pt x="91979" y="46697"/>
                </a:lnTo>
                <a:lnTo>
                  <a:pt x="19892" y="46697"/>
                </a:lnTo>
                <a:lnTo>
                  <a:pt x="23947" y="25283"/>
                </a:lnTo>
                <a:lnTo>
                  <a:pt x="32120" y="12709"/>
                </a:lnTo>
                <a:lnTo>
                  <a:pt x="41578" y="6776"/>
                </a:lnTo>
                <a:lnTo>
                  <a:pt x="49486" y="5287"/>
                </a:lnTo>
                <a:lnTo>
                  <a:pt x="70277" y="5287"/>
                </a:lnTo>
                <a:lnTo>
                  <a:pt x="68630" y="3976"/>
                </a:lnTo>
                <a:lnTo>
                  <a:pt x="49486" y="0"/>
                </a:lnTo>
                <a:close/>
              </a:path>
              <a:path w="92075" h="109855">
                <a:moveTo>
                  <a:pt x="90040" y="75418"/>
                </a:moveTo>
                <a:lnTo>
                  <a:pt x="86705" y="75418"/>
                </a:lnTo>
                <a:lnTo>
                  <a:pt x="86161" y="76831"/>
                </a:lnTo>
                <a:lnTo>
                  <a:pt x="85805" y="78766"/>
                </a:lnTo>
                <a:lnTo>
                  <a:pt x="77557" y="92927"/>
                </a:lnTo>
                <a:lnTo>
                  <a:pt x="67466" y="100199"/>
                </a:lnTo>
                <a:lnTo>
                  <a:pt x="58525" y="102878"/>
                </a:lnTo>
                <a:lnTo>
                  <a:pt x="53728" y="103261"/>
                </a:lnTo>
                <a:lnTo>
                  <a:pt x="73017" y="103261"/>
                </a:lnTo>
                <a:lnTo>
                  <a:pt x="82998" y="95464"/>
                </a:lnTo>
                <a:lnTo>
                  <a:pt x="89850" y="85018"/>
                </a:lnTo>
                <a:lnTo>
                  <a:pt x="91979" y="78238"/>
                </a:lnTo>
                <a:lnTo>
                  <a:pt x="91979" y="75947"/>
                </a:lnTo>
                <a:lnTo>
                  <a:pt x="90040" y="75418"/>
                </a:lnTo>
                <a:close/>
              </a:path>
              <a:path w="92075" h="109855">
                <a:moveTo>
                  <a:pt x="70277" y="5287"/>
                </a:moveTo>
                <a:lnTo>
                  <a:pt x="49486" y="5287"/>
                </a:lnTo>
                <a:lnTo>
                  <a:pt x="64008" y="10444"/>
                </a:lnTo>
                <a:lnTo>
                  <a:pt x="72071" y="22490"/>
                </a:lnTo>
                <a:lnTo>
                  <a:pt x="75540" y="36287"/>
                </a:lnTo>
                <a:lnTo>
                  <a:pt x="76282" y="46697"/>
                </a:lnTo>
                <a:lnTo>
                  <a:pt x="91979" y="46697"/>
                </a:lnTo>
                <a:lnTo>
                  <a:pt x="89508" y="29440"/>
                </a:lnTo>
                <a:lnTo>
                  <a:pt x="81848" y="14494"/>
                </a:lnTo>
                <a:lnTo>
                  <a:pt x="70277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00884" y="2658135"/>
            <a:ext cx="76835" cy="167640"/>
          </a:xfrm>
          <a:custGeom>
            <a:avLst/>
            <a:gdLst/>
            <a:ahLst/>
            <a:cxnLst/>
            <a:rect l="l" t="t" r="r" b="b"/>
            <a:pathLst>
              <a:path w="76834" h="167639">
                <a:moveTo>
                  <a:pt x="57421" y="160178"/>
                </a:moveTo>
                <a:lnTo>
                  <a:pt x="179" y="160178"/>
                </a:lnTo>
                <a:lnTo>
                  <a:pt x="179" y="167576"/>
                </a:lnTo>
                <a:lnTo>
                  <a:pt x="14666" y="167092"/>
                </a:lnTo>
                <a:lnTo>
                  <a:pt x="21526" y="166933"/>
                </a:lnTo>
                <a:lnTo>
                  <a:pt x="27292" y="166872"/>
                </a:lnTo>
                <a:lnTo>
                  <a:pt x="57421" y="166872"/>
                </a:lnTo>
                <a:lnTo>
                  <a:pt x="57421" y="160178"/>
                </a:lnTo>
                <a:close/>
              </a:path>
              <a:path w="76834" h="167639">
                <a:moveTo>
                  <a:pt x="57421" y="166872"/>
                </a:moveTo>
                <a:lnTo>
                  <a:pt x="27292" y="166872"/>
                </a:lnTo>
                <a:lnTo>
                  <a:pt x="42289" y="166960"/>
                </a:lnTo>
                <a:lnTo>
                  <a:pt x="50012" y="167169"/>
                </a:lnTo>
                <a:lnTo>
                  <a:pt x="57421" y="167576"/>
                </a:lnTo>
                <a:lnTo>
                  <a:pt x="57421" y="166872"/>
                </a:lnTo>
                <a:close/>
              </a:path>
              <a:path w="76834" h="167639">
                <a:moveTo>
                  <a:pt x="34372" y="72420"/>
                </a:moveTo>
                <a:lnTo>
                  <a:pt x="18675" y="72420"/>
                </a:lnTo>
                <a:lnTo>
                  <a:pt x="18675" y="160178"/>
                </a:lnTo>
                <a:lnTo>
                  <a:pt x="34869" y="160178"/>
                </a:lnTo>
                <a:lnTo>
                  <a:pt x="34372" y="157534"/>
                </a:lnTo>
                <a:lnTo>
                  <a:pt x="34372" y="72420"/>
                </a:lnTo>
                <a:close/>
              </a:path>
              <a:path w="76834" h="167639">
                <a:moveTo>
                  <a:pt x="61485" y="65022"/>
                </a:moveTo>
                <a:lnTo>
                  <a:pt x="0" y="65022"/>
                </a:lnTo>
                <a:lnTo>
                  <a:pt x="0" y="72420"/>
                </a:lnTo>
                <a:lnTo>
                  <a:pt x="61485" y="72420"/>
                </a:lnTo>
                <a:lnTo>
                  <a:pt x="61485" y="65022"/>
                </a:lnTo>
                <a:close/>
              </a:path>
              <a:path w="76834" h="167639">
                <a:moveTo>
                  <a:pt x="55483" y="0"/>
                </a:moveTo>
                <a:lnTo>
                  <a:pt x="22098" y="21185"/>
                </a:lnTo>
                <a:lnTo>
                  <a:pt x="18675" y="65022"/>
                </a:lnTo>
                <a:lnTo>
                  <a:pt x="33651" y="65022"/>
                </a:lnTo>
                <a:lnTo>
                  <a:pt x="33651" y="37532"/>
                </a:lnTo>
                <a:lnTo>
                  <a:pt x="35603" y="23620"/>
                </a:lnTo>
                <a:lnTo>
                  <a:pt x="40676" y="13458"/>
                </a:lnTo>
                <a:lnTo>
                  <a:pt x="47694" y="7227"/>
                </a:lnTo>
                <a:lnTo>
                  <a:pt x="55483" y="5110"/>
                </a:lnTo>
                <a:lnTo>
                  <a:pt x="70964" y="5110"/>
                </a:lnTo>
                <a:lnTo>
                  <a:pt x="70853" y="4977"/>
                </a:lnTo>
                <a:lnTo>
                  <a:pt x="64107" y="1348"/>
                </a:lnTo>
                <a:lnTo>
                  <a:pt x="55483" y="0"/>
                </a:lnTo>
                <a:close/>
              </a:path>
              <a:path w="76834" h="167639">
                <a:moveTo>
                  <a:pt x="70964" y="5110"/>
                </a:moveTo>
                <a:lnTo>
                  <a:pt x="59725" y="5110"/>
                </a:lnTo>
                <a:lnTo>
                  <a:pt x="63425" y="6870"/>
                </a:lnTo>
                <a:lnTo>
                  <a:pt x="60446" y="7750"/>
                </a:lnTo>
                <a:lnTo>
                  <a:pt x="56205" y="10925"/>
                </a:lnTo>
                <a:lnTo>
                  <a:pt x="56205" y="22379"/>
                </a:lnTo>
                <a:lnTo>
                  <a:pt x="60082" y="27133"/>
                </a:lnTo>
                <a:lnTo>
                  <a:pt x="73304" y="27133"/>
                </a:lnTo>
                <a:lnTo>
                  <a:pt x="76818" y="22379"/>
                </a:lnTo>
                <a:lnTo>
                  <a:pt x="76818" y="16564"/>
                </a:lnTo>
                <a:lnTo>
                  <a:pt x="75248" y="10258"/>
                </a:lnTo>
                <a:lnTo>
                  <a:pt x="70964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72429" y="2719103"/>
            <a:ext cx="105410" cy="109855"/>
          </a:xfrm>
          <a:custGeom>
            <a:avLst/>
            <a:gdLst/>
            <a:ahLst/>
            <a:cxnLst/>
            <a:rect l="l" t="t" r="r" b="b"/>
            <a:pathLst>
              <a:path w="105409" h="109855">
                <a:moveTo>
                  <a:pt x="52691" y="0"/>
                </a:moveTo>
                <a:lnTo>
                  <a:pt x="31972" y="4513"/>
                </a:lnTo>
                <a:lnTo>
                  <a:pt x="15247" y="16675"/>
                </a:lnTo>
                <a:lnTo>
                  <a:pt x="4071" y="34420"/>
                </a:lnTo>
                <a:lnTo>
                  <a:pt x="0" y="55683"/>
                </a:lnTo>
                <a:lnTo>
                  <a:pt x="4290" y="76989"/>
                </a:lnTo>
                <a:lnTo>
                  <a:pt x="15817" y="93966"/>
                </a:lnTo>
                <a:lnTo>
                  <a:pt x="32561" y="105194"/>
                </a:lnTo>
                <a:lnTo>
                  <a:pt x="52505" y="109253"/>
                </a:lnTo>
                <a:lnTo>
                  <a:pt x="72863" y="105120"/>
                </a:lnTo>
                <a:lnTo>
                  <a:pt x="75608" y="103261"/>
                </a:lnTo>
                <a:lnTo>
                  <a:pt x="52691" y="103261"/>
                </a:lnTo>
                <a:lnTo>
                  <a:pt x="45044" y="102316"/>
                </a:lnTo>
                <a:lnTo>
                  <a:pt x="20441" y="69824"/>
                </a:lnTo>
                <a:lnTo>
                  <a:pt x="19804" y="46241"/>
                </a:lnTo>
                <a:lnTo>
                  <a:pt x="20419" y="37974"/>
                </a:lnTo>
                <a:lnTo>
                  <a:pt x="45167" y="6228"/>
                </a:lnTo>
                <a:lnTo>
                  <a:pt x="52505" y="5287"/>
                </a:lnTo>
                <a:lnTo>
                  <a:pt x="74232" y="5287"/>
                </a:lnTo>
                <a:lnTo>
                  <a:pt x="73016" y="4413"/>
                </a:lnTo>
                <a:lnTo>
                  <a:pt x="52691" y="0"/>
                </a:lnTo>
                <a:close/>
              </a:path>
              <a:path w="105409" h="109855">
                <a:moveTo>
                  <a:pt x="74232" y="5287"/>
                </a:moveTo>
                <a:lnTo>
                  <a:pt x="52505" y="5287"/>
                </a:lnTo>
                <a:lnTo>
                  <a:pt x="60201" y="6272"/>
                </a:lnTo>
                <a:lnTo>
                  <a:pt x="67479" y="9207"/>
                </a:lnTo>
                <a:lnTo>
                  <a:pt x="85345" y="46241"/>
                </a:lnTo>
                <a:lnTo>
                  <a:pt x="85345" y="61156"/>
                </a:lnTo>
                <a:lnTo>
                  <a:pt x="69018" y="98482"/>
                </a:lnTo>
                <a:lnTo>
                  <a:pt x="52691" y="103261"/>
                </a:lnTo>
                <a:lnTo>
                  <a:pt x="75608" y="103261"/>
                </a:lnTo>
                <a:lnTo>
                  <a:pt x="89628" y="93768"/>
                </a:lnTo>
                <a:lnTo>
                  <a:pt x="101004" y="76766"/>
                </a:lnTo>
                <a:lnTo>
                  <a:pt x="105195" y="55683"/>
                </a:lnTo>
                <a:lnTo>
                  <a:pt x="101032" y="34121"/>
                </a:lnTo>
                <a:lnTo>
                  <a:pt x="89718" y="16409"/>
                </a:lnTo>
                <a:lnTo>
                  <a:pt x="74232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91699" y="2720690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5" h="107950">
                <a:moveTo>
                  <a:pt x="35093" y="0"/>
                </a:moveTo>
                <a:lnTo>
                  <a:pt x="0" y="2467"/>
                </a:lnTo>
                <a:lnTo>
                  <a:pt x="0" y="9865"/>
                </a:lnTo>
                <a:lnTo>
                  <a:pt x="10796" y="10306"/>
                </a:lnTo>
                <a:lnTo>
                  <a:pt x="16340" y="12862"/>
                </a:lnTo>
                <a:lnTo>
                  <a:pt x="18383" y="19382"/>
                </a:lnTo>
                <a:lnTo>
                  <a:pt x="18675" y="31716"/>
                </a:lnTo>
                <a:lnTo>
                  <a:pt x="18675" y="67489"/>
                </a:lnTo>
                <a:lnTo>
                  <a:pt x="19239" y="81571"/>
                </a:lnTo>
                <a:lnTo>
                  <a:pt x="23191" y="94514"/>
                </a:lnTo>
                <a:lnTo>
                  <a:pt x="33918" y="103989"/>
                </a:lnTo>
                <a:lnTo>
                  <a:pt x="54808" y="107665"/>
                </a:lnTo>
                <a:lnTo>
                  <a:pt x="64189" y="106388"/>
                </a:lnTo>
                <a:lnTo>
                  <a:pt x="72465" y="102467"/>
                </a:lnTo>
                <a:lnTo>
                  <a:pt x="55893" y="102378"/>
                </a:lnTo>
                <a:lnTo>
                  <a:pt x="44232" y="100423"/>
                </a:lnTo>
                <a:lnTo>
                  <a:pt x="38016" y="95197"/>
                </a:lnTo>
                <a:lnTo>
                  <a:pt x="35539" y="87659"/>
                </a:lnTo>
                <a:lnTo>
                  <a:pt x="35155" y="80001"/>
                </a:lnTo>
                <a:lnTo>
                  <a:pt x="35093" y="0"/>
                </a:lnTo>
                <a:close/>
              </a:path>
              <a:path w="120015" h="107950">
                <a:moveTo>
                  <a:pt x="101184" y="86165"/>
                </a:moveTo>
                <a:lnTo>
                  <a:pt x="85487" y="86165"/>
                </a:lnTo>
                <a:lnTo>
                  <a:pt x="85487" y="107665"/>
                </a:lnTo>
                <a:lnTo>
                  <a:pt x="119682" y="105021"/>
                </a:lnTo>
                <a:lnTo>
                  <a:pt x="119682" y="97623"/>
                </a:lnTo>
                <a:lnTo>
                  <a:pt x="102944" y="97623"/>
                </a:lnTo>
                <a:lnTo>
                  <a:pt x="101184" y="95859"/>
                </a:lnTo>
                <a:lnTo>
                  <a:pt x="101184" y="86165"/>
                </a:lnTo>
                <a:close/>
              </a:path>
              <a:path w="120015" h="107950">
                <a:moveTo>
                  <a:pt x="101184" y="0"/>
                </a:moveTo>
                <a:lnTo>
                  <a:pt x="66084" y="2467"/>
                </a:lnTo>
                <a:lnTo>
                  <a:pt x="66084" y="9865"/>
                </a:lnTo>
                <a:lnTo>
                  <a:pt x="82820" y="9865"/>
                </a:lnTo>
                <a:lnTo>
                  <a:pt x="84582" y="11629"/>
                </a:lnTo>
                <a:lnTo>
                  <a:pt x="84582" y="65549"/>
                </a:lnTo>
                <a:lnTo>
                  <a:pt x="82547" y="80001"/>
                </a:lnTo>
                <a:lnTo>
                  <a:pt x="76766" y="91695"/>
                </a:lnTo>
                <a:lnTo>
                  <a:pt x="67721" y="99523"/>
                </a:lnTo>
                <a:lnTo>
                  <a:pt x="55893" y="102378"/>
                </a:lnTo>
                <a:lnTo>
                  <a:pt x="72560" y="102378"/>
                </a:lnTo>
                <a:lnTo>
                  <a:pt x="79582" y="95770"/>
                </a:lnTo>
                <a:lnTo>
                  <a:pt x="85487" y="86165"/>
                </a:lnTo>
                <a:lnTo>
                  <a:pt x="101184" y="86165"/>
                </a:lnTo>
                <a:lnTo>
                  <a:pt x="101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23511" y="2720690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5" h="105410">
                <a:moveTo>
                  <a:pt x="53411" y="97623"/>
                </a:moveTo>
                <a:lnTo>
                  <a:pt x="0" y="97623"/>
                </a:lnTo>
                <a:lnTo>
                  <a:pt x="0" y="105021"/>
                </a:lnTo>
                <a:lnTo>
                  <a:pt x="14124" y="104537"/>
                </a:lnTo>
                <a:lnTo>
                  <a:pt x="21092" y="104378"/>
                </a:lnTo>
                <a:lnTo>
                  <a:pt x="26794" y="104317"/>
                </a:lnTo>
                <a:lnTo>
                  <a:pt x="53411" y="104317"/>
                </a:lnTo>
                <a:lnTo>
                  <a:pt x="53411" y="97623"/>
                </a:lnTo>
                <a:close/>
              </a:path>
              <a:path w="120015" h="105410">
                <a:moveTo>
                  <a:pt x="53411" y="104317"/>
                </a:moveTo>
                <a:lnTo>
                  <a:pt x="26794" y="104317"/>
                </a:lnTo>
                <a:lnTo>
                  <a:pt x="32419" y="104378"/>
                </a:lnTo>
                <a:lnTo>
                  <a:pt x="39376" y="104537"/>
                </a:lnTo>
                <a:lnTo>
                  <a:pt x="53411" y="105021"/>
                </a:lnTo>
                <a:lnTo>
                  <a:pt x="53411" y="104317"/>
                </a:lnTo>
                <a:close/>
              </a:path>
              <a:path w="120015" h="105410">
                <a:moveTo>
                  <a:pt x="119495" y="97623"/>
                </a:moveTo>
                <a:lnTo>
                  <a:pt x="66090" y="97623"/>
                </a:lnTo>
                <a:lnTo>
                  <a:pt x="66090" y="105021"/>
                </a:lnTo>
                <a:lnTo>
                  <a:pt x="80215" y="104537"/>
                </a:lnTo>
                <a:lnTo>
                  <a:pt x="87183" y="104378"/>
                </a:lnTo>
                <a:lnTo>
                  <a:pt x="92886" y="104317"/>
                </a:lnTo>
                <a:lnTo>
                  <a:pt x="119495" y="104317"/>
                </a:lnTo>
                <a:lnTo>
                  <a:pt x="119495" y="97623"/>
                </a:lnTo>
                <a:close/>
              </a:path>
              <a:path w="120015" h="105410">
                <a:moveTo>
                  <a:pt x="119495" y="104317"/>
                </a:moveTo>
                <a:lnTo>
                  <a:pt x="92886" y="104317"/>
                </a:lnTo>
                <a:lnTo>
                  <a:pt x="98510" y="104378"/>
                </a:lnTo>
                <a:lnTo>
                  <a:pt x="105464" y="104537"/>
                </a:lnTo>
                <a:lnTo>
                  <a:pt x="119495" y="105021"/>
                </a:lnTo>
                <a:lnTo>
                  <a:pt x="119495" y="104317"/>
                </a:lnTo>
                <a:close/>
              </a:path>
              <a:path w="120015" h="105410">
                <a:moveTo>
                  <a:pt x="33472" y="0"/>
                </a:moveTo>
                <a:lnTo>
                  <a:pt x="0" y="2467"/>
                </a:lnTo>
                <a:lnTo>
                  <a:pt x="0" y="9865"/>
                </a:lnTo>
                <a:lnTo>
                  <a:pt x="16556" y="9865"/>
                </a:lnTo>
                <a:lnTo>
                  <a:pt x="18496" y="11629"/>
                </a:lnTo>
                <a:lnTo>
                  <a:pt x="18496" y="97623"/>
                </a:lnTo>
                <a:lnTo>
                  <a:pt x="34914" y="97623"/>
                </a:lnTo>
                <a:lnTo>
                  <a:pt x="34914" y="43169"/>
                </a:lnTo>
                <a:lnTo>
                  <a:pt x="37795" y="26814"/>
                </a:lnTo>
                <a:lnTo>
                  <a:pt x="39029" y="24846"/>
                </a:lnTo>
                <a:lnTo>
                  <a:pt x="33472" y="24846"/>
                </a:lnTo>
                <a:lnTo>
                  <a:pt x="33472" y="0"/>
                </a:lnTo>
                <a:close/>
              </a:path>
              <a:path w="120015" h="105410">
                <a:moveTo>
                  <a:pt x="89204" y="5110"/>
                </a:moveTo>
                <a:lnTo>
                  <a:pt x="66991" y="5110"/>
                </a:lnTo>
                <a:lnTo>
                  <a:pt x="76057" y="7332"/>
                </a:lnTo>
                <a:lnTo>
                  <a:pt x="81401" y="13237"/>
                </a:lnTo>
                <a:lnTo>
                  <a:pt x="83938" y="21686"/>
                </a:lnTo>
                <a:lnTo>
                  <a:pt x="84580" y="31540"/>
                </a:lnTo>
                <a:lnTo>
                  <a:pt x="84580" y="97623"/>
                </a:lnTo>
                <a:lnTo>
                  <a:pt x="101138" y="97623"/>
                </a:lnTo>
                <a:lnTo>
                  <a:pt x="101005" y="90397"/>
                </a:lnTo>
                <a:lnTo>
                  <a:pt x="100889" y="32002"/>
                </a:lnTo>
                <a:lnTo>
                  <a:pt x="100075" y="22445"/>
                </a:lnTo>
                <a:lnTo>
                  <a:pt x="97864" y="15101"/>
                </a:lnTo>
                <a:lnTo>
                  <a:pt x="93560" y="8633"/>
                </a:lnTo>
                <a:lnTo>
                  <a:pt x="90203" y="5649"/>
                </a:lnTo>
                <a:lnTo>
                  <a:pt x="89204" y="5110"/>
                </a:lnTo>
                <a:close/>
              </a:path>
              <a:path w="120015" h="105410">
                <a:moveTo>
                  <a:pt x="68751" y="0"/>
                </a:moveTo>
                <a:lnTo>
                  <a:pt x="56819" y="1825"/>
                </a:lnTo>
                <a:lnTo>
                  <a:pt x="47086" y="6939"/>
                </a:lnTo>
                <a:lnTo>
                  <a:pt x="39365" y="14794"/>
                </a:lnTo>
                <a:lnTo>
                  <a:pt x="33472" y="24846"/>
                </a:lnTo>
                <a:lnTo>
                  <a:pt x="39029" y="24846"/>
                </a:lnTo>
                <a:lnTo>
                  <a:pt x="45269" y="14888"/>
                </a:lnTo>
                <a:lnTo>
                  <a:pt x="55585" y="7587"/>
                </a:lnTo>
                <a:lnTo>
                  <a:pt x="66991" y="5110"/>
                </a:lnTo>
                <a:lnTo>
                  <a:pt x="89204" y="5110"/>
                </a:lnTo>
                <a:lnTo>
                  <a:pt x="85045" y="2863"/>
                </a:lnTo>
                <a:lnTo>
                  <a:pt x="77942" y="804"/>
                </a:lnTo>
                <a:lnTo>
                  <a:pt x="68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155687" y="2660778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47" y="59912"/>
                </a:moveTo>
                <a:lnTo>
                  <a:pt x="32865" y="64025"/>
                </a:lnTo>
                <a:lnTo>
                  <a:pt x="15952" y="75374"/>
                </a:lnTo>
                <a:lnTo>
                  <a:pt x="4324" y="92472"/>
                </a:lnTo>
                <a:lnTo>
                  <a:pt x="0" y="113832"/>
                </a:lnTo>
                <a:lnTo>
                  <a:pt x="4060" y="134942"/>
                </a:lnTo>
                <a:lnTo>
                  <a:pt x="15026" y="152005"/>
                </a:lnTo>
                <a:lnTo>
                  <a:pt x="31075" y="163417"/>
                </a:lnTo>
                <a:lnTo>
                  <a:pt x="50387" y="167577"/>
                </a:lnTo>
                <a:lnTo>
                  <a:pt x="60923" y="166192"/>
                </a:lnTo>
                <a:lnTo>
                  <a:pt x="69769" y="162577"/>
                </a:lnTo>
                <a:lnTo>
                  <a:pt x="70175" y="162290"/>
                </a:lnTo>
                <a:lnTo>
                  <a:pt x="51473" y="162290"/>
                </a:lnTo>
                <a:lnTo>
                  <a:pt x="43909" y="161186"/>
                </a:lnTo>
                <a:lnTo>
                  <a:pt x="20847" y="130507"/>
                </a:lnTo>
                <a:lnTo>
                  <a:pt x="19718" y="113832"/>
                </a:lnTo>
                <a:lnTo>
                  <a:pt x="19880" y="106519"/>
                </a:lnTo>
                <a:lnTo>
                  <a:pt x="37555" y="69913"/>
                </a:lnTo>
                <a:lnTo>
                  <a:pt x="53907" y="65022"/>
                </a:lnTo>
                <a:lnTo>
                  <a:pt x="71572" y="65022"/>
                </a:lnTo>
                <a:lnTo>
                  <a:pt x="70118" y="64052"/>
                </a:lnTo>
                <a:lnTo>
                  <a:pt x="62085" y="61007"/>
                </a:lnTo>
                <a:lnTo>
                  <a:pt x="53047" y="59912"/>
                </a:lnTo>
                <a:close/>
              </a:path>
              <a:path w="117475" h="167639">
                <a:moveTo>
                  <a:pt x="98657" y="151897"/>
                </a:moveTo>
                <a:lnTo>
                  <a:pt x="82278" y="151897"/>
                </a:lnTo>
                <a:lnTo>
                  <a:pt x="82278" y="167577"/>
                </a:lnTo>
                <a:lnTo>
                  <a:pt x="117199" y="164933"/>
                </a:lnTo>
                <a:lnTo>
                  <a:pt x="117199" y="157535"/>
                </a:lnTo>
                <a:lnTo>
                  <a:pt x="100463" y="157535"/>
                </a:lnTo>
                <a:lnTo>
                  <a:pt x="98657" y="155771"/>
                </a:lnTo>
                <a:lnTo>
                  <a:pt x="98657" y="151897"/>
                </a:lnTo>
                <a:close/>
              </a:path>
              <a:path w="117475" h="167639">
                <a:moveTo>
                  <a:pt x="71572" y="65022"/>
                </a:moveTo>
                <a:lnTo>
                  <a:pt x="53907" y="65022"/>
                </a:lnTo>
                <a:lnTo>
                  <a:pt x="60393" y="65741"/>
                </a:lnTo>
                <a:lnTo>
                  <a:pt x="67123" y="68128"/>
                </a:lnTo>
                <a:lnTo>
                  <a:pt x="73685" y="72530"/>
                </a:lnTo>
                <a:lnTo>
                  <a:pt x="79664" y="79296"/>
                </a:lnTo>
                <a:lnTo>
                  <a:pt x="82278" y="83347"/>
                </a:lnTo>
                <a:lnTo>
                  <a:pt x="82278" y="141674"/>
                </a:lnTo>
                <a:lnTo>
                  <a:pt x="51473" y="162290"/>
                </a:lnTo>
                <a:lnTo>
                  <a:pt x="70175" y="162290"/>
                </a:lnTo>
                <a:lnTo>
                  <a:pt x="76903" y="157535"/>
                </a:lnTo>
                <a:lnTo>
                  <a:pt x="82278" y="151897"/>
                </a:lnTo>
                <a:lnTo>
                  <a:pt x="98657" y="151897"/>
                </a:lnTo>
                <a:lnTo>
                  <a:pt x="98657" y="74537"/>
                </a:lnTo>
                <a:lnTo>
                  <a:pt x="82820" y="74537"/>
                </a:lnTo>
                <a:lnTo>
                  <a:pt x="77059" y="68683"/>
                </a:lnTo>
                <a:lnTo>
                  <a:pt x="71572" y="65022"/>
                </a:lnTo>
                <a:close/>
              </a:path>
              <a:path w="117475" h="167639">
                <a:moveTo>
                  <a:pt x="98657" y="0"/>
                </a:moveTo>
                <a:lnTo>
                  <a:pt x="64324" y="2467"/>
                </a:lnTo>
                <a:lnTo>
                  <a:pt x="64324" y="9866"/>
                </a:lnTo>
                <a:lnTo>
                  <a:pt x="81060" y="9866"/>
                </a:lnTo>
                <a:lnTo>
                  <a:pt x="82820" y="11630"/>
                </a:lnTo>
                <a:lnTo>
                  <a:pt x="82820" y="74537"/>
                </a:lnTo>
                <a:lnTo>
                  <a:pt x="98657" y="74537"/>
                </a:lnTo>
                <a:lnTo>
                  <a:pt x="98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8623" y="3154351"/>
            <a:ext cx="97155" cy="156210"/>
          </a:xfrm>
          <a:custGeom>
            <a:avLst/>
            <a:gdLst/>
            <a:ahLst/>
            <a:cxnLst/>
            <a:rect l="l" t="t" r="r" b="b"/>
            <a:pathLst>
              <a:path w="97154" h="156210">
                <a:moveTo>
                  <a:pt x="97092" y="144492"/>
                </a:moveTo>
                <a:lnTo>
                  <a:pt x="2642" y="144492"/>
                </a:lnTo>
                <a:lnTo>
                  <a:pt x="2642" y="155770"/>
                </a:lnTo>
                <a:lnTo>
                  <a:pt x="12772" y="155363"/>
                </a:lnTo>
                <a:lnTo>
                  <a:pt x="25792" y="155154"/>
                </a:lnTo>
                <a:lnTo>
                  <a:pt x="97092" y="155077"/>
                </a:lnTo>
                <a:lnTo>
                  <a:pt x="97092" y="144492"/>
                </a:lnTo>
                <a:close/>
              </a:path>
              <a:path w="97154" h="156210">
                <a:moveTo>
                  <a:pt x="97092" y="155077"/>
                </a:moveTo>
                <a:lnTo>
                  <a:pt x="60691" y="155077"/>
                </a:lnTo>
                <a:lnTo>
                  <a:pt x="73943" y="155154"/>
                </a:lnTo>
                <a:lnTo>
                  <a:pt x="86963" y="155363"/>
                </a:lnTo>
                <a:lnTo>
                  <a:pt x="97092" y="155770"/>
                </a:lnTo>
                <a:lnTo>
                  <a:pt x="97092" y="155077"/>
                </a:lnTo>
                <a:close/>
              </a:path>
              <a:path w="97154" h="156210">
                <a:moveTo>
                  <a:pt x="63965" y="21670"/>
                </a:moveTo>
                <a:lnTo>
                  <a:pt x="35594" y="21670"/>
                </a:lnTo>
                <a:lnTo>
                  <a:pt x="35594" y="144492"/>
                </a:lnTo>
                <a:lnTo>
                  <a:pt x="63965" y="144492"/>
                </a:lnTo>
                <a:lnTo>
                  <a:pt x="63965" y="21670"/>
                </a:lnTo>
                <a:close/>
              </a:path>
              <a:path w="97154" h="156210">
                <a:moveTo>
                  <a:pt x="63965" y="0"/>
                </a:moveTo>
                <a:lnTo>
                  <a:pt x="54625" y="0"/>
                </a:lnTo>
                <a:lnTo>
                  <a:pt x="52511" y="1758"/>
                </a:lnTo>
                <a:lnTo>
                  <a:pt x="38012" y="9603"/>
                </a:lnTo>
                <a:lnTo>
                  <a:pt x="23612" y="13631"/>
                </a:lnTo>
                <a:lnTo>
                  <a:pt x="11723" y="15115"/>
                </a:lnTo>
                <a:lnTo>
                  <a:pt x="4757" y="15327"/>
                </a:lnTo>
                <a:lnTo>
                  <a:pt x="0" y="15327"/>
                </a:lnTo>
                <a:lnTo>
                  <a:pt x="0" y="26429"/>
                </a:lnTo>
                <a:lnTo>
                  <a:pt x="4757" y="26429"/>
                </a:lnTo>
                <a:lnTo>
                  <a:pt x="9179" y="26330"/>
                </a:lnTo>
                <a:lnTo>
                  <a:pt x="16343" y="25768"/>
                </a:lnTo>
                <a:lnTo>
                  <a:pt x="25424" y="24347"/>
                </a:lnTo>
                <a:lnTo>
                  <a:pt x="35594" y="21670"/>
                </a:lnTo>
                <a:lnTo>
                  <a:pt x="63965" y="21670"/>
                </a:lnTo>
                <a:lnTo>
                  <a:pt x="63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512296" y="3139902"/>
            <a:ext cx="163195" cy="170815"/>
          </a:xfrm>
          <a:custGeom>
            <a:avLst/>
            <a:gdLst/>
            <a:ahLst/>
            <a:cxnLst/>
            <a:rect l="l" t="t" r="r" b="b"/>
            <a:pathLst>
              <a:path w="163194" h="170814">
                <a:moveTo>
                  <a:pt x="85286" y="0"/>
                </a:moveTo>
                <a:lnTo>
                  <a:pt x="77707" y="0"/>
                </a:lnTo>
                <a:lnTo>
                  <a:pt x="77003" y="1407"/>
                </a:lnTo>
                <a:lnTo>
                  <a:pt x="75772" y="4753"/>
                </a:lnTo>
                <a:lnTo>
                  <a:pt x="26606" y="146960"/>
                </a:lnTo>
                <a:lnTo>
                  <a:pt x="22474" y="154467"/>
                </a:lnTo>
                <a:lnTo>
                  <a:pt x="16541" y="159315"/>
                </a:lnTo>
                <a:lnTo>
                  <a:pt x="8988" y="161949"/>
                </a:lnTo>
                <a:lnTo>
                  <a:pt x="0" y="162816"/>
                </a:lnTo>
                <a:lnTo>
                  <a:pt x="0" y="170219"/>
                </a:lnTo>
                <a:lnTo>
                  <a:pt x="5462" y="169867"/>
                </a:lnTo>
                <a:lnTo>
                  <a:pt x="15680" y="169515"/>
                </a:lnTo>
                <a:lnTo>
                  <a:pt x="51452" y="169515"/>
                </a:lnTo>
                <a:lnTo>
                  <a:pt x="51452" y="162816"/>
                </a:lnTo>
                <a:lnTo>
                  <a:pt x="39648" y="162816"/>
                </a:lnTo>
                <a:lnTo>
                  <a:pt x="33656" y="156825"/>
                </a:lnTo>
                <a:lnTo>
                  <a:pt x="33656" y="149955"/>
                </a:lnTo>
                <a:lnTo>
                  <a:pt x="34009" y="147664"/>
                </a:lnTo>
                <a:lnTo>
                  <a:pt x="45110" y="115947"/>
                </a:lnTo>
                <a:lnTo>
                  <a:pt x="125388" y="115947"/>
                </a:lnTo>
                <a:lnTo>
                  <a:pt x="122824" y="108544"/>
                </a:lnTo>
                <a:lnTo>
                  <a:pt x="47753" y="108544"/>
                </a:lnTo>
                <a:lnTo>
                  <a:pt x="74359" y="31365"/>
                </a:lnTo>
                <a:lnTo>
                  <a:pt x="96091" y="31365"/>
                </a:lnTo>
                <a:lnTo>
                  <a:pt x="86874" y="4753"/>
                </a:lnTo>
                <a:lnTo>
                  <a:pt x="85286" y="0"/>
                </a:lnTo>
                <a:close/>
              </a:path>
              <a:path w="163194" h="170814">
                <a:moveTo>
                  <a:pt x="51452" y="169515"/>
                </a:moveTo>
                <a:lnTo>
                  <a:pt x="24138" y="169515"/>
                </a:lnTo>
                <a:lnTo>
                  <a:pt x="30464" y="169576"/>
                </a:lnTo>
                <a:lnTo>
                  <a:pt x="37730" y="169735"/>
                </a:lnTo>
                <a:lnTo>
                  <a:pt x="51452" y="170219"/>
                </a:lnTo>
                <a:lnTo>
                  <a:pt x="51452" y="169515"/>
                </a:lnTo>
                <a:close/>
              </a:path>
              <a:path w="163194" h="170814">
                <a:moveTo>
                  <a:pt x="162821" y="162816"/>
                </a:moveTo>
                <a:lnTo>
                  <a:pt x="97443" y="162816"/>
                </a:lnTo>
                <a:lnTo>
                  <a:pt x="97443" y="170219"/>
                </a:lnTo>
                <a:lnTo>
                  <a:pt x="105089" y="169812"/>
                </a:lnTo>
                <a:lnTo>
                  <a:pt x="114337" y="169603"/>
                </a:lnTo>
                <a:lnTo>
                  <a:pt x="162821" y="169515"/>
                </a:lnTo>
                <a:lnTo>
                  <a:pt x="162821" y="162816"/>
                </a:lnTo>
                <a:close/>
              </a:path>
              <a:path w="163194" h="170814">
                <a:moveTo>
                  <a:pt x="162821" y="169515"/>
                </a:moveTo>
                <a:lnTo>
                  <a:pt x="131627" y="169515"/>
                </a:lnTo>
                <a:lnTo>
                  <a:pt x="139401" y="169551"/>
                </a:lnTo>
                <a:lnTo>
                  <a:pt x="147290" y="169669"/>
                </a:lnTo>
                <a:lnTo>
                  <a:pt x="155147" y="169886"/>
                </a:lnTo>
                <a:lnTo>
                  <a:pt x="162821" y="170219"/>
                </a:lnTo>
                <a:lnTo>
                  <a:pt x="162821" y="169515"/>
                </a:lnTo>
                <a:close/>
              </a:path>
              <a:path w="163194" h="170814">
                <a:moveTo>
                  <a:pt x="125388" y="115947"/>
                </a:moveTo>
                <a:lnTo>
                  <a:pt x="103789" y="115947"/>
                </a:lnTo>
                <a:lnTo>
                  <a:pt x="116475" y="152422"/>
                </a:lnTo>
                <a:lnTo>
                  <a:pt x="116652" y="153302"/>
                </a:lnTo>
                <a:lnTo>
                  <a:pt x="117088" y="154467"/>
                </a:lnTo>
                <a:lnTo>
                  <a:pt x="117179" y="162816"/>
                </a:lnTo>
                <a:lnTo>
                  <a:pt x="144141" y="162816"/>
                </a:lnTo>
                <a:lnTo>
                  <a:pt x="140969" y="161234"/>
                </a:lnTo>
                <a:lnTo>
                  <a:pt x="138327" y="153302"/>
                </a:lnTo>
                <a:lnTo>
                  <a:pt x="125388" y="115947"/>
                </a:lnTo>
                <a:close/>
              </a:path>
              <a:path w="163194" h="170814">
                <a:moveTo>
                  <a:pt x="96091" y="31365"/>
                </a:moveTo>
                <a:lnTo>
                  <a:pt x="74359" y="31365"/>
                </a:lnTo>
                <a:lnTo>
                  <a:pt x="101146" y="108544"/>
                </a:lnTo>
                <a:lnTo>
                  <a:pt x="122824" y="108544"/>
                </a:lnTo>
                <a:lnTo>
                  <a:pt x="96091" y="3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90446" y="3145184"/>
            <a:ext cx="53340" cy="165100"/>
          </a:xfrm>
          <a:custGeom>
            <a:avLst/>
            <a:gdLst/>
            <a:ahLst/>
            <a:cxnLst/>
            <a:rect l="l" t="t" r="r" b="b"/>
            <a:pathLst>
              <a:path w="53339" h="165100">
                <a:moveTo>
                  <a:pt x="52865" y="157534"/>
                </a:moveTo>
                <a:lnTo>
                  <a:pt x="0" y="157534"/>
                </a:lnTo>
                <a:lnTo>
                  <a:pt x="0" y="164937"/>
                </a:lnTo>
                <a:lnTo>
                  <a:pt x="13942" y="164453"/>
                </a:lnTo>
                <a:lnTo>
                  <a:pt x="20888" y="164294"/>
                </a:lnTo>
                <a:lnTo>
                  <a:pt x="26429" y="164233"/>
                </a:lnTo>
                <a:lnTo>
                  <a:pt x="52865" y="164233"/>
                </a:lnTo>
                <a:lnTo>
                  <a:pt x="52865" y="157534"/>
                </a:lnTo>
                <a:close/>
              </a:path>
              <a:path w="53339" h="165100">
                <a:moveTo>
                  <a:pt x="52865" y="164233"/>
                </a:moveTo>
                <a:lnTo>
                  <a:pt x="26429" y="164233"/>
                </a:lnTo>
                <a:lnTo>
                  <a:pt x="31848" y="164294"/>
                </a:lnTo>
                <a:lnTo>
                  <a:pt x="38590" y="164453"/>
                </a:lnTo>
                <a:lnTo>
                  <a:pt x="52865" y="164937"/>
                </a:lnTo>
                <a:lnTo>
                  <a:pt x="52865" y="164233"/>
                </a:lnTo>
                <a:close/>
              </a:path>
              <a:path w="53339" h="165100">
                <a:moveTo>
                  <a:pt x="34359" y="0"/>
                </a:moveTo>
                <a:lnTo>
                  <a:pt x="0" y="2642"/>
                </a:lnTo>
                <a:lnTo>
                  <a:pt x="0" y="9870"/>
                </a:lnTo>
                <a:lnTo>
                  <a:pt x="16739" y="9870"/>
                </a:lnTo>
                <a:lnTo>
                  <a:pt x="18680" y="11634"/>
                </a:lnTo>
                <a:lnTo>
                  <a:pt x="18680" y="157534"/>
                </a:lnTo>
                <a:lnTo>
                  <a:pt x="34359" y="157534"/>
                </a:lnTo>
                <a:lnTo>
                  <a:pt x="343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55996" y="3151003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5" y="151715"/>
                </a:moveTo>
                <a:lnTo>
                  <a:pt x="0" y="151715"/>
                </a:lnTo>
                <a:lnTo>
                  <a:pt x="0" y="159118"/>
                </a:lnTo>
                <a:lnTo>
                  <a:pt x="13788" y="158634"/>
                </a:lnTo>
                <a:lnTo>
                  <a:pt x="20766" y="158475"/>
                </a:lnTo>
                <a:lnTo>
                  <a:pt x="26258" y="158414"/>
                </a:lnTo>
                <a:lnTo>
                  <a:pt x="50925" y="158414"/>
                </a:lnTo>
                <a:lnTo>
                  <a:pt x="50925" y="151715"/>
                </a:lnTo>
                <a:close/>
              </a:path>
              <a:path w="51435" h="159385">
                <a:moveTo>
                  <a:pt x="50925" y="158414"/>
                </a:moveTo>
                <a:lnTo>
                  <a:pt x="34536" y="158414"/>
                </a:lnTo>
                <a:lnTo>
                  <a:pt x="50925" y="159118"/>
                </a:lnTo>
                <a:lnTo>
                  <a:pt x="50925" y="158414"/>
                </a:lnTo>
                <a:close/>
              </a:path>
              <a:path w="51435" h="159385">
                <a:moveTo>
                  <a:pt x="34184" y="54096"/>
                </a:moveTo>
                <a:lnTo>
                  <a:pt x="1060" y="56564"/>
                </a:lnTo>
                <a:lnTo>
                  <a:pt x="1060" y="63962"/>
                </a:lnTo>
                <a:lnTo>
                  <a:pt x="16388" y="63962"/>
                </a:lnTo>
                <a:lnTo>
                  <a:pt x="18503" y="65374"/>
                </a:lnTo>
                <a:lnTo>
                  <a:pt x="18503" y="151715"/>
                </a:lnTo>
                <a:lnTo>
                  <a:pt x="35245" y="151715"/>
                </a:lnTo>
                <a:lnTo>
                  <a:pt x="34184" y="150483"/>
                </a:lnTo>
                <a:lnTo>
                  <a:pt x="34184" y="54096"/>
                </a:lnTo>
                <a:close/>
              </a:path>
              <a:path w="51435" h="159385">
                <a:moveTo>
                  <a:pt x="29254" y="0"/>
                </a:moveTo>
                <a:lnTo>
                  <a:pt x="15332" y="0"/>
                </a:lnTo>
                <a:lnTo>
                  <a:pt x="10045" y="6518"/>
                </a:lnTo>
                <a:lnTo>
                  <a:pt x="10045" y="19027"/>
                </a:lnTo>
                <a:lnTo>
                  <a:pt x="15332" y="25194"/>
                </a:lnTo>
                <a:lnTo>
                  <a:pt x="29254" y="25194"/>
                </a:lnTo>
                <a:lnTo>
                  <a:pt x="35245" y="20264"/>
                </a:lnTo>
                <a:lnTo>
                  <a:pt x="35245" y="5106"/>
                </a:lnTo>
                <a:lnTo>
                  <a:pt x="29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22254" y="3203687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5" h="109220">
                <a:moveTo>
                  <a:pt x="5462" y="65906"/>
                </a:moveTo>
                <a:lnTo>
                  <a:pt x="0" y="65906"/>
                </a:lnTo>
                <a:lnTo>
                  <a:pt x="0" y="109076"/>
                </a:lnTo>
                <a:lnTo>
                  <a:pt x="3698" y="109076"/>
                </a:lnTo>
                <a:lnTo>
                  <a:pt x="8986" y="103790"/>
                </a:lnTo>
                <a:lnTo>
                  <a:pt x="8986" y="103262"/>
                </a:lnTo>
                <a:lnTo>
                  <a:pt x="13213" y="98854"/>
                </a:lnTo>
                <a:lnTo>
                  <a:pt x="23060" y="98854"/>
                </a:lnTo>
                <a:lnTo>
                  <a:pt x="17092" y="94472"/>
                </a:lnTo>
                <a:lnTo>
                  <a:pt x="10627" y="83792"/>
                </a:lnTo>
                <a:lnTo>
                  <a:pt x="6342" y="69956"/>
                </a:lnTo>
                <a:lnTo>
                  <a:pt x="5638" y="66962"/>
                </a:lnTo>
                <a:lnTo>
                  <a:pt x="5462" y="65906"/>
                </a:lnTo>
                <a:close/>
              </a:path>
              <a:path w="78105" h="109220">
                <a:moveTo>
                  <a:pt x="23060" y="98854"/>
                </a:moveTo>
                <a:lnTo>
                  <a:pt x="13213" y="98854"/>
                </a:lnTo>
                <a:lnTo>
                  <a:pt x="21058" y="104615"/>
                </a:lnTo>
                <a:lnTo>
                  <a:pt x="28390" y="107666"/>
                </a:lnTo>
                <a:lnTo>
                  <a:pt x="34699" y="108867"/>
                </a:lnTo>
                <a:lnTo>
                  <a:pt x="39471" y="109076"/>
                </a:lnTo>
                <a:lnTo>
                  <a:pt x="56967" y="106303"/>
                </a:lnTo>
                <a:lnTo>
                  <a:pt x="61005" y="103790"/>
                </a:lnTo>
                <a:lnTo>
                  <a:pt x="39471" y="103790"/>
                </a:lnTo>
                <a:lnTo>
                  <a:pt x="26465" y="101353"/>
                </a:lnTo>
                <a:lnTo>
                  <a:pt x="23060" y="98854"/>
                </a:lnTo>
                <a:close/>
              </a:path>
              <a:path w="78105" h="109220">
                <a:moveTo>
                  <a:pt x="51276" y="0"/>
                </a:moveTo>
                <a:lnTo>
                  <a:pt x="38059" y="0"/>
                </a:lnTo>
                <a:lnTo>
                  <a:pt x="19847" y="2684"/>
                </a:lnTo>
                <a:lnTo>
                  <a:pt x="8127" y="9582"/>
                </a:lnTo>
                <a:lnTo>
                  <a:pt x="1858" y="18958"/>
                </a:lnTo>
                <a:lnTo>
                  <a:pt x="0" y="29077"/>
                </a:lnTo>
                <a:lnTo>
                  <a:pt x="0" y="37536"/>
                </a:lnTo>
                <a:lnTo>
                  <a:pt x="41583" y="60267"/>
                </a:lnTo>
                <a:lnTo>
                  <a:pt x="47594" y="61723"/>
                </a:lnTo>
                <a:lnTo>
                  <a:pt x="55834" y="65177"/>
                </a:lnTo>
                <a:lnTo>
                  <a:pt x="63117" y="71638"/>
                </a:lnTo>
                <a:lnTo>
                  <a:pt x="66253" y="82114"/>
                </a:lnTo>
                <a:lnTo>
                  <a:pt x="64670" y="90631"/>
                </a:lnTo>
                <a:lnTo>
                  <a:pt x="59800" y="97513"/>
                </a:lnTo>
                <a:lnTo>
                  <a:pt x="51460" y="102114"/>
                </a:lnTo>
                <a:lnTo>
                  <a:pt x="39471" y="103790"/>
                </a:lnTo>
                <a:lnTo>
                  <a:pt x="61005" y="103790"/>
                </a:lnTo>
                <a:lnTo>
                  <a:pt x="68830" y="98921"/>
                </a:lnTo>
                <a:lnTo>
                  <a:pt x="75573" y="88334"/>
                </a:lnTo>
                <a:lnTo>
                  <a:pt x="77707" y="75947"/>
                </a:lnTo>
                <a:lnTo>
                  <a:pt x="77707" y="63439"/>
                </a:lnTo>
                <a:lnTo>
                  <a:pt x="30380" y="39727"/>
                </a:lnTo>
                <a:lnTo>
                  <a:pt x="20945" y="36410"/>
                </a:lnTo>
                <a:lnTo>
                  <a:pt x="13989" y="31010"/>
                </a:lnTo>
                <a:lnTo>
                  <a:pt x="11277" y="22555"/>
                </a:lnTo>
                <a:lnTo>
                  <a:pt x="12587" y="16151"/>
                </a:lnTo>
                <a:lnTo>
                  <a:pt x="17003" y="10309"/>
                </a:lnTo>
                <a:lnTo>
                  <a:pt x="25251" y="6053"/>
                </a:lnTo>
                <a:lnTo>
                  <a:pt x="38059" y="4406"/>
                </a:lnTo>
                <a:lnTo>
                  <a:pt x="57347" y="4406"/>
                </a:lnTo>
                <a:lnTo>
                  <a:pt x="51276" y="0"/>
                </a:lnTo>
                <a:close/>
              </a:path>
              <a:path w="78105" h="109220">
                <a:moveTo>
                  <a:pt x="57347" y="4406"/>
                </a:moveTo>
                <a:lnTo>
                  <a:pt x="38059" y="4406"/>
                </a:lnTo>
                <a:lnTo>
                  <a:pt x="53334" y="7878"/>
                </a:lnTo>
                <a:lnTo>
                  <a:pt x="61539" y="16058"/>
                </a:lnTo>
                <a:lnTo>
                  <a:pt x="64921" y="25592"/>
                </a:lnTo>
                <a:lnTo>
                  <a:pt x="65726" y="33129"/>
                </a:lnTo>
                <a:lnTo>
                  <a:pt x="66078" y="35245"/>
                </a:lnTo>
                <a:lnTo>
                  <a:pt x="71716" y="35245"/>
                </a:lnTo>
                <a:lnTo>
                  <a:pt x="71716" y="6522"/>
                </a:lnTo>
                <a:lnTo>
                  <a:pt x="60262" y="6522"/>
                </a:lnTo>
                <a:lnTo>
                  <a:pt x="57347" y="4406"/>
                </a:lnTo>
                <a:close/>
              </a:path>
              <a:path w="78105" h="109220">
                <a:moveTo>
                  <a:pt x="71716" y="0"/>
                </a:moveTo>
                <a:lnTo>
                  <a:pt x="67489" y="0"/>
                </a:lnTo>
                <a:lnTo>
                  <a:pt x="64317" y="2819"/>
                </a:lnTo>
                <a:lnTo>
                  <a:pt x="63610" y="3703"/>
                </a:lnTo>
                <a:lnTo>
                  <a:pt x="61318" y="5814"/>
                </a:lnTo>
                <a:lnTo>
                  <a:pt x="60262" y="6522"/>
                </a:lnTo>
                <a:lnTo>
                  <a:pt x="71716" y="6522"/>
                </a:lnTo>
                <a:lnTo>
                  <a:pt x="71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14411" y="3145184"/>
            <a:ext cx="114935" cy="165100"/>
          </a:xfrm>
          <a:custGeom>
            <a:avLst/>
            <a:gdLst/>
            <a:ahLst/>
            <a:cxnLst/>
            <a:rect l="l" t="t" r="r" b="b"/>
            <a:pathLst>
              <a:path w="114935" h="165100">
                <a:moveTo>
                  <a:pt x="51984" y="157534"/>
                </a:moveTo>
                <a:lnTo>
                  <a:pt x="0" y="157534"/>
                </a:lnTo>
                <a:lnTo>
                  <a:pt x="0" y="164937"/>
                </a:lnTo>
                <a:lnTo>
                  <a:pt x="13217" y="164453"/>
                </a:lnTo>
                <a:lnTo>
                  <a:pt x="19974" y="164294"/>
                </a:lnTo>
                <a:lnTo>
                  <a:pt x="25906" y="164233"/>
                </a:lnTo>
                <a:lnTo>
                  <a:pt x="51984" y="164233"/>
                </a:lnTo>
                <a:lnTo>
                  <a:pt x="51984" y="157534"/>
                </a:lnTo>
                <a:close/>
              </a:path>
              <a:path w="114935" h="165100">
                <a:moveTo>
                  <a:pt x="51984" y="164233"/>
                </a:moveTo>
                <a:lnTo>
                  <a:pt x="25906" y="164233"/>
                </a:lnTo>
                <a:lnTo>
                  <a:pt x="31615" y="164269"/>
                </a:lnTo>
                <a:lnTo>
                  <a:pt x="38019" y="164387"/>
                </a:lnTo>
                <a:lnTo>
                  <a:pt x="44885" y="164604"/>
                </a:lnTo>
                <a:lnTo>
                  <a:pt x="51984" y="164937"/>
                </a:lnTo>
                <a:lnTo>
                  <a:pt x="51984" y="164233"/>
                </a:lnTo>
                <a:close/>
              </a:path>
              <a:path w="114935" h="165100">
                <a:moveTo>
                  <a:pt x="66373" y="109253"/>
                </a:moveTo>
                <a:lnTo>
                  <a:pt x="48638" y="109253"/>
                </a:lnTo>
                <a:lnTo>
                  <a:pt x="60801" y="125979"/>
                </a:lnTo>
                <a:lnTo>
                  <a:pt x="69694" y="138526"/>
                </a:lnTo>
                <a:lnTo>
                  <a:pt x="75151" y="147141"/>
                </a:lnTo>
                <a:lnTo>
                  <a:pt x="77007" y="152071"/>
                </a:lnTo>
                <a:lnTo>
                  <a:pt x="77007" y="156654"/>
                </a:lnTo>
                <a:lnTo>
                  <a:pt x="72952" y="157534"/>
                </a:lnTo>
                <a:lnTo>
                  <a:pt x="68372" y="157534"/>
                </a:lnTo>
                <a:lnTo>
                  <a:pt x="68372" y="164937"/>
                </a:lnTo>
                <a:lnTo>
                  <a:pt x="74498" y="164679"/>
                </a:lnTo>
                <a:lnTo>
                  <a:pt x="88865" y="164294"/>
                </a:lnTo>
                <a:lnTo>
                  <a:pt x="94100" y="164233"/>
                </a:lnTo>
                <a:lnTo>
                  <a:pt x="114715" y="164233"/>
                </a:lnTo>
                <a:lnTo>
                  <a:pt x="114715" y="157534"/>
                </a:lnTo>
                <a:lnTo>
                  <a:pt x="108655" y="157336"/>
                </a:lnTo>
                <a:lnTo>
                  <a:pt x="103239" y="155949"/>
                </a:lnTo>
                <a:lnTo>
                  <a:pt x="97791" y="152183"/>
                </a:lnTo>
                <a:lnTo>
                  <a:pt x="91633" y="144849"/>
                </a:lnTo>
                <a:lnTo>
                  <a:pt x="66373" y="109253"/>
                </a:lnTo>
                <a:close/>
              </a:path>
              <a:path w="114935" h="165100">
                <a:moveTo>
                  <a:pt x="114715" y="164233"/>
                </a:moveTo>
                <a:lnTo>
                  <a:pt x="100970" y="164233"/>
                </a:lnTo>
                <a:lnTo>
                  <a:pt x="107845" y="164409"/>
                </a:lnTo>
                <a:lnTo>
                  <a:pt x="114715" y="164937"/>
                </a:lnTo>
                <a:lnTo>
                  <a:pt x="114715" y="164233"/>
                </a:lnTo>
                <a:close/>
              </a:path>
              <a:path w="114935" h="165100">
                <a:moveTo>
                  <a:pt x="34188" y="0"/>
                </a:moveTo>
                <a:lnTo>
                  <a:pt x="0" y="2642"/>
                </a:lnTo>
                <a:lnTo>
                  <a:pt x="0" y="9870"/>
                </a:lnTo>
                <a:lnTo>
                  <a:pt x="16564" y="9870"/>
                </a:lnTo>
                <a:lnTo>
                  <a:pt x="18503" y="11634"/>
                </a:lnTo>
                <a:lnTo>
                  <a:pt x="18503" y="157534"/>
                </a:lnTo>
                <a:lnTo>
                  <a:pt x="33481" y="157534"/>
                </a:lnTo>
                <a:lnTo>
                  <a:pt x="33481" y="122294"/>
                </a:lnTo>
                <a:lnTo>
                  <a:pt x="43107" y="114011"/>
                </a:lnTo>
                <a:lnTo>
                  <a:pt x="34188" y="114011"/>
                </a:lnTo>
                <a:lnTo>
                  <a:pt x="34188" y="0"/>
                </a:lnTo>
                <a:close/>
              </a:path>
              <a:path w="114935" h="165100">
                <a:moveTo>
                  <a:pt x="65906" y="62383"/>
                </a:moveTo>
                <a:lnTo>
                  <a:pt x="65906" y="69781"/>
                </a:lnTo>
                <a:lnTo>
                  <a:pt x="70485" y="70133"/>
                </a:lnTo>
                <a:lnTo>
                  <a:pt x="72952" y="72600"/>
                </a:lnTo>
                <a:lnTo>
                  <a:pt x="72952" y="80530"/>
                </a:lnTo>
                <a:lnTo>
                  <a:pt x="69604" y="83351"/>
                </a:lnTo>
                <a:lnTo>
                  <a:pt x="67665" y="85114"/>
                </a:lnTo>
                <a:lnTo>
                  <a:pt x="34188" y="114011"/>
                </a:lnTo>
                <a:lnTo>
                  <a:pt x="43107" y="114011"/>
                </a:lnTo>
                <a:lnTo>
                  <a:pt x="48638" y="109253"/>
                </a:lnTo>
                <a:lnTo>
                  <a:pt x="66373" y="109253"/>
                </a:lnTo>
                <a:lnTo>
                  <a:pt x="61498" y="102382"/>
                </a:lnTo>
                <a:lnTo>
                  <a:pt x="61323" y="101855"/>
                </a:lnTo>
                <a:lnTo>
                  <a:pt x="60091" y="100443"/>
                </a:lnTo>
                <a:lnTo>
                  <a:pt x="60091" y="99739"/>
                </a:lnTo>
                <a:lnTo>
                  <a:pt x="62770" y="96969"/>
                </a:lnTo>
                <a:lnTo>
                  <a:pt x="98041" y="71785"/>
                </a:lnTo>
                <a:lnTo>
                  <a:pt x="109253" y="69781"/>
                </a:lnTo>
                <a:lnTo>
                  <a:pt x="109253" y="63087"/>
                </a:lnTo>
                <a:lnTo>
                  <a:pt x="92688" y="63087"/>
                </a:lnTo>
                <a:lnTo>
                  <a:pt x="85331" y="63026"/>
                </a:lnTo>
                <a:lnTo>
                  <a:pt x="77314" y="62867"/>
                </a:lnTo>
                <a:lnTo>
                  <a:pt x="70288" y="62642"/>
                </a:lnTo>
                <a:lnTo>
                  <a:pt x="65906" y="62383"/>
                </a:lnTo>
                <a:close/>
              </a:path>
              <a:path w="114935" h="165100">
                <a:moveTo>
                  <a:pt x="109253" y="62383"/>
                </a:moveTo>
                <a:lnTo>
                  <a:pt x="102382" y="63087"/>
                </a:lnTo>
                <a:lnTo>
                  <a:pt x="109253" y="63087"/>
                </a:lnTo>
                <a:lnTo>
                  <a:pt x="109253" y="623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41284" y="3151003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49" y="151715"/>
                </a:moveTo>
                <a:lnTo>
                  <a:pt x="0" y="151715"/>
                </a:lnTo>
                <a:lnTo>
                  <a:pt x="0" y="159118"/>
                </a:lnTo>
                <a:lnTo>
                  <a:pt x="13768" y="158634"/>
                </a:lnTo>
                <a:lnTo>
                  <a:pt x="20693" y="158475"/>
                </a:lnTo>
                <a:lnTo>
                  <a:pt x="26081" y="158414"/>
                </a:lnTo>
                <a:lnTo>
                  <a:pt x="50749" y="158414"/>
                </a:lnTo>
                <a:lnTo>
                  <a:pt x="50749" y="151715"/>
                </a:lnTo>
                <a:close/>
              </a:path>
              <a:path w="50800" h="159385">
                <a:moveTo>
                  <a:pt x="50749" y="158414"/>
                </a:moveTo>
                <a:lnTo>
                  <a:pt x="34364" y="158414"/>
                </a:lnTo>
                <a:lnTo>
                  <a:pt x="50749" y="159118"/>
                </a:lnTo>
                <a:lnTo>
                  <a:pt x="50749" y="158414"/>
                </a:lnTo>
                <a:close/>
              </a:path>
              <a:path w="50800" h="159385">
                <a:moveTo>
                  <a:pt x="34189" y="54096"/>
                </a:moveTo>
                <a:lnTo>
                  <a:pt x="883" y="56564"/>
                </a:lnTo>
                <a:lnTo>
                  <a:pt x="883" y="63962"/>
                </a:lnTo>
                <a:lnTo>
                  <a:pt x="16388" y="63962"/>
                </a:lnTo>
                <a:lnTo>
                  <a:pt x="18503" y="65374"/>
                </a:lnTo>
                <a:lnTo>
                  <a:pt x="18503" y="151715"/>
                </a:lnTo>
                <a:lnTo>
                  <a:pt x="35068" y="151715"/>
                </a:lnTo>
                <a:lnTo>
                  <a:pt x="34189" y="150483"/>
                </a:lnTo>
                <a:lnTo>
                  <a:pt x="34189" y="54096"/>
                </a:lnTo>
                <a:close/>
              </a:path>
              <a:path w="50800" h="159385">
                <a:moveTo>
                  <a:pt x="29254" y="0"/>
                </a:moveTo>
                <a:lnTo>
                  <a:pt x="15156" y="0"/>
                </a:lnTo>
                <a:lnTo>
                  <a:pt x="9870" y="6518"/>
                </a:lnTo>
                <a:lnTo>
                  <a:pt x="9870" y="19027"/>
                </a:lnTo>
                <a:lnTo>
                  <a:pt x="15156" y="25194"/>
                </a:lnTo>
                <a:lnTo>
                  <a:pt x="29254" y="25194"/>
                </a:lnTo>
                <a:lnTo>
                  <a:pt x="35068" y="20264"/>
                </a:lnTo>
                <a:lnTo>
                  <a:pt x="35068" y="5106"/>
                </a:lnTo>
                <a:lnTo>
                  <a:pt x="29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05602" y="3205100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73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14493" y="104537"/>
                </a:lnTo>
                <a:lnTo>
                  <a:pt x="21360" y="104378"/>
                </a:lnTo>
                <a:lnTo>
                  <a:pt x="27138" y="104317"/>
                </a:lnTo>
                <a:lnTo>
                  <a:pt x="57273" y="104317"/>
                </a:lnTo>
                <a:lnTo>
                  <a:pt x="57273" y="97618"/>
                </a:lnTo>
                <a:close/>
              </a:path>
              <a:path w="80010" h="105410">
                <a:moveTo>
                  <a:pt x="57273" y="104317"/>
                </a:moveTo>
                <a:lnTo>
                  <a:pt x="27138" y="104317"/>
                </a:lnTo>
                <a:lnTo>
                  <a:pt x="42204" y="104405"/>
                </a:lnTo>
                <a:lnTo>
                  <a:pt x="49886" y="104614"/>
                </a:lnTo>
                <a:lnTo>
                  <a:pt x="57273" y="105021"/>
                </a:lnTo>
                <a:lnTo>
                  <a:pt x="57273" y="104317"/>
                </a:lnTo>
                <a:close/>
              </a:path>
              <a:path w="80010" h="105410">
                <a:moveTo>
                  <a:pt x="32953" y="0"/>
                </a:moveTo>
                <a:lnTo>
                  <a:pt x="0" y="2467"/>
                </a:lnTo>
                <a:lnTo>
                  <a:pt x="0" y="9865"/>
                </a:lnTo>
                <a:lnTo>
                  <a:pt x="16565" y="9865"/>
                </a:lnTo>
                <a:lnTo>
                  <a:pt x="18505" y="11629"/>
                </a:lnTo>
                <a:lnTo>
                  <a:pt x="18505" y="97618"/>
                </a:lnTo>
                <a:lnTo>
                  <a:pt x="34717" y="97618"/>
                </a:lnTo>
                <a:lnTo>
                  <a:pt x="34184" y="94975"/>
                </a:lnTo>
                <a:lnTo>
                  <a:pt x="34184" y="49864"/>
                </a:lnTo>
                <a:lnTo>
                  <a:pt x="36035" y="32910"/>
                </a:lnTo>
                <a:lnTo>
                  <a:pt x="38628" y="26078"/>
                </a:lnTo>
                <a:lnTo>
                  <a:pt x="32953" y="26078"/>
                </a:lnTo>
                <a:lnTo>
                  <a:pt x="32953" y="0"/>
                </a:lnTo>
                <a:close/>
              </a:path>
              <a:path w="80010" h="105410">
                <a:moveTo>
                  <a:pt x="72425" y="0"/>
                </a:moveTo>
                <a:lnTo>
                  <a:pt x="62203" y="0"/>
                </a:lnTo>
                <a:lnTo>
                  <a:pt x="50818" y="2637"/>
                </a:lnTo>
                <a:lnTo>
                  <a:pt x="42357" y="9205"/>
                </a:lnTo>
                <a:lnTo>
                  <a:pt x="36507" y="17690"/>
                </a:lnTo>
                <a:lnTo>
                  <a:pt x="32953" y="26078"/>
                </a:lnTo>
                <a:lnTo>
                  <a:pt x="38628" y="26078"/>
                </a:lnTo>
                <a:lnTo>
                  <a:pt x="41454" y="18633"/>
                </a:lnTo>
                <a:lnTo>
                  <a:pt x="50243" y="8782"/>
                </a:lnTo>
                <a:lnTo>
                  <a:pt x="62203" y="5110"/>
                </a:lnTo>
                <a:lnTo>
                  <a:pt x="77932" y="5110"/>
                </a:lnTo>
                <a:lnTo>
                  <a:pt x="72425" y="0"/>
                </a:lnTo>
                <a:close/>
              </a:path>
              <a:path w="80010" h="105410">
                <a:moveTo>
                  <a:pt x="77932" y="5110"/>
                </a:moveTo>
                <a:lnTo>
                  <a:pt x="64319" y="5110"/>
                </a:lnTo>
                <a:lnTo>
                  <a:pt x="64846" y="5462"/>
                </a:lnTo>
                <a:lnTo>
                  <a:pt x="64143" y="5638"/>
                </a:lnTo>
                <a:lnTo>
                  <a:pt x="59383" y="8456"/>
                </a:lnTo>
                <a:lnTo>
                  <a:pt x="59383" y="21319"/>
                </a:lnTo>
                <a:lnTo>
                  <a:pt x="64319" y="24846"/>
                </a:lnTo>
                <a:lnTo>
                  <a:pt x="73832" y="24846"/>
                </a:lnTo>
                <a:lnTo>
                  <a:pt x="79828" y="22026"/>
                </a:lnTo>
                <a:lnTo>
                  <a:pt x="79828" y="6869"/>
                </a:lnTo>
                <a:lnTo>
                  <a:pt x="77932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98818" y="3203687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517" y="0"/>
                </a:moveTo>
                <a:lnTo>
                  <a:pt x="30108" y="4265"/>
                </a:lnTo>
                <a:lnTo>
                  <a:pt x="14384" y="15881"/>
                </a:lnTo>
                <a:lnTo>
                  <a:pt x="3846" y="33081"/>
                </a:lnTo>
                <a:lnTo>
                  <a:pt x="0" y="54096"/>
                </a:lnTo>
                <a:lnTo>
                  <a:pt x="4336" y="76144"/>
                </a:lnTo>
                <a:lnTo>
                  <a:pt x="15925" y="93548"/>
                </a:lnTo>
                <a:lnTo>
                  <a:pt x="32636" y="104971"/>
                </a:lnTo>
                <a:lnTo>
                  <a:pt x="52336" y="109076"/>
                </a:lnTo>
                <a:lnTo>
                  <a:pt x="70797" y="104875"/>
                </a:lnTo>
                <a:lnTo>
                  <a:pt x="73086" y="103085"/>
                </a:lnTo>
                <a:lnTo>
                  <a:pt x="53745" y="103085"/>
                </a:lnTo>
                <a:lnTo>
                  <a:pt x="45347" y="101821"/>
                </a:lnTo>
                <a:lnTo>
                  <a:pt x="20639" y="68283"/>
                </a:lnTo>
                <a:lnTo>
                  <a:pt x="19735" y="51452"/>
                </a:lnTo>
                <a:lnTo>
                  <a:pt x="91984" y="51452"/>
                </a:lnTo>
                <a:lnTo>
                  <a:pt x="91984" y="46522"/>
                </a:lnTo>
                <a:lnTo>
                  <a:pt x="20087" y="46522"/>
                </a:lnTo>
                <a:lnTo>
                  <a:pt x="24141" y="25108"/>
                </a:lnTo>
                <a:lnTo>
                  <a:pt x="32292" y="12533"/>
                </a:lnTo>
                <a:lnTo>
                  <a:pt x="41698" y="6599"/>
                </a:lnTo>
                <a:lnTo>
                  <a:pt x="49517" y="5110"/>
                </a:lnTo>
                <a:lnTo>
                  <a:pt x="70182" y="5110"/>
                </a:lnTo>
                <a:lnTo>
                  <a:pt x="68715" y="3948"/>
                </a:lnTo>
                <a:lnTo>
                  <a:pt x="49517" y="0"/>
                </a:lnTo>
                <a:close/>
              </a:path>
              <a:path w="92075" h="109220">
                <a:moveTo>
                  <a:pt x="90220" y="75243"/>
                </a:moveTo>
                <a:lnTo>
                  <a:pt x="86874" y="75243"/>
                </a:lnTo>
                <a:lnTo>
                  <a:pt x="86346" y="76652"/>
                </a:lnTo>
                <a:lnTo>
                  <a:pt x="85817" y="78591"/>
                </a:lnTo>
                <a:lnTo>
                  <a:pt x="77659" y="92752"/>
                </a:lnTo>
                <a:lnTo>
                  <a:pt x="67601" y="100024"/>
                </a:lnTo>
                <a:lnTo>
                  <a:pt x="58632" y="102703"/>
                </a:lnTo>
                <a:lnTo>
                  <a:pt x="53745" y="103085"/>
                </a:lnTo>
                <a:lnTo>
                  <a:pt x="73086" y="103085"/>
                </a:lnTo>
                <a:lnTo>
                  <a:pt x="83063" y="95288"/>
                </a:lnTo>
                <a:lnTo>
                  <a:pt x="89878" y="84842"/>
                </a:lnTo>
                <a:lnTo>
                  <a:pt x="91984" y="78063"/>
                </a:lnTo>
                <a:lnTo>
                  <a:pt x="91984" y="75772"/>
                </a:lnTo>
                <a:lnTo>
                  <a:pt x="90220" y="75243"/>
                </a:lnTo>
                <a:close/>
              </a:path>
              <a:path w="92075" h="109220">
                <a:moveTo>
                  <a:pt x="70182" y="5110"/>
                </a:moveTo>
                <a:lnTo>
                  <a:pt x="49517" y="5110"/>
                </a:lnTo>
                <a:lnTo>
                  <a:pt x="64036" y="10267"/>
                </a:lnTo>
                <a:lnTo>
                  <a:pt x="72094" y="22312"/>
                </a:lnTo>
                <a:lnTo>
                  <a:pt x="75559" y="36110"/>
                </a:lnTo>
                <a:lnTo>
                  <a:pt x="76299" y="46522"/>
                </a:lnTo>
                <a:lnTo>
                  <a:pt x="91984" y="46522"/>
                </a:lnTo>
                <a:lnTo>
                  <a:pt x="89536" y="29290"/>
                </a:lnTo>
                <a:lnTo>
                  <a:pt x="81917" y="14405"/>
                </a:lnTo>
                <a:lnTo>
                  <a:pt x="70182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305077" y="3205100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4" h="105410">
                <a:moveTo>
                  <a:pt x="53392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14118" y="104537"/>
                </a:lnTo>
                <a:lnTo>
                  <a:pt x="21086" y="104378"/>
                </a:lnTo>
                <a:lnTo>
                  <a:pt x="26781" y="104317"/>
                </a:lnTo>
                <a:lnTo>
                  <a:pt x="53392" y="104317"/>
                </a:lnTo>
                <a:lnTo>
                  <a:pt x="53392" y="97618"/>
                </a:lnTo>
                <a:close/>
              </a:path>
              <a:path w="120014" h="105410">
                <a:moveTo>
                  <a:pt x="53392" y="104317"/>
                </a:moveTo>
                <a:lnTo>
                  <a:pt x="26781" y="104317"/>
                </a:lnTo>
                <a:lnTo>
                  <a:pt x="32427" y="104378"/>
                </a:lnTo>
                <a:lnTo>
                  <a:pt x="39427" y="104537"/>
                </a:lnTo>
                <a:lnTo>
                  <a:pt x="53392" y="105021"/>
                </a:lnTo>
                <a:lnTo>
                  <a:pt x="53392" y="104317"/>
                </a:lnTo>
                <a:close/>
              </a:path>
              <a:path w="120014" h="105410">
                <a:moveTo>
                  <a:pt x="119470" y="97618"/>
                </a:moveTo>
                <a:lnTo>
                  <a:pt x="66078" y="97618"/>
                </a:lnTo>
                <a:lnTo>
                  <a:pt x="66078" y="105021"/>
                </a:lnTo>
                <a:lnTo>
                  <a:pt x="80198" y="104537"/>
                </a:lnTo>
                <a:lnTo>
                  <a:pt x="87167" y="104378"/>
                </a:lnTo>
                <a:lnTo>
                  <a:pt x="92863" y="104317"/>
                </a:lnTo>
                <a:lnTo>
                  <a:pt x="119470" y="104317"/>
                </a:lnTo>
                <a:lnTo>
                  <a:pt x="119470" y="97618"/>
                </a:lnTo>
                <a:close/>
              </a:path>
              <a:path w="120014" h="105410">
                <a:moveTo>
                  <a:pt x="119470" y="104317"/>
                </a:moveTo>
                <a:lnTo>
                  <a:pt x="92863" y="104317"/>
                </a:lnTo>
                <a:lnTo>
                  <a:pt x="98508" y="104378"/>
                </a:lnTo>
                <a:lnTo>
                  <a:pt x="105507" y="104537"/>
                </a:lnTo>
                <a:lnTo>
                  <a:pt x="119470" y="105021"/>
                </a:lnTo>
                <a:lnTo>
                  <a:pt x="119470" y="104317"/>
                </a:lnTo>
                <a:close/>
              </a:path>
              <a:path w="120014" h="105410">
                <a:moveTo>
                  <a:pt x="33481" y="0"/>
                </a:moveTo>
                <a:lnTo>
                  <a:pt x="0" y="2467"/>
                </a:lnTo>
                <a:lnTo>
                  <a:pt x="0" y="9865"/>
                </a:lnTo>
                <a:lnTo>
                  <a:pt x="16563" y="9865"/>
                </a:lnTo>
                <a:lnTo>
                  <a:pt x="18503" y="11629"/>
                </a:lnTo>
                <a:lnTo>
                  <a:pt x="18503" y="97618"/>
                </a:lnTo>
                <a:lnTo>
                  <a:pt x="34888" y="97618"/>
                </a:lnTo>
                <a:lnTo>
                  <a:pt x="34888" y="43169"/>
                </a:lnTo>
                <a:lnTo>
                  <a:pt x="37768" y="26814"/>
                </a:lnTo>
                <a:lnTo>
                  <a:pt x="39001" y="24846"/>
                </a:lnTo>
                <a:lnTo>
                  <a:pt x="33481" y="24846"/>
                </a:lnTo>
                <a:lnTo>
                  <a:pt x="33481" y="0"/>
                </a:lnTo>
                <a:close/>
              </a:path>
              <a:path w="120014" h="105410">
                <a:moveTo>
                  <a:pt x="89093" y="5110"/>
                </a:moveTo>
                <a:lnTo>
                  <a:pt x="66962" y="5110"/>
                </a:lnTo>
                <a:lnTo>
                  <a:pt x="76032" y="7332"/>
                </a:lnTo>
                <a:lnTo>
                  <a:pt x="81387" y="13237"/>
                </a:lnTo>
                <a:lnTo>
                  <a:pt x="83933" y="21686"/>
                </a:lnTo>
                <a:lnTo>
                  <a:pt x="84580" y="31540"/>
                </a:lnTo>
                <a:lnTo>
                  <a:pt x="84580" y="97618"/>
                </a:lnTo>
                <a:lnTo>
                  <a:pt x="101146" y="97618"/>
                </a:lnTo>
                <a:lnTo>
                  <a:pt x="100970" y="90396"/>
                </a:lnTo>
                <a:lnTo>
                  <a:pt x="100854" y="32002"/>
                </a:lnTo>
                <a:lnTo>
                  <a:pt x="100044" y="22465"/>
                </a:lnTo>
                <a:lnTo>
                  <a:pt x="97847" y="15175"/>
                </a:lnTo>
                <a:lnTo>
                  <a:pt x="93567" y="8809"/>
                </a:lnTo>
                <a:lnTo>
                  <a:pt x="90206" y="5722"/>
                </a:lnTo>
                <a:lnTo>
                  <a:pt x="89093" y="5110"/>
                </a:lnTo>
                <a:close/>
              </a:path>
              <a:path w="120014" h="105410">
                <a:moveTo>
                  <a:pt x="68720" y="0"/>
                </a:moveTo>
                <a:lnTo>
                  <a:pt x="56796" y="1825"/>
                </a:lnTo>
                <a:lnTo>
                  <a:pt x="47069" y="6937"/>
                </a:lnTo>
                <a:lnTo>
                  <a:pt x="39357" y="14792"/>
                </a:lnTo>
                <a:lnTo>
                  <a:pt x="33481" y="24846"/>
                </a:lnTo>
                <a:lnTo>
                  <a:pt x="39001" y="24846"/>
                </a:lnTo>
                <a:lnTo>
                  <a:pt x="45241" y="14888"/>
                </a:lnTo>
                <a:lnTo>
                  <a:pt x="55555" y="7587"/>
                </a:lnTo>
                <a:lnTo>
                  <a:pt x="66962" y="5110"/>
                </a:lnTo>
                <a:lnTo>
                  <a:pt x="89093" y="5110"/>
                </a:lnTo>
                <a:lnTo>
                  <a:pt x="85043" y="2883"/>
                </a:lnTo>
                <a:lnTo>
                  <a:pt x="77931" y="806"/>
                </a:lnTo>
                <a:lnTo>
                  <a:pt x="68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205522" y="3142545"/>
            <a:ext cx="869435" cy="172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96273" y="3144480"/>
            <a:ext cx="121285" cy="168910"/>
          </a:xfrm>
          <a:custGeom>
            <a:avLst/>
            <a:gdLst/>
            <a:ahLst/>
            <a:cxnLst/>
            <a:rect l="l" t="t" r="r" b="b"/>
            <a:pathLst>
              <a:path w="121284" h="168910">
                <a:moveTo>
                  <a:pt x="10962" y="111368"/>
                </a:moveTo>
                <a:lnTo>
                  <a:pt x="0" y="111368"/>
                </a:lnTo>
                <a:lnTo>
                  <a:pt x="0" y="168283"/>
                </a:lnTo>
                <a:lnTo>
                  <a:pt x="6541" y="168283"/>
                </a:lnTo>
                <a:lnTo>
                  <a:pt x="6902" y="167756"/>
                </a:lnTo>
                <a:lnTo>
                  <a:pt x="8841" y="165992"/>
                </a:lnTo>
                <a:lnTo>
                  <a:pt x="19758" y="155066"/>
                </a:lnTo>
                <a:lnTo>
                  <a:pt x="49061" y="155066"/>
                </a:lnTo>
                <a:lnTo>
                  <a:pt x="33133" y="150199"/>
                </a:lnTo>
                <a:lnTo>
                  <a:pt x="18148" y="138049"/>
                </a:lnTo>
                <a:lnTo>
                  <a:pt x="11097" y="116831"/>
                </a:lnTo>
                <a:lnTo>
                  <a:pt x="10962" y="112599"/>
                </a:lnTo>
                <a:lnTo>
                  <a:pt x="10962" y="111368"/>
                </a:lnTo>
                <a:close/>
              </a:path>
              <a:path w="121284" h="168910">
                <a:moveTo>
                  <a:pt x="49061" y="155066"/>
                </a:moveTo>
                <a:lnTo>
                  <a:pt x="19758" y="155066"/>
                </a:lnTo>
                <a:lnTo>
                  <a:pt x="32428" y="162112"/>
                </a:lnTo>
                <a:lnTo>
                  <a:pt x="45736" y="166102"/>
                </a:lnTo>
                <a:lnTo>
                  <a:pt x="57954" y="167878"/>
                </a:lnTo>
                <a:lnTo>
                  <a:pt x="67350" y="168283"/>
                </a:lnTo>
                <a:lnTo>
                  <a:pt x="92274" y="163696"/>
                </a:lnTo>
                <a:lnTo>
                  <a:pt x="101669" y="157006"/>
                </a:lnTo>
                <a:lnTo>
                  <a:pt x="67350" y="157006"/>
                </a:lnTo>
                <a:lnTo>
                  <a:pt x="51164" y="155709"/>
                </a:lnTo>
                <a:lnTo>
                  <a:pt x="49061" y="155066"/>
                </a:lnTo>
                <a:close/>
              </a:path>
              <a:path w="121284" h="168910">
                <a:moveTo>
                  <a:pt x="53230" y="0"/>
                </a:moveTo>
                <a:lnTo>
                  <a:pt x="29669" y="3942"/>
                </a:lnTo>
                <a:lnTo>
                  <a:pt x="13065" y="14493"/>
                </a:lnTo>
                <a:lnTo>
                  <a:pt x="3235" y="29735"/>
                </a:lnTo>
                <a:lnTo>
                  <a:pt x="0" y="47753"/>
                </a:lnTo>
                <a:lnTo>
                  <a:pt x="1318" y="58407"/>
                </a:lnTo>
                <a:lnTo>
                  <a:pt x="30342" y="91057"/>
                </a:lnTo>
                <a:lnTo>
                  <a:pt x="71323" y="101164"/>
                </a:lnTo>
                <a:lnTo>
                  <a:pt x="79461" y="103306"/>
                </a:lnTo>
                <a:lnTo>
                  <a:pt x="84656" y="105514"/>
                </a:lnTo>
                <a:lnTo>
                  <a:pt x="88642" y="108549"/>
                </a:lnTo>
                <a:lnTo>
                  <a:pt x="92161" y="112072"/>
                </a:lnTo>
                <a:lnTo>
                  <a:pt x="98160" y="118238"/>
                </a:lnTo>
                <a:lnTo>
                  <a:pt x="98160" y="129164"/>
                </a:lnTo>
                <a:lnTo>
                  <a:pt x="96810" y="138346"/>
                </a:lnTo>
                <a:lnTo>
                  <a:pt x="91992" y="147380"/>
                </a:lnTo>
                <a:lnTo>
                  <a:pt x="82555" y="154266"/>
                </a:lnTo>
                <a:lnTo>
                  <a:pt x="67350" y="157006"/>
                </a:lnTo>
                <a:lnTo>
                  <a:pt x="101669" y="157006"/>
                </a:lnTo>
                <a:lnTo>
                  <a:pt x="108970" y="151807"/>
                </a:lnTo>
                <a:lnTo>
                  <a:pt x="118332" y="135425"/>
                </a:lnTo>
                <a:lnTo>
                  <a:pt x="121254" y="117359"/>
                </a:lnTo>
                <a:lnTo>
                  <a:pt x="117914" y="99004"/>
                </a:lnTo>
                <a:lnTo>
                  <a:pt x="108941" y="84053"/>
                </a:lnTo>
                <a:lnTo>
                  <a:pt x="95908" y="73200"/>
                </a:lnTo>
                <a:lnTo>
                  <a:pt x="80387" y="67137"/>
                </a:lnTo>
                <a:lnTo>
                  <a:pt x="45831" y="59910"/>
                </a:lnTo>
                <a:lnTo>
                  <a:pt x="38264" y="57121"/>
                </a:lnTo>
                <a:lnTo>
                  <a:pt x="30895" y="52116"/>
                </a:lnTo>
                <a:lnTo>
                  <a:pt x="25311" y="44798"/>
                </a:lnTo>
                <a:lnTo>
                  <a:pt x="23097" y="35068"/>
                </a:lnTo>
                <a:lnTo>
                  <a:pt x="24519" y="26873"/>
                </a:lnTo>
                <a:lnTo>
                  <a:pt x="29429" y="18812"/>
                </a:lnTo>
                <a:lnTo>
                  <a:pt x="38797" y="12666"/>
                </a:lnTo>
                <a:lnTo>
                  <a:pt x="53591" y="10222"/>
                </a:lnTo>
                <a:lnTo>
                  <a:pt x="89453" y="10222"/>
                </a:lnTo>
                <a:lnTo>
                  <a:pt x="83388" y="6394"/>
                </a:lnTo>
                <a:lnTo>
                  <a:pt x="72729" y="2423"/>
                </a:lnTo>
                <a:lnTo>
                  <a:pt x="62493" y="501"/>
                </a:lnTo>
                <a:lnTo>
                  <a:pt x="53230" y="0"/>
                </a:lnTo>
                <a:close/>
              </a:path>
              <a:path w="121284" h="168910">
                <a:moveTo>
                  <a:pt x="89453" y="10222"/>
                </a:moveTo>
                <a:lnTo>
                  <a:pt x="53591" y="10222"/>
                </a:lnTo>
                <a:lnTo>
                  <a:pt x="68349" y="11992"/>
                </a:lnTo>
                <a:lnTo>
                  <a:pt x="82840" y="18305"/>
                </a:lnTo>
                <a:lnTo>
                  <a:pt x="94820" y="30664"/>
                </a:lnTo>
                <a:lnTo>
                  <a:pt x="102043" y="50573"/>
                </a:lnTo>
                <a:lnTo>
                  <a:pt x="102943" y="56211"/>
                </a:lnTo>
                <a:lnTo>
                  <a:pt x="102943" y="56739"/>
                </a:lnTo>
                <a:lnTo>
                  <a:pt x="113677" y="56739"/>
                </a:lnTo>
                <a:lnTo>
                  <a:pt x="113677" y="13041"/>
                </a:lnTo>
                <a:lnTo>
                  <a:pt x="93920" y="13041"/>
                </a:lnTo>
                <a:lnTo>
                  <a:pt x="89453" y="10222"/>
                </a:lnTo>
                <a:close/>
              </a:path>
              <a:path w="121284" h="168910">
                <a:moveTo>
                  <a:pt x="113677" y="0"/>
                </a:moveTo>
                <a:lnTo>
                  <a:pt x="107496" y="0"/>
                </a:lnTo>
                <a:lnTo>
                  <a:pt x="107317" y="175"/>
                </a:lnTo>
                <a:lnTo>
                  <a:pt x="104518" y="2467"/>
                </a:lnTo>
                <a:lnTo>
                  <a:pt x="93920" y="13041"/>
                </a:lnTo>
                <a:lnTo>
                  <a:pt x="113677" y="13041"/>
                </a:lnTo>
                <a:lnTo>
                  <a:pt x="11367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37605" y="3159104"/>
            <a:ext cx="86360" cy="153035"/>
          </a:xfrm>
          <a:custGeom>
            <a:avLst/>
            <a:gdLst/>
            <a:ahLst/>
            <a:cxnLst/>
            <a:rect l="l" t="t" r="r" b="b"/>
            <a:pathLst>
              <a:path w="86359" h="153035">
                <a:moveTo>
                  <a:pt x="46509" y="56564"/>
                </a:moveTo>
                <a:lnTo>
                  <a:pt x="19575" y="56564"/>
                </a:lnTo>
                <a:lnTo>
                  <a:pt x="19575" y="121767"/>
                </a:lnTo>
                <a:lnTo>
                  <a:pt x="23061" y="137262"/>
                </a:lnTo>
                <a:lnTo>
                  <a:pt x="31998" y="146611"/>
                </a:lnTo>
                <a:lnTo>
                  <a:pt x="44108" y="151202"/>
                </a:lnTo>
                <a:lnTo>
                  <a:pt x="57111" y="152424"/>
                </a:lnTo>
                <a:lnTo>
                  <a:pt x="69175" y="150034"/>
                </a:lnTo>
                <a:lnTo>
                  <a:pt x="78211" y="143483"/>
                </a:lnTo>
                <a:lnTo>
                  <a:pt x="78542" y="142910"/>
                </a:lnTo>
                <a:lnTo>
                  <a:pt x="46509" y="142910"/>
                </a:lnTo>
                <a:lnTo>
                  <a:pt x="46509" y="56564"/>
                </a:lnTo>
                <a:close/>
              </a:path>
              <a:path w="86359" h="153035">
                <a:moveTo>
                  <a:pt x="85845" y="108901"/>
                </a:moveTo>
                <a:lnTo>
                  <a:pt x="74701" y="108901"/>
                </a:lnTo>
                <a:lnTo>
                  <a:pt x="74611" y="121767"/>
                </a:lnTo>
                <a:lnTo>
                  <a:pt x="73394" y="131313"/>
                </a:lnTo>
                <a:lnTo>
                  <a:pt x="70028" y="138064"/>
                </a:lnTo>
                <a:lnTo>
                  <a:pt x="65435" y="141776"/>
                </a:lnTo>
                <a:lnTo>
                  <a:pt x="60446" y="142910"/>
                </a:lnTo>
                <a:lnTo>
                  <a:pt x="78542" y="142910"/>
                </a:lnTo>
                <a:lnTo>
                  <a:pt x="83880" y="133693"/>
                </a:lnTo>
                <a:lnTo>
                  <a:pt x="85816" y="121767"/>
                </a:lnTo>
                <a:lnTo>
                  <a:pt x="85845" y="108901"/>
                </a:lnTo>
                <a:close/>
              </a:path>
              <a:path w="86359" h="153035">
                <a:moveTo>
                  <a:pt x="46509" y="0"/>
                </a:moveTo>
                <a:lnTo>
                  <a:pt x="35411" y="0"/>
                </a:lnTo>
                <a:lnTo>
                  <a:pt x="33127" y="17454"/>
                </a:lnTo>
                <a:lnTo>
                  <a:pt x="26503" y="32711"/>
                </a:lnTo>
                <a:lnTo>
                  <a:pt x="15480" y="43638"/>
                </a:lnTo>
                <a:lnTo>
                  <a:pt x="0" y="48106"/>
                </a:lnTo>
                <a:lnTo>
                  <a:pt x="0" y="56564"/>
                </a:lnTo>
                <a:lnTo>
                  <a:pt x="81245" y="56564"/>
                </a:lnTo>
                <a:lnTo>
                  <a:pt x="81245" y="45467"/>
                </a:lnTo>
                <a:lnTo>
                  <a:pt x="46509" y="45467"/>
                </a:lnTo>
                <a:lnTo>
                  <a:pt x="46509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946143" y="3202456"/>
            <a:ext cx="125095" cy="109220"/>
          </a:xfrm>
          <a:custGeom>
            <a:avLst/>
            <a:gdLst/>
            <a:ahLst/>
            <a:cxnLst/>
            <a:rect l="l" t="t" r="r" b="b"/>
            <a:pathLst>
              <a:path w="125095" h="109220">
                <a:moveTo>
                  <a:pt x="87469" y="8458"/>
                </a:moveTo>
                <a:lnTo>
                  <a:pt x="51108" y="8458"/>
                </a:lnTo>
                <a:lnTo>
                  <a:pt x="62697" y="10308"/>
                </a:lnTo>
                <a:lnTo>
                  <a:pt x="70825" y="15726"/>
                </a:lnTo>
                <a:lnTo>
                  <a:pt x="75612" y="24515"/>
                </a:lnTo>
                <a:lnTo>
                  <a:pt x="77181" y="36476"/>
                </a:lnTo>
                <a:lnTo>
                  <a:pt x="77181" y="44583"/>
                </a:lnTo>
                <a:lnTo>
                  <a:pt x="57985" y="45884"/>
                </a:lnTo>
                <a:lnTo>
                  <a:pt x="32247" y="50639"/>
                </a:lnTo>
                <a:lnTo>
                  <a:pt x="9680" y="61705"/>
                </a:lnTo>
                <a:lnTo>
                  <a:pt x="0" y="81939"/>
                </a:lnTo>
                <a:lnTo>
                  <a:pt x="4858" y="95842"/>
                </a:lnTo>
                <a:lnTo>
                  <a:pt x="16774" y="104096"/>
                </a:lnTo>
                <a:lnTo>
                  <a:pt x="31759" y="108054"/>
                </a:lnTo>
                <a:lnTo>
                  <a:pt x="45826" y="109072"/>
                </a:lnTo>
                <a:lnTo>
                  <a:pt x="58650" y="107401"/>
                </a:lnTo>
                <a:lnTo>
                  <a:pt x="68694" y="102971"/>
                </a:lnTo>
                <a:lnTo>
                  <a:pt x="71688" y="100439"/>
                </a:lnTo>
                <a:lnTo>
                  <a:pt x="49348" y="100439"/>
                </a:lnTo>
                <a:lnTo>
                  <a:pt x="40950" y="98982"/>
                </a:lnTo>
                <a:lnTo>
                  <a:pt x="34129" y="94998"/>
                </a:lnTo>
                <a:lnTo>
                  <a:pt x="29548" y="89065"/>
                </a:lnTo>
                <a:lnTo>
                  <a:pt x="27873" y="81762"/>
                </a:lnTo>
                <a:lnTo>
                  <a:pt x="33922" y="66354"/>
                </a:lnTo>
                <a:lnTo>
                  <a:pt x="48112" y="57488"/>
                </a:lnTo>
                <a:lnTo>
                  <a:pt x="64510" y="53313"/>
                </a:lnTo>
                <a:lnTo>
                  <a:pt x="77181" y="51981"/>
                </a:lnTo>
                <a:lnTo>
                  <a:pt x="104340" y="51981"/>
                </a:lnTo>
                <a:lnTo>
                  <a:pt x="104340" y="36476"/>
                </a:lnTo>
                <a:lnTo>
                  <a:pt x="101140" y="21851"/>
                </a:lnTo>
                <a:lnTo>
                  <a:pt x="91453" y="10307"/>
                </a:lnTo>
                <a:lnTo>
                  <a:pt x="87469" y="8458"/>
                </a:lnTo>
                <a:close/>
              </a:path>
              <a:path w="125095" h="109220">
                <a:moveTo>
                  <a:pt x="104340" y="89336"/>
                </a:moveTo>
                <a:lnTo>
                  <a:pt x="81238" y="89336"/>
                </a:lnTo>
                <a:lnTo>
                  <a:pt x="81623" y="95323"/>
                </a:lnTo>
                <a:lnTo>
                  <a:pt x="84322" y="101277"/>
                </a:lnTo>
                <a:lnTo>
                  <a:pt x="91648" y="105842"/>
                </a:lnTo>
                <a:lnTo>
                  <a:pt x="105915" y="107665"/>
                </a:lnTo>
                <a:lnTo>
                  <a:pt x="124955" y="107665"/>
                </a:lnTo>
                <a:lnTo>
                  <a:pt x="124955" y="96387"/>
                </a:lnTo>
                <a:lnTo>
                  <a:pt x="118774" y="96387"/>
                </a:lnTo>
                <a:lnTo>
                  <a:pt x="104340" y="96211"/>
                </a:lnTo>
                <a:lnTo>
                  <a:pt x="104340" y="89336"/>
                </a:lnTo>
                <a:close/>
              </a:path>
              <a:path w="125095" h="109220">
                <a:moveTo>
                  <a:pt x="104340" y="51981"/>
                </a:moveTo>
                <a:lnTo>
                  <a:pt x="77181" y="51981"/>
                </a:lnTo>
                <a:lnTo>
                  <a:pt x="77181" y="74536"/>
                </a:lnTo>
                <a:lnTo>
                  <a:pt x="73676" y="88247"/>
                </a:lnTo>
                <a:lnTo>
                  <a:pt x="65515" y="96077"/>
                </a:lnTo>
                <a:lnTo>
                  <a:pt x="56229" y="99613"/>
                </a:lnTo>
                <a:lnTo>
                  <a:pt x="49348" y="100439"/>
                </a:lnTo>
                <a:lnTo>
                  <a:pt x="71688" y="100439"/>
                </a:lnTo>
                <a:lnTo>
                  <a:pt x="76157" y="96658"/>
                </a:lnTo>
                <a:lnTo>
                  <a:pt x="81238" y="89336"/>
                </a:lnTo>
                <a:lnTo>
                  <a:pt x="104340" y="89336"/>
                </a:lnTo>
                <a:lnTo>
                  <a:pt x="104340" y="51981"/>
                </a:lnTo>
                <a:close/>
              </a:path>
              <a:path w="125095" h="109220">
                <a:moveTo>
                  <a:pt x="52007" y="0"/>
                </a:moveTo>
                <a:lnTo>
                  <a:pt x="39639" y="465"/>
                </a:lnTo>
                <a:lnTo>
                  <a:pt x="25669" y="3061"/>
                </a:lnTo>
                <a:lnTo>
                  <a:pt x="14245" y="9589"/>
                </a:lnTo>
                <a:lnTo>
                  <a:pt x="9516" y="21851"/>
                </a:lnTo>
                <a:lnTo>
                  <a:pt x="9516" y="32245"/>
                </a:lnTo>
                <a:lnTo>
                  <a:pt x="17814" y="36828"/>
                </a:lnTo>
                <a:lnTo>
                  <a:pt x="31572" y="36828"/>
                </a:lnTo>
                <a:lnTo>
                  <a:pt x="39335" y="31893"/>
                </a:lnTo>
                <a:lnTo>
                  <a:pt x="39335" y="14625"/>
                </a:lnTo>
                <a:lnTo>
                  <a:pt x="34729" y="10574"/>
                </a:lnTo>
                <a:lnTo>
                  <a:pt x="33828" y="10217"/>
                </a:lnTo>
                <a:lnTo>
                  <a:pt x="40552" y="8809"/>
                </a:lnTo>
                <a:lnTo>
                  <a:pt x="48308" y="8458"/>
                </a:lnTo>
                <a:lnTo>
                  <a:pt x="87469" y="8458"/>
                </a:lnTo>
                <a:lnTo>
                  <a:pt x="75123" y="2725"/>
                </a:lnTo>
                <a:lnTo>
                  <a:pt x="5200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79217" y="3201929"/>
            <a:ext cx="125095" cy="156210"/>
          </a:xfrm>
          <a:custGeom>
            <a:avLst/>
            <a:gdLst/>
            <a:ahLst/>
            <a:cxnLst/>
            <a:rect l="l" t="t" r="r" b="b"/>
            <a:pathLst>
              <a:path w="125095" h="156210">
                <a:moveTo>
                  <a:pt x="53002" y="1230"/>
                </a:moveTo>
                <a:lnTo>
                  <a:pt x="31120" y="4380"/>
                </a:lnTo>
                <a:lnTo>
                  <a:pt x="16447" y="12553"/>
                </a:lnTo>
                <a:lnTo>
                  <a:pt x="8212" y="23830"/>
                </a:lnTo>
                <a:lnTo>
                  <a:pt x="5638" y="36295"/>
                </a:lnTo>
                <a:lnTo>
                  <a:pt x="6497" y="43601"/>
                </a:lnTo>
                <a:lnTo>
                  <a:pt x="8955" y="50459"/>
                </a:lnTo>
                <a:lnTo>
                  <a:pt x="12833" y="56491"/>
                </a:lnTo>
                <a:lnTo>
                  <a:pt x="17953" y="61318"/>
                </a:lnTo>
                <a:lnTo>
                  <a:pt x="11277" y="69601"/>
                </a:lnTo>
                <a:lnTo>
                  <a:pt x="9834" y="77530"/>
                </a:lnTo>
                <a:lnTo>
                  <a:pt x="9883" y="86516"/>
                </a:lnTo>
                <a:lnTo>
                  <a:pt x="10913" y="97618"/>
                </a:lnTo>
                <a:lnTo>
                  <a:pt x="20435" y="105373"/>
                </a:lnTo>
                <a:lnTo>
                  <a:pt x="15891" y="106785"/>
                </a:lnTo>
                <a:lnTo>
                  <a:pt x="9016" y="110328"/>
                </a:lnTo>
                <a:lnTo>
                  <a:pt x="2742" y="116548"/>
                </a:lnTo>
                <a:lnTo>
                  <a:pt x="0" y="125989"/>
                </a:lnTo>
                <a:lnTo>
                  <a:pt x="2779" y="135800"/>
                </a:lnTo>
                <a:lnTo>
                  <a:pt x="12461" y="145528"/>
                </a:lnTo>
                <a:lnTo>
                  <a:pt x="31057" y="152975"/>
                </a:lnTo>
                <a:lnTo>
                  <a:pt x="60579" y="155945"/>
                </a:lnTo>
                <a:lnTo>
                  <a:pt x="87753" y="153484"/>
                </a:lnTo>
                <a:lnTo>
                  <a:pt x="105251" y="147312"/>
                </a:lnTo>
                <a:lnTo>
                  <a:pt x="60579" y="147312"/>
                </a:lnTo>
                <a:lnTo>
                  <a:pt x="42279" y="145434"/>
                </a:lnTo>
                <a:lnTo>
                  <a:pt x="29816" y="140483"/>
                </a:lnTo>
                <a:lnTo>
                  <a:pt x="22698" y="133484"/>
                </a:lnTo>
                <a:lnTo>
                  <a:pt x="20435" y="125460"/>
                </a:lnTo>
                <a:lnTo>
                  <a:pt x="20435" y="111188"/>
                </a:lnTo>
                <a:lnTo>
                  <a:pt x="118448" y="111188"/>
                </a:lnTo>
                <a:lnTo>
                  <a:pt x="118239" y="110481"/>
                </a:lnTo>
                <a:lnTo>
                  <a:pt x="81700" y="89293"/>
                </a:lnTo>
                <a:lnTo>
                  <a:pt x="35769" y="88456"/>
                </a:lnTo>
                <a:lnTo>
                  <a:pt x="34505" y="88104"/>
                </a:lnTo>
                <a:lnTo>
                  <a:pt x="24135" y="86516"/>
                </a:lnTo>
                <a:lnTo>
                  <a:pt x="21468" y="77530"/>
                </a:lnTo>
                <a:lnTo>
                  <a:pt x="21549" y="70571"/>
                </a:lnTo>
                <a:lnTo>
                  <a:pt x="22553" y="67308"/>
                </a:lnTo>
                <a:lnTo>
                  <a:pt x="23949" y="65373"/>
                </a:lnTo>
                <a:lnTo>
                  <a:pt x="80191" y="65373"/>
                </a:lnTo>
                <a:lnTo>
                  <a:pt x="84283" y="63082"/>
                </a:lnTo>
                <a:lnTo>
                  <a:pt x="53002" y="63082"/>
                </a:lnTo>
                <a:lnTo>
                  <a:pt x="40900" y="60408"/>
                </a:lnTo>
                <a:lnTo>
                  <a:pt x="34686" y="53720"/>
                </a:lnTo>
                <a:lnTo>
                  <a:pt x="32397" y="45016"/>
                </a:lnTo>
                <a:lnTo>
                  <a:pt x="32070" y="36295"/>
                </a:lnTo>
                <a:lnTo>
                  <a:pt x="32397" y="27678"/>
                </a:lnTo>
                <a:lnTo>
                  <a:pt x="34686" y="19028"/>
                </a:lnTo>
                <a:lnTo>
                  <a:pt x="40900" y="12359"/>
                </a:lnTo>
                <a:lnTo>
                  <a:pt x="53002" y="9688"/>
                </a:lnTo>
                <a:lnTo>
                  <a:pt x="97975" y="9688"/>
                </a:lnTo>
                <a:lnTo>
                  <a:pt x="102892" y="9337"/>
                </a:lnTo>
                <a:lnTo>
                  <a:pt x="105559" y="8985"/>
                </a:lnTo>
                <a:lnTo>
                  <a:pt x="84759" y="8985"/>
                </a:lnTo>
                <a:lnTo>
                  <a:pt x="80463" y="6584"/>
                </a:lnTo>
                <a:lnTo>
                  <a:pt x="73836" y="4050"/>
                </a:lnTo>
                <a:lnTo>
                  <a:pt x="64732" y="2045"/>
                </a:lnTo>
                <a:lnTo>
                  <a:pt x="53002" y="1230"/>
                </a:lnTo>
                <a:close/>
              </a:path>
              <a:path w="125095" h="156210">
                <a:moveTo>
                  <a:pt x="118448" y="111188"/>
                </a:moveTo>
                <a:lnTo>
                  <a:pt x="66403" y="111188"/>
                </a:lnTo>
                <a:lnTo>
                  <a:pt x="74894" y="111419"/>
                </a:lnTo>
                <a:lnTo>
                  <a:pt x="86363" y="113038"/>
                </a:lnTo>
                <a:lnTo>
                  <a:pt x="96444" y="117432"/>
                </a:lnTo>
                <a:lnTo>
                  <a:pt x="100774" y="125989"/>
                </a:lnTo>
                <a:lnTo>
                  <a:pt x="98833" y="132889"/>
                </a:lnTo>
                <a:lnTo>
                  <a:pt x="92248" y="139822"/>
                </a:lnTo>
                <a:lnTo>
                  <a:pt x="79877" y="145170"/>
                </a:lnTo>
                <a:lnTo>
                  <a:pt x="60579" y="147312"/>
                </a:lnTo>
                <a:lnTo>
                  <a:pt x="105251" y="147312"/>
                </a:lnTo>
                <a:lnTo>
                  <a:pt x="106628" y="146826"/>
                </a:lnTo>
                <a:lnTo>
                  <a:pt x="117636" y="137063"/>
                </a:lnTo>
                <a:lnTo>
                  <a:pt x="121210" y="125284"/>
                </a:lnTo>
                <a:lnTo>
                  <a:pt x="120657" y="118642"/>
                </a:lnTo>
                <a:lnTo>
                  <a:pt x="118448" y="111188"/>
                </a:lnTo>
                <a:close/>
              </a:path>
              <a:path w="125095" h="156210">
                <a:moveTo>
                  <a:pt x="80191" y="65373"/>
                </a:moveTo>
                <a:lnTo>
                  <a:pt x="23949" y="65373"/>
                </a:lnTo>
                <a:lnTo>
                  <a:pt x="32258" y="68715"/>
                </a:lnTo>
                <a:lnTo>
                  <a:pt x="40337" y="70571"/>
                </a:lnTo>
                <a:lnTo>
                  <a:pt x="47485" y="71369"/>
                </a:lnTo>
                <a:lnTo>
                  <a:pt x="53002" y="71540"/>
                </a:lnTo>
                <a:lnTo>
                  <a:pt x="74807" y="68387"/>
                </a:lnTo>
                <a:lnTo>
                  <a:pt x="80191" y="65373"/>
                </a:lnTo>
                <a:close/>
              </a:path>
              <a:path w="125095" h="156210">
                <a:moveTo>
                  <a:pt x="97975" y="9688"/>
                </a:moveTo>
                <a:lnTo>
                  <a:pt x="53002" y="9688"/>
                </a:lnTo>
                <a:lnTo>
                  <a:pt x="65026" y="12359"/>
                </a:lnTo>
                <a:lnTo>
                  <a:pt x="71201" y="19028"/>
                </a:lnTo>
                <a:lnTo>
                  <a:pt x="73475" y="27678"/>
                </a:lnTo>
                <a:lnTo>
                  <a:pt x="73800" y="36295"/>
                </a:lnTo>
                <a:lnTo>
                  <a:pt x="73475" y="45016"/>
                </a:lnTo>
                <a:lnTo>
                  <a:pt x="71201" y="53720"/>
                </a:lnTo>
                <a:lnTo>
                  <a:pt x="65026" y="60408"/>
                </a:lnTo>
                <a:lnTo>
                  <a:pt x="53002" y="63082"/>
                </a:lnTo>
                <a:lnTo>
                  <a:pt x="84283" y="63082"/>
                </a:lnTo>
                <a:lnTo>
                  <a:pt x="89439" y="60195"/>
                </a:lnTo>
                <a:lnTo>
                  <a:pt x="97660" y="48864"/>
                </a:lnTo>
                <a:lnTo>
                  <a:pt x="100232" y="36295"/>
                </a:lnTo>
                <a:lnTo>
                  <a:pt x="100232" y="25198"/>
                </a:lnTo>
                <a:lnTo>
                  <a:pt x="94275" y="17443"/>
                </a:lnTo>
                <a:lnTo>
                  <a:pt x="90716" y="13564"/>
                </a:lnTo>
                <a:lnTo>
                  <a:pt x="97975" y="9688"/>
                </a:lnTo>
                <a:close/>
              </a:path>
              <a:path w="125095" h="156210">
                <a:moveTo>
                  <a:pt x="120846" y="0"/>
                </a:moveTo>
                <a:lnTo>
                  <a:pt x="109933" y="0"/>
                </a:lnTo>
                <a:lnTo>
                  <a:pt x="105974" y="239"/>
                </a:lnTo>
                <a:lnTo>
                  <a:pt x="99918" y="1386"/>
                </a:lnTo>
                <a:lnTo>
                  <a:pt x="92576" y="4087"/>
                </a:lnTo>
                <a:lnTo>
                  <a:pt x="84759" y="8985"/>
                </a:lnTo>
                <a:lnTo>
                  <a:pt x="105559" y="8985"/>
                </a:lnTo>
                <a:lnTo>
                  <a:pt x="105017" y="10217"/>
                </a:lnTo>
                <a:lnTo>
                  <a:pt x="104474" y="12332"/>
                </a:lnTo>
                <a:lnTo>
                  <a:pt x="104474" y="19735"/>
                </a:lnTo>
                <a:lnTo>
                  <a:pt x="108538" y="23962"/>
                </a:lnTo>
                <a:lnTo>
                  <a:pt x="120846" y="23962"/>
                </a:lnTo>
                <a:lnTo>
                  <a:pt x="124909" y="19559"/>
                </a:lnTo>
                <a:lnTo>
                  <a:pt x="124909" y="8281"/>
                </a:lnTo>
                <a:lnTo>
                  <a:pt x="12084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15403" y="3202456"/>
            <a:ext cx="109855" cy="109220"/>
          </a:xfrm>
          <a:custGeom>
            <a:avLst/>
            <a:gdLst/>
            <a:ahLst/>
            <a:cxnLst/>
            <a:rect l="l" t="t" r="r" b="b"/>
            <a:pathLst>
              <a:path w="109854" h="109220">
                <a:moveTo>
                  <a:pt x="58693" y="0"/>
                </a:moveTo>
                <a:lnTo>
                  <a:pt x="33457" y="4289"/>
                </a:lnTo>
                <a:lnTo>
                  <a:pt x="15067" y="15946"/>
                </a:lnTo>
                <a:lnTo>
                  <a:pt x="3816" y="33154"/>
                </a:lnTo>
                <a:lnTo>
                  <a:pt x="0" y="54096"/>
                </a:lnTo>
                <a:lnTo>
                  <a:pt x="4318" y="76141"/>
                </a:lnTo>
                <a:lnTo>
                  <a:pt x="16685" y="93544"/>
                </a:lnTo>
                <a:lnTo>
                  <a:pt x="36216" y="104967"/>
                </a:lnTo>
                <a:lnTo>
                  <a:pt x="62028" y="109072"/>
                </a:lnTo>
                <a:lnTo>
                  <a:pt x="85403" y="105072"/>
                </a:lnTo>
                <a:lnTo>
                  <a:pt x="94278" y="99559"/>
                </a:lnTo>
                <a:lnTo>
                  <a:pt x="64331" y="99559"/>
                </a:lnTo>
                <a:lnTo>
                  <a:pt x="44845" y="94416"/>
                </a:lnTo>
                <a:lnTo>
                  <a:pt x="34791" y="82202"/>
                </a:lnTo>
                <a:lnTo>
                  <a:pt x="31048" y="67743"/>
                </a:lnTo>
                <a:lnTo>
                  <a:pt x="30495" y="55860"/>
                </a:lnTo>
                <a:lnTo>
                  <a:pt x="109801" y="55860"/>
                </a:lnTo>
                <a:lnTo>
                  <a:pt x="109722" y="47929"/>
                </a:lnTo>
                <a:lnTo>
                  <a:pt x="30495" y="47929"/>
                </a:lnTo>
                <a:lnTo>
                  <a:pt x="30913" y="40939"/>
                </a:lnTo>
                <a:lnTo>
                  <a:pt x="53141" y="9072"/>
                </a:lnTo>
                <a:lnTo>
                  <a:pt x="58693" y="8458"/>
                </a:lnTo>
                <a:lnTo>
                  <a:pt x="90894" y="8458"/>
                </a:lnTo>
                <a:lnTo>
                  <a:pt x="89279" y="7208"/>
                </a:lnTo>
                <a:lnTo>
                  <a:pt x="80545" y="3192"/>
                </a:lnTo>
                <a:lnTo>
                  <a:pt x="70358" y="795"/>
                </a:lnTo>
                <a:lnTo>
                  <a:pt x="58693" y="0"/>
                </a:lnTo>
                <a:close/>
              </a:path>
              <a:path w="109854" h="109220">
                <a:moveTo>
                  <a:pt x="109801" y="75596"/>
                </a:moveTo>
                <a:lnTo>
                  <a:pt x="100100" y="75596"/>
                </a:lnTo>
                <a:lnTo>
                  <a:pt x="99741" y="76652"/>
                </a:lnTo>
                <a:lnTo>
                  <a:pt x="98160" y="80526"/>
                </a:lnTo>
                <a:lnTo>
                  <a:pt x="92956" y="88332"/>
                </a:lnTo>
                <a:lnTo>
                  <a:pt x="85152" y="94338"/>
                </a:lnTo>
                <a:lnTo>
                  <a:pt x="75394" y="98196"/>
                </a:lnTo>
                <a:lnTo>
                  <a:pt x="64331" y="99559"/>
                </a:lnTo>
                <a:lnTo>
                  <a:pt x="94278" y="99559"/>
                </a:lnTo>
                <a:lnTo>
                  <a:pt x="100057" y="95968"/>
                </a:lnTo>
                <a:lnTo>
                  <a:pt x="107640" y="86104"/>
                </a:lnTo>
                <a:lnTo>
                  <a:pt x="109801" y="79823"/>
                </a:lnTo>
                <a:lnTo>
                  <a:pt x="109801" y="75596"/>
                </a:lnTo>
                <a:close/>
              </a:path>
              <a:path w="109854" h="109220">
                <a:moveTo>
                  <a:pt x="90894" y="8458"/>
                </a:moveTo>
                <a:lnTo>
                  <a:pt x="58693" y="8458"/>
                </a:lnTo>
                <a:lnTo>
                  <a:pt x="74868" y="13461"/>
                </a:lnTo>
                <a:lnTo>
                  <a:pt x="83335" y="25088"/>
                </a:lnTo>
                <a:lnTo>
                  <a:pt x="86618" y="38268"/>
                </a:lnTo>
                <a:lnTo>
                  <a:pt x="87241" y="47929"/>
                </a:lnTo>
                <a:lnTo>
                  <a:pt x="109722" y="47929"/>
                </a:lnTo>
                <a:lnTo>
                  <a:pt x="109397" y="42177"/>
                </a:lnTo>
                <a:lnTo>
                  <a:pt x="107623" y="32753"/>
                </a:lnTo>
                <a:lnTo>
                  <a:pt x="103634" y="22502"/>
                </a:lnTo>
                <a:lnTo>
                  <a:pt x="96586" y="12861"/>
                </a:lnTo>
                <a:lnTo>
                  <a:pt x="90894" y="8458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450477" y="3202632"/>
            <a:ext cx="101600" cy="109855"/>
          </a:xfrm>
          <a:custGeom>
            <a:avLst/>
            <a:gdLst/>
            <a:ahLst/>
            <a:cxnLst/>
            <a:rect l="l" t="t" r="r" b="b"/>
            <a:pathLst>
              <a:path w="101600" h="109854">
                <a:moveTo>
                  <a:pt x="69241" y="0"/>
                </a:moveTo>
                <a:lnTo>
                  <a:pt x="41104" y="5443"/>
                </a:lnTo>
                <a:lnTo>
                  <a:pt x="19227" y="20153"/>
                </a:lnTo>
                <a:lnTo>
                  <a:pt x="5046" y="41704"/>
                </a:lnTo>
                <a:lnTo>
                  <a:pt x="0" y="67665"/>
                </a:lnTo>
                <a:lnTo>
                  <a:pt x="2945" y="85044"/>
                </a:lnTo>
                <a:lnTo>
                  <a:pt x="11659" y="98194"/>
                </a:lnTo>
                <a:lnTo>
                  <a:pt x="25955" y="106520"/>
                </a:lnTo>
                <a:lnTo>
                  <a:pt x="45648" y="109428"/>
                </a:lnTo>
                <a:lnTo>
                  <a:pt x="52218" y="109246"/>
                </a:lnTo>
                <a:lnTo>
                  <a:pt x="60541" y="108501"/>
                </a:lnTo>
                <a:lnTo>
                  <a:pt x="69786" y="106898"/>
                </a:lnTo>
                <a:lnTo>
                  <a:pt x="79121" y="104141"/>
                </a:lnTo>
                <a:lnTo>
                  <a:pt x="85930" y="100794"/>
                </a:lnTo>
                <a:lnTo>
                  <a:pt x="45827" y="100794"/>
                </a:lnTo>
                <a:lnTo>
                  <a:pt x="37012" y="99338"/>
                </a:lnTo>
                <a:lnTo>
                  <a:pt x="30679" y="95089"/>
                </a:lnTo>
                <a:lnTo>
                  <a:pt x="26858" y="88230"/>
                </a:lnTo>
                <a:lnTo>
                  <a:pt x="25650" y="79470"/>
                </a:lnTo>
                <a:lnTo>
                  <a:pt x="25577" y="72952"/>
                </a:lnTo>
                <a:lnTo>
                  <a:pt x="27331" y="63785"/>
                </a:lnTo>
                <a:lnTo>
                  <a:pt x="29409" y="55684"/>
                </a:lnTo>
                <a:lnTo>
                  <a:pt x="38925" y="55684"/>
                </a:lnTo>
                <a:lnTo>
                  <a:pt x="54545" y="55172"/>
                </a:lnTo>
                <a:lnTo>
                  <a:pt x="74964" y="51587"/>
                </a:lnTo>
                <a:lnTo>
                  <a:pt x="83236" y="47049"/>
                </a:lnTo>
                <a:lnTo>
                  <a:pt x="31526" y="47049"/>
                </a:lnTo>
                <a:lnTo>
                  <a:pt x="33944" y="38975"/>
                </a:lnTo>
                <a:lnTo>
                  <a:pt x="62916" y="9338"/>
                </a:lnTo>
                <a:lnTo>
                  <a:pt x="69241" y="8633"/>
                </a:lnTo>
                <a:lnTo>
                  <a:pt x="93670" y="8633"/>
                </a:lnTo>
                <a:lnTo>
                  <a:pt x="91373" y="6100"/>
                </a:lnTo>
                <a:lnTo>
                  <a:pt x="81530" y="1572"/>
                </a:lnTo>
                <a:lnTo>
                  <a:pt x="69241" y="0"/>
                </a:lnTo>
                <a:close/>
              </a:path>
              <a:path w="101600" h="109854">
                <a:moveTo>
                  <a:pt x="96400" y="79470"/>
                </a:moveTo>
                <a:lnTo>
                  <a:pt x="92336" y="79470"/>
                </a:lnTo>
                <a:lnTo>
                  <a:pt x="90761" y="81059"/>
                </a:lnTo>
                <a:lnTo>
                  <a:pt x="76767" y="92468"/>
                </a:lnTo>
                <a:lnTo>
                  <a:pt x="62931" y="98327"/>
                </a:lnTo>
                <a:lnTo>
                  <a:pt x="51777" y="100486"/>
                </a:lnTo>
                <a:lnTo>
                  <a:pt x="45827" y="100794"/>
                </a:lnTo>
                <a:lnTo>
                  <a:pt x="85930" y="100794"/>
                </a:lnTo>
                <a:lnTo>
                  <a:pt x="87985" y="99785"/>
                </a:lnTo>
                <a:lnTo>
                  <a:pt x="94948" y="94802"/>
                </a:lnTo>
                <a:lnTo>
                  <a:pt x="99501" y="90215"/>
                </a:lnTo>
                <a:lnTo>
                  <a:pt x="101132" y="87049"/>
                </a:lnTo>
                <a:lnTo>
                  <a:pt x="101078" y="85044"/>
                </a:lnTo>
                <a:lnTo>
                  <a:pt x="96400" y="79470"/>
                </a:lnTo>
                <a:close/>
              </a:path>
              <a:path w="101600" h="109854">
                <a:moveTo>
                  <a:pt x="93670" y="8633"/>
                </a:moveTo>
                <a:lnTo>
                  <a:pt x="79300" y="8633"/>
                </a:lnTo>
                <a:lnTo>
                  <a:pt x="84759" y="14975"/>
                </a:lnTo>
                <a:lnTo>
                  <a:pt x="84759" y="22555"/>
                </a:lnTo>
                <a:lnTo>
                  <a:pt x="78479" y="36716"/>
                </a:lnTo>
                <a:lnTo>
                  <a:pt x="63575" y="43987"/>
                </a:lnTo>
                <a:lnTo>
                  <a:pt x="45955" y="46666"/>
                </a:lnTo>
                <a:lnTo>
                  <a:pt x="31526" y="47049"/>
                </a:lnTo>
                <a:lnTo>
                  <a:pt x="83236" y="47049"/>
                </a:lnTo>
                <a:lnTo>
                  <a:pt x="92702" y="41856"/>
                </a:lnTo>
                <a:lnTo>
                  <a:pt x="100277" y="22906"/>
                </a:lnTo>
                <a:lnTo>
                  <a:pt x="97908" y="13306"/>
                </a:lnTo>
                <a:lnTo>
                  <a:pt x="93670" y="8633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572230" y="3157345"/>
            <a:ext cx="78105" cy="154940"/>
          </a:xfrm>
          <a:custGeom>
            <a:avLst/>
            <a:gdLst/>
            <a:ahLst/>
            <a:cxnLst/>
            <a:rect l="l" t="t" r="r" b="b"/>
            <a:pathLst>
              <a:path w="78104" h="154939">
                <a:moveTo>
                  <a:pt x="50248" y="58323"/>
                </a:moveTo>
                <a:lnTo>
                  <a:pt x="24671" y="58323"/>
                </a:lnTo>
                <a:lnTo>
                  <a:pt x="8051" y="125051"/>
                </a:lnTo>
                <a:lnTo>
                  <a:pt x="7260" y="128456"/>
                </a:lnTo>
                <a:lnTo>
                  <a:pt x="7260" y="131627"/>
                </a:lnTo>
                <a:lnTo>
                  <a:pt x="9573" y="141555"/>
                </a:lnTo>
                <a:lnTo>
                  <a:pt x="15747" y="148789"/>
                </a:lnTo>
                <a:lnTo>
                  <a:pt x="24636" y="153214"/>
                </a:lnTo>
                <a:lnTo>
                  <a:pt x="35093" y="154715"/>
                </a:lnTo>
                <a:lnTo>
                  <a:pt x="53324" y="149475"/>
                </a:lnTo>
                <a:lnTo>
                  <a:pt x="57196" y="146081"/>
                </a:lnTo>
                <a:lnTo>
                  <a:pt x="34009" y="146081"/>
                </a:lnTo>
                <a:lnTo>
                  <a:pt x="31216" y="145905"/>
                </a:lnTo>
                <a:lnTo>
                  <a:pt x="31216" y="134270"/>
                </a:lnTo>
                <a:lnTo>
                  <a:pt x="31711" y="132336"/>
                </a:lnTo>
                <a:lnTo>
                  <a:pt x="32612" y="128456"/>
                </a:lnTo>
                <a:lnTo>
                  <a:pt x="50248" y="58323"/>
                </a:lnTo>
                <a:close/>
              </a:path>
              <a:path w="78104" h="154939">
                <a:moveTo>
                  <a:pt x="78083" y="114184"/>
                </a:moveTo>
                <a:lnTo>
                  <a:pt x="66084" y="114184"/>
                </a:lnTo>
                <a:lnTo>
                  <a:pt x="63967" y="118239"/>
                </a:lnTo>
                <a:lnTo>
                  <a:pt x="56260" y="132550"/>
                </a:lnTo>
                <a:lnTo>
                  <a:pt x="48610" y="141014"/>
                </a:lnTo>
                <a:lnTo>
                  <a:pt x="41680" y="145051"/>
                </a:lnTo>
                <a:lnTo>
                  <a:pt x="36132" y="146081"/>
                </a:lnTo>
                <a:lnTo>
                  <a:pt x="57196" y="146081"/>
                </a:lnTo>
                <a:lnTo>
                  <a:pt x="66823" y="137643"/>
                </a:lnTo>
                <a:lnTo>
                  <a:pt x="75204" y="125051"/>
                </a:lnTo>
                <a:lnTo>
                  <a:pt x="78083" y="117530"/>
                </a:lnTo>
                <a:lnTo>
                  <a:pt x="78083" y="114184"/>
                </a:lnTo>
                <a:close/>
              </a:path>
              <a:path w="78104" h="154939">
                <a:moveTo>
                  <a:pt x="77362" y="47226"/>
                </a:moveTo>
                <a:lnTo>
                  <a:pt x="0" y="47226"/>
                </a:lnTo>
                <a:lnTo>
                  <a:pt x="0" y="58323"/>
                </a:lnTo>
                <a:lnTo>
                  <a:pt x="77362" y="58323"/>
                </a:lnTo>
                <a:lnTo>
                  <a:pt x="77362" y="47226"/>
                </a:lnTo>
                <a:close/>
              </a:path>
              <a:path w="78104" h="154939">
                <a:moveTo>
                  <a:pt x="57831" y="0"/>
                </a:moveTo>
                <a:lnTo>
                  <a:pt x="48130" y="0"/>
                </a:lnTo>
                <a:lnTo>
                  <a:pt x="38972" y="1407"/>
                </a:lnTo>
                <a:lnTo>
                  <a:pt x="36132" y="12509"/>
                </a:lnTo>
                <a:lnTo>
                  <a:pt x="27696" y="47226"/>
                </a:lnTo>
                <a:lnTo>
                  <a:pt x="53047" y="47226"/>
                </a:lnTo>
                <a:lnTo>
                  <a:pt x="55529" y="37003"/>
                </a:lnTo>
                <a:lnTo>
                  <a:pt x="56071" y="33832"/>
                </a:lnTo>
                <a:lnTo>
                  <a:pt x="57647" y="28370"/>
                </a:lnTo>
                <a:lnTo>
                  <a:pt x="59228" y="22203"/>
                </a:lnTo>
                <a:lnTo>
                  <a:pt x="61842" y="11805"/>
                </a:lnTo>
                <a:lnTo>
                  <a:pt x="61842" y="4403"/>
                </a:lnTo>
                <a:lnTo>
                  <a:pt x="5783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765208" y="3202632"/>
            <a:ext cx="123825" cy="109855"/>
          </a:xfrm>
          <a:custGeom>
            <a:avLst/>
            <a:gdLst/>
            <a:ahLst/>
            <a:cxnLst/>
            <a:rect l="l" t="t" r="r" b="b"/>
            <a:pathLst>
              <a:path w="123825" h="109854">
                <a:moveTo>
                  <a:pt x="69790" y="0"/>
                </a:moveTo>
                <a:lnTo>
                  <a:pt x="63609" y="0"/>
                </a:lnTo>
                <a:lnTo>
                  <a:pt x="36788" y="6665"/>
                </a:lnTo>
                <a:lnTo>
                  <a:pt x="16798" y="23722"/>
                </a:lnTo>
                <a:lnTo>
                  <a:pt x="4311" y="46759"/>
                </a:lnTo>
                <a:lnTo>
                  <a:pt x="0" y="71365"/>
                </a:lnTo>
                <a:lnTo>
                  <a:pt x="3389" y="89206"/>
                </a:lnTo>
                <a:lnTo>
                  <a:pt x="12196" y="100969"/>
                </a:lnTo>
                <a:lnTo>
                  <a:pt x="24378" y="107445"/>
                </a:lnTo>
                <a:lnTo>
                  <a:pt x="37892" y="109428"/>
                </a:lnTo>
                <a:lnTo>
                  <a:pt x="48088" y="108147"/>
                </a:lnTo>
                <a:lnTo>
                  <a:pt x="56868" y="105000"/>
                </a:lnTo>
                <a:lnTo>
                  <a:pt x="64079" y="100969"/>
                </a:lnTo>
                <a:lnTo>
                  <a:pt x="64323" y="100794"/>
                </a:lnTo>
                <a:lnTo>
                  <a:pt x="33472" y="100794"/>
                </a:lnTo>
                <a:lnTo>
                  <a:pt x="25353" y="97443"/>
                </a:lnTo>
                <a:lnTo>
                  <a:pt x="29829" y="57180"/>
                </a:lnTo>
                <a:lnTo>
                  <a:pt x="43100" y="21344"/>
                </a:lnTo>
                <a:lnTo>
                  <a:pt x="63609" y="8633"/>
                </a:lnTo>
                <a:lnTo>
                  <a:pt x="86361" y="8633"/>
                </a:lnTo>
                <a:lnTo>
                  <a:pt x="79128" y="1231"/>
                </a:lnTo>
                <a:lnTo>
                  <a:pt x="69790" y="0"/>
                </a:lnTo>
                <a:close/>
              </a:path>
              <a:path w="123825" h="109854">
                <a:moveTo>
                  <a:pt x="90219" y="97266"/>
                </a:moveTo>
                <a:lnTo>
                  <a:pt x="69248" y="97266"/>
                </a:lnTo>
                <a:lnTo>
                  <a:pt x="73707" y="102660"/>
                </a:lnTo>
                <a:lnTo>
                  <a:pt x="79766" y="106453"/>
                </a:lnTo>
                <a:lnTo>
                  <a:pt x="86689" y="108692"/>
                </a:lnTo>
                <a:lnTo>
                  <a:pt x="93739" y="109428"/>
                </a:lnTo>
                <a:lnTo>
                  <a:pt x="105016" y="109428"/>
                </a:lnTo>
                <a:lnTo>
                  <a:pt x="110840" y="101321"/>
                </a:lnTo>
                <a:lnTo>
                  <a:pt x="111190" y="100794"/>
                </a:lnTo>
                <a:lnTo>
                  <a:pt x="91979" y="100794"/>
                </a:lnTo>
                <a:lnTo>
                  <a:pt x="90219" y="98854"/>
                </a:lnTo>
                <a:lnTo>
                  <a:pt x="90219" y="97266"/>
                </a:lnTo>
                <a:close/>
              </a:path>
              <a:path w="123825" h="109854">
                <a:moveTo>
                  <a:pt x="86361" y="8633"/>
                </a:moveTo>
                <a:lnTo>
                  <a:pt x="71861" y="8633"/>
                </a:lnTo>
                <a:lnTo>
                  <a:pt x="78585" y="13745"/>
                </a:lnTo>
                <a:lnTo>
                  <a:pt x="81199" y="23258"/>
                </a:lnTo>
                <a:lnTo>
                  <a:pt x="67123" y="79470"/>
                </a:lnTo>
                <a:lnTo>
                  <a:pt x="66766" y="81059"/>
                </a:lnTo>
                <a:lnTo>
                  <a:pt x="66641" y="82429"/>
                </a:lnTo>
                <a:lnTo>
                  <a:pt x="66401" y="83701"/>
                </a:lnTo>
                <a:lnTo>
                  <a:pt x="58851" y="92095"/>
                </a:lnTo>
                <a:lnTo>
                  <a:pt x="51620" y="97335"/>
                </a:lnTo>
                <a:lnTo>
                  <a:pt x="44912" y="100031"/>
                </a:lnTo>
                <a:lnTo>
                  <a:pt x="38931" y="100794"/>
                </a:lnTo>
                <a:lnTo>
                  <a:pt x="64323" y="100794"/>
                </a:lnTo>
                <a:lnTo>
                  <a:pt x="69248" y="97266"/>
                </a:lnTo>
                <a:lnTo>
                  <a:pt x="90219" y="97266"/>
                </a:lnTo>
                <a:lnTo>
                  <a:pt x="90298" y="88676"/>
                </a:lnTo>
                <a:lnTo>
                  <a:pt x="90716" y="87049"/>
                </a:lnTo>
                <a:lnTo>
                  <a:pt x="91622" y="83169"/>
                </a:lnTo>
                <a:lnTo>
                  <a:pt x="107637" y="19032"/>
                </a:lnTo>
                <a:lnTo>
                  <a:pt x="108538" y="15504"/>
                </a:lnTo>
                <a:lnTo>
                  <a:pt x="108538" y="8985"/>
                </a:lnTo>
                <a:lnTo>
                  <a:pt x="86705" y="8985"/>
                </a:lnTo>
                <a:lnTo>
                  <a:pt x="86361" y="8633"/>
                </a:lnTo>
                <a:close/>
              </a:path>
              <a:path w="123825" h="109854">
                <a:moveTo>
                  <a:pt x="123334" y="68897"/>
                </a:moveTo>
                <a:lnTo>
                  <a:pt x="110840" y="68897"/>
                </a:lnTo>
                <a:lnTo>
                  <a:pt x="110655" y="69249"/>
                </a:lnTo>
                <a:lnTo>
                  <a:pt x="109076" y="75079"/>
                </a:lnTo>
                <a:lnTo>
                  <a:pt x="107169" y="82429"/>
                </a:lnTo>
                <a:lnTo>
                  <a:pt x="104247" y="90903"/>
                </a:lnTo>
                <a:lnTo>
                  <a:pt x="100166" y="97889"/>
                </a:lnTo>
                <a:lnTo>
                  <a:pt x="94778" y="100794"/>
                </a:lnTo>
                <a:lnTo>
                  <a:pt x="111190" y="100794"/>
                </a:lnTo>
                <a:lnTo>
                  <a:pt x="123334" y="72243"/>
                </a:lnTo>
                <a:lnTo>
                  <a:pt x="123334" y="68897"/>
                </a:lnTo>
                <a:close/>
              </a:path>
              <a:path w="123825" h="109854">
                <a:moveTo>
                  <a:pt x="104480" y="4050"/>
                </a:moveTo>
                <a:lnTo>
                  <a:pt x="93739" y="4050"/>
                </a:lnTo>
                <a:lnTo>
                  <a:pt x="89683" y="5990"/>
                </a:lnTo>
                <a:lnTo>
                  <a:pt x="86705" y="8985"/>
                </a:lnTo>
                <a:lnTo>
                  <a:pt x="108538" y="8985"/>
                </a:lnTo>
                <a:lnTo>
                  <a:pt x="108538" y="8633"/>
                </a:lnTo>
                <a:lnTo>
                  <a:pt x="104480" y="405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901937" y="3144832"/>
            <a:ext cx="59690" cy="167640"/>
          </a:xfrm>
          <a:custGeom>
            <a:avLst/>
            <a:gdLst/>
            <a:ahLst/>
            <a:cxnLst/>
            <a:rect l="l" t="t" r="r" b="b"/>
            <a:pathLst>
              <a:path w="59690" h="167639">
                <a:moveTo>
                  <a:pt x="59368" y="0"/>
                </a:moveTo>
                <a:lnTo>
                  <a:pt x="54993" y="351"/>
                </a:lnTo>
                <a:lnTo>
                  <a:pt x="22560" y="1939"/>
                </a:lnTo>
                <a:lnTo>
                  <a:pt x="19899" y="2115"/>
                </a:lnTo>
                <a:lnTo>
                  <a:pt x="15161" y="2115"/>
                </a:lnTo>
                <a:lnTo>
                  <a:pt x="15161" y="13393"/>
                </a:lnTo>
                <a:lnTo>
                  <a:pt x="24499" y="13393"/>
                </a:lnTo>
                <a:lnTo>
                  <a:pt x="28741" y="13569"/>
                </a:lnTo>
                <a:lnTo>
                  <a:pt x="31534" y="13920"/>
                </a:lnTo>
                <a:lnTo>
                  <a:pt x="861" y="137270"/>
                </a:lnTo>
                <a:lnTo>
                  <a:pt x="0" y="140970"/>
                </a:lnTo>
                <a:lnTo>
                  <a:pt x="0" y="144141"/>
                </a:lnTo>
                <a:lnTo>
                  <a:pt x="2408" y="154143"/>
                </a:lnTo>
                <a:lnTo>
                  <a:pt x="8713" y="161368"/>
                </a:lnTo>
                <a:lnTo>
                  <a:pt x="17530" y="165752"/>
                </a:lnTo>
                <a:lnTo>
                  <a:pt x="27477" y="167228"/>
                </a:lnTo>
                <a:lnTo>
                  <a:pt x="38574" y="167228"/>
                </a:lnTo>
                <a:lnTo>
                  <a:pt x="44570" y="159122"/>
                </a:lnTo>
                <a:lnTo>
                  <a:pt x="44925" y="158595"/>
                </a:lnTo>
                <a:lnTo>
                  <a:pt x="25538" y="158595"/>
                </a:lnTo>
                <a:lnTo>
                  <a:pt x="23957" y="156654"/>
                </a:lnTo>
                <a:lnTo>
                  <a:pt x="24043" y="146476"/>
                </a:lnTo>
                <a:lnTo>
                  <a:pt x="24499" y="144849"/>
                </a:lnTo>
                <a:lnTo>
                  <a:pt x="25353" y="140970"/>
                </a:lnTo>
                <a:lnTo>
                  <a:pt x="58693" y="8458"/>
                </a:lnTo>
                <a:lnTo>
                  <a:pt x="58872" y="7226"/>
                </a:lnTo>
                <a:lnTo>
                  <a:pt x="59368" y="5815"/>
                </a:lnTo>
                <a:lnTo>
                  <a:pt x="59368" y="0"/>
                </a:lnTo>
                <a:close/>
              </a:path>
              <a:path w="59690" h="167639">
                <a:moveTo>
                  <a:pt x="56932" y="126697"/>
                </a:moveTo>
                <a:lnTo>
                  <a:pt x="44570" y="126697"/>
                </a:lnTo>
                <a:lnTo>
                  <a:pt x="44391" y="127049"/>
                </a:lnTo>
                <a:lnTo>
                  <a:pt x="42627" y="132879"/>
                </a:lnTo>
                <a:lnTo>
                  <a:pt x="40803" y="140230"/>
                </a:lnTo>
                <a:lnTo>
                  <a:pt x="37889" y="148703"/>
                </a:lnTo>
                <a:lnTo>
                  <a:pt x="33782" y="155689"/>
                </a:lnTo>
                <a:lnTo>
                  <a:pt x="28376" y="158595"/>
                </a:lnTo>
                <a:lnTo>
                  <a:pt x="44925" y="158595"/>
                </a:lnTo>
                <a:lnTo>
                  <a:pt x="56932" y="130044"/>
                </a:lnTo>
                <a:lnTo>
                  <a:pt x="56932" y="126697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979305" y="3275057"/>
            <a:ext cx="36195" cy="35560"/>
          </a:xfrm>
          <a:custGeom>
            <a:avLst/>
            <a:gdLst/>
            <a:ahLst/>
            <a:cxnLst/>
            <a:rect l="l" t="t" r="r" b="b"/>
            <a:pathLst>
              <a:path w="36195" h="35560">
                <a:moveTo>
                  <a:pt x="29772" y="0"/>
                </a:moveTo>
                <a:lnTo>
                  <a:pt x="21156" y="0"/>
                </a:lnTo>
                <a:lnTo>
                  <a:pt x="13758" y="1615"/>
                </a:lnTo>
                <a:lnTo>
                  <a:pt x="6940" y="6056"/>
                </a:lnTo>
                <a:lnTo>
                  <a:pt x="1941" y="12710"/>
                </a:lnTo>
                <a:lnTo>
                  <a:pt x="0" y="20967"/>
                </a:lnTo>
                <a:lnTo>
                  <a:pt x="0" y="30656"/>
                </a:lnTo>
                <a:lnTo>
                  <a:pt x="7399" y="35064"/>
                </a:lnTo>
                <a:lnTo>
                  <a:pt x="14254" y="35064"/>
                </a:lnTo>
                <a:lnTo>
                  <a:pt x="22145" y="33349"/>
                </a:lnTo>
                <a:lnTo>
                  <a:pt x="29039" y="28742"/>
                </a:lnTo>
                <a:lnTo>
                  <a:pt x="33921" y="22054"/>
                </a:lnTo>
                <a:lnTo>
                  <a:pt x="35774" y="14097"/>
                </a:lnTo>
                <a:lnTo>
                  <a:pt x="35774" y="5815"/>
                </a:lnTo>
                <a:lnTo>
                  <a:pt x="29772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170484" y="3154351"/>
            <a:ext cx="109855" cy="156210"/>
          </a:xfrm>
          <a:custGeom>
            <a:avLst/>
            <a:gdLst/>
            <a:ahLst/>
            <a:cxnLst/>
            <a:rect l="l" t="t" r="r" b="b"/>
            <a:pathLst>
              <a:path w="109854" h="156210">
                <a:moveTo>
                  <a:pt x="90712" y="11277"/>
                </a:moveTo>
                <a:lnTo>
                  <a:pt x="45106" y="11277"/>
                </a:lnTo>
                <a:lnTo>
                  <a:pt x="58627" y="14063"/>
                </a:lnTo>
                <a:lnTo>
                  <a:pt x="68447" y="21540"/>
                </a:lnTo>
                <a:lnTo>
                  <a:pt x="74436" y="32387"/>
                </a:lnTo>
                <a:lnTo>
                  <a:pt x="76461" y="45285"/>
                </a:lnTo>
                <a:lnTo>
                  <a:pt x="74797" y="57529"/>
                </a:lnTo>
                <a:lnTo>
                  <a:pt x="50751" y="94623"/>
                </a:lnTo>
                <a:lnTo>
                  <a:pt x="2978" y="143437"/>
                </a:lnTo>
                <a:lnTo>
                  <a:pt x="0" y="146257"/>
                </a:lnTo>
                <a:lnTo>
                  <a:pt x="0" y="155770"/>
                </a:lnTo>
                <a:lnTo>
                  <a:pt x="101860" y="155770"/>
                </a:lnTo>
                <a:lnTo>
                  <a:pt x="106028" y="125989"/>
                </a:lnTo>
                <a:lnTo>
                  <a:pt x="32612" y="125989"/>
                </a:lnTo>
                <a:lnTo>
                  <a:pt x="49979" y="111871"/>
                </a:lnTo>
                <a:lnTo>
                  <a:pt x="58635" y="105003"/>
                </a:lnTo>
                <a:lnTo>
                  <a:pt x="85012" y="85052"/>
                </a:lnTo>
                <a:lnTo>
                  <a:pt x="98284" y="72797"/>
                </a:lnTo>
                <a:lnTo>
                  <a:pt x="106466" y="60046"/>
                </a:lnTo>
                <a:lnTo>
                  <a:pt x="109259" y="44933"/>
                </a:lnTo>
                <a:lnTo>
                  <a:pt x="104852" y="26389"/>
                </a:lnTo>
                <a:lnTo>
                  <a:pt x="92647" y="12224"/>
                </a:lnTo>
                <a:lnTo>
                  <a:pt x="90712" y="11277"/>
                </a:lnTo>
                <a:close/>
              </a:path>
              <a:path w="109854" h="156210">
                <a:moveTo>
                  <a:pt x="109259" y="102905"/>
                </a:moveTo>
                <a:lnTo>
                  <a:pt x="97981" y="102905"/>
                </a:lnTo>
                <a:lnTo>
                  <a:pt x="97254" y="107664"/>
                </a:lnTo>
                <a:lnTo>
                  <a:pt x="95136" y="122993"/>
                </a:lnTo>
                <a:lnTo>
                  <a:pt x="91979" y="124580"/>
                </a:lnTo>
                <a:lnTo>
                  <a:pt x="89366" y="125989"/>
                </a:lnTo>
                <a:lnTo>
                  <a:pt x="106028" y="125989"/>
                </a:lnTo>
                <a:lnTo>
                  <a:pt x="109259" y="102905"/>
                </a:lnTo>
                <a:close/>
              </a:path>
              <a:path w="109854" h="156210">
                <a:moveTo>
                  <a:pt x="50930" y="0"/>
                </a:moveTo>
                <a:lnTo>
                  <a:pt x="30850" y="2645"/>
                </a:lnTo>
                <a:lnTo>
                  <a:pt x="14689" y="10065"/>
                </a:lnTo>
                <a:lnTo>
                  <a:pt x="3917" y="21483"/>
                </a:lnTo>
                <a:lnTo>
                  <a:pt x="0" y="36123"/>
                </a:lnTo>
                <a:lnTo>
                  <a:pt x="0" y="50220"/>
                </a:lnTo>
                <a:lnTo>
                  <a:pt x="11277" y="53743"/>
                </a:lnTo>
                <a:lnTo>
                  <a:pt x="24678" y="53743"/>
                </a:lnTo>
                <a:lnTo>
                  <a:pt x="34194" y="48456"/>
                </a:lnTo>
                <a:lnTo>
                  <a:pt x="34194" y="24314"/>
                </a:lnTo>
                <a:lnTo>
                  <a:pt x="24135" y="20439"/>
                </a:lnTo>
                <a:lnTo>
                  <a:pt x="20614" y="19559"/>
                </a:lnTo>
                <a:lnTo>
                  <a:pt x="26122" y="15886"/>
                </a:lnTo>
                <a:lnTo>
                  <a:pt x="32200" y="13303"/>
                </a:lnTo>
                <a:lnTo>
                  <a:pt x="38609" y="11778"/>
                </a:lnTo>
                <a:lnTo>
                  <a:pt x="45106" y="11277"/>
                </a:lnTo>
                <a:lnTo>
                  <a:pt x="90712" y="11277"/>
                </a:lnTo>
                <a:lnTo>
                  <a:pt x="74165" y="3179"/>
                </a:lnTo>
                <a:lnTo>
                  <a:pt x="50930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303876" y="3154351"/>
            <a:ext cx="115570" cy="158750"/>
          </a:xfrm>
          <a:custGeom>
            <a:avLst/>
            <a:gdLst/>
            <a:ahLst/>
            <a:cxnLst/>
            <a:rect l="l" t="t" r="r" b="b"/>
            <a:pathLst>
              <a:path w="115570" h="158750">
                <a:moveTo>
                  <a:pt x="57468" y="0"/>
                </a:moveTo>
                <a:lnTo>
                  <a:pt x="24320" y="9204"/>
                </a:lnTo>
                <a:lnTo>
                  <a:pt x="7250" y="31211"/>
                </a:lnTo>
                <a:lnTo>
                  <a:pt x="923" y="57612"/>
                </a:lnTo>
                <a:lnTo>
                  <a:pt x="0" y="79998"/>
                </a:lnTo>
                <a:lnTo>
                  <a:pt x="879" y="101099"/>
                </a:lnTo>
                <a:lnTo>
                  <a:pt x="981" y="102377"/>
                </a:lnTo>
                <a:lnTo>
                  <a:pt x="7250" y="127994"/>
                </a:lnTo>
                <a:lnTo>
                  <a:pt x="24320" y="149456"/>
                </a:lnTo>
                <a:lnTo>
                  <a:pt x="57468" y="158413"/>
                </a:lnTo>
                <a:lnTo>
                  <a:pt x="89438" y="149779"/>
                </a:lnTo>
                <a:lnTo>
                  <a:pt x="57468" y="149779"/>
                </a:lnTo>
                <a:lnTo>
                  <a:pt x="50424" y="148684"/>
                </a:lnTo>
                <a:lnTo>
                  <a:pt x="30597" y="102377"/>
                </a:lnTo>
                <a:lnTo>
                  <a:pt x="30345" y="88616"/>
                </a:lnTo>
                <a:lnTo>
                  <a:pt x="30465" y="57612"/>
                </a:lnTo>
                <a:lnTo>
                  <a:pt x="36577" y="19487"/>
                </a:lnTo>
                <a:lnTo>
                  <a:pt x="57468" y="8633"/>
                </a:lnTo>
                <a:lnTo>
                  <a:pt x="88397" y="8633"/>
                </a:lnTo>
                <a:lnTo>
                  <a:pt x="57468" y="0"/>
                </a:lnTo>
                <a:close/>
              </a:path>
              <a:path w="115570" h="158750">
                <a:moveTo>
                  <a:pt x="88397" y="8633"/>
                </a:moveTo>
                <a:lnTo>
                  <a:pt x="57468" y="8633"/>
                </a:lnTo>
                <a:lnTo>
                  <a:pt x="64165" y="9511"/>
                </a:lnTo>
                <a:lnTo>
                  <a:pt x="70651" y="12222"/>
                </a:lnTo>
                <a:lnTo>
                  <a:pt x="84518" y="61721"/>
                </a:lnTo>
                <a:lnTo>
                  <a:pt x="84553" y="88616"/>
                </a:lnTo>
                <a:lnTo>
                  <a:pt x="84384" y="101099"/>
                </a:lnTo>
                <a:lnTo>
                  <a:pt x="71691" y="145352"/>
                </a:lnTo>
                <a:lnTo>
                  <a:pt x="57468" y="149779"/>
                </a:lnTo>
                <a:lnTo>
                  <a:pt x="89438" y="149779"/>
                </a:lnTo>
                <a:lnTo>
                  <a:pt x="114058" y="102377"/>
                </a:lnTo>
                <a:lnTo>
                  <a:pt x="115075" y="79998"/>
                </a:lnTo>
                <a:lnTo>
                  <a:pt x="114124" y="57760"/>
                </a:lnTo>
                <a:lnTo>
                  <a:pt x="107738" y="31342"/>
                </a:lnTo>
                <a:lnTo>
                  <a:pt x="90619" y="9253"/>
                </a:lnTo>
                <a:lnTo>
                  <a:pt x="88397" y="8633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449626" y="3154351"/>
            <a:ext cx="97790" cy="156210"/>
          </a:xfrm>
          <a:custGeom>
            <a:avLst/>
            <a:gdLst/>
            <a:ahLst/>
            <a:cxnLst/>
            <a:rect l="l" t="t" r="r" b="b"/>
            <a:pathLst>
              <a:path w="97790" h="156210">
                <a:moveTo>
                  <a:pt x="97260" y="144492"/>
                </a:moveTo>
                <a:lnTo>
                  <a:pt x="2613" y="144492"/>
                </a:lnTo>
                <a:lnTo>
                  <a:pt x="2613" y="155770"/>
                </a:lnTo>
                <a:lnTo>
                  <a:pt x="12833" y="155363"/>
                </a:lnTo>
                <a:lnTo>
                  <a:pt x="25865" y="155154"/>
                </a:lnTo>
                <a:lnTo>
                  <a:pt x="97260" y="155077"/>
                </a:lnTo>
                <a:lnTo>
                  <a:pt x="97260" y="144492"/>
                </a:lnTo>
                <a:close/>
              </a:path>
              <a:path w="97790" h="156210">
                <a:moveTo>
                  <a:pt x="97260" y="155077"/>
                </a:moveTo>
                <a:lnTo>
                  <a:pt x="60852" y="155077"/>
                </a:lnTo>
                <a:lnTo>
                  <a:pt x="74099" y="155154"/>
                </a:lnTo>
                <a:lnTo>
                  <a:pt x="87119" y="155363"/>
                </a:lnTo>
                <a:lnTo>
                  <a:pt x="97260" y="155770"/>
                </a:lnTo>
                <a:lnTo>
                  <a:pt x="97260" y="155077"/>
                </a:lnTo>
                <a:close/>
              </a:path>
              <a:path w="97790" h="156210">
                <a:moveTo>
                  <a:pt x="63966" y="21670"/>
                </a:moveTo>
                <a:lnTo>
                  <a:pt x="35774" y="21670"/>
                </a:lnTo>
                <a:lnTo>
                  <a:pt x="35774" y="144492"/>
                </a:lnTo>
                <a:lnTo>
                  <a:pt x="63966" y="144492"/>
                </a:lnTo>
                <a:lnTo>
                  <a:pt x="63966" y="21670"/>
                </a:lnTo>
                <a:close/>
              </a:path>
              <a:path w="97790" h="156210">
                <a:moveTo>
                  <a:pt x="63966" y="0"/>
                </a:moveTo>
                <a:lnTo>
                  <a:pt x="54767" y="0"/>
                </a:lnTo>
                <a:lnTo>
                  <a:pt x="52689" y="1758"/>
                </a:lnTo>
                <a:lnTo>
                  <a:pt x="38169" y="9603"/>
                </a:lnTo>
                <a:lnTo>
                  <a:pt x="23741" y="13631"/>
                </a:lnTo>
                <a:lnTo>
                  <a:pt x="11798" y="15115"/>
                </a:lnTo>
                <a:lnTo>
                  <a:pt x="4738" y="15327"/>
                </a:lnTo>
                <a:lnTo>
                  <a:pt x="0" y="15327"/>
                </a:lnTo>
                <a:lnTo>
                  <a:pt x="0" y="26429"/>
                </a:lnTo>
                <a:lnTo>
                  <a:pt x="4738" y="26429"/>
                </a:lnTo>
                <a:lnTo>
                  <a:pt x="9237" y="26330"/>
                </a:lnTo>
                <a:lnTo>
                  <a:pt x="16415" y="25768"/>
                </a:lnTo>
                <a:lnTo>
                  <a:pt x="25513" y="24347"/>
                </a:lnTo>
                <a:lnTo>
                  <a:pt x="35774" y="21670"/>
                </a:lnTo>
                <a:lnTo>
                  <a:pt x="63966" y="21670"/>
                </a:lnTo>
                <a:lnTo>
                  <a:pt x="6396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579319" y="3154351"/>
            <a:ext cx="109855" cy="158750"/>
          </a:xfrm>
          <a:custGeom>
            <a:avLst/>
            <a:gdLst/>
            <a:ahLst/>
            <a:cxnLst/>
            <a:rect l="l" t="t" r="r" b="b"/>
            <a:pathLst>
              <a:path w="109854" h="158750">
                <a:moveTo>
                  <a:pt x="21653" y="101321"/>
                </a:moveTo>
                <a:lnTo>
                  <a:pt x="12315" y="101321"/>
                </a:lnTo>
                <a:lnTo>
                  <a:pt x="0" y="103433"/>
                </a:lnTo>
                <a:lnTo>
                  <a:pt x="0" y="117886"/>
                </a:lnTo>
                <a:lnTo>
                  <a:pt x="3377" y="132767"/>
                </a:lnTo>
                <a:lnTo>
                  <a:pt x="13013" y="145749"/>
                </a:lnTo>
                <a:lnTo>
                  <a:pt x="28164" y="154930"/>
                </a:lnTo>
                <a:lnTo>
                  <a:pt x="48084" y="158413"/>
                </a:lnTo>
                <a:lnTo>
                  <a:pt x="73728" y="154602"/>
                </a:lnTo>
                <a:lnTo>
                  <a:pt x="85449" y="148191"/>
                </a:lnTo>
                <a:lnTo>
                  <a:pt x="47052" y="148191"/>
                </a:lnTo>
                <a:lnTo>
                  <a:pt x="41297" y="147786"/>
                </a:lnTo>
                <a:lnTo>
                  <a:pt x="33392" y="145879"/>
                </a:lnTo>
                <a:lnTo>
                  <a:pt x="24694" y="141428"/>
                </a:lnTo>
                <a:lnTo>
                  <a:pt x="16556" y="133390"/>
                </a:lnTo>
                <a:lnTo>
                  <a:pt x="24988" y="132863"/>
                </a:lnTo>
                <a:lnTo>
                  <a:pt x="31890" y="127224"/>
                </a:lnTo>
                <a:lnTo>
                  <a:pt x="31890" y="104844"/>
                </a:lnTo>
                <a:lnTo>
                  <a:pt x="21653" y="101321"/>
                </a:lnTo>
                <a:close/>
              </a:path>
              <a:path w="109854" h="158750">
                <a:moveTo>
                  <a:pt x="86235" y="67137"/>
                </a:moveTo>
                <a:lnTo>
                  <a:pt x="54449" y="67137"/>
                </a:lnTo>
                <a:lnTo>
                  <a:pt x="66654" y="70683"/>
                </a:lnTo>
                <a:lnTo>
                  <a:pt x="72922" y="79911"/>
                </a:lnTo>
                <a:lnTo>
                  <a:pt x="75231" y="92709"/>
                </a:lnTo>
                <a:lnTo>
                  <a:pt x="75430" y="101321"/>
                </a:lnTo>
                <a:lnTo>
                  <a:pt x="75527" y="108016"/>
                </a:lnTo>
                <a:lnTo>
                  <a:pt x="75115" y="120762"/>
                </a:lnTo>
                <a:lnTo>
                  <a:pt x="71997" y="134117"/>
                </a:lnTo>
                <a:lnTo>
                  <a:pt x="63533" y="144202"/>
                </a:lnTo>
                <a:lnTo>
                  <a:pt x="47052" y="148191"/>
                </a:lnTo>
                <a:lnTo>
                  <a:pt x="85449" y="148191"/>
                </a:lnTo>
                <a:lnTo>
                  <a:pt x="93016" y="144051"/>
                </a:lnTo>
                <a:lnTo>
                  <a:pt x="105165" y="128082"/>
                </a:lnTo>
                <a:lnTo>
                  <a:pt x="109390" y="108016"/>
                </a:lnTo>
                <a:lnTo>
                  <a:pt x="105896" y="88755"/>
                </a:lnTo>
                <a:lnTo>
                  <a:pt x="95581" y="73014"/>
                </a:lnTo>
                <a:lnTo>
                  <a:pt x="86235" y="67137"/>
                </a:lnTo>
                <a:close/>
              </a:path>
              <a:path w="109854" h="158750">
                <a:moveTo>
                  <a:pt x="16193" y="0"/>
                </a:moveTo>
                <a:lnTo>
                  <a:pt x="12137" y="0"/>
                </a:lnTo>
                <a:lnTo>
                  <a:pt x="12137" y="83169"/>
                </a:lnTo>
                <a:lnTo>
                  <a:pt x="20435" y="83169"/>
                </a:lnTo>
                <a:lnTo>
                  <a:pt x="20932" y="82289"/>
                </a:lnTo>
                <a:lnTo>
                  <a:pt x="22692" y="80350"/>
                </a:lnTo>
                <a:lnTo>
                  <a:pt x="30170" y="73676"/>
                </a:lnTo>
                <a:lnTo>
                  <a:pt x="38382" y="69646"/>
                </a:lnTo>
                <a:lnTo>
                  <a:pt x="46688" y="67665"/>
                </a:lnTo>
                <a:lnTo>
                  <a:pt x="54449" y="67137"/>
                </a:lnTo>
                <a:lnTo>
                  <a:pt x="86235" y="67137"/>
                </a:lnTo>
                <a:lnTo>
                  <a:pt x="85670" y="66781"/>
                </a:lnTo>
                <a:lnTo>
                  <a:pt x="24809" y="66781"/>
                </a:lnTo>
                <a:lnTo>
                  <a:pt x="24809" y="35416"/>
                </a:lnTo>
                <a:lnTo>
                  <a:pt x="51711" y="35416"/>
                </a:lnTo>
                <a:lnTo>
                  <a:pt x="65582" y="32875"/>
                </a:lnTo>
                <a:lnTo>
                  <a:pt x="83399" y="22971"/>
                </a:lnTo>
                <a:lnTo>
                  <a:pt x="94703" y="11976"/>
                </a:lnTo>
                <a:lnTo>
                  <a:pt x="97002" y="7573"/>
                </a:lnTo>
                <a:lnTo>
                  <a:pt x="55482" y="7573"/>
                </a:lnTo>
                <a:lnTo>
                  <a:pt x="42944" y="6852"/>
                </a:lnTo>
                <a:lnTo>
                  <a:pt x="32579" y="5107"/>
                </a:lnTo>
                <a:lnTo>
                  <a:pt x="24464" y="2966"/>
                </a:lnTo>
                <a:lnTo>
                  <a:pt x="16556" y="351"/>
                </a:lnTo>
                <a:lnTo>
                  <a:pt x="16193" y="0"/>
                </a:lnTo>
                <a:close/>
              </a:path>
              <a:path w="109854" h="158750">
                <a:moveTo>
                  <a:pt x="55482" y="58498"/>
                </a:moveTo>
                <a:lnTo>
                  <a:pt x="49282" y="58727"/>
                </a:lnTo>
                <a:lnTo>
                  <a:pt x="41669" y="59799"/>
                </a:lnTo>
                <a:lnTo>
                  <a:pt x="33295" y="62291"/>
                </a:lnTo>
                <a:lnTo>
                  <a:pt x="24809" y="66781"/>
                </a:lnTo>
                <a:lnTo>
                  <a:pt x="85670" y="66781"/>
                </a:lnTo>
                <a:lnTo>
                  <a:pt x="78694" y="62394"/>
                </a:lnTo>
                <a:lnTo>
                  <a:pt x="55482" y="58498"/>
                </a:lnTo>
                <a:close/>
              </a:path>
              <a:path w="109854" h="158750">
                <a:moveTo>
                  <a:pt x="51711" y="35416"/>
                </a:moveTo>
                <a:lnTo>
                  <a:pt x="24809" y="35416"/>
                </a:lnTo>
                <a:lnTo>
                  <a:pt x="31348" y="36650"/>
                </a:lnTo>
                <a:lnTo>
                  <a:pt x="33968" y="37179"/>
                </a:lnTo>
                <a:lnTo>
                  <a:pt x="42089" y="37179"/>
                </a:lnTo>
                <a:lnTo>
                  <a:pt x="51711" y="35416"/>
                </a:lnTo>
                <a:close/>
              </a:path>
              <a:path w="109854" h="158750">
                <a:moveTo>
                  <a:pt x="98113" y="0"/>
                </a:moveTo>
                <a:lnTo>
                  <a:pt x="94414" y="0"/>
                </a:lnTo>
                <a:lnTo>
                  <a:pt x="91800" y="1055"/>
                </a:lnTo>
                <a:lnTo>
                  <a:pt x="81838" y="4229"/>
                </a:lnTo>
                <a:lnTo>
                  <a:pt x="72391" y="6230"/>
                </a:lnTo>
                <a:lnTo>
                  <a:pt x="63569" y="7273"/>
                </a:lnTo>
                <a:lnTo>
                  <a:pt x="55482" y="7573"/>
                </a:lnTo>
                <a:lnTo>
                  <a:pt x="97002" y="7573"/>
                </a:lnTo>
                <a:lnTo>
                  <a:pt x="98657" y="4401"/>
                </a:lnTo>
                <a:lnTo>
                  <a:pt x="98657" y="2642"/>
                </a:lnTo>
                <a:lnTo>
                  <a:pt x="9811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1927" y="3503780"/>
            <a:ext cx="109855" cy="156210"/>
          </a:xfrm>
          <a:custGeom>
            <a:avLst/>
            <a:gdLst/>
            <a:ahLst/>
            <a:cxnLst/>
            <a:rect l="l" t="t" r="r" b="b"/>
            <a:pathLst>
              <a:path w="109854" h="156210">
                <a:moveTo>
                  <a:pt x="90805" y="11278"/>
                </a:moveTo>
                <a:lnTo>
                  <a:pt x="45110" y="11278"/>
                </a:lnTo>
                <a:lnTo>
                  <a:pt x="58634" y="14061"/>
                </a:lnTo>
                <a:lnTo>
                  <a:pt x="68458" y="21519"/>
                </a:lnTo>
                <a:lnTo>
                  <a:pt x="74449" y="32315"/>
                </a:lnTo>
                <a:lnTo>
                  <a:pt x="76476" y="45111"/>
                </a:lnTo>
                <a:lnTo>
                  <a:pt x="74813" y="57456"/>
                </a:lnTo>
                <a:lnTo>
                  <a:pt x="50925" y="94623"/>
                </a:lnTo>
                <a:lnTo>
                  <a:pt x="3171" y="143438"/>
                </a:lnTo>
                <a:lnTo>
                  <a:pt x="0" y="146258"/>
                </a:lnTo>
                <a:lnTo>
                  <a:pt x="0" y="155771"/>
                </a:lnTo>
                <a:lnTo>
                  <a:pt x="102027" y="155771"/>
                </a:lnTo>
                <a:lnTo>
                  <a:pt x="106097" y="125989"/>
                </a:lnTo>
                <a:lnTo>
                  <a:pt x="32775" y="125989"/>
                </a:lnTo>
                <a:lnTo>
                  <a:pt x="41387" y="118872"/>
                </a:lnTo>
                <a:lnTo>
                  <a:pt x="50132" y="111739"/>
                </a:lnTo>
                <a:lnTo>
                  <a:pt x="58744" y="104903"/>
                </a:lnTo>
                <a:lnTo>
                  <a:pt x="85016" y="85053"/>
                </a:lnTo>
                <a:lnTo>
                  <a:pt x="98282" y="72798"/>
                </a:lnTo>
                <a:lnTo>
                  <a:pt x="106459" y="60048"/>
                </a:lnTo>
                <a:lnTo>
                  <a:pt x="109251" y="44935"/>
                </a:lnTo>
                <a:lnTo>
                  <a:pt x="104873" y="26390"/>
                </a:lnTo>
                <a:lnTo>
                  <a:pt x="92731" y="12224"/>
                </a:lnTo>
                <a:lnTo>
                  <a:pt x="90805" y="11278"/>
                </a:lnTo>
                <a:close/>
              </a:path>
              <a:path w="109854" h="156210">
                <a:moveTo>
                  <a:pt x="109251" y="102906"/>
                </a:moveTo>
                <a:lnTo>
                  <a:pt x="98150" y="102906"/>
                </a:lnTo>
                <a:lnTo>
                  <a:pt x="97445" y="107665"/>
                </a:lnTo>
                <a:lnTo>
                  <a:pt x="95331" y="122994"/>
                </a:lnTo>
                <a:lnTo>
                  <a:pt x="91982" y="124581"/>
                </a:lnTo>
                <a:lnTo>
                  <a:pt x="89339" y="125989"/>
                </a:lnTo>
                <a:lnTo>
                  <a:pt x="106097" y="125989"/>
                </a:lnTo>
                <a:lnTo>
                  <a:pt x="109251" y="102906"/>
                </a:lnTo>
                <a:close/>
              </a:path>
              <a:path w="109854" h="156210">
                <a:moveTo>
                  <a:pt x="51101" y="0"/>
                </a:moveTo>
                <a:lnTo>
                  <a:pt x="30999" y="2645"/>
                </a:lnTo>
                <a:lnTo>
                  <a:pt x="14779" y="10065"/>
                </a:lnTo>
                <a:lnTo>
                  <a:pt x="3945" y="21482"/>
                </a:lnTo>
                <a:lnTo>
                  <a:pt x="0" y="36120"/>
                </a:lnTo>
                <a:lnTo>
                  <a:pt x="0" y="50217"/>
                </a:lnTo>
                <a:lnTo>
                  <a:pt x="11453" y="53745"/>
                </a:lnTo>
                <a:lnTo>
                  <a:pt x="24669" y="53745"/>
                </a:lnTo>
                <a:lnTo>
                  <a:pt x="34185" y="48458"/>
                </a:lnTo>
                <a:lnTo>
                  <a:pt x="34185" y="24315"/>
                </a:lnTo>
                <a:lnTo>
                  <a:pt x="24317" y="20439"/>
                </a:lnTo>
                <a:lnTo>
                  <a:pt x="20616" y="19560"/>
                </a:lnTo>
                <a:lnTo>
                  <a:pt x="26153" y="15813"/>
                </a:lnTo>
                <a:lnTo>
                  <a:pt x="32268" y="13238"/>
                </a:lnTo>
                <a:lnTo>
                  <a:pt x="38681" y="11755"/>
                </a:lnTo>
                <a:lnTo>
                  <a:pt x="45110" y="11278"/>
                </a:lnTo>
                <a:lnTo>
                  <a:pt x="90805" y="11278"/>
                </a:lnTo>
                <a:lnTo>
                  <a:pt x="74312" y="3180"/>
                </a:lnTo>
                <a:lnTo>
                  <a:pt x="51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513176" y="3497082"/>
            <a:ext cx="1268907" cy="2084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199707" y="3489332"/>
            <a:ext cx="163195" cy="170815"/>
          </a:xfrm>
          <a:custGeom>
            <a:avLst/>
            <a:gdLst/>
            <a:ahLst/>
            <a:cxnLst/>
            <a:rect l="l" t="t" r="r" b="b"/>
            <a:pathLst>
              <a:path w="163195" h="170814">
                <a:moveTo>
                  <a:pt x="85467" y="0"/>
                </a:moveTo>
                <a:lnTo>
                  <a:pt x="77712" y="0"/>
                </a:lnTo>
                <a:lnTo>
                  <a:pt x="77007" y="1405"/>
                </a:lnTo>
                <a:lnTo>
                  <a:pt x="75947" y="4753"/>
                </a:lnTo>
                <a:lnTo>
                  <a:pt x="26610" y="146784"/>
                </a:lnTo>
                <a:lnTo>
                  <a:pt x="22477" y="154368"/>
                </a:lnTo>
                <a:lnTo>
                  <a:pt x="16543" y="159227"/>
                </a:lnTo>
                <a:lnTo>
                  <a:pt x="8990" y="161872"/>
                </a:lnTo>
                <a:lnTo>
                  <a:pt x="0" y="162816"/>
                </a:lnTo>
                <a:lnTo>
                  <a:pt x="0" y="170219"/>
                </a:lnTo>
                <a:lnTo>
                  <a:pt x="5463" y="169867"/>
                </a:lnTo>
                <a:lnTo>
                  <a:pt x="15684" y="169515"/>
                </a:lnTo>
                <a:lnTo>
                  <a:pt x="51633" y="169515"/>
                </a:lnTo>
                <a:lnTo>
                  <a:pt x="51633" y="162816"/>
                </a:lnTo>
                <a:lnTo>
                  <a:pt x="39823" y="162816"/>
                </a:lnTo>
                <a:lnTo>
                  <a:pt x="33832" y="156825"/>
                </a:lnTo>
                <a:lnTo>
                  <a:pt x="33832" y="149955"/>
                </a:lnTo>
                <a:lnTo>
                  <a:pt x="34009" y="147487"/>
                </a:lnTo>
                <a:lnTo>
                  <a:pt x="34361" y="147135"/>
                </a:lnTo>
                <a:lnTo>
                  <a:pt x="45286" y="115945"/>
                </a:lnTo>
                <a:lnTo>
                  <a:pt x="125431" y="115945"/>
                </a:lnTo>
                <a:lnTo>
                  <a:pt x="122876" y="108544"/>
                </a:lnTo>
                <a:lnTo>
                  <a:pt x="47929" y="108544"/>
                </a:lnTo>
                <a:lnTo>
                  <a:pt x="74541" y="31365"/>
                </a:lnTo>
                <a:lnTo>
                  <a:pt x="96235" y="31365"/>
                </a:lnTo>
                <a:lnTo>
                  <a:pt x="87049" y="4753"/>
                </a:lnTo>
                <a:lnTo>
                  <a:pt x="85817" y="1582"/>
                </a:lnTo>
                <a:lnTo>
                  <a:pt x="85467" y="0"/>
                </a:lnTo>
                <a:close/>
              </a:path>
              <a:path w="163195" h="170814">
                <a:moveTo>
                  <a:pt x="51633" y="169515"/>
                </a:moveTo>
                <a:lnTo>
                  <a:pt x="24319" y="169515"/>
                </a:lnTo>
                <a:lnTo>
                  <a:pt x="30644" y="169576"/>
                </a:lnTo>
                <a:lnTo>
                  <a:pt x="37910" y="169735"/>
                </a:lnTo>
                <a:lnTo>
                  <a:pt x="51633" y="170219"/>
                </a:lnTo>
                <a:lnTo>
                  <a:pt x="51633" y="169515"/>
                </a:lnTo>
                <a:close/>
              </a:path>
              <a:path w="163195" h="170814">
                <a:moveTo>
                  <a:pt x="162821" y="162816"/>
                </a:moveTo>
                <a:lnTo>
                  <a:pt x="97447" y="162816"/>
                </a:lnTo>
                <a:lnTo>
                  <a:pt x="97447" y="170219"/>
                </a:lnTo>
                <a:lnTo>
                  <a:pt x="105170" y="169812"/>
                </a:lnTo>
                <a:lnTo>
                  <a:pt x="114430" y="169603"/>
                </a:lnTo>
                <a:lnTo>
                  <a:pt x="162821" y="169515"/>
                </a:lnTo>
                <a:lnTo>
                  <a:pt x="162821" y="162816"/>
                </a:lnTo>
                <a:close/>
              </a:path>
              <a:path w="163195" h="170814">
                <a:moveTo>
                  <a:pt x="162821" y="169515"/>
                </a:moveTo>
                <a:lnTo>
                  <a:pt x="131808" y="169515"/>
                </a:lnTo>
                <a:lnTo>
                  <a:pt x="139579" y="169551"/>
                </a:lnTo>
                <a:lnTo>
                  <a:pt x="147448" y="169669"/>
                </a:lnTo>
                <a:lnTo>
                  <a:pt x="155251" y="169886"/>
                </a:lnTo>
                <a:lnTo>
                  <a:pt x="162821" y="170219"/>
                </a:lnTo>
                <a:lnTo>
                  <a:pt x="162821" y="169515"/>
                </a:lnTo>
                <a:close/>
              </a:path>
              <a:path w="163195" h="170814">
                <a:moveTo>
                  <a:pt x="125431" y="115945"/>
                </a:moveTo>
                <a:lnTo>
                  <a:pt x="103966" y="115945"/>
                </a:lnTo>
                <a:lnTo>
                  <a:pt x="116832" y="153302"/>
                </a:lnTo>
                <a:lnTo>
                  <a:pt x="117097" y="154368"/>
                </a:lnTo>
                <a:lnTo>
                  <a:pt x="117182" y="162816"/>
                </a:lnTo>
                <a:lnTo>
                  <a:pt x="144317" y="162816"/>
                </a:lnTo>
                <a:lnTo>
                  <a:pt x="140969" y="161057"/>
                </a:lnTo>
                <a:lnTo>
                  <a:pt x="138327" y="153302"/>
                </a:lnTo>
                <a:lnTo>
                  <a:pt x="125431" y="115945"/>
                </a:lnTo>
                <a:close/>
              </a:path>
              <a:path w="163195" h="170814">
                <a:moveTo>
                  <a:pt x="96235" y="31365"/>
                </a:moveTo>
                <a:lnTo>
                  <a:pt x="74541" y="31365"/>
                </a:lnTo>
                <a:lnTo>
                  <a:pt x="101323" y="108544"/>
                </a:lnTo>
                <a:lnTo>
                  <a:pt x="122876" y="108544"/>
                </a:lnTo>
                <a:lnTo>
                  <a:pt x="96235" y="3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377857" y="3554529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93" y="0"/>
                </a:moveTo>
                <a:lnTo>
                  <a:pt x="0" y="2467"/>
                </a:lnTo>
                <a:lnTo>
                  <a:pt x="0" y="9866"/>
                </a:lnTo>
                <a:lnTo>
                  <a:pt x="10697" y="10307"/>
                </a:lnTo>
                <a:lnTo>
                  <a:pt x="16190" y="12861"/>
                </a:lnTo>
                <a:lnTo>
                  <a:pt x="18214" y="19382"/>
                </a:lnTo>
                <a:lnTo>
                  <a:pt x="18503" y="31718"/>
                </a:lnTo>
                <a:lnTo>
                  <a:pt x="18503" y="67490"/>
                </a:lnTo>
                <a:lnTo>
                  <a:pt x="19068" y="81572"/>
                </a:lnTo>
                <a:lnTo>
                  <a:pt x="23019" y="94515"/>
                </a:lnTo>
                <a:lnTo>
                  <a:pt x="33743" y="103989"/>
                </a:lnTo>
                <a:lnTo>
                  <a:pt x="54627" y="107665"/>
                </a:lnTo>
                <a:lnTo>
                  <a:pt x="64028" y="106387"/>
                </a:lnTo>
                <a:lnTo>
                  <a:pt x="72337" y="102465"/>
                </a:lnTo>
                <a:lnTo>
                  <a:pt x="55859" y="102378"/>
                </a:lnTo>
                <a:lnTo>
                  <a:pt x="44109" y="100423"/>
                </a:lnTo>
                <a:lnTo>
                  <a:pt x="37843" y="95198"/>
                </a:lnTo>
                <a:lnTo>
                  <a:pt x="35344" y="87660"/>
                </a:lnTo>
                <a:lnTo>
                  <a:pt x="34955" y="80002"/>
                </a:lnTo>
                <a:lnTo>
                  <a:pt x="34893" y="0"/>
                </a:lnTo>
                <a:close/>
              </a:path>
              <a:path w="120014" h="107950">
                <a:moveTo>
                  <a:pt x="100971" y="86165"/>
                </a:moveTo>
                <a:lnTo>
                  <a:pt x="85290" y="86165"/>
                </a:lnTo>
                <a:lnTo>
                  <a:pt x="85290" y="107665"/>
                </a:lnTo>
                <a:lnTo>
                  <a:pt x="119475" y="105022"/>
                </a:lnTo>
                <a:lnTo>
                  <a:pt x="119475" y="97619"/>
                </a:lnTo>
                <a:lnTo>
                  <a:pt x="102910" y="97619"/>
                </a:lnTo>
                <a:lnTo>
                  <a:pt x="100971" y="95860"/>
                </a:lnTo>
                <a:lnTo>
                  <a:pt x="100971" y="86165"/>
                </a:lnTo>
                <a:close/>
              </a:path>
              <a:path w="120014" h="107950">
                <a:moveTo>
                  <a:pt x="100971" y="0"/>
                </a:moveTo>
                <a:lnTo>
                  <a:pt x="66081" y="2467"/>
                </a:lnTo>
                <a:lnTo>
                  <a:pt x="66081" y="9866"/>
                </a:lnTo>
                <a:lnTo>
                  <a:pt x="82646" y="9866"/>
                </a:lnTo>
                <a:lnTo>
                  <a:pt x="84582" y="11630"/>
                </a:lnTo>
                <a:lnTo>
                  <a:pt x="84582" y="65551"/>
                </a:lnTo>
                <a:lnTo>
                  <a:pt x="82522" y="80002"/>
                </a:lnTo>
                <a:lnTo>
                  <a:pt x="76696" y="91695"/>
                </a:lnTo>
                <a:lnTo>
                  <a:pt x="67632" y="99523"/>
                </a:lnTo>
                <a:lnTo>
                  <a:pt x="55859" y="102378"/>
                </a:lnTo>
                <a:lnTo>
                  <a:pt x="72430" y="102378"/>
                </a:lnTo>
                <a:lnTo>
                  <a:pt x="79457" y="95769"/>
                </a:lnTo>
                <a:lnTo>
                  <a:pt x="85290" y="86165"/>
                </a:lnTo>
                <a:lnTo>
                  <a:pt x="100971" y="86165"/>
                </a:lnTo>
                <a:lnTo>
                  <a:pt x="100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506317" y="3513293"/>
            <a:ext cx="74930" cy="149225"/>
          </a:xfrm>
          <a:custGeom>
            <a:avLst/>
            <a:gdLst/>
            <a:ahLst/>
            <a:cxnLst/>
            <a:rect l="l" t="t" r="r" b="b"/>
            <a:pathLst>
              <a:path w="74929" h="149225">
                <a:moveTo>
                  <a:pt x="36652" y="51102"/>
                </a:moveTo>
                <a:lnTo>
                  <a:pt x="20264" y="51102"/>
                </a:lnTo>
                <a:lnTo>
                  <a:pt x="20374" y="117184"/>
                </a:lnTo>
                <a:lnTo>
                  <a:pt x="23865" y="134032"/>
                </a:lnTo>
                <a:lnTo>
                  <a:pt x="32423" y="143747"/>
                </a:lnTo>
                <a:lnTo>
                  <a:pt x="42566" y="147976"/>
                </a:lnTo>
                <a:lnTo>
                  <a:pt x="50925" y="148901"/>
                </a:lnTo>
                <a:lnTo>
                  <a:pt x="61751" y="146018"/>
                </a:lnTo>
                <a:lnTo>
                  <a:pt x="64789" y="142910"/>
                </a:lnTo>
                <a:lnTo>
                  <a:pt x="52689" y="142910"/>
                </a:lnTo>
                <a:lnTo>
                  <a:pt x="43418" y="139460"/>
                </a:lnTo>
                <a:lnTo>
                  <a:pt x="38656" y="131566"/>
                </a:lnTo>
                <a:lnTo>
                  <a:pt x="36902" y="122913"/>
                </a:lnTo>
                <a:lnTo>
                  <a:pt x="36652" y="117184"/>
                </a:lnTo>
                <a:lnTo>
                  <a:pt x="36652" y="51102"/>
                </a:lnTo>
                <a:close/>
              </a:path>
              <a:path w="74929" h="149225">
                <a:moveTo>
                  <a:pt x="74536" y="103263"/>
                </a:moveTo>
                <a:lnTo>
                  <a:pt x="68545" y="103263"/>
                </a:lnTo>
                <a:lnTo>
                  <a:pt x="68449" y="117184"/>
                </a:lnTo>
                <a:lnTo>
                  <a:pt x="67282" y="127893"/>
                </a:lnTo>
                <a:lnTo>
                  <a:pt x="63855" y="136214"/>
                </a:lnTo>
                <a:lnTo>
                  <a:pt x="58809" y="141231"/>
                </a:lnTo>
                <a:lnTo>
                  <a:pt x="52689" y="142910"/>
                </a:lnTo>
                <a:lnTo>
                  <a:pt x="64789" y="142910"/>
                </a:lnTo>
                <a:lnTo>
                  <a:pt x="69074" y="138526"/>
                </a:lnTo>
                <a:lnTo>
                  <a:pt x="73226" y="128159"/>
                </a:lnTo>
                <a:lnTo>
                  <a:pt x="74475" y="117184"/>
                </a:lnTo>
                <a:lnTo>
                  <a:pt x="74536" y="103263"/>
                </a:lnTo>
                <a:close/>
              </a:path>
              <a:path w="74929" h="149225">
                <a:moveTo>
                  <a:pt x="36652" y="0"/>
                </a:moveTo>
                <a:lnTo>
                  <a:pt x="30661" y="0"/>
                </a:lnTo>
                <a:lnTo>
                  <a:pt x="29092" y="15286"/>
                </a:lnTo>
                <a:lnTo>
                  <a:pt x="24053" y="29912"/>
                </a:lnTo>
                <a:lnTo>
                  <a:pt x="14653" y="41036"/>
                </a:lnTo>
                <a:lnTo>
                  <a:pt x="0" y="45815"/>
                </a:lnTo>
                <a:lnTo>
                  <a:pt x="0" y="51102"/>
                </a:lnTo>
                <a:lnTo>
                  <a:pt x="70661" y="51102"/>
                </a:lnTo>
                <a:lnTo>
                  <a:pt x="70661" y="43703"/>
                </a:lnTo>
                <a:lnTo>
                  <a:pt x="36652" y="43703"/>
                </a:lnTo>
                <a:lnTo>
                  <a:pt x="36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601122" y="3552941"/>
            <a:ext cx="105410" cy="109855"/>
          </a:xfrm>
          <a:custGeom>
            <a:avLst/>
            <a:gdLst/>
            <a:ahLst/>
            <a:cxnLst/>
            <a:rect l="l" t="t" r="r" b="b"/>
            <a:pathLst>
              <a:path w="105410" h="109854">
                <a:moveTo>
                  <a:pt x="52861" y="0"/>
                </a:moveTo>
                <a:lnTo>
                  <a:pt x="32039" y="4512"/>
                </a:lnTo>
                <a:lnTo>
                  <a:pt x="15263" y="16674"/>
                </a:lnTo>
                <a:lnTo>
                  <a:pt x="4072" y="34419"/>
                </a:lnTo>
                <a:lnTo>
                  <a:pt x="0" y="55684"/>
                </a:lnTo>
                <a:lnTo>
                  <a:pt x="4313" y="76989"/>
                </a:lnTo>
                <a:lnTo>
                  <a:pt x="15879" y="93966"/>
                </a:lnTo>
                <a:lnTo>
                  <a:pt x="32632" y="105194"/>
                </a:lnTo>
                <a:lnTo>
                  <a:pt x="52509" y="109253"/>
                </a:lnTo>
                <a:lnTo>
                  <a:pt x="72962" y="105120"/>
                </a:lnTo>
                <a:lnTo>
                  <a:pt x="75714" y="103262"/>
                </a:lnTo>
                <a:lnTo>
                  <a:pt x="52861" y="103262"/>
                </a:lnTo>
                <a:lnTo>
                  <a:pt x="45202" y="102293"/>
                </a:lnTo>
                <a:lnTo>
                  <a:pt x="20484" y="69823"/>
                </a:lnTo>
                <a:lnTo>
                  <a:pt x="19829" y="46242"/>
                </a:lnTo>
                <a:lnTo>
                  <a:pt x="20462" y="37974"/>
                </a:lnTo>
                <a:lnTo>
                  <a:pt x="45175" y="6228"/>
                </a:lnTo>
                <a:lnTo>
                  <a:pt x="52509" y="5287"/>
                </a:lnTo>
                <a:lnTo>
                  <a:pt x="74401" y="5287"/>
                </a:lnTo>
                <a:lnTo>
                  <a:pt x="73185" y="4413"/>
                </a:lnTo>
                <a:lnTo>
                  <a:pt x="52861" y="0"/>
                </a:lnTo>
                <a:close/>
              </a:path>
              <a:path w="105410" h="109854">
                <a:moveTo>
                  <a:pt x="74401" y="5287"/>
                </a:moveTo>
                <a:lnTo>
                  <a:pt x="52509" y="5287"/>
                </a:lnTo>
                <a:lnTo>
                  <a:pt x="60315" y="6272"/>
                </a:lnTo>
                <a:lnTo>
                  <a:pt x="67642" y="9207"/>
                </a:lnTo>
                <a:lnTo>
                  <a:pt x="85541" y="46242"/>
                </a:lnTo>
                <a:lnTo>
                  <a:pt x="85537" y="61156"/>
                </a:lnTo>
                <a:lnTo>
                  <a:pt x="69118" y="98481"/>
                </a:lnTo>
                <a:lnTo>
                  <a:pt x="52861" y="103262"/>
                </a:lnTo>
                <a:lnTo>
                  <a:pt x="75714" y="103262"/>
                </a:lnTo>
                <a:lnTo>
                  <a:pt x="89779" y="93768"/>
                </a:lnTo>
                <a:lnTo>
                  <a:pt x="101177" y="76766"/>
                </a:lnTo>
                <a:lnTo>
                  <a:pt x="105373" y="55684"/>
                </a:lnTo>
                <a:lnTo>
                  <a:pt x="101207" y="34122"/>
                </a:lnTo>
                <a:lnTo>
                  <a:pt x="89889" y="16410"/>
                </a:lnTo>
                <a:lnTo>
                  <a:pt x="74401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720615" y="3554529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4" h="105410">
                <a:moveTo>
                  <a:pt x="53366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14103" y="104538"/>
                </a:lnTo>
                <a:lnTo>
                  <a:pt x="21067" y="104379"/>
                </a:lnTo>
                <a:lnTo>
                  <a:pt x="26751" y="104319"/>
                </a:lnTo>
                <a:lnTo>
                  <a:pt x="53366" y="104319"/>
                </a:lnTo>
                <a:lnTo>
                  <a:pt x="53366" y="97619"/>
                </a:lnTo>
                <a:close/>
              </a:path>
              <a:path w="120014" h="105410">
                <a:moveTo>
                  <a:pt x="53366" y="104319"/>
                </a:moveTo>
                <a:lnTo>
                  <a:pt x="26751" y="104319"/>
                </a:lnTo>
                <a:lnTo>
                  <a:pt x="32400" y="104379"/>
                </a:lnTo>
                <a:lnTo>
                  <a:pt x="39398" y="104538"/>
                </a:lnTo>
                <a:lnTo>
                  <a:pt x="53366" y="105022"/>
                </a:lnTo>
                <a:lnTo>
                  <a:pt x="53366" y="104319"/>
                </a:lnTo>
                <a:close/>
              </a:path>
              <a:path w="120014" h="105410">
                <a:moveTo>
                  <a:pt x="119453" y="97619"/>
                </a:moveTo>
                <a:lnTo>
                  <a:pt x="66042" y="97619"/>
                </a:lnTo>
                <a:lnTo>
                  <a:pt x="66042" y="105022"/>
                </a:lnTo>
                <a:lnTo>
                  <a:pt x="80167" y="104538"/>
                </a:lnTo>
                <a:lnTo>
                  <a:pt x="87134" y="104379"/>
                </a:lnTo>
                <a:lnTo>
                  <a:pt x="92837" y="104319"/>
                </a:lnTo>
                <a:lnTo>
                  <a:pt x="119453" y="104319"/>
                </a:lnTo>
                <a:lnTo>
                  <a:pt x="119453" y="97619"/>
                </a:lnTo>
                <a:close/>
              </a:path>
              <a:path w="120014" h="105410">
                <a:moveTo>
                  <a:pt x="119453" y="104319"/>
                </a:moveTo>
                <a:lnTo>
                  <a:pt x="92837" y="104319"/>
                </a:lnTo>
                <a:lnTo>
                  <a:pt x="98486" y="104379"/>
                </a:lnTo>
                <a:lnTo>
                  <a:pt x="105485" y="104538"/>
                </a:lnTo>
                <a:lnTo>
                  <a:pt x="119453" y="105022"/>
                </a:lnTo>
                <a:lnTo>
                  <a:pt x="119453" y="104319"/>
                </a:lnTo>
                <a:close/>
              </a:path>
              <a:path w="120014" h="105410">
                <a:moveTo>
                  <a:pt x="33472" y="0"/>
                </a:moveTo>
                <a:lnTo>
                  <a:pt x="0" y="2467"/>
                </a:lnTo>
                <a:lnTo>
                  <a:pt x="0" y="9866"/>
                </a:lnTo>
                <a:lnTo>
                  <a:pt x="16555" y="9866"/>
                </a:lnTo>
                <a:lnTo>
                  <a:pt x="18495" y="11630"/>
                </a:lnTo>
                <a:lnTo>
                  <a:pt x="18495" y="97619"/>
                </a:lnTo>
                <a:lnTo>
                  <a:pt x="34870" y="97619"/>
                </a:lnTo>
                <a:lnTo>
                  <a:pt x="34870" y="43171"/>
                </a:lnTo>
                <a:lnTo>
                  <a:pt x="37750" y="26815"/>
                </a:lnTo>
                <a:lnTo>
                  <a:pt x="38986" y="24842"/>
                </a:lnTo>
                <a:lnTo>
                  <a:pt x="33472" y="24842"/>
                </a:lnTo>
                <a:lnTo>
                  <a:pt x="33472" y="0"/>
                </a:lnTo>
                <a:close/>
              </a:path>
              <a:path w="120014" h="105410">
                <a:moveTo>
                  <a:pt x="89390" y="5107"/>
                </a:moveTo>
                <a:lnTo>
                  <a:pt x="66944" y="5107"/>
                </a:lnTo>
                <a:lnTo>
                  <a:pt x="76018" y="7330"/>
                </a:lnTo>
                <a:lnTo>
                  <a:pt x="81379" y="13236"/>
                </a:lnTo>
                <a:lnTo>
                  <a:pt x="83932" y="21687"/>
                </a:lnTo>
                <a:lnTo>
                  <a:pt x="84582" y="31541"/>
                </a:lnTo>
                <a:lnTo>
                  <a:pt x="84582" y="97619"/>
                </a:lnTo>
                <a:lnTo>
                  <a:pt x="101319" y="97619"/>
                </a:lnTo>
                <a:lnTo>
                  <a:pt x="100957" y="90397"/>
                </a:lnTo>
                <a:lnTo>
                  <a:pt x="100841" y="32001"/>
                </a:lnTo>
                <a:lnTo>
                  <a:pt x="100032" y="22444"/>
                </a:lnTo>
                <a:lnTo>
                  <a:pt x="97836" y="15101"/>
                </a:lnTo>
                <a:lnTo>
                  <a:pt x="93559" y="8634"/>
                </a:lnTo>
                <a:lnTo>
                  <a:pt x="90259" y="5574"/>
                </a:lnTo>
                <a:lnTo>
                  <a:pt x="89390" y="5107"/>
                </a:lnTo>
                <a:close/>
              </a:path>
              <a:path w="120014" h="105410">
                <a:moveTo>
                  <a:pt x="68703" y="0"/>
                </a:moveTo>
                <a:lnTo>
                  <a:pt x="56772" y="1825"/>
                </a:lnTo>
                <a:lnTo>
                  <a:pt x="47044" y="6937"/>
                </a:lnTo>
                <a:lnTo>
                  <a:pt x="39338" y="14791"/>
                </a:lnTo>
                <a:lnTo>
                  <a:pt x="33472" y="24842"/>
                </a:lnTo>
                <a:lnTo>
                  <a:pt x="38986" y="24842"/>
                </a:lnTo>
                <a:lnTo>
                  <a:pt x="45223" y="14887"/>
                </a:lnTo>
                <a:lnTo>
                  <a:pt x="55538" y="7585"/>
                </a:lnTo>
                <a:lnTo>
                  <a:pt x="66944" y="5107"/>
                </a:lnTo>
                <a:lnTo>
                  <a:pt x="89390" y="5107"/>
                </a:lnTo>
                <a:lnTo>
                  <a:pt x="85089" y="2796"/>
                </a:lnTo>
                <a:lnTo>
                  <a:pt x="77941" y="778"/>
                </a:lnTo>
                <a:lnTo>
                  <a:pt x="68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51345" y="3552941"/>
            <a:ext cx="105410" cy="109855"/>
          </a:xfrm>
          <a:custGeom>
            <a:avLst/>
            <a:gdLst/>
            <a:ahLst/>
            <a:cxnLst/>
            <a:rect l="l" t="t" r="r" b="b"/>
            <a:pathLst>
              <a:path w="105410" h="109854">
                <a:moveTo>
                  <a:pt x="52689" y="0"/>
                </a:moveTo>
                <a:lnTo>
                  <a:pt x="31972" y="4512"/>
                </a:lnTo>
                <a:lnTo>
                  <a:pt x="15247" y="16674"/>
                </a:lnTo>
                <a:lnTo>
                  <a:pt x="4071" y="34419"/>
                </a:lnTo>
                <a:lnTo>
                  <a:pt x="0" y="55684"/>
                </a:lnTo>
                <a:lnTo>
                  <a:pt x="4290" y="76989"/>
                </a:lnTo>
                <a:lnTo>
                  <a:pt x="15817" y="93966"/>
                </a:lnTo>
                <a:lnTo>
                  <a:pt x="32562" y="105194"/>
                </a:lnTo>
                <a:lnTo>
                  <a:pt x="52509" y="109253"/>
                </a:lnTo>
                <a:lnTo>
                  <a:pt x="72864" y="105120"/>
                </a:lnTo>
                <a:lnTo>
                  <a:pt x="75608" y="103262"/>
                </a:lnTo>
                <a:lnTo>
                  <a:pt x="52689" y="103262"/>
                </a:lnTo>
                <a:lnTo>
                  <a:pt x="45049" y="102293"/>
                </a:lnTo>
                <a:lnTo>
                  <a:pt x="20464" y="69823"/>
                </a:lnTo>
                <a:lnTo>
                  <a:pt x="19804" y="46242"/>
                </a:lnTo>
                <a:lnTo>
                  <a:pt x="20419" y="37974"/>
                </a:lnTo>
                <a:lnTo>
                  <a:pt x="45170" y="6228"/>
                </a:lnTo>
                <a:lnTo>
                  <a:pt x="52509" y="5287"/>
                </a:lnTo>
                <a:lnTo>
                  <a:pt x="74308" y="5287"/>
                </a:lnTo>
                <a:lnTo>
                  <a:pt x="73092" y="4413"/>
                </a:lnTo>
                <a:lnTo>
                  <a:pt x="52689" y="0"/>
                </a:lnTo>
                <a:close/>
              </a:path>
              <a:path w="105410" h="109854">
                <a:moveTo>
                  <a:pt x="74308" y="5287"/>
                </a:moveTo>
                <a:lnTo>
                  <a:pt x="52509" y="5287"/>
                </a:lnTo>
                <a:lnTo>
                  <a:pt x="60203" y="6272"/>
                </a:lnTo>
                <a:lnTo>
                  <a:pt x="67480" y="9207"/>
                </a:lnTo>
                <a:lnTo>
                  <a:pt x="85343" y="46242"/>
                </a:lnTo>
                <a:lnTo>
                  <a:pt x="85342" y="61156"/>
                </a:lnTo>
                <a:lnTo>
                  <a:pt x="69036" y="98481"/>
                </a:lnTo>
                <a:lnTo>
                  <a:pt x="52689" y="103262"/>
                </a:lnTo>
                <a:lnTo>
                  <a:pt x="75608" y="103262"/>
                </a:lnTo>
                <a:lnTo>
                  <a:pt x="89629" y="93768"/>
                </a:lnTo>
                <a:lnTo>
                  <a:pt x="101006" y="76766"/>
                </a:lnTo>
                <a:lnTo>
                  <a:pt x="105197" y="55684"/>
                </a:lnTo>
                <a:lnTo>
                  <a:pt x="101059" y="34122"/>
                </a:lnTo>
                <a:lnTo>
                  <a:pt x="89787" y="16410"/>
                </a:lnTo>
                <a:lnTo>
                  <a:pt x="74308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971338" y="3554529"/>
            <a:ext cx="186055" cy="105410"/>
          </a:xfrm>
          <a:custGeom>
            <a:avLst/>
            <a:gdLst/>
            <a:ahLst/>
            <a:cxnLst/>
            <a:rect l="l" t="t" r="r" b="b"/>
            <a:pathLst>
              <a:path w="186054" h="105410">
                <a:moveTo>
                  <a:pt x="53592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14216" y="104538"/>
                </a:lnTo>
                <a:lnTo>
                  <a:pt x="21195" y="104379"/>
                </a:lnTo>
                <a:lnTo>
                  <a:pt x="26977" y="104319"/>
                </a:lnTo>
                <a:lnTo>
                  <a:pt x="53592" y="104319"/>
                </a:lnTo>
                <a:lnTo>
                  <a:pt x="53592" y="97619"/>
                </a:lnTo>
                <a:close/>
              </a:path>
              <a:path w="186054" h="105410">
                <a:moveTo>
                  <a:pt x="53592" y="104319"/>
                </a:moveTo>
                <a:lnTo>
                  <a:pt x="26977" y="104319"/>
                </a:lnTo>
                <a:lnTo>
                  <a:pt x="32582" y="104379"/>
                </a:lnTo>
                <a:lnTo>
                  <a:pt x="39540" y="104538"/>
                </a:lnTo>
                <a:lnTo>
                  <a:pt x="53592" y="105022"/>
                </a:lnTo>
                <a:lnTo>
                  <a:pt x="53592" y="104319"/>
                </a:lnTo>
                <a:close/>
              </a:path>
              <a:path w="186054" h="105410">
                <a:moveTo>
                  <a:pt x="119633" y="97619"/>
                </a:moveTo>
                <a:lnTo>
                  <a:pt x="66088" y="97619"/>
                </a:lnTo>
                <a:lnTo>
                  <a:pt x="66088" y="105022"/>
                </a:lnTo>
                <a:lnTo>
                  <a:pt x="80286" y="104538"/>
                </a:lnTo>
                <a:lnTo>
                  <a:pt x="87275" y="104379"/>
                </a:lnTo>
                <a:lnTo>
                  <a:pt x="93064" y="104319"/>
                </a:lnTo>
                <a:lnTo>
                  <a:pt x="119633" y="104319"/>
                </a:lnTo>
                <a:lnTo>
                  <a:pt x="119633" y="97619"/>
                </a:lnTo>
                <a:close/>
              </a:path>
              <a:path w="186054" h="105410">
                <a:moveTo>
                  <a:pt x="119633" y="104319"/>
                </a:moveTo>
                <a:lnTo>
                  <a:pt x="93064" y="104319"/>
                </a:lnTo>
                <a:lnTo>
                  <a:pt x="98668" y="104379"/>
                </a:lnTo>
                <a:lnTo>
                  <a:pt x="105621" y="104538"/>
                </a:lnTo>
                <a:lnTo>
                  <a:pt x="119633" y="105022"/>
                </a:lnTo>
                <a:lnTo>
                  <a:pt x="119633" y="104319"/>
                </a:lnTo>
                <a:close/>
              </a:path>
              <a:path w="186054" h="105410">
                <a:moveTo>
                  <a:pt x="185720" y="97619"/>
                </a:moveTo>
                <a:lnTo>
                  <a:pt x="132175" y="97619"/>
                </a:lnTo>
                <a:lnTo>
                  <a:pt x="132175" y="105022"/>
                </a:lnTo>
                <a:lnTo>
                  <a:pt x="146300" y="104538"/>
                </a:lnTo>
                <a:lnTo>
                  <a:pt x="153318" y="104379"/>
                </a:lnTo>
                <a:lnTo>
                  <a:pt x="159105" y="104319"/>
                </a:lnTo>
                <a:lnTo>
                  <a:pt x="185720" y="104319"/>
                </a:lnTo>
                <a:lnTo>
                  <a:pt x="185720" y="97619"/>
                </a:lnTo>
                <a:close/>
              </a:path>
              <a:path w="186054" h="105410">
                <a:moveTo>
                  <a:pt x="185720" y="104319"/>
                </a:moveTo>
                <a:lnTo>
                  <a:pt x="159105" y="104319"/>
                </a:lnTo>
                <a:lnTo>
                  <a:pt x="164735" y="104379"/>
                </a:lnTo>
                <a:lnTo>
                  <a:pt x="171702" y="104538"/>
                </a:lnTo>
                <a:lnTo>
                  <a:pt x="185720" y="105022"/>
                </a:lnTo>
                <a:lnTo>
                  <a:pt x="185720" y="104319"/>
                </a:lnTo>
                <a:close/>
              </a:path>
              <a:path w="186054" h="105410">
                <a:moveTo>
                  <a:pt x="33473" y="0"/>
                </a:moveTo>
                <a:lnTo>
                  <a:pt x="0" y="2467"/>
                </a:lnTo>
                <a:lnTo>
                  <a:pt x="0" y="9866"/>
                </a:lnTo>
                <a:lnTo>
                  <a:pt x="16737" y="9866"/>
                </a:lnTo>
                <a:lnTo>
                  <a:pt x="18676" y="11630"/>
                </a:lnTo>
                <a:lnTo>
                  <a:pt x="18676" y="97619"/>
                </a:lnTo>
                <a:lnTo>
                  <a:pt x="35051" y="97619"/>
                </a:lnTo>
                <a:lnTo>
                  <a:pt x="35051" y="43171"/>
                </a:lnTo>
                <a:lnTo>
                  <a:pt x="37913" y="26815"/>
                </a:lnTo>
                <a:lnTo>
                  <a:pt x="39144" y="24842"/>
                </a:lnTo>
                <a:lnTo>
                  <a:pt x="33473" y="24842"/>
                </a:lnTo>
                <a:lnTo>
                  <a:pt x="33473" y="0"/>
                </a:lnTo>
                <a:close/>
              </a:path>
              <a:path w="186054" h="105410">
                <a:moveTo>
                  <a:pt x="88856" y="5107"/>
                </a:moveTo>
                <a:lnTo>
                  <a:pt x="67125" y="5107"/>
                </a:lnTo>
                <a:lnTo>
                  <a:pt x="76171" y="7330"/>
                </a:lnTo>
                <a:lnTo>
                  <a:pt x="81470" y="13236"/>
                </a:lnTo>
                <a:lnTo>
                  <a:pt x="83961" y="21687"/>
                </a:lnTo>
                <a:lnTo>
                  <a:pt x="84583" y="31541"/>
                </a:lnTo>
                <a:lnTo>
                  <a:pt x="84583" y="97619"/>
                </a:lnTo>
                <a:lnTo>
                  <a:pt x="101138" y="97619"/>
                </a:lnTo>
                <a:lnTo>
                  <a:pt x="101138" y="43171"/>
                </a:lnTo>
                <a:lnTo>
                  <a:pt x="103993" y="26815"/>
                </a:lnTo>
                <a:lnTo>
                  <a:pt x="106208" y="23260"/>
                </a:lnTo>
                <a:lnTo>
                  <a:pt x="100462" y="23260"/>
                </a:lnTo>
                <a:lnTo>
                  <a:pt x="95589" y="10853"/>
                </a:lnTo>
                <a:lnTo>
                  <a:pt x="88856" y="5107"/>
                </a:lnTo>
                <a:close/>
              </a:path>
              <a:path w="186054" h="105410">
                <a:moveTo>
                  <a:pt x="155563" y="5107"/>
                </a:moveTo>
                <a:lnTo>
                  <a:pt x="133212" y="5107"/>
                </a:lnTo>
                <a:lnTo>
                  <a:pt x="142258" y="7330"/>
                </a:lnTo>
                <a:lnTo>
                  <a:pt x="147557" y="13236"/>
                </a:lnTo>
                <a:lnTo>
                  <a:pt x="150048" y="21687"/>
                </a:lnTo>
                <a:lnTo>
                  <a:pt x="150670" y="31541"/>
                </a:lnTo>
                <a:lnTo>
                  <a:pt x="150670" y="97619"/>
                </a:lnTo>
                <a:lnTo>
                  <a:pt x="167406" y="97619"/>
                </a:lnTo>
                <a:lnTo>
                  <a:pt x="167225" y="90397"/>
                </a:lnTo>
                <a:lnTo>
                  <a:pt x="167110" y="32001"/>
                </a:lnTo>
                <a:lnTo>
                  <a:pt x="166301" y="22444"/>
                </a:lnTo>
                <a:lnTo>
                  <a:pt x="164104" y="15101"/>
                </a:lnTo>
                <a:lnTo>
                  <a:pt x="159826" y="8634"/>
                </a:lnTo>
                <a:lnTo>
                  <a:pt x="156441" y="5574"/>
                </a:lnTo>
                <a:lnTo>
                  <a:pt x="155563" y="5107"/>
                </a:lnTo>
                <a:close/>
              </a:path>
              <a:path w="186054" h="105410">
                <a:moveTo>
                  <a:pt x="68748" y="0"/>
                </a:moveTo>
                <a:lnTo>
                  <a:pt x="56893" y="1825"/>
                </a:lnTo>
                <a:lnTo>
                  <a:pt x="47152" y="6937"/>
                </a:lnTo>
                <a:lnTo>
                  <a:pt x="39390" y="14791"/>
                </a:lnTo>
                <a:lnTo>
                  <a:pt x="33473" y="24842"/>
                </a:lnTo>
                <a:lnTo>
                  <a:pt x="39144" y="24842"/>
                </a:lnTo>
                <a:lnTo>
                  <a:pt x="45354" y="14887"/>
                </a:lnTo>
                <a:lnTo>
                  <a:pt x="55662" y="7585"/>
                </a:lnTo>
                <a:lnTo>
                  <a:pt x="67125" y="5107"/>
                </a:lnTo>
                <a:lnTo>
                  <a:pt x="88856" y="5107"/>
                </a:lnTo>
                <a:lnTo>
                  <a:pt x="87362" y="3832"/>
                </a:lnTo>
                <a:lnTo>
                  <a:pt x="77757" y="710"/>
                </a:lnTo>
                <a:lnTo>
                  <a:pt x="68748" y="0"/>
                </a:lnTo>
                <a:close/>
              </a:path>
              <a:path w="186054" h="105410">
                <a:moveTo>
                  <a:pt x="134790" y="0"/>
                </a:moveTo>
                <a:lnTo>
                  <a:pt x="121579" y="2345"/>
                </a:lnTo>
                <a:lnTo>
                  <a:pt x="111621" y="8193"/>
                </a:lnTo>
                <a:lnTo>
                  <a:pt x="104665" y="15760"/>
                </a:lnTo>
                <a:lnTo>
                  <a:pt x="100462" y="23260"/>
                </a:lnTo>
                <a:lnTo>
                  <a:pt x="106208" y="23260"/>
                </a:lnTo>
                <a:lnTo>
                  <a:pt x="111424" y="14887"/>
                </a:lnTo>
                <a:lnTo>
                  <a:pt x="121730" y="7585"/>
                </a:lnTo>
                <a:lnTo>
                  <a:pt x="133212" y="5107"/>
                </a:lnTo>
                <a:lnTo>
                  <a:pt x="155563" y="5107"/>
                </a:lnTo>
                <a:lnTo>
                  <a:pt x="151216" y="2796"/>
                </a:lnTo>
                <a:lnTo>
                  <a:pt x="144037" y="778"/>
                </a:lnTo>
                <a:lnTo>
                  <a:pt x="134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69599" y="3500428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49" y="151720"/>
                </a:moveTo>
                <a:lnTo>
                  <a:pt x="0" y="151720"/>
                </a:lnTo>
                <a:lnTo>
                  <a:pt x="0" y="159123"/>
                </a:lnTo>
                <a:lnTo>
                  <a:pt x="13764" y="158639"/>
                </a:lnTo>
                <a:lnTo>
                  <a:pt x="20687" y="158480"/>
                </a:lnTo>
                <a:lnTo>
                  <a:pt x="26074" y="158419"/>
                </a:lnTo>
                <a:lnTo>
                  <a:pt x="50749" y="158419"/>
                </a:lnTo>
                <a:lnTo>
                  <a:pt x="50749" y="151720"/>
                </a:lnTo>
                <a:close/>
              </a:path>
              <a:path w="50800" h="159385">
                <a:moveTo>
                  <a:pt x="50749" y="158419"/>
                </a:moveTo>
                <a:lnTo>
                  <a:pt x="34329" y="158419"/>
                </a:lnTo>
                <a:lnTo>
                  <a:pt x="50749" y="159123"/>
                </a:lnTo>
                <a:lnTo>
                  <a:pt x="50749" y="158419"/>
                </a:lnTo>
                <a:close/>
              </a:path>
              <a:path w="50800" h="159385">
                <a:moveTo>
                  <a:pt x="34149" y="54100"/>
                </a:moveTo>
                <a:lnTo>
                  <a:pt x="857" y="56568"/>
                </a:lnTo>
                <a:lnTo>
                  <a:pt x="857" y="63967"/>
                </a:lnTo>
                <a:lnTo>
                  <a:pt x="16375" y="63967"/>
                </a:lnTo>
                <a:lnTo>
                  <a:pt x="18496" y="65379"/>
                </a:lnTo>
                <a:lnTo>
                  <a:pt x="18496" y="151720"/>
                </a:lnTo>
                <a:lnTo>
                  <a:pt x="35051" y="151720"/>
                </a:lnTo>
                <a:lnTo>
                  <a:pt x="34149" y="150488"/>
                </a:lnTo>
                <a:lnTo>
                  <a:pt x="34149" y="54100"/>
                </a:lnTo>
                <a:close/>
              </a:path>
              <a:path w="50800" h="159385">
                <a:moveTo>
                  <a:pt x="29051" y="0"/>
                </a:moveTo>
                <a:lnTo>
                  <a:pt x="15157" y="0"/>
                </a:lnTo>
                <a:lnTo>
                  <a:pt x="9834" y="6522"/>
                </a:lnTo>
                <a:lnTo>
                  <a:pt x="9834" y="19032"/>
                </a:lnTo>
                <a:lnTo>
                  <a:pt x="15157" y="25199"/>
                </a:lnTo>
                <a:lnTo>
                  <a:pt x="29051" y="25199"/>
                </a:lnTo>
                <a:lnTo>
                  <a:pt x="35051" y="20269"/>
                </a:lnTo>
                <a:lnTo>
                  <a:pt x="35051" y="5111"/>
                </a:lnTo>
                <a:lnTo>
                  <a:pt x="29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35326" y="3552941"/>
            <a:ext cx="90805" cy="109855"/>
          </a:xfrm>
          <a:custGeom>
            <a:avLst/>
            <a:gdLst/>
            <a:ahLst/>
            <a:cxnLst/>
            <a:rect l="l" t="t" r="r" b="b"/>
            <a:pathLst>
              <a:path w="90804" h="109854">
                <a:moveTo>
                  <a:pt x="51426" y="0"/>
                </a:moveTo>
                <a:lnTo>
                  <a:pt x="30906" y="4479"/>
                </a:lnTo>
                <a:lnTo>
                  <a:pt x="14615" y="16542"/>
                </a:lnTo>
                <a:lnTo>
                  <a:pt x="3873" y="34122"/>
                </a:lnTo>
                <a:lnTo>
                  <a:pt x="0" y="55157"/>
                </a:lnTo>
                <a:lnTo>
                  <a:pt x="4090" y="76469"/>
                </a:lnTo>
                <a:lnTo>
                  <a:pt x="15162" y="93635"/>
                </a:lnTo>
                <a:lnTo>
                  <a:pt x="31420" y="105087"/>
                </a:lnTo>
                <a:lnTo>
                  <a:pt x="51065" y="109253"/>
                </a:lnTo>
                <a:lnTo>
                  <a:pt x="70630" y="104754"/>
                </a:lnTo>
                <a:lnTo>
                  <a:pt x="72417" y="103262"/>
                </a:lnTo>
                <a:lnTo>
                  <a:pt x="53185" y="103262"/>
                </a:lnTo>
                <a:lnTo>
                  <a:pt x="42607" y="101067"/>
                </a:lnTo>
                <a:lnTo>
                  <a:pt x="31695" y="93371"/>
                </a:lnTo>
                <a:lnTo>
                  <a:pt x="23160" y="78506"/>
                </a:lnTo>
                <a:lnTo>
                  <a:pt x="19712" y="54804"/>
                </a:lnTo>
                <a:lnTo>
                  <a:pt x="22941" y="30822"/>
                </a:lnTo>
                <a:lnTo>
                  <a:pt x="30996" y="15859"/>
                </a:lnTo>
                <a:lnTo>
                  <a:pt x="41427" y="8166"/>
                </a:lnTo>
                <a:lnTo>
                  <a:pt x="51786" y="5990"/>
                </a:lnTo>
                <a:lnTo>
                  <a:pt x="74905" y="5990"/>
                </a:lnTo>
                <a:lnTo>
                  <a:pt x="64874" y="1712"/>
                </a:lnTo>
                <a:lnTo>
                  <a:pt x="51426" y="0"/>
                </a:lnTo>
                <a:close/>
              </a:path>
              <a:path w="90804" h="109854">
                <a:moveTo>
                  <a:pt x="90537" y="75948"/>
                </a:moveTo>
                <a:lnTo>
                  <a:pt x="85258" y="75948"/>
                </a:lnTo>
                <a:lnTo>
                  <a:pt x="84762" y="76827"/>
                </a:lnTo>
                <a:lnTo>
                  <a:pt x="84401" y="78239"/>
                </a:lnTo>
                <a:lnTo>
                  <a:pt x="77798" y="91516"/>
                </a:lnTo>
                <a:lnTo>
                  <a:pt x="69470" y="99077"/>
                </a:lnTo>
                <a:lnTo>
                  <a:pt x="60803" y="102474"/>
                </a:lnTo>
                <a:lnTo>
                  <a:pt x="53185" y="103262"/>
                </a:lnTo>
                <a:lnTo>
                  <a:pt x="72417" y="103262"/>
                </a:lnTo>
                <a:lnTo>
                  <a:pt x="82710" y="94671"/>
                </a:lnTo>
                <a:lnTo>
                  <a:pt x="88835" y="84126"/>
                </a:lnTo>
                <a:lnTo>
                  <a:pt x="90459" y="78506"/>
                </a:lnTo>
                <a:lnTo>
                  <a:pt x="90537" y="75948"/>
                </a:lnTo>
                <a:close/>
              </a:path>
              <a:path w="90804" h="109854">
                <a:moveTo>
                  <a:pt x="74905" y="5990"/>
                </a:moveTo>
                <a:lnTo>
                  <a:pt x="51786" y="5990"/>
                </a:lnTo>
                <a:lnTo>
                  <a:pt x="55482" y="6153"/>
                </a:lnTo>
                <a:lnTo>
                  <a:pt x="62167" y="7158"/>
                </a:lnTo>
                <a:lnTo>
                  <a:pt x="70012" y="9781"/>
                </a:lnTo>
                <a:lnTo>
                  <a:pt x="77184" y="14800"/>
                </a:lnTo>
                <a:lnTo>
                  <a:pt x="67485" y="15509"/>
                </a:lnTo>
                <a:lnTo>
                  <a:pt x="66086" y="22731"/>
                </a:lnTo>
                <a:lnTo>
                  <a:pt x="66086" y="31893"/>
                </a:lnTo>
                <a:lnTo>
                  <a:pt x="70281" y="36652"/>
                </a:lnTo>
                <a:lnTo>
                  <a:pt x="83138" y="36652"/>
                </a:lnTo>
                <a:lnTo>
                  <a:pt x="87920" y="32602"/>
                </a:lnTo>
                <a:lnTo>
                  <a:pt x="87920" y="25551"/>
                </a:lnTo>
                <a:lnTo>
                  <a:pt x="84800" y="14718"/>
                </a:lnTo>
                <a:lnTo>
                  <a:pt x="76558" y="6695"/>
                </a:lnTo>
                <a:lnTo>
                  <a:pt x="74905" y="5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419467" y="3494614"/>
            <a:ext cx="1161954" cy="2135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89882" y="3853915"/>
            <a:ext cx="113664" cy="158750"/>
          </a:xfrm>
          <a:custGeom>
            <a:avLst/>
            <a:gdLst/>
            <a:ahLst/>
            <a:cxnLst/>
            <a:rect l="l" t="t" r="r" b="b"/>
            <a:pathLst>
              <a:path w="113665" h="158750">
                <a:moveTo>
                  <a:pt x="18256" y="104141"/>
                </a:moveTo>
                <a:lnTo>
                  <a:pt x="0" y="122891"/>
                </a:lnTo>
                <a:lnTo>
                  <a:pt x="4015" y="137198"/>
                </a:lnTo>
                <a:lnTo>
                  <a:pt x="15304" y="148435"/>
                </a:lnTo>
                <a:lnTo>
                  <a:pt x="32342" y="155673"/>
                </a:lnTo>
                <a:lnTo>
                  <a:pt x="53674" y="158236"/>
                </a:lnTo>
                <a:lnTo>
                  <a:pt x="80952" y="154184"/>
                </a:lnTo>
                <a:lnTo>
                  <a:pt x="91852" y="148015"/>
                </a:lnTo>
                <a:lnTo>
                  <a:pt x="52441" y="148015"/>
                </a:lnTo>
                <a:lnTo>
                  <a:pt x="46769" y="147765"/>
                </a:lnTo>
                <a:lnTo>
                  <a:pt x="39445" y="146672"/>
                </a:lnTo>
                <a:lnTo>
                  <a:pt x="31130" y="144224"/>
                </a:lnTo>
                <a:lnTo>
                  <a:pt x="22485" y="139909"/>
                </a:lnTo>
                <a:lnTo>
                  <a:pt x="30415" y="137797"/>
                </a:lnTo>
                <a:lnTo>
                  <a:pt x="36229" y="131808"/>
                </a:lnTo>
                <a:lnTo>
                  <a:pt x="36229" y="122113"/>
                </a:lnTo>
                <a:lnTo>
                  <a:pt x="34883" y="114770"/>
                </a:lnTo>
                <a:lnTo>
                  <a:pt x="31141" y="109096"/>
                </a:lnTo>
                <a:lnTo>
                  <a:pt x="25450" y="105437"/>
                </a:lnTo>
                <a:lnTo>
                  <a:pt x="18256" y="104141"/>
                </a:lnTo>
                <a:close/>
              </a:path>
              <a:path w="113665" h="158750">
                <a:moveTo>
                  <a:pt x="91904" y="9337"/>
                </a:moveTo>
                <a:lnTo>
                  <a:pt x="52970" y="9337"/>
                </a:lnTo>
                <a:lnTo>
                  <a:pt x="64490" y="11826"/>
                </a:lnTo>
                <a:lnTo>
                  <a:pt x="70501" y="17795"/>
                </a:lnTo>
                <a:lnTo>
                  <a:pt x="70619" y="17971"/>
                </a:lnTo>
                <a:lnTo>
                  <a:pt x="72992" y="25395"/>
                </a:lnTo>
                <a:lnTo>
                  <a:pt x="73410" y="32244"/>
                </a:lnTo>
                <a:lnTo>
                  <a:pt x="72970" y="38972"/>
                </a:lnTo>
                <a:lnTo>
                  <a:pt x="70150" y="50790"/>
                </a:lnTo>
                <a:lnTo>
                  <a:pt x="62705" y="62277"/>
                </a:lnTo>
                <a:lnTo>
                  <a:pt x="48388" y="68017"/>
                </a:lnTo>
                <a:lnTo>
                  <a:pt x="38696" y="68367"/>
                </a:lnTo>
                <a:lnTo>
                  <a:pt x="38168" y="68720"/>
                </a:lnTo>
                <a:lnTo>
                  <a:pt x="36934" y="68896"/>
                </a:lnTo>
                <a:lnTo>
                  <a:pt x="34644" y="69072"/>
                </a:lnTo>
                <a:lnTo>
                  <a:pt x="34115" y="71540"/>
                </a:lnTo>
                <a:lnTo>
                  <a:pt x="34115" y="77177"/>
                </a:lnTo>
                <a:lnTo>
                  <a:pt x="51207" y="77177"/>
                </a:lnTo>
                <a:lnTo>
                  <a:pt x="66183" y="81002"/>
                </a:lnTo>
                <a:lnTo>
                  <a:pt x="73873" y="90328"/>
                </a:lnTo>
                <a:lnTo>
                  <a:pt x="76706" y="101934"/>
                </a:lnTo>
                <a:lnTo>
                  <a:pt x="76968" y="108832"/>
                </a:lnTo>
                <a:lnTo>
                  <a:pt x="77029" y="114770"/>
                </a:lnTo>
                <a:lnTo>
                  <a:pt x="76725" y="122891"/>
                </a:lnTo>
                <a:lnTo>
                  <a:pt x="74027" y="134536"/>
                </a:lnTo>
                <a:lnTo>
                  <a:pt x="66703" y="144068"/>
                </a:lnTo>
                <a:lnTo>
                  <a:pt x="52441" y="148015"/>
                </a:lnTo>
                <a:lnTo>
                  <a:pt x="91852" y="148015"/>
                </a:lnTo>
                <a:lnTo>
                  <a:pt x="99556" y="143656"/>
                </a:lnTo>
                <a:lnTo>
                  <a:pt x="110198" y="129097"/>
                </a:lnTo>
                <a:lnTo>
                  <a:pt x="113587" y="112951"/>
                </a:lnTo>
                <a:lnTo>
                  <a:pt x="111974" y="102002"/>
                </a:lnTo>
                <a:lnTo>
                  <a:pt x="105834" y="90262"/>
                </a:lnTo>
                <a:lnTo>
                  <a:pt x="93218" y="79645"/>
                </a:lnTo>
                <a:lnTo>
                  <a:pt x="72177" y="72067"/>
                </a:lnTo>
                <a:lnTo>
                  <a:pt x="84349" y="66676"/>
                </a:lnTo>
                <a:lnTo>
                  <a:pt x="95151" y="58260"/>
                </a:lnTo>
                <a:lnTo>
                  <a:pt x="102879" y="46969"/>
                </a:lnTo>
                <a:lnTo>
                  <a:pt x="105833" y="32952"/>
                </a:lnTo>
                <a:lnTo>
                  <a:pt x="102502" y="20145"/>
                </a:lnTo>
                <a:lnTo>
                  <a:pt x="92661" y="9669"/>
                </a:lnTo>
                <a:lnTo>
                  <a:pt x="91904" y="9337"/>
                </a:lnTo>
                <a:close/>
              </a:path>
              <a:path w="113665" h="158750">
                <a:moveTo>
                  <a:pt x="54380" y="0"/>
                </a:moveTo>
                <a:lnTo>
                  <a:pt x="35087" y="2664"/>
                </a:lnTo>
                <a:lnTo>
                  <a:pt x="20304" y="9955"/>
                </a:lnTo>
                <a:lnTo>
                  <a:pt x="10841" y="20813"/>
                </a:lnTo>
                <a:lnTo>
                  <a:pt x="7507" y="34183"/>
                </a:lnTo>
                <a:lnTo>
                  <a:pt x="7507" y="44405"/>
                </a:lnTo>
                <a:lnTo>
                  <a:pt x="14908" y="50924"/>
                </a:lnTo>
                <a:lnTo>
                  <a:pt x="34644" y="50924"/>
                </a:lnTo>
                <a:lnTo>
                  <a:pt x="40635" y="43169"/>
                </a:lnTo>
                <a:lnTo>
                  <a:pt x="40635" y="20614"/>
                </a:lnTo>
                <a:lnTo>
                  <a:pt x="27771" y="17971"/>
                </a:lnTo>
                <a:lnTo>
                  <a:pt x="26714" y="17795"/>
                </a:lnTo>
                <a:lnTo>
                  <a:pt x="33344" y="13649"/>
                </a:lnTo>
                <a:lnTo>
                  <a:pt x="40238" y="11055"/>
                </a:lnTo>
                <a:lnTo>
                  <a:pt x="46934" y="9717"/>
                </a:lnTo>
                <a:lnTo>
                  <a:pt x="52970" y="9337"/>
                </a:lnTo>
                <a:lnTo>
                  <a:pt x="91904" y="9337"/>
                </a:lnTo>
                <a:lnTo>
                  <a:pt x="76544" y="2596"/>
                </a:lnTo>
                <a:lnTo>
                  <a:pt x="54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517231" y="3841932"/>
            <a:ext cx="1207056" cy="2137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200415" y="3844576"/>
            <a:ext cx="1261139" cy="1675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85936" y="4202992"/>
            <a:ext cx="121285" cy="156210"/>
          </a:xfrm>
          <a:custGeom>
            <a:avLst/>
            <a:gdLst/>
            <a:ahLst/>
            <a:cxnLst/>
            <a:rect l="l" t="t" r="r" b="b"/>
            <a:pathLst>
              <a:path w="121284" h="156210">
                <a:moveTo>
                  <a:pt x="121234" y="144844"/>
                </a:moveTo>
                <a:lnTo>
                  <a:pt x="41938" y="144844"/>
                </a:lnTo>
                <a:lnTo>
                  <a:pt x="41938" y="155947"/>
                </a:lnTo>
                <a:lnTo>
                  <a:pt x="50680" y="155540"/>
                </a:lnTo>
                <a:lnTo>
                  <a:pt x="61916" y="155331"/>
                </a:lnTo>
                <a:lnTo>
                  <a:pt x="121234" y="155254"/>
                </a:lnTo>
                <a:lnTo>
                  <a:pt x="121234" y="144844"/>
                </a:lnTo>
                <a:close/>
              </a:path>
              <a:path w="121284" h="156210">
                <a:moveTo>
                  <a:pt x="121234" y="155254"/>
                </a:moveTo>
                <a:lnTo>
                  <a:pt x="91671" y="155254"/>
                </a:lnTo>
                <a:lnTo>
                  <a:pt x="102489" y="155331"/>
                </a:lnTo>
                <a:lnTo>
                  <a:pt x="113076" y="155540"/>
                </a:lnTo>
                <a:lnTo>
                  <a:pt x="121234" y="155947"/>
                </a:lnTo>
                <a:lnTo>
                  <a:pt x="121234" y="155254"/>
                </a:lnTo>
                <a:close/>
              </a:path>
              <a:path w="121284" h="156210">
                <a:moveTo>
                  <a:pt x="98150" y="118943"/>
                </a:moveTo>
                <a:lnTo>
                  <a:pt x="68546" y="118943"/>
                </a:lnTo>
                <a:lnTo>
                  <a:pt x="68546" y="144844"/>
                </a:lnTo>
                <a:lnTo>
                  <a:pt x="98150" y="144844"/>
                </a:lnTo>
                <a:lnTo>
                  <a:pt x="98150" y="118943"/>
                </a:lnTo>
                <a:close/>
              </a:path>
              <a:path w="121284" h="156210">
                <a:moveTo>
                  <a:pt x="97798" y="0"/>
                </a:moveTo>
                <a:lnTo>
                  <a:pt x="86167" y="0"/>
                </a:lnTo>
                <a:lnTo>
                  <a:pt x="85815" y="351"/>
                </a:lnTo>
                <a:lnTo>
                  <a:pt x="0" y="107665"/>
                </a:lnTo>
                <a:lnTo>
                  <a:pt x="0" y="118943"/>
                </a:lnTo>
                <a:lnTo>
                  <a:pt x="121234" y="118943"/>
                </a:lnTo>
                <a:lnTo>
                  <a:pt x="121234" y="107665"/>
                </a:lnTo>
                <a:lnTo>
                  <a:pt x="12334" y="107665"/>
                </a:lnTo>
                <a:lnTo>
                  <a:pt x="71189" y="34008"/>
                </a:lnTo>
                <a:lnTo>
                  <a:pt x="98150" y="34008"/>
                </a:lnTo>
                <a:lnTo>
                  <a:pt x="98150" y="1231"/>
                </a:lnTo>
                <a:lnTo>
                  <a:pt x="97798" y="0"/>
                </a:lnTo>
                <a:close/>
              </a:path>
              <a:path w="121284" h="156210">
                <a:moveTo>
                  <a:pt x="98150" y="34008"/>
                </a:moveTo>
                <a:lnTo>
                  <a:pt x="71189" y="34008"/>
                </a:lnTo>
                <a:lnTo>
                  <a:pt x="71189" y="107665"/>
                </a:lnTo>
                <a:lnTo>
                  <a:pt x="98150" y="107665"/>
                </a:lnTo>
                <a:lnTo>
                  <a:pt x="98150" y="34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512999" y="4194002"/>
            <a:ext cx="1577279" cy="2137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200767" y="4196646"/>
            <a:ext cx="146685" cy="162560"/>
          </a:xfrm>
          <a:custGeom>
            <a:avLst/>
            <a:gdLst/>
            <a:ahLst/>
            <a:cxnLst/>
            <a:rect l="l" t="t" r="r" b="b"/>
            <a:pathLst>
              <a:path w="146685" h="162560">
                <a:moveTo>
                  <a:pt x="111853" y="80530"/>
                </a:moveTo>
                <a:lnTo>
                  <a:pt x="88808" y="80530"/>
                </a:lnTo>
                <a:lnTo>
                  <a:pt x="104002" y="84247"/>
                </a:lnTo>
                <a:lnTo>
                  <a:pt x="114404" y="93614"/>
                </a:lnTo>
                <a:lnTo>
                  <a:pt x="120379" y="105954"/>
                </a:lnTo>
                <a:lnTo>
                  <a:pt x="122289" y="118590"/>
                </a:lnTo>
                <a:lnTo>
                  <a:pt x="119979" y="131398"/>
                </a:lnTo>
                <a:lnTo>
                  <a:pt x="113061" y="143083"/>
                </a:lnTo>
                <a:lnTo>
                  <a:pt x="101550" y="151597"/>
                </a:lnTo>
                <a:lnTo>
                  <a:pt x="85462" y="154890"/>
                </a:lnTo>
                <a:lnTo>
                  <a:pt x="0" y="154890"/>
                </a:lnTo>
                <a:lnTo>
                  <a:pt x="0" y="162293"/>
                </a:lnTo>
                <a:lnTo>
                  <a:pt x="93215" y="162293"/>
                </a:lnTo>
                <a:lnTo>
                  <a:pt x="114781" y="158639"/>
                </a:lnTo>
                <a:lnTo>
                  <a:pt x="131474" y="148922"/>
                </a:lnTo>
                <a:lnTo>
                  <a:pt x="142252" y="135010"/>
                </a:lnTo>
                <a:lnTo>
                  <a:pt x="146076" y="118770"/>
                </a:lnTo>
                <a:lnTo>
                  <a:pt x="142635" y="104024"/>
                </a:lnTo>
                <a:lnTo>
                  <a:pt x="133082" y="91477"/>
                </a:lnTo>
                <a:lnTo>
                  <a:pt x="118572" y="82267"/>
                </a:lnTo>
                <a:lnTo>
                  <a:pt x="111853" y="80530"/>
                </a:lnTo>
                <a:close/>
              </a:path>
              <a:path w="146685" h="162560">
                <a:moveTo>
                  <a:pt x="44577" y="7401"/>
                </a:moveTo>
                <a:lnTo>
                  <a:pt x="23962" y="7401"/>
                </a:lnTo>
                <a:lnTo>
                  <a:pt x="24490" y="10045"/>
                </a:lnTo>
                <a:lnTo>
                  <a:pt x="24490" y="152422"/>
                </a:lnTo>
                <a:lnTo>
                  <a:pt x="23962" y="154890"/>
                </a:lnTo>
                <a:lnTo>
                  <a:pt x="44577" y="154890"/>
                </a:lnTo>
                <a:lnTo>
                  <a:pt x="44226" y="153306"/>
                </a:lnTo>
                <a:lnTo>
                  <a:pt x="44226" y="80530"/>
                </a:lnTo>
                <a:lnTo>
                  <a:pt x="111853" y="80530"/>
                </a:lnTo>
                <a:lnTo>
                  <a:pt x="100262" y="77534"/>
                </a:lnTo>
                <a:lnTo>
                  <a:pt x="106620" y="75418"/>
                </a:lnTo>
                <a:lnTo>
                  <a:pt x="44226" y="75418"/>
                </a:lnTo>
                <a:lnTo>
                  <a:pt x="44226" y="8989"/>
                </a:lnTo>
                <a:lnTo>
                  <a:pt x="44577" y="7401"/>
                </a:lnTo>
                <a:close/>
              </a:path>
              <a:path w="146685" h="162560">
                <a:moveTo>
                  <a:pt x="86869" y="0"/>
                </a:moveTo>
                <a:lnTo>
                  <a:pt x="0" y="0"/>
                </a:lnTo>
                <a:lnTo>
                  <a:pt x="0" y="7401"/>
                </a:lnTo>
                <a:lnTo>
                  <a:pt x="85285" y="7401"/>
                </a:lnTo>
                <a:lnTo>
                  <a:pt x="99924" y="10738"/>
                </a:lnTo>
                <a:lnTo>
                  <a:pt x="109624" y="19031"/>
                </a:lnTo>
                <a:lnTo>
                  <a:pt x="114995" y="29703"/>
                </a:lnTo>
                <a:lnTo>
                  <a:pt x="116650" y="40178"/>
                </a:lnTo>
                <a:lnTo>
                  <a:pt x="114420" y="52078"/>
                </a:lnTo>
                <a:lnTo>
                  <a:pt x="107532" y="63481"/>
                </a:lnTo>
                <a:lnTo>
                  <a:pt x="95688" y="72043"/>
                </a:lnTo>
                <a:lnTo>
                  <a:pt x="78591" y="75418"/>
                </a:lnTo>
                <a:lnTo>
                  <a:pt x="106620" y="75418"/>
                </a:lnTo>
                <a:lnTo>
                  <a:pt x="116167" y="72242"/>
                </a:lnTo>
                <a:lnTo>
                  <a:pt x="128653" y="63745"/>
                </a:lnTo>
                <a:lnTo>
                  <a:pt x="136811" y="52804"/>
                </a:lnTo>
                <a:lnTo>
                  <a:pt x="139733" y="40178"/>
                </a:lnTo>
                <a:lnTo>
                  <a:pt x="135834" y="25202"/>
                </a:lnTo>
                <a:lnTo>
                  <a:pt x="124931" y="12357"/>
                </a:lnTo>
                <a:lnTo>
                  <a:pt x="108213" y="3378"/>
                </a:lnTo>
                <a:lnTo>
                  <a:pt x="86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368167" y="4194002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4" h="165100">
                <a:moveTo>
                  <a:pt x="52689" y="157534"/>
                </a:moveTo>
                <a:lnTo>
                  <a:pt x="0" y="157534"/>
                </a:lnTo>
                <a:lnTo>
                  <a:pt x="0" y="164937"/>
                </a:lnTo>
                <a:lnTo>
                  <a:pt x="20789" y="164318"/>
                </a:lnTo>
                <a:lnTo>
                  <a:pt x="26254" y="164233"/>
                </a:lnTo>
                <a:lnTo>
                  <a:pt x="52689" y="164233"/>
                </a:lnTo>
                <a:lnTo>
                  <a:pt x="52689" y="157534"/>
                </a:lnTo>
                <a:close/>
              </a:path>
              <a:path w="52704" h="165100">
                <a:moveTo>
                  <a:pt x="52689" y="164233"/>
                </a:moveTo>
                <a:lnTo>
                  <a:pt x="26254" y="164233"/>
                </a:lnTo>
                <a:lnTo>
                  <a:pt x="31673" y="164318"/>
                </a:lnTo>
                <a:lnTo>
                  <a:pt x="52689" y="164937"/>
                </a:lnTo>
                <a:lnTo>
                  <a:pt x="52689" y="164233"/>
                </a:lnTo>
                <a:close/>
              </a:path>
              <a:path w="52704" h="165100">
                <a:moveTo>
                  <a:pt x="34184" y="0"/>
                </a:moveTo>
                <a:lnTo>
                  <a:pt x="0" y="2644"/>
                </a:lnTo>
                <a:lnTo>
                  <a:pt x="0" y="10045"/>
                </a:lnTo>
                <a:lnTo>
                  <a:pt x="16564" y="10045"/>
                </a:lnTo>
                <a:lnTo>
                  <a:pt x="18505" y="11633"/>
                </a:lnTo>
                <a:lnTo>
                  <a:pt x="18505" y="157534"/>
                </a:lnTo>
                <a:lnTo>
                  <a:pt x="34184" y="157534"/>
                </a:lnTo>
                <a:lnTo>
                  <a:pt x="34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433013" y="4252505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865" y="0"/>
                </a:moveTo>
                <a:lnTo>
                  <a:pt x="32040" y="4512"/>
                </a:lnTo>
                <a:lnTo>
                  <a:pt x="15264" y="16673"/>
                </a:lnTo>
                <a:lnTo>
                  <a:pt x="4072" y="34419"/>
                </a:lnTo>
                <a:lnTo>
                  <a:pt x="0" y="55684"/>
                </a:lnTo>
                <a:lnTo>
                  <a:pt x="4317" y="76962"/>
                </a:lnTo>
                <a:lnTo>
                  <a:pt x="15904" y="93878"/>
                </a:lnTo>
                <a:lnTo>
                  <a:pt x="32711" y="105045"/>
                </a:lnTo>
                <a:lnTo>
                  <a:pt x="52689" y="109076"/>
                </a:lnTo>
                <a:lnTo>
                  <a:pt x="73038" y="104971"/>
                </a:lnTo>
                <a:lnTo>
                  <a:pt x="75837" y="103085"/>
                </a:lnTo>
                <a:lnTo>
                  <a:pt x="52865" y="103085"/>
                </a:lnTo>
                <a:lnTo>
                  <a:pt x="45229" y="102144"/>
                </a:lnTo>
                <a:lnTo>
                  <a:pt x="20484" y="69757"/>
                </a:lnTo>
                <a:lnTo>
                  <a:pt x="19826" y="46173"/>
                </a:lnTo>
                <a:lnTo>
                  <a:pt x="20462" y="37842"/>
                </a:lnTo>
                <a:lnTo>
                  <a:pt x="45325" y="6228"/>
                </a:lnTo>
                <a:lnTo>
                  <a:pt x="52689" y="5287"/>
                </a:lnTo>
                <a:lnTo>
                  <a:pt x="74403" y="5287"/>
                </a:lnTo>
                <a:lnTo>
                  <a:pt x="73186" y="4413"/>
                </a:lnTo>
                <a:lnTo>
                  <a:pt x="52865" y="0"/>
                </a:lnTo>
                <a:close/>
              </a:path>
              <a:path w="105410" h="109220">
                <a:moveTo>
                  <a:pt x="74403" y="5287"/>
                </a:moveTo>
                <a:lnTo>
                  <a:pt x="52689" y="5287"/>
                </a:lnTo>
                <a:lnTo>
                  <a:pt x="60391" y="6245"/>
                </a:lnTo>
                <a:lnTo>
                  <a:pt x="67665" y="9120"/>
                </a:lnTo>
                <a:lnTo>
                  <a:pt x="85539" y="46173"/>
                </a:lnTo>
                <a:lnTo>
                  <a:pt x="85536" y="61082"/>
                </a:lnTo>
                <a:lnTo>
                  <a:pt x="69121" y="98327"/>
                </a:lnTo>
                <a:lnTo>
                  <a:pt x="52865" y="103085"/>
                </a:lnTo>
                <a:lnTo>
                  <a:pt x="75837" y="103085"/>
                </a:lnTo>
                <a:lnTo>
                  <a:pt x="89802" y="93680"/>
                </a:lnTo>
                <a:lnTo>
                  <a:pt x="101181" y="76739"/>
                </a:lnTo>
                <a:lnTo>
                  <a:pt x="105374" y="55684"/>
                </a:lnTo>
                <a:lnTo>
                  <a:pt x="101208" y="34122"/>
                </a:lnTo>
                <a:lnTo>
                  <a:pt x="89890" y="16409"/>
                </a:lnTo>
                <a:lnTo>
                  <a:pt x="74403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558122" y="4252505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865" y="0"/>
                </a:moveTo>
                <a:lnTo>
                  <a:pt x="32042" y="4512"/>
                </a:lnTo>
                <a:lnTo>
                  <a:pt x="15266" y="16673"/>
                </a:lnTo>
                <a:lnTo>
                  <a:pt x="4072" y="34419"/>
                </a:lnTo>
                <a:lnTo>
                  <a:pt x="0" y="55684"/>
                </a:lnTo>
                <a:lnTo>
                  <a:pt x="4314" y="76962"/>
                </a:lnTo>
                <a:lnTo>
                  <a:pt x="15882" y="93878"/>
                </a:lnTo>
                <a:lnTo>
                  <a:pt x="32637" y="105045"/>
                </a:lnTo>
                <a:lnTo>
                  <a:pt x="52514" y="109076"/>
                </a:lnTo>
                <a:lnTo>
                  <a:pt x="72965" y="104971"/>
                </a:lnTo>
                <a:lnTo>
                  <a:pt x="75774" y="103085"/>
                </a:lnTo>
                <a:lnTo>
                  <a:pt x="52865" y="103085"/>
                </a:lnTo>
                <a:lnTo>
                  <a:pt x="45207" y="102144"/>
                </a:lnTo>
                <a:lnTo>
                  <a:pt x="20486" y="69757"/>
                </a:lnTo>
                <a:lnTo>
                  <a:pt x="19827" y="46173"/>
                </a:lnTo>
                <a:lnTo>
                  <a:pt x="20463" y="37842"/>
                </a:lnTo>
                <a:lnTo>
                  <a:pt x="45180" y="6228"/>
                </a:lnTo>
                <a:lnTo>
                  <a:pt x="52514" y="5287"/>
                </a:lnTo>
                <a:lnTo>
                  <a:pt x="74403" y="5287"/>
                </a:lnTo>
                <a:lnTo>
                  <a:pt x="73187" y="4413"/>
                </a:lnTo>
                <a:lnTo>
                  <a:pt x="52865" y="0"/>
                </a:lnTo>
                <a:close/>
              </a:path>
              <a:path w="105410" h="109220">
                <a:moveTo>
                  <a:pt x="74403" y="5287"/>
                </a:moveTo>
                <a:lnTo>
                  <a:pt x="52514" y="5287"/>
                </a:lnTo>
                <a:lnTo>
                  <a:pt x="60319" y="6245"/>
                </a:lnTo>
                <a:lnTo>
                  <a:pt x="67646" y="9120"/>
                </a:lnTo>
                <a:lnTo>
                  <a:pt x="85542" y="46173"/>
                </a:lnTo>
                <a:lnTo>
                  <a:pt x="85540" y="61082"/>
                </a:lnTo>
                <a:lnTo>
                  <a:pt x="69055" y="98327"/>
                </a:lnTo>
                <a:lnTo>
                  <a:pt x="52865" y="103085"/>
                </a:lnTo>
                <a:lnTo>
                  <a:pt x="75774" y="103085"/>
                </a:lnTo>
                <a:lnTo>
                  <a:pt x="89782" y="93680"/>
                </a:lnTo>
                <a:lnTo>
                  <a:pt x="101182" y="76739"/>
                </a:lnTo>
                <a:lnTo>
                  <a:pt x="105378" y="55684"/>
                </a:lnTo>
                <a:lnTo>
                  <a:pt x="101212" y="34122"/>
                </a:lnTo>
                <a:lnTo>
                  <a:pt x="89892" y="16409"/>
                </a:lnTo>
                <a:lnTo>
                  <a:pt x="74403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684643" y="419400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23" y="59916"/>
                </a:moveTo>
                <a:lnTo>
                  <a:pt x="32920" y="64029"/>
                </a:lnTo>
                <a:lnTo>
                  <a:pt x="16006" y="75378"/>
                </a:lnTo>
                <a:lnTo>
                  <a:pt x="4345" y="92476"/>
                </a:lnTo>
                <a:lnTo>
                  <a:pt x="0" y="113836"/>
                </a:lnTo>
                <a:lnTo>
                  <a:pt x="4057" y="135020"/>
                </a:lnTo>
                <a:lnTo>
                  <a:pt x="15020" y="152074"/>
                </a:lnTo>
                <a:lnTo>
                  <a:pt x="31074" y="163445"/>
                </a:lnTo>
                <a:lnTo>
                  <a:pt x="50407" y="167580"/>
                </a:lnTo>
                <a:lnTo>
                  <a:pt x="60941" y="166195"/>
                </a:lnTo>
                <a:lnTo>
                  <a:pt x="69787" y="162580"/>
                </a:lnTo>
                <a:lnTo>
                  <a:pt x="70193" y="162293"/>
                </a:lnTo>
                <a:lnTo>
                  <a:pt x="51625" y="162293"/>
                </a:lnTo>
                <a:lnTo>
                  <a:pt x="44002" y="161189"/>
                </a:lnTo>
                <a:lnTo>
                  <a:pt x="20859" y="130663"/>
                </a:lnTo>
                <a:lnTo>
                  <a:pt x="19731" y="114188"/>
                </a:lnTo>
                <a:lnTo>
                  <a:pt x="19923" y="106696"/>
                </a:lnTo>
                <a:lnTo>
                  <a:pt x="37567" y="70003"/>
                </a:lnTo>
                <a:lnTo>
                  <a:pt x="53925" y="65203"/>
                </a:lnTo>
                <a:lnTo>
                  <a:pt x="71936" y="65203"/>
                </a:lnTo>
                <a:lnTo>
                  <a:pt x="70267" y="64078"/>
                </a:lnTo>
                <a:lnTo>
                  <a:pt x="62182" y="61014"/>
                </a:lnTo>
                <a:lnTo>
                  <a:pt x="53023" y="59916"/>
                </a:lnTo>
                <a:close/>
              </a:path>
              <a:path w="117475" h="167639">
                <a:moveTo>
                  <a:pt x="98675" y="151895"/>
                </a:moveTo>
                <a:lnTo>
                  <a:pt x="82299" y="151895"/>
                </a:lnTo>
                <a:lnTo>
                  <a:pt x="82299" y="167580"/>
                </a:lnTo>
                <a:lnTo>
                  <a:pt x="117171" y="164937"/>
                </a:lnTo>
                <a:lnTo>
                  <a:pt x="117171" y="157534"/>
                </a:lnTo>
                <a:lnTo>
                  <a:pt x="100614" y="157534"/>
                </a:lnTo>
                <a:lnTo>
                  <a:pt x="98675" y="155950"/>
                </a:lnTo>
                <a:lnTo>
                  <a:pt x="98675" y="151895"/>
                </a:lnTo>
                <a:close/>
              </a:path>
              <a:path w="117475" h="167639">
                <a:moveTo>
                  <a:pt x="71936" y="65203"/>
                </a:moveTo>
                <a:lnTo>
                  <a:pt x="53925" y="65203"/>
                </a:lnTo>
                <a:lnTo>
                  <a:pt x="60461" y="65921"/>
                </a:lnTo>
                <a:lnTo>
                  <a:pt x="67170" y="68308"/>
                </a:lnTo>
                <a:lnTo>
                  <a:pt x="73686" y="72710"/>
                </a:lnTo>
                <a:lnTo>
                  <a:pt x="79639" y="79475"/>
                </a:lnTo>
                <a:lnTo>
                  <a:pt x="82299" y="83526"/>
                </a:lnTo>
                <a:lnTo>
                  <a:pt x="82299" y="141678"/>
                </a:lnTo>
                <a:lnTo>
                  <a:pt x="51625" y="162293"/>
                </a:lnTo>
                <a:lnTo>
                  <a:pt x="70193" y="162293"/>
                </a:lnTo>
                <a:lnTo>
                  <a:pt x="76925" y="157534"/>
                </a:lnTo>
                <a:lnTo>
                  <a:pt x="82299" y="151895"/>
                </a:lnTo>
                <a:lnTo>
                  <a:pt x="98675" y="151895"/>
                </a:lnTo>
                <a:lnTo>
                  <a:pt x="98675" y="74716"/>
                </a:lnTo>
                <a:lnTo>
                  <a:pt x="82976" y="74716"/>
                </a:lnTo>
                <a:lnTo>
                  <a:pt x="77218" y="68761"/>
                </a:lnTo>
                <a:lnTo>
                  <a:pt x="71936" y="65203"/>
                </a:lnTo>
                <a:close/>
              </a:path>
              <a:path w="117475" h="167639">
                <a:moveTo>
                  <a:pt x="98675" y="0"/>
                </a:moveTo>
                <a:lnTo>
                  <a:pt x="64481" y="2644"/>
                </a:lnTo>
                <a:lnTo>
                  <a:pt x="64481" y="10045"/>
                </a:lnTo>
                <a:lnTo>
                  <a:pt x="81081" y="10045"/>
                </a:lnTo>
                <a:lnTo>
                  <a:pt x="82976" y="11633"/>
                </a:lnTo>
                <a:lnTo>
                  <a:pt x="82976" y="74716"/>
                </a:lnTo>
                <a:lnTo>
                  <a:pt x="98675" y="74716"/>
                </a:lnTo>
                <a:lnTo>
                  <a:pt x="98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894336" y="419400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40256" y="150312"/>
                </a:moveTo>
                <a:lnTo>
                  <a:pt x="33111" y="150312"/>
                </a:lnTo>
                <a:lnTo>
                  <a:pt x="36983" y="155315"/>
                </a:lnTo>
                <a:lnTo>
                  <a:pt x="43351" y="160995"/>
                </a:lnTo>
                <a:lnTo>
                  <a:pt x="52357" y="165650"/>
                </a:lnTo>
                <a:lnTo>
                  <a:pt x="64146" y="167580"/>
                </a:lnTo>
                <a:lnTo>
                  <a:pt x="84406" y="163467"/>
                </a:lnTo>
                <a:lnTo>
                  <a:pt x="86155" y="162293"/>
                </a:lnTo>
                <a:lnTo>
                  <a:pt x="63244" y="162293"/>
                </a:lnTo>
                <a:lnTo>
                  <a:pt x="55628" y="161274"/>
                </a:lnTo>
                <a:lnTo>
                  <a:pt x="48905" y="158372"/>
                </a:lnTo>
                <a:lnTo>
                  <a:pt x="43103" y="153819"/>
                </a:lnTo>
                <a:lnTo>
                  <a:pt x="40256" y="150312"/>
                </a:lnTo>
                <a:close/>
              </a:path>
              <a:path w="117475" h="167639">
                <a:moveTo>
                  <a:pt x="34193" y="0"/>
                </a:moveTo>
                <a:lnTo>
                  <a:pt x="0" y="2644"/>
                </a:lnTo>
                <a:lnTo>
                  <a:pt x="0" y="10045"/>
                </a:lnTo>
                <a:lnTo>
                  <a:pt x="16555" y="10045"/>
                </a:lnTo>
                <a:lnTo>
                  <a:pt x="18495" y="11633"/>
                </a:lnTo>
                <a:lnTo>
                  <a:pt x="18495" y="164937"/>
                </a:lnTo>
                <a:lnTo>
                  <a:pt x="24494" y="164937"/>
                </a:lnTo>
                <a:lnTo>
                  <a:pt x="24676" y="164760"/>
                </a:lnTo>
                <a:lnTo>
                  <a:pt x="33111" y="150312"/>
                </a:lnTo>
                <a:lnTo>
                  <a:pt x="40256" y="150312"/>
                </a:lnTo>
                <a:lnTo>
                  <a:pt x="38253" y="147845"/>
                </a:lnTo>
                <a:lnTo>
                  <a:pt x="34914" y="142909"/>
                </a:lnTo>
                <a:lnTo>
                  <a:pt x="34914" y="84230"/>
                </a:lnTo>
                <a:lnTo>
                  <a:pt x="37532" y="80355"/>
                </a:lnTo>
                <a:lnTo>
                  <a:pt x="42206" y="75420"/>
                </a:lnTo>
                <a:lnTo>
                  <a:pt x="34193" y="75420"/>
                </a:lnTo>
                <a:lnTo>
                  <a:pt x="34193" y="0"/>
                </a:lnTo>
                <a:close/>
              </a:path>
              <a:path w="117475" h="167639">
                <a:moveTo>
                  <a:pt x="87704" y="65203"/>
                </a:moveTo>
                <a:lnTo>
                  <a:pt x="65545" y="65203"/>
                </a:lnTo>
                <a:lnTo>
                  <a:pt x="73194" y="66306"/>
                </a:lnTo>
                <a:lnTo>
                  <a:pt x="79975" y="69409"/>
                </a:lnTo>
                <a:lnTo>
                  <a:pt x="97235" y="105506"/>
                </a:lnTo>
                <a:lnTo>
                  <a:pt x="97433" y="113659"/>
                </a:lnTo>
                <a:lnTo>
                  <a:pt x="97252" y="120874"/>
                </a:lnTo>
                <a:lnTo>
                  <a:pt x="79636" y="157491"/>
                </a:lnTo>
                <a:lnTo>
                  <a:pt x="63244" y="162293"/>
                </a:lnTo>
                <a:lnTo>
                  <a:pt x="86155" y="162293"/>
                </a:lnTo>
                <a:lnTo>
                  <a:pt x="101312" y="152118"/>
                </a:lnTo>
                <a:lnTo>
                  <a:pt x="112898" y="135020"/>
                </a:lnTo>
                <a:lnTo>
                  <a:pt x="117196" y="113659"/>
                </a:lnTo>
                <a:lnTo>
                  <a:pt x="113136" y="92549"/>
                </a:lnTo>
                <a:lnTo>
                  <a:pt x="102169" y="75488"/>
                </a:lnTo>
                <a:lnTo>
                  <a:pt x="87704" y="65203"/>
                </a:lnTo>
                <a:close/>
              </a:path>
              <a:path w="117475" h="167639">
                <a:moveTo>
                  <a:pt x="66808" y="59916"/>
                </a:moveTo>
                <a:lnTo>
                  <a:pt x="54436" y="61719"/>
                </a:lnTo>
                <a:lnTo>
                  <a:pt x="45003" y="66016"/>
                </a:lnTo>
                <a:lnTo>
                  <a:pt x="38319" y="71140"/>
                </a:lnTo>
                <a:lnTo>
                  <a:pt x="34193" y="75420"/>
                </a:lnTo>
                <a:lnTo>
                  <a:pt x="42206" y="75420"/>
                </a:lnTo>
                <a:lnTo>
                  <a:pt x="45055" y="72411"/>
                </a:lnTo>
                <a:lnTo>
                  <a:pt x="52925" y="67822"/>
                </a:lnTo>
                <a:lnTo>
                  <a:pt x="60102" y="65711"/>
                </a:lnTo>
                <a:lnTo>
                  <a:pt x="65545" y="65203"/>
                </a:lnTo>
                <a:lnTo>
                  <a:pt x="87704" y="65203"/>
                </a:lnTo>
                <a:lnTo>
                  <a:pt x="86119" y="64076"/>
                </a:lnTo>
                <a:lnTo>
                  <a:pt x="66808" y="59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025969" y="425391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89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390" y="104402"/>
                </a:lnTo>
                <a:lnTo>
                  <a:pt x="27156" y="104317"/>
                </a:lnTo>
                <a:lnTo>
                  <a:pt x="57289" y="104317"/>
                </a:lnTo>
                <a:lnTo>
                  <a:pt x="57289" y="97618"/>
                </a:lnTo>
                <a:close/>
              </a:path>
              <a:path w="80010" h="105410">
                <a:moveTo>
                  <a:pt x="57289" y="104317"/>
                </a:moveTo>
                <a:lnTo>
                  <a:pt x="27156" y="104317"/>
                </a:lnTo>
                <a:lnTo>
                  <a:pt x="42290" y="104405"/>
                </a:lnTo>
                <a:lnTo>
                  <a:pt x="49980" y="104614"/>
                </a:lnTo>
                <a:lnTo>
                  <a:pt x="57289" y="105021"/>
                </a:lnTo>
                <a:lnTo>
                  <a:pt x="57289" y="104317"/>
                </a:lnTo>
                <a:close/>
              </a:path>
              <a:path w="80010" h="105410">
                <a:moveTo>
                  <a:pt x="33110" y="0"/>
                </a:moveTo>
                <a:lnTo>
                  <a:pt x="70" y="2637"/>
                </a:lnTo>
                <a:lnTo>
                  <a:pt x="0" y="10041"/>
                </a:lnTo>
                <a:lnTo>
                  <a:pt x="16736" y="10041"/>
                </a:lnTo>
                <a:lnTo>
                  <a:pt x="18675" y="11629"/>
                </a:lnTo>
                <a:lnTo>
                  <a:pt x="18675" y="97618"/>
                </a:lnTo>
                <a:lnTo>
                  <a:pt x="34734" y="97618"/>
                </a:lnTo>
                <a:lnTo>
                  <a:pt x="34373" y="95150"/>
                </a:lnTo>
                <a:lnTo>
                  <a:pt x="34373" y="49865"/>
                </a:lnTo>
                <a:lnTo>
                  <a:pt x="36200" y="33013"/>
                </a:lnTo>
                <a:lnTo>
                  <a:pt x="38823" y="26078"/>
                </a:lnTo>
                <a:lnTo>
                  <a:pt x="33110" y="26078"/>
                </a:lnTo>
                <a:lnTo>
                  <a:pt x="33110" y="0"/>
                </a:lnTo>
                <a:close/>
              </a:path>
              <a:path w="80010" h="105410">
                <a:moveTo>
                  <a:pt x="72581" y="0"/>
                </a:moveTo>
                <a:lnTo>
                  <a:pt x="62387" y="0"/>
                </a:lnTo>
                <a:lnTo>
                  <a:pt x="50916" y="2642"/>
                </a:lnTo>
                <a:lnTo>
                  <a:pt x="42470" y="9205"/>
                </a:lnTo>
                <a:lnTo>
                  <a:pt x="36656" y="17690"/>
                </a:lnTo>
                <a:lnTo>
                  <a:pt x="33110" y="26078"/>
                </a:lnTo>
                <a:lnTo>
                  <a:pt x="38823" y="26078"/>
                </a:lnTo>
                <a:lnTo>
                  <a:pt x="41580" y="18787"/>
                </a:lnTo>
                <a:lnTo>
                  <a:pt x="50359" y="8956"/>
                </a:lnTo>
                <a:lnTo>
                  <a:pt x="62387" y="5287"/>
                </a:lnTo>
                <a:lnTo>
                  <a:pt x="78275" y="5287"/>
                </a:lnTo>
                <a:lnTo>
                  <a:pt x="72581" y="0"/>
                </a:lnTo>
                <a:close/>
              </a:path>
              <a:path w="80010" h="105410">
                <a:moveTo>
                  <a:pt x="78275" y="5287"/>
                </a:moveTo>
                <a:lnTo>
                  <a:pt x="64507" y="5287"/>
                </a:lnTo>
                <a:lnTo>
                  <a:pt x="65003" y="5462"/>
                </a:lnTo>
                <a:lnTo>
                  <a:pt x="64326" y="5638"/>
                </a:lnTo>
                <a:lnTo>
                  <a:pt x="59545" y="8633"/>
                </a:lnTo>
                <a:lnTo>
                  <a:pt x="59545" y="21318"/>
                </a:lnTo>
                <a:lnTo>
                  <a:pt x="64507" y="25022"/>
                </a:lnTo>
                <a:lnTo>
                  <a:pt x="74025" y="25022"/>
                </a:lnTo>
                <a:lnTo>
                  <a:pt x="79980" y="22203"/>
                </a:lnTo>
                <a:lnTo>
                  <a:pt x="79980" y="6870"/>
                </a:lnTo>
                <a:lnTo>
                  <a:pt x="78275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122730" y="425250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4192" y="5287"/>
                </a:moveTo>
                <a:lnTo>
                  <a:pt x="42268" y="5287"/>
                </a:lnTo>
                <a:lnTo>
                  <a:pt x="51118" y="7048"/>
                </a:lnTo>
                <a:lnTo>
                  <a:pt x="59241" y="12511"/>
                </a:lnTo>
                <a:lnTo>
                  <a:pt x="65181" y="21939"/>
                </a:lnTo>
                <a:lnTo>
                  <a:pt x="67485" y="35596"/>
                </a:lnTo>
                <a:lnTo>
                  <a:pt x="67485" y="44406"/>
                </a:lnTo>
                <a:lnTo>
                  <a:pt x="57622" y="45036"/>
                </a:lnTo>
                <a:lnTo>
                  <a:pt x="46677" y="46277"/>
                </a:lnTo>
                <a:lnTo>
                  <a:pt x="5204" y="67600"/>
                </a:lnTo>
                <a:lnTo>
                  <a:pt x="0" y="83878"/>
                </a:lnTo>
                <a:lnTo>
                  <a:pt x="3835" y="95918"/>
                </a:lnTo>
                <a:lnTo>
                  <a:pt x="13398" y="103680"/>
                </a:lnTo>
                <a:lnTo>
                  <a:pt x="25772" y="107840"/>
                </a:lnTo>
                <a:lnTo>
                  <a:pt x="38028" y="109076"/>
                </a:lnTo>
                <a:lnTo>
                  <a:pt x="48879" y="107416"/>
                </a:lnTo>
                <a:lnTo>
                  <a:pt x="56074" y="103789"/>
                </a:lnTo>
                <a:lnTo>
                  <a:pt x="39607" y="103789"/>
                </a:lnTo>
                <a:lnTo>
                  <a:pt x="31389" y="102311"/>
                </a:lnTo>
                <a:lnTo>
                  <a:pt x="24613" y="98173"/>
                </a:lnTo>
                <a:lnTo>
                  <a:pt x="20011" y="91821"/>
                </a:lnTo>
                <a:lnTo>
                  <a:pt x="18314" y="83703"/>
                </a:lnTo>
                <a:lnTo>
                  <a:pt x="20472" y="73057"/>
                </a:lnTo>
                <a:lnTo>
                  <a:pt x="28165" y="62247"/>
                </a:lnTo>
                <a:lnTo>
                  <a:pt x="43226" y="53618"/>
                </a:lnTo>
                <a:lnTo>
                  <a:pt x="67485" y="49517"/>
                </a:lnTo>
                <a:lnTo>
                  <a:pt x="83860" y="49517"/>
                </a:lnTo>
                <a:lnTo>
                  <a:pt x="83759" y="35596"/>
                </a:lnTo>
                <a:lnTo>
                  <a:pt x="67879" y="7138"/>
                </a:lnTo>
                <a:lnTo>
                  <a:pt x="64192" y="5287"/>
                </a:lnTo>
                <a:close/>
              </a:path>
              <a:path w="107314" h="109220">
                <a:moveTo>
                  <a:pt x="83860" y="88461"/>
                </a:moveTo>
                <a:lnTo>
                  <a:pt x="69063" y="88461"/>
                </a:lnTo>
                <a:lnTo>
                  <a:pt x="70833" y="95503"/>
                </a:lnTo>
                <a:lnTo>
                  <a:pt x="74561" y="101718"/>
                </a:lnTo>
                <a:lnTo>
                  <a:pt x="80209" y="106150"/>
                </a:lnTo>
                <a:lnTo>
                  <a:pt x="87743" y="107840"/>
                </a:lnTo>
                <a:lnTo>
                  <a:pt x="92845" y="107017"/>
                </a:lnTo>
                <a:lnTo>
                  <a:pt x="99236" y="103789"/>
                </a:lnTo>
                <a:lnTo>
                  <a:pt x="101816" y="100618"/>
                </a:lnTo>
                <a:lnTo>
                  <a:pt x="84717" y="100618"/>
                </a:lnTo>
                <a:lnTo>
                  <a:pt x="83860" y="89869"/>
                </a:lnTo>
                <a:lnTo>
                  <a:pt x="83860" y="88461"/>
                </a:lnTo>
                <a:close/>
              </a:path>
              <a:path w="107314" h="109220">
                <a:moveTo>
                  <a:pt x="83860" y="49517"/>
                </a:moveTo>
                <a:lnTo>
                  <a:pt x="67485" y="49517"/>
                </a:lnTo>
                <a:lnTo>
                  <a:pt x="67485" y="73129"/>
                </a:lnTo>
                <a:lnTo>
                  <a:pt x="64645" y="87509"/>
                </a:lnTo>
                <a:lnTo>
                  <a:pt x="57589" y="96983"/>
                </a:lnTo>
                <a:lnTo>
                  <a:pt x="48511" y="102195"/>
                </a:lnTo>
                <a:lnTo>
                  <a:pt x="39607" y="103789"/>
                </a:lnTo>
                <a:lnTo>
                  <a:pt x="56074" y="103789"/>
                </a:lnTo>
                <a:lnTo>
                  <a:pt x="57775" y="102932"/>
                </a:lnTo>
                <a:lnTo>
                  <a:pt x="64557" y="96366"/>
                </a:lnTo>
                <a:lnTo>
                  <a:pt x="69063" y="88461"/>
                </a:lnTo>
                <a:lnTo>
                  <a:pt x="83860" y="88461"/>
                </a:lnTo>
                <a:lnTo>
                  <a:pt x="83860" y="49517"/>
                </a:lnTo>
                <a:close/>
              </a:path>
              <a:path w="107314" h="109220">
                <a:moveTo>
                  <a:pt x="107137" y="72072"/>
                </a:moveTo>
                <a:lnTo>
                  <a:pt x="101137" y="72072"/>
                </a:lnTo>
                <a:lnTo>
                  <a:pt x="101137" y="99030"/>
                </a:lnTo>
                <a:lnTo>
                  <a:pt x="95318" y="100618"/>
                </a:lnTo>
                <a:lnTo>
                  <a:pt x="101816" y="100618"/>
                </a:lnTo>
                <a:lnTo>
                  <a:pt x="104797" y="96913"/>
                </a:lnTo>
                <a:lnTo>
                  <a:pt x="107137" y="85285"/>
                </a:lnTo>
                <a:lnTo>
                  <a:pt x="107137" y="72072"/>
                </a:lnTo>
                <a:close/>
              </a:path>
              <a:path w="107314" h="109220">
                <a:moveTo>
                  <a:pt x="42809" y="0"/>
                </a:moveTo>
                <a:lnTo>
                  <a:pt x="6892" y="26652"/>
                </a:lnTo>
                <a:lnTo>
                  <a:pt x="6856" y="34009"/>
                </a:lnTo>
                <a:lnTo>
                  <a:pt x="11593" y="38064"/>
                </a:lnTo>
                <a:lnTo>
                  <a:pt x="24494" y="38064"/>
                </a:lnTo>
                <a:lnTo>
                  <a:pt x="28690" y="33304"/>
                </a:lnTo>
                <a:lnTo>
                  <a:pt x="28690" y="24319"/>
                </a:lnTo>
                <a:lnTo>
                  <a:pt x="27472" y="16388"/>
                </a:lnTo>
                <a:lnTo>
                  <a:pt x="16555" y="16212"/>
                </a:lnTo>
                <a:lnTo>
                  <a:pt x="22248" y="10937"/>
                </a:lnTo>
                <a:lnTo>
                  <a:pt x="29006" y="7578"/>
                </a:lnTo>
                <a:lnTo>
                  <a:pt x="35967" y="5804"/>
                </a:lnTo>
                <a:lnTo>
                  <a:pt x="42268" y="5287"/>
                </a:lnTo>
                <a:lnTo>
                  <a:pt x="64192" y="5287"/>
                </a:lnTo>
                <a:lnTo>
                  <a:pt x="59805" y="3084"/>
                </a:lnTo>
                <a:lnTo>
                  <a:pt x="51341" y="749"/>
                </a:lnTo>
                <a:lnTo>
                  <a:pt x="428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239025" y="4199997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9" y="151538"/>
                </a:moveTo>
                <a:lnTo>
                  <a:pt x="0" y="151538"/>
                </a:lnTo>
                <a:lnTo>
                  <a:pt x="0" y="158941"/>
                </a:lnTo>
                <a:lnTo>
                  <a:pt x="20685" y="158323"/>
                </a:lnTo>
                <a:lnTo>
                  <a:pt x="26073" y="158238"/>
                </a:lnTo>
                <a:lnTo>
                  <a:pt x="50929" y="158238"/>
                </a:lnTo>
                <a:lnTo>
                  <a:pt x="50929" y="151538"/>
                </a:lnTo>
                <a:close/>
              </a:path>
              <a:path w="51435" h="159385">
                <a:moveTo>
                  <a:pt x="50929" y="158238"/>
                </a:moveTo>
                <a:lnTo>
                  <a:pt x="34329" y="158238"/>
                </a:lnTo>
                <a:lnTo>
                  <a:pt x="42809" y="158765"/>
                </a:lnTo>
                <a:lnTo>
                  <a:pt x="50929" y="158941"/>
                </a:lnTo>
                <a:lnTo>
                  <a:pt x="50929" y="158238"/>
                </a:lnTo>
                <a:close/>
              </a:path>
              <a:path w="51435" h="159385">
                <a:moveTo>
                  <a:pt x="34193" y="53920"/>
                </a:moveTo>
                <a:lnTo>
                  <a:pt x="855" y="56563"/>
                </a:lnTo>
                <a:lnTo>
                  <a:pt x="855" y="63962"/>
                </a:lnTo>
                <a:lnTo>
                  <a:pt x="16375" y="63962"/>
                </a:lnTo>
                <a:lnTo>
                  <a:pt x="18495" y="65373"/>
                </a:lnTo>
                <a:lnTo>
                  <a:pt x="18495" y="151538"/>
                </a:lnTo>
                <a:lnTo>
                  <a:pt x="35231" y="151538"/>
                </a:lnTo>
                <a:lnTo>
                  <a:pt x="34193" y="150483"/>
                </a:lnTo>
                <a:lnTo>
                  <a:pt x="34193" y="53920"/>
                </a:lnTo>
                <a:close/>
              </a:path>
              <a:path w="51435" h="159385">
                <a:moveTo>
                  <a:pt x="29231" y="0"/>
                </a:moveTo>
                <a:lnTo>
                  <a:pt x="15156" y="0"/>
                </a:lnTo>
                <a:lnTo>
                  <a:pt x="10013" y="6342"/>
                </a:lnTo>
                <a:lnTo>
                  <a:pt x="10013" y="19027"/>
                </a:lnTo>
                <a:lnTo>
                  <a:pt x="15156" y="25198"/>
                </a:lnTo>
                <a:lnTo>
                  <a:pt x="29231" y="25198"/>
                </a:lnTo>
                <a:lnTo>
                  <a:pt x="35231" y="20262"/>
                </a:lnTo>
                <a:lnTo>
                  <a:pt x="35231" y="4930"/>
                </a:lnTo>
                <a:lnTo>
                  <a:pt x="29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304930" y="4253918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4" h="105410">
                <a:moveTo>
                  <a:pt x="53547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144" y="104402"/>
                </a:lnTo>
                <a:lnTo>
                  <a:pt x="26931" y="104317"/>
                </a:lnTo>
                <a:lnTo>
                  <a:pt x="53547" y="104317"/>
                </a:lnTo>
                <a:lnTo>
                  <a:pt x="53547" y="97618"/>
                </a:lnTo>
                <a:close/>
              </a:path>
              <a:path w="120014" h="105410">
                <a:moveTo>
                  <a:pt x="53547" y="104317"/>
                </a:moveTo>
                <a:lnTo>
                  <a:pt x="26931" y="104317"/>
                </a:lnTo>
                <a:lnTo>
                  <a:pt x="32555" y="104402"/>
                </a:lnTo>
                <a:lnTo>
                  <a:pt x="53547" y="105021"/>
                </a:lnTo>
                <a:lnTo>
                  <a:pt x="53547" y="104317"/>
                </a:lnTo>
                <a:close/>
              </a:path>
              <a:path w="120014" h="105410">
                <a:moveTo>
                  <a:pt x="119634" y="97618"/>
                </a:moveTo>
                <a:lnTo>
                  <a:pt x="66042" y="97618"/>
                </a:lnTo>
                <a:lnTo>
                  <a:pt x="66042" y="105021"/>
                </a:lnTo>
                <a:lnTo>
                  <a:pt x="87153" y="104402"/>
                </a:lnTo>
                <a:lnTo>
                  <a:pt x="92837" y="104317"/>
                </a:lnTo>
                <a:lnTo>
                  <a:pt x="119634" y="104317"/>
                </a:lnTo>
                <a:lnTo>
                  <a:pt x="119634" y="97618"/>
                </a:lnTo>
                <a:close/>
              </a:path>
              <a:path w="120014" h="105410">
                <a:moveTo>
                  <a:pt x="119634" y="104317"/>
                </a:moveTo>
                <a:lnTo>
                  <a:pt x="92837" y="104317"/>
                </a:lnTo>
                <a:lnTo>
                  <a:pt x="98565" y="104402"/>
                </a:lnTo>
                <a:lnTo>
                  <a:pt x="119634" y="105021"/>
                </a:lnTo>
                <a:lnTo>
                  <a:pt x="119634" y="104317"/>
                </a:lnTo>
                <a:close/>
              </a:path>
              <a:path w="120014" h="105410">
                <a:moveTo>
                  <a:pt x="33473" y="0"/>
                </a:moveTo>
                <a:lnTo>
                  <a:pt x="0" y="2642"/>
                </a:lnTo>
                <a:lnTo>
                  <a:pt x="0" y="10041"/>
                </a:lnTo>
                <a:lnTo>
                  <a:pt x="16736" y="10041"/>
                </a:lnTo>
                <a:lnTo>
                  <a:pt x="18495" y="11629"/>
                </a:lnTo>
                <a:lnTo>
                  <a:pt x="18495" y="97618"/>
                </a:lnTo>
                <a:lnTo>
                  <a:pt x="34871" y="97618"/>
                </a:lnTo>
                <a:lnTo>
                  <a:pt x="34871" y="43346"/>
                </a:lnTo>
                <a:lnTo>
                  <a:pt x="37751" y="26917"/>
                </a:lnTo>
                <a:lnTo>
                  <a:pt x="38939" y="25022"/>
                </a:lnTo>
                <a:lnTo>
                  <a:pt x="33473" y="25022"/>
                </a:lnTo>
                <a:lnTo>
                  <a:pt x="33473" y="0"/>
                </a:lnTo>
                <a:close/>
              </a:path>
              <a:path w="120014" h="105410">
                <a:moveTo>
                  <a:pt x="89552" y="5287"/>
                </a:moveTo>
                <a:lnTo>
                  <a:pt x="66944" y="5287"/>
                </a:lnTo>
                <a:lnTo>
                  <a:pt x="76018" y="7508"/>
                </a:lnTo>
                <a:lnTo>
                  <a:pt x="81380" y="13413"/>
                </a:lnTo>
                <a:lnTo>
                  <a:pt x="83933" y="21862"/>
                </a:lnTo>
                <a:lnTo>
                  <a:pt x="84583" y="31716"/>
                </a:lnTo>
                <a:lnTo>
                  <a:pt x="84583" y="97618"/>
                </a:lnTo>
                <a:lnTo>
                  <a:pt x="101319" y="97618"/>
                </a:lnTo>
                <a:lnTo>
                  <a:pt x="100957" y="90572"/>
                </a:lnTo>
                <a:lnTo>
                  <a:pt x="100844" y="32027"/>
                </a:lnTo>
                <a:lnTo>
                  <a:pt x="100055" y="22531"/>
                </a:lnTo>
                <a:lnTo>
                  <a:pt x="97912" y="15249"/>
                </a:lnTo>
                <a:lnTo>
                  <a:pt x="93739" y="8809"/>
                </a:lnTo>
                <a:lnTo>
                  <a:pt x="90354" y="5722"/>
                </a:lnTo>
                <a:lnTo>
                  <a:pt x="89552" y="5287"/>
                </a:lnTo>
                <a:close/>
              </a:path>
              <a:path w="120014" h="105410">
                <a:moveTo>
                  <a:pt x="68704" y="0"/>
                </a:moveTo>
                <a:lnTo>
                  <a:pt x="56772" y="1827"/>
                </a:lnTo>
                <a:lnTo>
                  <a:pt x="47045" y="6959"/>
                </a:lnTo>
                <a:lnTo>
                  <a:pt x="39339" y="14866"/>
                </a:lnTo>
                <a:lnTo>
                  <a:pt x="33473" y="25022"/>
                </a:lnTo>
                <a:lnTo>
                  <a:pt x="38939" y="25022"/>
                </a:lnTo>
                <a:lnTo>
                  <a:pt x="45223" y="14999"/>
                </a:lnTo>
                <a:lnTo>
                  <a:pt x="55538" y="7739"/>
                </a:lnTo>
                <a:lnTo>
                  <a:pt x="66944" y="5287"/>
                </a:lnTo>
                <a:lnTo>
                  <a:pt x="89552" y="5287"/>
                </a:lnTo>
                <a:lnTo>
                  <a:pt x="85129" y="2884"/>
                </a:lnTo>
                <a:lnTo>
                  <a:pt x="77951" y="806"/>
                </a:lnTo>
                <a:lnTo>
                  <a:pt x="68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515146" y="419400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40181" y="150312"/>
                </a:moveTo>
                <a:lnTo>
                  <a:pt x="32931" y="150312"/>
                </a:lnTo>
                <a:lnTo>
                  <a:pt x="36812" y="155315"/>
                </a:lnTo>
                <a:lnTo>
                  <a:pt x="43243" y="160995"/>
                </a:lnTo>
                <a:lnTo>
                  <a:pt x="52323" y="165650"/>
                </a:lnTo>
                <a:lnTo>
                  <a:pt x="64147" y="167580"/>
                </a:lnTo>
                <a:lnTo>
                  <a:pt x="84323" y="163467"/>
                </a:lnTo>
                <a:lnTo>
                  <a:pt x="86071" y="162293"/>
                </a:lnTo>
                <a:lnTo>
                  <a:pt x="63244" y="162293"/>
                </a:lnTo>
                <a:lnTo>
                  <a:pt x="55596" y="161274"/>
                </a:lnTo>
                <a:lnTo>
                  <a:pt x="48814" y="158372"/>
                </a:lnTo>
                <a:lnTo>
                  <a:pt x="42988" y="153819"/>
                </a:lnTo>
                <a:lnTo>
                  <a:pt x="40181" y="150312"/>
                </a:lnTo>
                <a:close/>
              </a:path>
              <a:path w="117475" h="167639">
                <a:moveTo>
                  <a:pt x="34193" y="0"/>
                </a:moveTo>
                <a:lnTo>
                  <a:pt x="0" y="2644"/>
                </a:lnTo>
                <a:lnTo>
                  <a:pt x="0" y="10045"/>
                </a:lnTo>
                <a:lnTo>
                  <a:pt x="16555" y="10045"/>
                </a:lnTo>
                <a:lnTo>
                  <a:pt x="18495" y="11633"/>
                </a:lnTo>
                <a:lnTo>
                  <a:pt x="18495" y="164937"/>
                </a:lnTo>
                <a:lnTo>
                  <a:pt x="24495" y="164937"/>
                </a:lnTo>
                <a:lnTo>
                  <a:pt x="24674" y="164760"/>
                </a:lnTo>
                <a:lnTo>
                  <a:pt x="26870" y="160966"/>
                </a:lnTo>
                <a:lnTo>
                  <a:pt x="32931" y="150312"/>
                </a:lnTo>
                <a:lnTo>
                  <a:pt x="40181" y="150312"/>
                </a:lnTo>
                <a:lnTo>
                  <a:pt x="38207" y="147845"/>
                </a:lnTo>
                <a:lnTo>
                  <a:pt x="34870" y="142909"/>
                </a:lnTo>
                <a:lnTo>
                  <a:pt x="34870" y="84230"/>
                </a:lnTo>
                <a:lnTo>
                  <a:pt x="37532" y="80355"/>
                </a:lnTo>
                <a:lnTo>
                  <a:pt x="42158" y="75420"/>
                </a:lnTo>
                <a:lnTo>
                  <a:pt x="34193" y="75420"/>
                </a:lnTo>
                <a:lnTo>
                  <a:pt x="34193" y="0"/>
                </a:lnTo>
                <a:close/>
              </a:path>
              <a:path w="117475" h="167639">
                <a:moveTo>
                  <a:pt x="87602" y="65203"/>
                </a:moveTo>
                <a:lnTo>
                  <a:pt x="65545" y="65203"/>
                </a:lnTo>
                <a:lnTo>
                  <a:pt x="73168" y="66306"/>
                </a:lnTo>
                <a:lnTo>
                  <a:pt x="79907" y="69409"/>
                </a:lnTo>
                <a:lnTo>
                  <a:pt x="97229" y="105506"/>
                </a:lnTo>
                <a:lnTo>
                  <a:pt x="97433" y="113659"/>
                </a:lnTo>
                <a:lnTo>
                  <a:pt x="97246" y="120874"/>
                </a:lnTo>
                <a:lnTo>
                  <a:pt x="79552" y="157491"/>
                </a:lnTo>
                <a:lnTo>
                  <a:pt x="63244" y="162293"/>
                </a:lnTo>
                <a:lnTo>
                  <a:pt x="86071" y="162293"/>
                </a:lnTo>
                <a:lnTo>
                  <a:pt x="101222" y="152118"/>
                </a:lnTo>
                <a:lnTo>
                  <a:pt x="112834" y="135020"/>
                </a:lnTo>
                <a:lnTo>
                  <a:pt x="117151" y="113659"/>
                </a:lnTo>
                <a:lnTo>
                  <a:pt x="113071" y="92549"/>
                </a:lnTo>
                <a:lnTo>
                  <a:pt x="102073" y="75488"/>
                </a:lnTo>
                <a:lnTo>
                  <a:pt x="87602" y="65203"/>
                </a:lnTo>
                <a:close/>
              </a:path>
              <a:path w="117475" h="167639">
                <a:moveTo>
                  <a:pt x="66762" y="59916"/>
                </a:moveTo>
                <a:lnTo>
                  <a:pt x="54416" y="61719"/>
                </a:lnTo>
                <a:lnTo>
                  <a:pt x="44997" y="66016"/>
                </a:lnTo>
                <a:lnTo>
                  <a:pt x="38318" y="71140"/>
                </a:lnTo>
                <a:lnTo>
                  <a:pt x="34193" y="75420"/>
                </a:lnTo>
                <a:lnTo>
                  <a:pt x="42158" y="75420"/>
                </a:lnTo>
                <a:lnTo>
                  <a:pt x="44979" y="72411"/>
                </a:lnTo>
                <a:lnTo>
                  <a:pt x="52858" y="67822"/>
                </a:lnTo>
                <a:lnTo>
                  <a:pt x="60077" y="65711"/>
                </a:lnTo>
                <a:lnTo>
                  <a:pt x="65545" y="65203"/>
                </a:lnTo>
                <a:lnTo>
                  <a:pt x="87602" y="65203"/>
                </a:lnTo>
                <a:lnTo>
                  <a:pt x="86016" y="64076"/>
                </a:lnTo>
                <a:lnTo>
                  <a:pt x="66762" y="59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650117" y="425250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4262" y="5287"/>
                </a:moveTo>
                <a:lnTo>
                  <a:pt x="42268" y="5287"/>
                </a:lnTo>
                <a:lnTo>
                  <a:pt x="51118" y="7048"/>
                </a:lnTo>
                <a:lnTo>
                  <a:pt x="59241" y="12511"/>
                </a:lnTo>
                <a:lnTo>
                  <a:pt x="65181" y="21939"/>
                </a:lnTo>
                <a:lnTo>
                  <a:pt x="67485" y="35596"/>
                </a:lnTo>
                <a:lnTo>
                  <a:pt x="67485" y="44406"/>
                </a:lnTo>
                <a:lnTo>
                  <a:pt x="57642" y="45036"/>
                </a:lnTo>
                <a:lnTo>
                  <a:pt x="46695" y="46277"/>
                </a:lnTo>
                <a:lnTo>
                  <a:pt x="5221" y="67600"/>
                </a:lnTo>
                <a:lnTo>
                  <a:pt x="0" y="83878"/>
                </a:lnTo>
                <a:lnTo>
                  <a:pt x="3842" y="95918"/>
                </a:lnTo>
                <a:lnTo>
                  <a:pt x="13420" y="103680"/>
                </a:lnTo>
                <a:lnTo>
                  <a:pt x="25810" y="107840"/>
                </a:lnTo>
                <a:lnTo>
                  <a:pt x="38073" y="109076"/>
                </a:lnTo>
                <a:lnTo>
                  <a:pt x="48903" y="107416"/>
                </a:lnTo>
                <a:lnTo>
                  <a:pt x="56097" y="103789"/>
                </a:lnTo>
                <a:lnTo>
                  <a:pt x="39651" y="103789"/>
                </a:lnTo>
                <a:lnTo>
                  <a:pt x="31408" y="102311"/>
                </a:lnTo>
                <a:lnTo>
                  <a:pt x="24618" y="98173"/>
                </a:lnTo>
                <a:lnTo>
                  <a:pt x="20011" y="91821"/>
                </a:lnTo>
                <a:lnTo>
                  <a:pt x="18314" y="83703"/>
                </a:lnTo>
                <a:lnTo>
                  <a:pt x="20472" y="73057"/>
                </a:lnTo>
                <a:lnTo>
                  <a:pt x="28165" y="62247"/>
                </a:lnTo>
                <a:lnTo>
                  <a:pt x="43226" y="53618"/>
                </a:lnTo>
                <a:lnTo>
                  <a:pt x="67485" y="49517"/>
                </a:lnTo>
                <a:lnTo>
                  <a:pt x="83860" y="49517"/>
                </a:lnTo>
                <a:lnTo>
                  <a:pt x="83762" y="35596"/>
                </a:lnTo>
                <a:lnTo>
                  <a:pt x="67975" y="7138"/>
                </a:lnTo>
                <a:lnTo>
                  <a:pt x="64262" y="5287"/>
                </a:lnTo>
                <a:close/>
              </a:path>
              <a:path w="107314" h="109220">
                <a:moveTo>
                  <a:pt x="83860" y="88461"/>
                </a:moveTo>
                <a:lnTo>
                  <a:pt x="69063" y="88461"/>
                </a:lnTo>
                <a:lnTo>
                  <a:pt x="70852" y="95503"/>
                </a:lnTo>
                <a:lnTo>
                  <a:pt x="74578" y="101718"/>
                </a:lnTo>
                <a:lnTo>
                  <a:pt x="80216" y="106150"/>
                </a:lnTo>
                <a:lnTo>
                  <a:pt x="87741" y="107840"/>
                </a:lnTo>
                <a:lnTo>
                  <a:pt x="92863" y="107017"/>
                </a:lnTo>
                <a:lnTo>
                  <a:pt x="99253" y="103789"/>
                </a:lnTo>
                <a:lnTo>
                  <a:pt x="101828" y="100618"/>
                </a:lnTo>
                <a:lnTo>
                  <a:pt x="84762" y="100618"/>
                </a:lnTo>
                <a:lnTo>
                  <a:pt x="83860" y="89869"/>
                </a:lnTo>
                <a:lnTo>
                  <a:pt x="83860" y="88461"/>
                </a:lnTo>
                <a:close/>
              </a:path>
              <a:path w="107314" h="109220">
                <a:moveTo>
                  <a:pt x="83860" y="49517"/>
                </a:moveTo>
                <a:lnTo>
                  <a:pt x="67485" y="49517"/>
                </a:lnTo>
                <a:lnTo>
                  <a:pt x="67485" y="73129"/>
                </a:lnTo>
                <a:lnTo>
                  <a:pt x="64646" y="87509"/>
                </a:lnTo>
                <a:lnTo>
                  <a:pt x="57594" y="96983"/>
                </a:lnTo>
                <a:lnTo>
                  <a:pt x="48530" y="102195"/>
                </a:lnTo>
                <a:lnTo>
                  <a:pt x="39651" y="103789"/>
                </a:lnTo>
                <a:lnTo>
                  <a:pt x="56097" y="103789"/>
                </a:lnTo>
                <a:lnTo>
                  <a:pt x="57797" y="102932"/>
                </a:lnTo>
                <a:lnTo>
                  <a:pt x="64576" y="96366"/>
                </a:lnTo>
                <a:lnTo>
                  <a:pt x="69063" y="88461"/>
                </a:lnTo>
                <a:lnTo>
                  <a:pt x="83860" y="88461"/>
                </a:lnTo>
                <a:lnTo>
                  <a:pt x="83860" y="49517"/>
                </a:lnTo>
                <a:close/>
              </a:path>
              <a:path w="107314" h="109220">
                <a:moveTo>
                  <a:pt x="107137" y="72072"/>
                </a:moveTo>
                <a:lnTo>
                  <a:pt x="101318" y="72072"/>
                </a:lnTo>
                <a:lnTo>
                  <a:pt x="101318" y="99030"/>
                </a:lnTo>
                <a:lnTo>
                  <a:pt x="95318" y="100618"/>
                </a:lnTo>
                <a:lnTo>
                  <a:pt x="101828" y="100618"/>
                </a:lnTo>
                <a:lnTo>
                  <a:pt x="104804" y="96913"/>
                </a:lnTo>
                <a:lnTo>
                  <a:pt x="107137" y="85285"/>
                </a:lnTo>
                <a:lnTo>
                  <a:pt x="107137" y="72072"/>
                </a:lnTo>
                <a:close/>
              </a:path>
              <a:path w="107314" h="109220">
                <a:moveTo>
                  <a:pt x="42810" y="0"/>
                </a:moveTo>
                <a:lnTo>
                  <a:pt x="6892" y="26652"/>
                </a:lnTo>
                <a:lnTo>
                  <a:pt x="6856" y="34009"/>
                </a:lnTo>
                <a:lnTo>
                  <a:pt x="11638" y="38064"/>
                </a:lnTo>
                <a:lnTo>
                  <a:pt x="24494" y="38064"/>
                </a:lnTo>
                <a:lnTo>
                  <a:pt x="28735" y="33304"/>
                </a:lnTo>
                <a:lnTo>
                  <a:pt x="28735" y="24319"/>
                </a:lnTo>
                <a:lnTo>
                  <a:pt x="27472" y="16388"/>
                </a:lnTo>
                <a:lnTo>
                  <a:pt x="16555" y="16212"/>
                </a:lnTo>
                <a:lnTo>
                  <a:pt x="22273" y="10937"/>
                </a:lnTo>
                <a:lnTo>
                  <a:pt x="29039" y="7578"/>
                </a:lnTo>
                <a:lnTo>
                  <a:pt x="35992" y="5804"/>
                </a:lnTo>
                <a:lnTo>
                  <a:pt x="42268" y="5287"/>
                </a:lnTo>
                <a:lnTo>
                  <a:pt x="64262" y="5287"/>
                </a:lnTo>
                <a:lnTo>
                  <a:pt x="59844" y="3084"/>
                </a:lnTo>
                <a:lnTo>
                  <a:pt x="51350" y="749"/>
                </a:lnTo>
                <a:lnTo>
                  <a:pt x="42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765194" y="425391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43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371" y="104402"/>
                </a:lnTo>
                <a:lnTo>
                  <a:pt x="27110" y="104317"/>
                </a:lnTo>
                <a:lnTo>
                  <a:pt x="57243" y="104317"/>
                </a:lnTo>
                <a:lnTo>
                  <a:pt x="57243" y="97618"/>
                </a:lnTo>
                <a:close/>
              </a:path>
              <a:path w="80010" h="105410">
                <a:moveTo>
                  <a:pt x="57243" y="104317"/>
                </a:moveTo>
                <a:lnTo>
                  <a:pt x="27110" y="104317"/>
                </a:lnTo>
                <a:lnTo>
                  <a:pt x="42177" y="104405"/>
                </a:lnTo>
                <a:lnTo>
                  <a:pt x="49859" y="104614"/>
                </a:lnTo>
                <a:lnTo>
                  <a:pt x="57243" y="105021"/>
                </a:lnTo>
                <a:lnTo>
                  <a:pt x="57243" y="104317"/>
                </a:lnTo>
                <a:close/>
              </a:path>
              <a:path w="80010" h="105410">
                <a:moveTo>
                  <a:pt x="33110" y="0"/>
                </a:moveTo>
                <a:lnTo>
                  <a:pt x="70" y="2637"/>
                </a:lnTo>
                <a:lnTo>
                  <a:pt x="0" y="10041"/>
                </a:lnTo>
                <a:lnTo>
                  <a:pt x="16736" y="10041"/>
                </a:lnTo>
                <a:lnTo>
                  <a:pt x="18495" y="11629"/>
                </a:lnTo>
                <a:lnTo>
                  <a:pt x="18495" y="97618"/>
                </a:lnTo>
                <a:lnTo>
                  <a:pt x="34690" y="97618"/>
                </a:lnTo>
                <a:lnTo>
                  <a:pt x="34329" y="95150"/>
                </a:lnTo>
                <a:lnTo>
                  <a:pt x="34329" y="49865"/>
                </a:lnTo>
                <a:lnTo>
                  <a:pt x="36156" y="33013"/>
                </a:lnTo>
                <a:lnTo>
                  <a:pt x="38781" y="26078"/>
                </a:lnTo>
                <a:lnTo>
                  <a:pt x="33110" y="26078"/>
                </a:lnTo>
                <a:lnTo>
                  <a:pt x="33110" y="0"/>
                </a:lnTo>
                <a:close/>
              </a:path>
              <a:path w="80010" h="105410">
                <a:moveTo>
                  <a:pt x="72583" y="0"/>
                </a:moveTo>
                <a:lnTo>
                  <a:pt x="62387" y="0"/>
                </a:lnTo>
                <a:lnTo>
                  <a:pt x="50910" y="2642"/>
                </a:lnTo>
                <a:lnTo>
                  <a:pt x="42454" y="9205"/>
                </a:lnTo>
                <a:lnTo>
                  <a:pt x="36638" y="17690"/>
                </a:lnTo>
                <a:lnTo>
                  <a:pt x="33110" y="26078"/>
                </a:lnTo>
                <a:lnTo>
                  <a:pt x="38781" y="26078"/>
                </a:lnTo>
                <a:lnTo>
                  <a:pt x="41540" y="18787"/>
                </a:lnTo>
                <a:lnTo>
                  <a:pt x="50333" y="8956"/>
                </a:lnTo>
                <a:lnTo>
                  <a:pt x="62387" y="5287"/>
                </a:lnTo>
                <a:lnTo>
                  <a:pt x="78275" y="5287"/>
                </a:lnTo>
                <a:lnTo>
                  <a:pt x="72583" y="0"/>
                </a:lnTo>
                <a:close/>
              </a:path>
              <a:path w="80010" h="105410">
                <a:moveTo>
                  <a:pt x="78275" y="5287"/>
                </a:moveTo>
                <a:lnTo>
                  <a:pt x="64462" y="5287"/>
                </a:lnTo>
                <a:lnTo>
                  <a:pt x="65003" y="5462"/>
                </a:lnTo>
                <a:lnTo>
                  <a:pt x="64146" y="5638"/>
                </a:lnTo>
                <a:lnTo>
                  <a:pt x="59364" y="8633"/>
                </a:lnTo>
                <a:lnTo>
                  <a:pt x="59364" y="21318"/>
                </a:lnTo>
                <a:lnTo>
                  <a:pt x="64462" y="25022"/>
                </a:lnTo>
                <a:lnTo>
                  <a:pt x="73981" y="25022"/>
                </a:lnTo>
                <a:lnTo>
                  <a:pt x="79980" y="22203"/>
                </a:lnTo>
                <a:lnTo>
                  <a:pt x="79980" y="6870"/>
                </a:lnTo>
                <a:lnTo>
                  <a:pt x="78275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858572" y="425391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89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365" y="104402"/>
                </a:lnTo>
                <a:lnTo>
                  <a:pt x="27156" y="104317"/>
                </a:lnTo>
                <a:lnTo>
                  <a:pt x="57289" y="104317"/>
                </a:lnTo>
                <a:lnTo>
                  <a:pt x="57289" y="97618"/>
                </a:lnTo>
                <a:close/>
              </a:path>
              <a:path w="80010" h="105410">
                <a:moveTo>
                  <a:pt x="57289" y="104317"/>
                </a:moveTo>
                <a:lnTo>
                  <a:pt x="27156" y="104317"/>
                </a:lnTo>
                <a:lnTo>
                  <a:pt x="42223" y="104405"/>
                </a:lnTo>
                <a:lnTo>
                  <a:pt x="49904" y="104614"/>
                </a:lnTo>
                <a:lnTo>
                  <a:pt x="57289" y="105021"/>
                </a:lnTo>
                <a:lnTo>
                  <a:pt x="57289" y="104317"/>
                </a:lnTo>
                <a:close/>
              </a:path>
              <a:path w="80010" h="105410">
                <a:moveTo>
                  <a:pt x="32975" y="0"/>
                </a:moveTo>
                <a:lnTo>
                  <a:pt x="70" y="2637"/>
                </a:lnTo>
                <a:lnTo>
                  <a:pt x="0" y="10041"/>
                </a:lnTo>
                <a:lnTo>
                  <a:pt x="16555" y="10041"/>
                </a:lnTo>
                <a:lnTo>
                  <a:pt x="18495" y="11629"/>
                </a:lnTo>
                <a:lnTo>
                  <a:pt x="18495" y="97618"/>
                </a:lnTo>
                <a:lnTo>
                  <a:pt x="34734" y="97618"/>
                </a:lnTo>
                <a:lnTo>
                  <a:pt x="34193" y="95150"/>
                </a:lnTo>
                <a:lnTo>
                  <a:pt x="34193" y="49865"/>
                </a:lnTo>
                <a:lnTo>
                  <a:pt x="36045" y="33013"/>
                </a:lnTo>
                <a:lnTo>
                  <a:pt x="38688" y="26078"/>
                </a:lnTo>
                <a:lnTo>
                  <a:pt x="32975" y="26078"/>
                </a:lnTo>
                <a:lnTo>
                  <a:pt x="32975" y="0"/>
                </a:lnTo>
                <a:close/>
              </a:path>
              <a:path w="80010" h="105410">
                <a:moveTo>
                  <a:pt x="72447" y="0"/>
                </a:moveTo>
                <a:lnTo>
                  <a:pt x="62207" y="0"/>
                </a:lnTo>
                <a:lnTo>
                  <a:pt x="50813" y="2642"/>
                </a:lnTo>
                <a:lnTo>
                  <a:pt x="42364" y="9205"/>
                </a:lnTo>
                <a:lnTo>
                  <a:pt x="36521" y="17690"/>
                </a:lnTo>
                <a:lnTo>
                  <a:pt x="32975" y="26078"/>
                </a:lnTo>
                <a:lnTo>
                  <a:pt x="38688" y="26078"/>
                </a:lnTo>
                <a:lnTo>
                  <a:pt x="41467" y="18787"/>
                </a:lnTo>
                <a:lnTo>
                  <a:pt x="50255" y="8956"/>
                </a:lnTo>
                <a:lnTo>
                  <a:pt x="62207" y="5287"/>
                </a:lnTo>
                <a:lnTo>
                  <a:pt x="78140" y="5287"/>
                </a:lnTo>
                <a:lnTo>
                  <a:pt x="72447" y="0"/>
                </a:lnTo>
                <a:close/>
              </a:path>
              <a:path w="80010" h="105410">
                <a:moveTo>
                  <a:pt x="78140" y="5287"/>
                </a:moveTo>
                <a:lnTo>
                  <a:pt x="64326" y="5287"/>
                </a:lnTo>
                <a:lnTo>
                  <a:pt x="64869" y="5462"/>
                </a:lnTo>
                <a:lnTo>
                  <a:pt x="64147" y="5638"/>
                </a:lnTo>
                <a:lnTo>
                  <a:pt x="59364" y="8633"/>
                </a:lnTo>
                <a:lnTo>
                  <a:pt x="59364" y="21318"/>
                </a:lnTo>
                <a:lnTo>
                  <a:pt x="64326" y="25022"/>
                </a:lnTo>
                <a:lnTo>
                  <a:pt x="73845" y="25022"/>
                </a:lnTo>
                <a:lnTo>
                  <a:pt x="79846" y="22203"/>
                </a:lnTo>
                <a:lnTo>
                  <a:pt x="79846" y="6870"/>
                </a:lnTo>
                <a:lnTo>
                  <a:pt x="78140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952312" y="4199997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9" y="151538"/>
                </a:moveTo>
                <a:lnTo>
                  <a:pt x="0" y="151538"/>
                </a:lnTo>
                <a:lnTo>
                  <a:pt x="0" y="158941"/>
                </a:lnTo>
                <a:lnTo>
                  <a:pt x="20762" y="158323"/>
                </a:lnTo>
                <a:lnTo>
                  <a:pt x="26254" y="158238"/>
                </a:lnTo>
                <a:lnTo>
                  <a:pt x="50929" y="158238"/>
                </a:lnTo>
                <a:lnTo>
                  <a:pt x="50929" y="151538"/>
                </a:lnTo>
                <a:close/>
              </a:path>
              <a:path w="51435" h="159385">
                <a:moveTo>
                  <a:pt x="50929" y="158238"/>
                </a:moveTo>
                <a:lnTo>
                  <a:pt x="34554" y="158238"/>
                </a:lnTo>
                <a:lnTo>
                  <a:pt x="42809" y="158765"/>
                </a:lnTo>
                <a:lnTo>
                  <a:pt x="50929" y="158941"/>
                </a:lnTo>
                <a:lnTo>
                  <a:pt x="50929" y="158238"/>
                </a:lnTo>
                <a:close/>
              </a:path>
              <a:path w="51435" h="159385">
                <a:moveTo>
                  <a:pt x="34373" y="53920"/>
                </a:moveTo>
                <a:lnTo>
                  <a:pt x="1082" y="56563"/>
                </a:lnTo>
                <a:lnTo>
                  <a:pt x="1082" y="63962"/>
                </a:lnTo>
                <a:lnTo>
                  <a:pt x="16374" y="63962"/>
                </a:lnTo>
                <a:lnTo>
                  <a:pt x="18675" y="65373"/>
                </a:lnTo>
                <a:lnTo>
                  <a:pt x="18675" y="151538"/>
                </a:lnTo>
                <a:lnTo>
                  <a:pt x="35231" y="151538"/>
                </a:lnTo>
                <a:lnTo>
                  <a:pt x="34373" y="150483"/>
                </a:lnTo>
                <a:lnTo>
                  <a:pt x="34373" y="53920"/>
                </a:lnTo>
                <a:close/>
              </a:path>
              <a:path w="51435" h="159385">
                <a:moveTo>
                  <a:pt x="29276" y="0"/>
                </a:moveTo>
                <a:lnTo>
                  <a:pt x="15336" y="0"/>
                </a:lnTo>
                <a:lnTo>
                  <a:pt x="10059" y="6342"/>
                </a:lnTo>
                <a:lnTo>
                  <a:pt x="10059" y="19027"/>
                </a:lnTo>
                <a:lnTo>
                  <a:pt x="15336" y="25198"/>
                </a:lnTo>
                <a:lnTo>
                  <a:pt x="29276" y="25198"/>
                </a:lnTo>
                <a:lnTo>
                  <a:pt x="35231" y="20262"/>
                </a:lnTo>
                <a:lnTo>
                  <a:pt x="35231" y="4930"/>
                </a:lnTo>
                <a:lnTo>
                  <a:pt x="29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017361" y="4252505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485" y="0"/>
                </a:moveTo>
                <a:lnTo>
                  <a:pt x="30087" y="4289"/>
                </a:lnTo>
                <a:lnTo>
                  <a:pt x="14372" y="15947"/>
                </a:lnTo>
                <a:lnTo>
                  <a:pt x="3843" y="33155"/>
                </a:lnTo>
                <a:lnTo>
                  <a:pt x="0" y="54095"/>
                </a:lnTo>
                <a:lnTo>
                  <a:pt x="4331" y="76143"/>
                </a:lnTo>
                <a:lnTo>
                  <a:pt x="15912" y="93548"/>
                </a:lnTo>
                <a:lnTo>
                  <a:pt x="32618" y="104971"/>
                </a:lnTo>
                <a:lnTo>
                  <a:pt x="52327" y="109076"/>
                </a:lnTo>
                <a:lnTo>
                  <a:pt x="70703" y="104877"/>
                </a:lnTo>
                <a:lnTo>
                  <a:pt x="73002" y="103085"/>
                </a:lnTo>
                <a:lnTo>
                  <a:pt x="53726" y="103085"/>
                </a:lnTo>
                <a:lnTo>
                  <a:pt x="45320" y="101846"/>
                </a:lnTo>
                <a:lnTo>
                  <a:pt x="20615" y="68306"/>
                </a:lnTo>
                <a:lnTo>
                  <a:pt x="19712" y="51633"/>
                </a:lnTo>
                <a:lnTo>
                  <a:pt x="91979" y="51633"/>
                </a:lnTo>
                <a:lnTo>
                  <a:pt x="91979" y="46522"/>
                </a:lnTo>
                <a:lnTo>
                  <a:pt x="19893" y="46522"/>
                </a:lnTo>
                <a:lnTo>
                  <a:pt x="24047" y="25136"/>
                </a:lnTo>
                <a:lnTo>
                  <a:pt x="32253" y="12621"/>
                </a:lnTo>
                <a:lnTo>
                  <a:pt x="41677" y="6748"/>
                </a:lnTo>
                <a:lnTo>
                  <a:pt x="49485" y="5287"/>
                </a:lnTo>
                <a:lnTo>
                  <a:pt x="70283" y="5287"/>
                </a:lnTo>
                <a:lnTo>
                  <a:pt x="68628" y="3973"/>
                </a:lnTo>
                <a:lnTo>
                  <a:pt x="49485" y="0"/>
                </a:lnTo>
                <a:close/>
              </a:path>
              <a:path w="92075" h="109220">
                <a:moveTo>
                  <a:pt x="90040" y="75420"/>
                </a:moveTo>
                <a:lnTo>
                  <a:pt x="86657" y="75420"/>
                </a:lnTo>
                <a:lnTo>
                  <a:pt x="86340" y="76827"/>
                </a:lnTo>
                <a:lnTo>
                  <a:pt x="85799" y="78591"/>
                </a:lnTo>
                <a:lnTo>
                  <a:pt x="77609" y="92752"/>
                </a:lnTo>
                <a:lnTo>
                  <a:pt x="67512" y="100024"/>
                </a:lnTo>
                <a:lnTo>
                  <a:pt x="58540" y="102703"/>
                </a:lnTo>
                <a:lnTo>
                  <a:pt x="53726" y="103085"/>
                </a:lnTo>
                <a:lnTo>
                  <a:pt x="73002" y="103085"/>
                </a:lnTo>
                <a:lnTo>
                  <a:pt x="82980" y="95310"/>
                </a:lnTo>
                <a:lnTo>
                  <a:pt x="89844" y="84917"/>
                </a:lnTo>
                <a:lnTo>
                  <a:pt x="91867" y="78591"/>
                </a:lnTo>
                <a:lnTo>
                  <a:pt x="91979" y="75772"/>
                </a:lnTo>
                <a:lnTo>
                  <a:pt x="90040" y="75420"/>
                </a:lnTo>
                <a:close/>
              </a:path>
              <a:path w="92075" h="109220">
                <a:moveTo>
                  <a:pt x="70283" y="5287"/>
                </a:moveTo>
                <a:lnTo>
                  <a:pt x="49485" y="5287"/>
                </a:lnTo>
                <a:lnTo>
                  <a:pt x="64005" y="10440"/>
                </a:lnTo>
                <a:lnTo>
                  <a:pt x="72068" y="22467"/>
                </a:lnTo>
                <a:lnTo>
                  <a:pt x="75538" y="36212"/>
                </a:lnTo>
                <a:lnTo>
                  <a:pt x="76281" y="46522"/>
                </a:lnTo>
                <a:lnTo>
                  <a:pt x="91979" y="46522"/>
                </a:lnTo>
                <a:lnTo>
                  <a:pt x="89507" y="29365"/>
                </a:lnTo>
                <a:lnTo>
                  <a:pt x="81846" y="14471"/>
                </a:lnTo>
                <a:lnTo>
                  <a:pt x="70283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122558" y="425391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45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372" y="104402"/>
                </a:lnTo>
                <a:lnTo>
                  <a:pt x="27111" y="104317"/>
                </a:lnTo>
                <a:lnTo>
                  <a:pt x="57245" y="104317"/>
                </a:lnTo>
                <a:lnTo>
                  <a:pt x="57245" y="97618"/>
                </a:lnTo>
                <a:close/>
              </a:path>
              <a:path w="80010" h="105410">
                <a:moveTo>
                  <a:pt x="57245" y="104317"/>
                </a:moveTo>
                <a:lnTo>
                  <a:pt x="27111" y="104317"/>
                </a:lnTo>
                <a:lnTo>
                  <a:pt x="42178" y="104405"/>
                </a:lnTo>
                <a:lnTo>
                  <a:pt x="49859" y="104614"/>
                </a:lnTo>
                <a:lnTo>
                  <a:pt x="57245" y="105021"/>
                </a:lnTo>
                <a:lnTo>
                  <a:pt x="57245" y="104317"/>
                </a:lnTo>
                <a:close/>
              </a:path>
              <a:path w="80010" h="105410">
                <a:moveTo>
                  <a:pt x="33111" y="0"/>
                </a:moveTo>
                <a:lnTo>
                  <a:pt x="70" y="2637"/>
                </a:lnTo>
                <a:lnTo>
                  <a:pt x="0" y="10041"/>
                </a:lnTo>
                <a:lnTo>
                  <a:pt x="16736" y="10041"/>
                </a:lnTo>
                <a:lnTo>
                  <a:pt x="18496" y="11629"/>
                </a:lnTo>
                <a:lnTo>
                  <a:pt x="18496" y="97618"/>
                </a:lnTo>
                <a:lnTo>
                  <a:pt x="34690" y="97618"/>
                </a:lnTo>
                <a:lnTo>
                  <a:pt x="34329" y="95150"/>
                </a:lnTo>
                <a:lnTo>
                  <a:pt x="34329" y="49865"/>
                </a:lnTo>
                <a:lnTo>
                  <a:pt x="36156" y="33013"/>
                </a:lnTo>
                <a:lnTo>
                  <a:pt x="38778" y="26078"/>
                </a:lnTo>
                <a:lnTo>
                  <a:pt x="33111" y="26078"/>
                </a:lnTo>
                <a:lnTo>
                  <a:pt x="33111" y="0"/>
                </a:lnTo>
                <a:close/>
              </a:path>
              <a:path w="80010" h="105410">
                <a:moveTo>
                  <a:pt x="72583" y="0"/>
                </a:moveTo>
                <a:lnTo>
                  <a:pt x="62343" y="0"/>
                </a:lnTo>
                <a:lnTo>
                  <a:pt x="50891" y="2642"/>
                </a:lnTo>
                <a:lnTo>
                  <a:pt x="42449" y="9205"/>
                </a:lnTo>
                <a:lnTo>
                  <a:pt x="36638" y="17690"/>
                </a:lnTo>
                <a:lnTo>
                  <a:pt x="33111" y="26078"/>
                </a:lnTo>
                <a:lnTo>
                  <a:pt x="38778" y="26078"/>
                </a:lnTo>
                <a:lnTo>
                  <a:pt x="41535" y="18787"/>
                </a:lnTo>
                <a:lnTo>
                  <a:pt x="50315" y="8956"/>
                </a:lnTo>
                <a:lnTo>
                  <a:pt x="62343" y="5287"/>
                </a:lnTo>
                <a:lnTo>
                  <a:pt x="78137" y="5287"/>
                </a:lnTo>
                <a:lnTo>
                  <a:pt x="72583" y="0"/>
                </a:lnTo>
                <a:close/>
              </a:path>
              <a:path w="80010" h="105410">
                <a:moveTo>
                  <a:pt x="78137" y="5287"/>
                </a:moveTo>
                <a:lnTo>
                  <a:pt x="64462" y="5287"/>
                </a:lnTo>
                <a:lnTo>
                  <a:pt x="65004" y="5462"/>
                </a:lnTo>
                <a:lnTo>
                  <a:pt x="64147" y="5638"/>
                </a:lnTo>
                <a:lnTo>
                  <a:pt x="59366" y="8633"/>
                </a:lnTo>
                <a:lnTo>
                  <a:pt x="59366" y="21318"/>
                </a:lnTo>
                <a:lnTo>
                  <a:pt x="64462" y="25022"/>
                </a:lnTo>
                <a:lnTo>
                  <a:pt x="73981" y="25022"/>
                </a:lnTo>
                <a:lnTo>
                  <a:pt x="79801" y="22203"/>
                </a:lnTo>
                <a:lnTo>
                  <a:pt x="79801" y="6870"/>
                </a:lnTo>
                <a:lnTo>
                  <a:pt x="78137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690317" y="4195941"/>
            <a:ext cx="170180" cy="163195"/>
          </a:xfrm>
          <a:custGeom>
            <a:avLst/>
            <a:gdLst/>
            <a:ahLst/>
            <a:cxnLst/>
            <a:rect l="l" t="t" r="r" b="b"/>
            <a:pathLst>
              <a:path w="170179" h="163195">
                <a:moveTo>
                  <a:pt x="141277" y="82466"/>
                </a:moveTo>
                <a:lnTo>
                  <a:pt x="102897" y="82466"/>
                </a:lnTo>
                <a:lnTo>
                  <a:pt x="107524" y="82625"/>
                </a:lnTo>
                <a:lnTo>
                  <a:pt x="113695" y="83744"/>
                </a:lnTo>
                <a:lnTo>
                  <a:pt x="134777" y="118767"/>
                </a:lnTo>
                <a:lnTo>
                  <a:pt x="134258" y="124984"/>
                </a:lnTo>
                <a:lnTo>
                  <a:pt x="130518" y="136300"/>
                </a:lnTo>
                <a:lnTo>
                  <a:pt x="120366" y="147088"/>
                </a:lnTo>
                <a:lnTo>
                  <a:pt x="100596" y="151895"/>
                </a:lnTo>
                <a:lnTo>
                  <a:pt x="0" y="151895"/>
                </a:lnTo>
                <a:lnTo>
                  <a:pt x="0" y="162998"/>
                </a:lnTo>
                <a:lnTo>
                  <a:pt x="110294" y="162998"/>
                </a:lnTo>
                <a:lnTo>
                  <a:pt x="136223" y="159383"/>
                </a:lnTo>
                <a:lnTo>
                  <a:pt x="154780" y="149672"/>
                </a:lnTo>
                <a:lnTo>
                  <a:pt x="165936" y="135567"/>
                </a:lnTo>
                <a:lnTo>
                  <a:pt x="169661" y="118767"/>
                </a:lnTo>
                <a:lnTo>
                  <a:pt x="166028" y="103112"/>
                </a:lnTo>
                <a:lnTo>
                  <a:pt x="155920" y="90663"/>
                </a:lnTo>
                <a:lnTo>
                  <a:pt x="141277" y="82466"/>
                </a:lnTo>
                <a:close/>
              </a:path>
              <a:path w="170179" h="163195">
                <a:moveTo>
                  <a:pt x="56884" y="11102"/>
                </a:moveTo>
                <a:lnTo>
                  <a:pt x="25713" y="11102"/>
                </a:lnTo>
                <a:lnTo>
                  <a:pt x="25713" y="151895"/>
                </a:lnTo>
                <a:lnTo>
                  <a:pt x="56884" y="151895"/>
                </a:lnTo>
                <a:lnTo>
                  <a:pt x="56884" y="82466"/>
                </a:lnTo>
                <a:lnTo>
                  <a:pt x="141277" y="82466"/>
                </a:lnTo>
                <a:lnTo>
                  <a:pt x="140526" y="82045"/>
                </a:lnTo>
                <a:lnTo>
                  <a:pt x="121034" y="77887"/>
                </a:lnTo>
                <a:lnTo>
                  <a:pt x="134856" y="73832"/>
                </a:lnTo>
                <a:lnTo>
                  <a:pt x="56884" y="73832"/>
                </a:lnTo>
                <a:lnTo>
                  <a:pt x="56884" y="11102"/>
                </a:lnTo>
                <a:close/>
              </a:path>
              <a:path w="170179" h="163195">
                <a:moveTo>
                  <a:pt x="103258" y="0"/>
                </a:moveTo>
                <a:lnTo>
                  <a:pt x="0" y="0"/>
                </a:lnTo>
                <a:lnTo>
                  <a:pt x="0" y="11102"/>
                </a:lnTo>
                <a:lnTo>
                  <a:pt x="100055" y="11102"/>
                </a:lnTo>
                <a:lnTo>
                  <a:pt x="114612" y="14219"/>
                </a:lnTo>
                <a:lnTo>
                  <a:pt x="123240" y="21895"/>
                </a:lnTo>
                <a:lnTo>
                  <a:pt x="127368" y="31621"/>
                </a:lnTo>
                <a:lnTo>
                  <a:pt x="128427" y="40883"/>
                </a:lnTo>
                <a:lnTo>
                  <a:pt x="126268" y="53776"/>
                </a:lnTo>
                <a:lnTo>
                  <a:pt x="119818" y="64230"/>
                </a:lnTo>
                <a:lnTo>
                  <a:pt x="109037" y="71261"/>
                </a:lnTo>
                <a:lnTo>
                  <a:pt x="93921" y="73832"/>
                </a:lnTo>
                <a:lnTo>
                  <a:pt x="134856" y="73832"/>
                </a:lnTo>
                <a:lnTo>
                  <a:pt x="138295" y="72823"/>
                </a:lnTo>
                <a:lnTo>
                  <a:pt x="151201" y="64605"/>
                </a:lnTo>
                <a:lnTo>
                  <a:pt x="159289" y="53762"/>
                </a:lnTo>
                <a:lnTo>
                  <a:pt x="162085" y="40883"/>
                </a:lnTo>
                <a:lnTo>
                  <a:pt x="158266" y="25277"/>
                </a:lnTo>
                <a:lnTo>
                  <a:pt x="147001" y="12247"/>
                </a:lnTo>
                <a:lnTo>
                  <a:pt x="128570" y="3315"/>
                </a:lnTo>
                <a:lnTo>
                  <a:pt x="10325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886232" y="4193825"/>
            <a:ext cx="57150" cy="165735"/>
          </a:xfrm>
          <a:custGeom>
            <a:avLst/>
            <a:gdLst/>
            <a:ahLst/>
            <a:cxnLst/>
            <a:rect l="l" t="t" r="r" b="b"/>
            <a:pathLst>
              <a:path w="57150" h="165735">
                <a:moveTo>
                  <a:pt x="56747" y="154011"/>
                </a:moveTo>
                <a:lnTo>
                  <a:pt x="0" y="154011"/>
                </a:lnTo>
                <a:lnTo>
                  <a:pt x="0" y="165113"/>
                </a:lnTo>
                <a:lnTo>
                  <a:pt x="21173" y="164495"/>
                </a:lnTo>
                <a:lnTo>
                  <a:pt x="28920" y="164410"/>
                </a:lnTo>
                <a:lnTo>
                  <a:pt x="56747" y="164410"/>
                </a:lnTo>
                <a:lnTo>
                  <a:pt x="56747" y="154011"/>
                </a:lnTo>
                <a:close/>
              </a:path>
              <a:path w="57150" h="165735">
                <a:moveTo>
                  <a:pt x="56747" y="164410"/>
                </a:moveTo>
                <a:lnTo>
                  <a:pt x="28920" y="164410"/>
                </a:lnTo>
                <a:lnTo>
                  <a:pt x="35100" y="164495"/>
                </a:lnTo>
                <a:lnTo>
                  <a:pt x="56747" y="165113"/>
                </a:lnTo>
                <a:lnTo>
                  <a:pt x="56747" y="164410"/>
                </a:lnTo>
                <a:close/>
              </a:path>
              <a:path w="57150" h="165735">
                <a:moveTo>
                  <a:pt x="41956" y="58153"/>
                </a:moveTo>
                <a:lnTo>
                  <a:pt x="721" y="60092"/>
                </a:lnTo>
                <a:lnTo>
                  <a:pt x="721" y="71193"/>
                </a:lnTo>
                <a:lnTo>
                  <a:pt x="16418" y="71193"/>
                </a:lnTo>
                <a:lnTo>
                  <a:pt x="16418" y="154011"/>
                </a:lnTo>
                <a:lnTo>
                  <a:pt x="41956" y="154011"/>
                </a:lnTo>
                <a:lnTo>
                  <a:pt x="41956" y="58153"/>
                </a:lnTo>
                <a:close/>
              </a:path>
              <a:path w="57150" h="165735">
                <a:moveTo>
                  <a:pt x="25756" y="0"/>
                </a:moveTo>
                <a:lnTo>
                  <a:pt x="18616" y="1453"/>
                </a:lnTo>
                <a:lnTo>
                  <a:pt x="12716" y="5419"/>
                </a:lnTo>
                <a:lnTo>
                  <a:pt x="8701" y="11301"/>
                </a:lnTo>
                <a:lnTo>
                  <a:pt x="7219" y="18505"/>
                </a:lnTo>
                <a:lnTo>
                  <a:pt x="8701" y="25708"/>
                </a:lnTo>
                <a:lnTo>
                  <a:pt x="12716" y="31590"/>
                </a:lnTo>
                <a:lnTo>
                  <a:pt x="18616" y="35555"/>
                </a:lnTo>
                <a:lnTo>
                  <a:pt x="25756" y="37009"/>
                </a:lnTo>
                <a:lnTo>
                  <a:pt x="32902" y="35579"/>
                </a:lnTo>
                <a:lnTo>
                  <a:pt x="38854" y="31656"/>
                </a:lnTo>
                <a:lnTo>
                  <a:pt x="42928" y="25782"/>
                </a:lnTo>
                <a:lnTo>
                  <a:pt x="44438" y="18505"/>
                </a:lnTo>
                <a:lnTo>
                  <a:pt x="42928" y="11226"/>
                </a:lnTo>
                <a:lnTo>
                  <a:pt x="38854" y="5353"/>
                </a:lnTo>
                <a:lnTo>
                  <a:pt x="32902" y="1429"/>
                </a:lnTo>
                <a:lnTo>
                  <a:pt x="2575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960079" y="4251274"/>
            <a:ext cx="104775" cy="109220"/>
          </a:xfrm>
          <a:custGeom>
            <a:avLst/>
            <a:gdLst/>
            <a:ahLst/>
            <a:cxnLst/>
            <a:rect l="l" t="t" r="r" b="b"/>
            <a:pathLst>
              <a:path w="104775" h="109220">
                <a:moveTo>
                  <a:pt x="60088" y="0"/>
                </a:moveTo>
                <a:lnTo>
                  <a:pt x="32789" y="4699"/>
                </a:lnTo>
                <a:lnTo>
                  <a:pt x="14124" y="17113"/>
                </a:lnTo>
                <a:lnTo>
                  <a:pt x="3418" y="34714"/>
                </a:lnTo>
                <a:lnTo>
                  <a:pt x="0" y="54977"/>
                </a:lnTo>
                <a:lnTo>
                  <a:pt x="4068" y="76735"/>
                </a:lnTo>
                <a:lnTo>
                  <a:pt x="15771" y="93852"/>
                </a:lnTo>
                <a:lnTo>
                  <a:pt x="34350" y="105055"/>
                </a:lnTo>
                <a:lnTo>
                  <a:pt x="59048" y="109072"/>
                </a:lnTo>
                <a:lnTo>
                  <a:pt x="82370" y="104750"/>
                </a:lnTo>
                <a:lnTo>
                  <a:pt x="89844" y="99559"/>
                </a:lnTo>
                <a:lnTo>
                  <a:pt x="63423" y="99559"/>
                </a:lnTo>
                <a:lnTo>
                  <a:pt x="44386" y="93937"/>
                </a:lnTo>
                <a:lnTo>
                  <a:pt x="34610" y="80749"/>
                </a:lnTo>
                <a:lnTo>
                  <a:pt x="31008" y="65512"/>
                </a:lnTo>
                <a:lnTo>
                  <a:pt x="30493" y="53745"/>
                </a:lnTo>
                <a:lnTo>
                  <a:pt x="30973" y="41258"/>
                </a:lnTo>
                <a:lnTo>
                  <a:pt x="34328" y="26673"/>
                </a:lnTo>
                <a:lnTo>
                  <a:pt x="43434" y="14567"/>
                </a:lnTo>
                <a:lnTo>
                  <a:pt x="61167" y="9514"/>
                </a:lnTo>
                <a:lnTo>
                  <a:pt x="96488" y="9514"/>
                </a:lnTo>
                <a:lnTo>
                  <a:pt x="86018" y="3259"/>
                </a:lnTo>
                <a:lnTo>
                  <a:pt x="72438" y="539"/>
                </a:lnTo>
                <a:lnTo>
                  <a:pt x="60088" y="0"/>
                </a:lnTo>
                <a:close/>
              </a:path>
              <a:path w="104775" h="109220">
                <a:moveTo>
                  <a:pt x="104658" y="76652"/>
                </a:moveTo>
                <a:lnTo>
                  <a:pt x="94639" y="76652"/>
                </a:lnTo>
                <a:lnTo>
                  <a:pt x="94460" y="77003"/>
                </a:lnTo>
                <a:lnTo>
                  <a:pt x="93196" y="80175"/>
                </a:lnTo>
                <a:lnTo>
                  <a:pt x="87669" y="89523"/>
                </a:lnTo>
                <a:lnTo>
                  <a:pt x="80578" y="95484"/>
                </a:lnTo>
                <a:lnTo>
                  <a:pt x="72352" y="98637"/>
                </a:lnTo>
                <a:lnTo>
                  <a:pt x="63423" y="99559"/>
                </a:lnTo>
                <a:lnTo>
                  <a:pt x="89844" y="99559"/>
                </a:lnTo>
                <a:lnTo>
                  <a:pt x="96249" y="95109"/>
                </a:lnTo>
                <a:lnTo>
                  <a:pt x="102930" y="85137"/>
                </a:lnTo>
                <a:lnTo>
                  <a:pt x="104543" y="80175"/>
                </a:lnTo>
                <a:lnTo>
                  <a:pt x="104658" y="76652"/>
                </a:lnTo>
                <a:close/>
              </a:path>
              <a:path w="104775" h="109220">
                <a:moveTo>
                  <a:pt x="96488" y="9514"/>
                </a:moveTo>
                <a:lnTo>
                  <a:pt x="69425" y="9514"/>
                </a:lnTo>
                <a:lnTo>
                  <a:pt x="73482" y="10218"/>
                </a:lnTo>
                <a:lnTo>
                  <a:pt x="76639" y="10925"/>
                </a:lnTo>
                <a:lnTo>
                  <a:pt x="72264" y="14801"/>
                </a:lnTo>
                <a:lnTo>
                  <a:pt x="71907" y="19735"/>
                </a:lnTo>
                <a:lnTo>
                  <a:pt x="71907" y="32420"/>
                </a:lnTo>
                <a:lnTo>
                  <a:pt x="80159" y="36828"/>
                </a:lnTo>
                <a:lnTo>
                  <a:pt x="93917" y="36828"/>
                </a:lnTo>
                <a:lnTo>
                  <a:pt x="101495" y="31893"/>
                </a:lnTo>
                <a:lnTo>
                  <a:pt x="101495" y="21851"/>
                </a:lnTo>
                <a:lnTo>
                  <a:pt x="96985" y="9812"/>
                </a:lnTo>
                <a:lnTo>
                  <a:pt x="96488" y="951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073758" y="4194002"/>
            <a:ext cx="130810" cy="165100"/>
          </a:xfrm>
          <a:custGeom>
            <a:avLst/>
            <a:gdLst/>
            <a:ahLst/>
            <a:cxnLst/>
            <a:rect l="l" t="t" r="r" b="b"/>
            <a:pathLst>
              <a:path w="130809" h="165100">
                <a:moveTo>
                  <a:pt x="57242" y="153835"/>
                </a:moveTo>
                <a:lnTo>
                  <a:pt x="0" y="153835"/>
                </a:lnTo>
                <a:lnTo>
                  <a:pt x="0" y="164937"/>
                </a:lnTo>
                <a:lnTo>
                  <a:pt x="21655" y="164318"/>
                </a:lnTo>
                <a:lnTo>
                  <a:pt x="28508" y="164233"/>
                </a:lnTo>
                <a:lnTo>
                  <a:pt x="57242" y="164233"/>
                </a:lnTo>
                <a:lnTo>
                  <a:pt x="57242" y="153835"/>
                </a:lnTo>
                <a:close/>
              </a:path>
              <a:path w="130809" h="165100">
                <a:moveTo>
                  <a:pt x="57242" y="164233"/>
                </a:moveTo>
                <a:lnTo>
                  <a:pt x="28508" y="164233"/>
                </a:lnTo>
                <a:lnTo>
                  <a:pt x="35516" y="164318"/>
                </a:lnTo>
                <a:lnTo>
                  <a:pt x="57242" y="164937"/>
                </a:lnTo>
                <a:lnTo>
                  <a:pt x="57242" y="164233"/>
                </a:lnTo>
                <a:close/>
              </a:path>
              <a:path w="130809" h="165100">
                <a:moveTo>
                  <a:pt x="130726" y="153835"/>
                </a:moveTo>
                <a:lnTo>
                  <a:pt x="77002" y="153835"/>
                </a:lnTo>
                <a:lnTo>
                  <a:pt x="77002" y="164937"/>
                </a:lnTo>
                <a:lnTo>
                  <a:pt x="84338" y="164679"/>
                </a:lnTo>
                <a:lnTo>
                  <a:pt x="106055" y="164233"/>
                </a:lnTo>
                <a:lnTo>
                  <a:pt x="130726" y="164233"/>
                </a:lnTo>
                <a:lnTo>
                  <a:pt x="130726" y="153835"/>
                </a:lnTo>
                <a:close/>
              </a:path>
              <a:path w="130809" h="165100">
                <a:moveTo>
                  <a:pt x="130726" y="164233"/>
                </a:moveTo>
                <a:lnTo>
                  <a:pt x="114532" y="164233"/>
                </a:lnTo>
                <a:lnTo>
                  <a:pt x="130726" y="164937"/>
                </a:lnTo>
                <a:lnTo>
                  <a:pt x="130726" y="164233"/>
                </a:lnTo>
                <a:close/>
              </a:path>
              <a:path w="130809" h="165100">
                <a:moveTo>
                  <a:pt x="42087" y="0"/>
                </a:moveTo>
                <a:lnTo>
                  <a:pt x="0" y="1939"/>
                </a:lnTo>
                <a:lnTo>
                  <a:pt x="0" y="13041"/>
                </a:lnTo>
                <a:lnTo>
                  <a:pt x="16371" y="13041"/>
                </a:lnTo>
                <a:lnTo>
                  <a:pt x="16371" y="153835"/>
                </a:lnTo>
                <a:lnTo>
                  <a:pt x="40869" y="153835"/>
                </a:lnTo>
                <a:lnTo>
                  <a:pt x="40869" y="123701"/>
                </a:lnTo>
                <a:lnTo>
                  <a:pt x="47726" y="118239"/>
                </a:lnTo>
                <a:lnTo>
                  <a:pt x="49665" y="116655"/>
                </a:lnTo>
                <a:lnTo>
                  <a:pt x="54449" y="113484"/>
                </a:lnTo>
                <a:lnTo>
                  <a:pt x="84108" y="113484"/>
                </a:lnTo>
                <a:lnTo>
                  <a:pt x="80300" y="108725"/>
                </a:lnTo>
                <a:lnTo>
                  <a:pt x="42087" y="108725"/>
                </a:lnTo>
                <a:lnTo>
                  <a:pt x="42087" y="0"/>
                </a:lnTo>
                <a:close/>
              </a:path>
              <a:path w="130809" h="165100">
                <a:moveTo>
                  <a:pt x="84108" y="113484"/>
                </a:moveTo>
                <a:lnTo>
                  <a:pt x="54449" y="113484"/>
                </a:lnTo>
                <a:lnTo>
                  <a:pt x="78399" y="143262"/>
                </a:lnTo>
                <a:lnTo>
                  <a:pt x="80524" y="146257"/>
                </a:lnTo>
                <a:lnTo>
                  <a:pt x="84401" y="151016"/>
                </a:lnTo>
                <a:lnTo>
                  <a:pt x="84401" y="153835"/>
                </a:lnTo>
                <a:lnTo>
                  <a:pt x="116471" y="153835"/>
                </a:lnTo>
                <a:lnTo>
                  <a:pt x="115750" y="152779"/>
                </a:lnTo>
                <a:lnTo>
                  <a:pt x="112593" y="149076"/>
                </a:lnTo>
                <a:lnTo>
                  <a:pt x="84108" y="113484"/>
                </a:lnTo>
                <a:close/>
              </a:path>
              <a:path w="130809" h="165100">
                <a:moveTo>
                  <a:pt x="108893" y="70665"/>
                </a:moveTo>
                <a:lnTo>
                  <a:pt x="84401" y="70665"/>
                </a:lnTo>
                <a:lnTo>
                  <a:pt x="85077" y="71368"/>
                </a:lnTo>
                <a:lnTo>
                  <a:pt x="86837" y="73304"/>
                </a:lnTo>
                <a:lnTo>
                  <a:pt x="42087" y="108725"/>
                </a:lnTo>
                <a:lnTo>
                  <a:pt x="80300" y="108725"/>
                </a:lnTo>
                <a:lnTo>
                  <a:pt x="72403" y="98859"/>
                </a:lnTo>
                <a:lnTo>
                  <a:pt x="103433" y="74891"/>
                </a:lnTo>
                <a:lnTo>
                  <a:pt x="106597" y="72249"/>
                </a:lnTo>
                <a:lnTo>
                  <a:pt x="108893" y="70665"/>
                </a:lnTo>
                <a:close/>
              </a:path>
              <a:path w="130809" h="165100">
                <a:moveTo>
                  <a:pt x="78941" y="59387"/>
                </a:moveTo>
                <a:lnTo>
                  <a:pt x="78941" y="70665"/>
                </a:lnTo>
                <a:lnTo>
                  <a:pt x="124730" y="70665"/>
                </a:lnTo>
                <a:lnTo>
                  <a:pt x="124730" y="60091"/>
                </a:lnTo>
                <a:lnTo>
                  <a:pt x="106232" y="60091"/>
                </a:lnTo>
                <a:lnTo>
                  <a:pt x="99994" y="60030"/>
                </a:lnTo>
                <a:lnTo>
                  <a:pt x="84595" y="59646"/>
                </a:lnTo>
                <a:lnTo>
                  <a:pt x="78941" y="59387"/>
                </a:lnTo>
                <a:close/>
              </a:path>
              <a:path w="130809" h="165100">
                <a:moveTo>
                  <a:pt x="124730" y="59387"/>
                </a:moveTo>
                <a:lnTo>
                  <a:pt x="118231" y="60091"/>
                </a:lnTo>
                <a:lnTo>
                  <a:pt x="124730" y="60091"/>
                </a:lnTo>
                <a:lnTo>
                  <a:pt x="124730" y="59387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208912" y="4251274"/>
            <a:ext cx="109855" cy="109220"/>
          </a:xfrm>
          <a:custGeom>
            <a:avLst/>
            <a:gdLst/>
            <a:ahLst/>
            <a:cxnLst/>
            <a:rect l="l" t="t" r="r" b="b"/>
            <a:pathLst>
              <a:path w="109854" h="109220">
                <a:moveTo>
                  <a:pt x="58638" y="0"/>
                </a:moveTo>
                <a:lnTo>
                  <a:pt x="33434" y="4292"/>
                </a:lnTo>
                <a:lnTo>
                  <a:pt x="15059" y="15968"/>
                </a:lnTo>
                <a:lnTo>
                  <a:pt x="3814" y="33228"/>
                </a:lnTo>
                <a:lnTo>
                  <a:pt x="0" y="54272"/>
                </a:lnTo>
                <a:lnTo>
                  <a:pt x="4311" y="76215"/>
                </a:lnTo>
                <a:lnTo>
                  <a:pt x="16666" y="93566"/>
                </a:lnTo>
                <a:lnTo>
                  <a:pt x="36193" y="104970"/>
                </a:lnTo>
                <a:lnTo>
                  <a:pt x="62020" y="109072"/>
                </a:lnTo>
                <a:lnTo>
                  <a:pt x="85313" y="105072"/>
                </a:lnTo>
                <a:lnTo>
                  <a:pt x="94183" y="99559"/>
                </a:lnTo>
                <a:lnTo>
                  <a:pt x="64145" y="99559"/>
                </a:lnTo>
                <a:lnTo>
                  <a:pt x="44738" y="94440"/>
                </a:lnTo>
                <a:lnTo>
                  <a:pt x="34726" y="82268"/>
                </a:lnTo>
                <a:lnTo>
                  <a:pt x="30998" y="67817"/>
                </a:lnTo>
                <a:lnTo>
                  <a:pt x="30446" y="55860"/>
                </a:lnTo>
                <a:lnTo>
                  <a:pt x="109747" y="55860"/>
                </a:lnTo>
                <a:lnTo>
                  <a:pt x="109667" y="48106"/>
                </a:lnTo>
                <a:lnTo>
                  <a:pt x="30446" y="48106"/>
                </a:lnTo>
                <a:lnTo>
                  <a:pt x="30762" y="41016"/>
                </a:lnTo>
                <a:lnTo>
                  <a:pt x="53091" y="9223"/>
                </a:lnTo>
                <a:lnTo>
                  <a:pt x="58638" y="8634"/>
                </a:lnTo>
                <a:lnTo>
                  <a:pt x="90826" y="8634"/>
                </a:lnTo>
                <a:lnTo>
                  <a:pt x="89059" y="7283"/>
                </a:lnTo>
                <a:lnTo>
                  <a:pt x="80354" y="3258"/>
                </a:lnTo>
                <a:lnTo>
                  <a:pt x="70221" y="820"/>
                </a:lnTo>
                <a:lnTo>
                  <a:pt x="58638" y="0"/>
                </a:lnTo>
                <a:close/>
              </a:path>
              <a:path w="109854" h="109220">
                <a:moveTo>
                  <a:pt x="109747" y="75596"/>
                </a:moveTo>
                <a:lnTo>
                  <a:pt x="100053" y="75596"/>
                </a:lnTo>
                <a:lnTo>
                  <a:pt x="99556" y="76827"/>
                </a:lnTo>
                <a:lnTo>
                  <a:pt x="98113" y="80703"/>
                </a:lnTo>
                <a:lnTo>
                  <a:pt x="92907" y="88406"/>
                </a:lnTo>
                <a:lnTo>
                  <a:pt x="85087" y="94359"/>
                </a:lnTo>
                <a:lnTo>
                  <a:pt x="75288" y="98198"/>
                </a:lnTo>
                <a:lnTo>
                  <a:pt x="64145" y="99559"/>
                </a:lnTo>
                <a:lnTo>
                  <a:pt x="94183" y="99559"/>
                </a:lnTo>
                <a:lnTo>
                  <a:pt x="99959" y="95968"/>
                </a:lnTo>
                <a:lnTo>
                  <a:pt x="107568" y="86104"/>
                </a:lnTo>
                <a:lnTo>
                  <a:pt x="109747" y="79823"/>
                </a:lnTo>
                <a:lnTo>
                  <a:pt x="109747" y="75596"/>
                </a:lnTo>
                <a:close/>
              </a:path>
              <a:path w="109854" h="109220">
                <a:moveTo>
                  <a:pt x="90826" y="8634"/>
                </a:moveTo>
                <a:lnTo>
                  <a:pt x="58638" y="8634"/>
                </a:lnTo>
                <a:lnTo>
                  <a:pt x="74812" y="13612"/>
                </a:lnTo>
                <a:lnTo>
                  <a:pt x="83238" y="25198"/>
                </a:lnTo>
                <a:lnTo>
                  <a:pt x="86502" y="38370"/>
                </a:lnTo>
                <a:lnTo>
                  <a:pt x="87194" y="48106"/>
                </a:lnTo>
                <a:lnTo>
                  <a:pt x="109667" y="48106"/>
                </a:lnTo>
                <a:lnTo>
                  <a:pt x="109341" y="42351"/>
                </a:lnTo>
                <a:lnTo>
                  <a:pt x="107549" y="32908"/>
                </a:lnTo>
                <a:lnTo>
                  <a:pt x="103507" y="22604"/>
                </a:lnTo>
                <a:lnTo>
                  <a:pt x="96353" y="12861"/>
                </a:lnTo>
                <a:lnTo>
                  <a:pt x="90826" y="863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335085" y="4251979"/>
            <a:ext cx="96520" cy="107314"/>
          </a:xfrm>
          <a:custGeom>
            <a:avLst/>
            <a:gdLst/>
            <a:ahLst/>
            <a:cxnLst/>
            <a:rect l="l" t="t" r="r" b="b"/>
            <a:pathLst>
              <a:path w="96520" h="107314">
                <a:moveTo>
                  <a:pt x="62702" y="95858"/>
                </a:moveTo>
                <a:lnTo>
                  <a:pt x="0" y="95858"/>
                </a:lnTo>
                <a:lnTo>
                  <a:pt x="0" y="106960"/>
                </a:lnTo>
                <a:lnTo>
                  <a:pt x="21830" y="106342"/>
                </a:lnTo>
                <a:lnTo>
                  <a:pt x="29951" y="106257"/>
                </a:lnTo>
                <a:lnTo>
                  <a:pt x="62702" y="106257"/>
                </a:lnTo>
                <a:lnTo>
                  <a:pt x="62702" y="95858"/>
                </a:lnTo>
                <a:close/>
              </a:path>
              <a:path w="96520" h="107314">
                <a:moveTo>
                  <a:pt x="62702" y="106257"/>
                </a:moveTo>
                <a:lnTo>
                  <a:pt x="29951" y="106257"/>
                </a:lnTo>
                <a:lnTo>
                  <a:pt x="46597" y="106345"/>
                </a:lnTo>
                <a:lnTo>
                  <a:pt x="55313" y="106553"/>
                </a:lnTo>
                <a:lnTo>
                  <a:pt x="62702" y="106960"/>
                </a:lnTo>
                <a:lnTo>
                  <a:pt x="62702" y="106257"/>
                </a:lnTo>
                <a:close/>
              </a:path>
              <a:path w="96520" h="107314">
                <a:moveTo>
                  <a:pt x="39467" y="0"/>
                </a:moveTo>
                <a:lnTo>
                  <a:pt x="0" y="1939"/>
                </a:lnTo>
                <a:lnTo>
                  <a:pt x="0" y="13040"/>
                </a:lnTo>
                <a:lnTo>
                  <a:pt x="16371" y="13040"/>
                </a:lnTo>
                <a:lnTo>
                  <a:pt x="16371" y="95858"/>
                </a:lnTo>
                <a:lnTo>
                  <a:pt x="42087" y="95858"/>
                </a:lnTo>
                <a:lnTo>
                  <a:pt x="42087" y="54272"/>
                </a:lnTo>
                <a:lnTo>
                  <a:pt x="43396" y="40078"/>
                </a:lnTo>
                <a:lnTo>
                  <a:pt x="47498" y="26962"/>
                </a:lnTo>
                <a:lnTo>
                  <a:pt x="39467" y="26962"/>
                </a:lnTo>
                <a:lnTo>
                  <a:pt x="39467" y="0"/>
                </a:lnTo>
                <a:close/>
              </a:path>
              <a:path w="96520" h="107314">
                <a:moveTo>
                  <a:pt x="91658" y="8633"/>
                </a:moveTo>
                <a:lnTo>
                  <a:pt x="71861" y="8633"/>
                </a:lnTo>
                <a:lnTo>
                  <a:pt x="71497" y="8809"/>
                </a:lnTo>
                <a:lnTo>
                  <a:pt x="67301" y="12688"/>
                </a:lnTo>
                <a:lnTo>
                  <a:pt x="67301" y="29249"/>
                </a:lnTo>
                <a:lnTo>
                  <a:pt x="74879" y="34008"/>
                </a:lnTo>
                <a:lnTo>
                  <a:pt x="88775" y="34008"/>
                </a:lnTo>
                <a:lnTo>
                  <a:pt x="96174" y="29072"/>
                </a:lnTo>
                <a:lnTo>
                  <a:pt x="96174" y="19559"/>
                </a:lnTo>
                <a:lnTo>
                  <a:pt x="94000" y="11149"/>
                </a:lnTo>
                <a:lnTo>
                  <a:pt x="91658" y="8633"/>
                </a:lnTo>
                <a:close/>
              </a:path>
              <a:path w="96520" h="107314">
                <a:moveTo>
                  <a:pt x="71179" y="0"/>
                </a:moveTo>
                <a:lnTo>
                  <a:pt x="59931" y="2106"/>
                </a:lnTo>
                <a:lnTo>
                  <a:pt x="51095" y="7863"/>
                </a:lnTo>
                <a:lnTo>
                  <a:pt x="44372" y="16429"/>
                </a:lnTo>
                <a:lnTo>
                  <a:pt x="39467" y="26962"/>
                </a:lnTo>
                <a:lnTo>
                  <a:pt x="47498" y="26962"/>
                </a:lnTo>
                <a:lnTo>
                  <a:pt x="48057" y="25174"/>
                </a:lnTo>
                <a:lnTo>
                  <a:pt x="57178" y="13410"/>
                </a:lnTo>
                <a:lnTo>
                  <a:pt x="71861" y="8633"/>
                </a:lnTo>
                <a:lnTo>
                  <a:pt x="91658" y="8633"/>
                </a:lnTo>
                <a:lnTo>
                  <a:pt x="88295" y="5020"/>
                </a:lnTo>
                <a:lnTo>
                  <a:pt x="80280" y="1271"/>
                </a:lnTo>
                <a:lnTo>
                  <a:pt x="71179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555672" y="4251626"/>
            <a:ext cx="101600" cy="109855"/>
          </a:xfrm>
          <a:custGeom>
            <a:avLst/>
            <a:gdLst/>
            <a:ahLst/>
            <a:cxnLst/>
            <a:rect l="l" t="t" r="r" b="b"/>
            <a:pathLst>
              <a:path w="101600" h="109854">
                <a:moveTo>
                  <a:pt x="69425" y="0"/>
                </a:moveTo>
                <a:lnTo>
                  <a:pt x="41182" y="5418"/>
                </a:lnTo>
                <a:lnTo>
                  <a:pt x="19250" y="20088"/>
                </a:lnTo>
                <a:lnTo>
                  <a:pt x="5049" y="41630"/>
                </a:lnTo>
                <a:lnTo>
                  <a:pt x="0" y="67665"/>
                </a:lnTo>
                <a:lnTo>
                  <a:pt x="2945" y="85017"/>
                </a:lnTo>
                <a:lnTo>
                  <a:pt x="11659" y="98107"/>
                </a:lnTo>
                <a:lnTo>
                  <a:pt x="25955" y="106372"/>
                </a:lnTo>
                <a:lnTo>
                  <a:pt x="45648" y="109253"/>
                </a:lnTo>
                <a:lnTo>
                  <a:pt x="52219" y="109070"/>
                </a:lnTo>
                <a:lnTo>
                  <a:pt x="60543" y="108326"/>
                </a:lnTo>
                <a:lnTo>
                  <a:pt x="69789" y="106724"/>
                </a:lnTo>
                <a:lnTo>
                  <a:pt x="79121" y="103966"/>
                </a:lnTo>
                <a:lnTo>
                  <a:pt x="85931" y="100619"/>
                </a:lnTo>
                <a:lnTo>
                  <a:pt x="45834" y="100619"/>
                </a:lnTo>
                <a:lnTo>
                  <a:pt x="37015" y="99187"/>
                </a:lnTo>
                <a:lnTo>
                  <a:pt x="30680" y="94980"/>
                </a:lnTo>
                <a:lnTo>
                  <a:pt x="26858" y="88129"/>
                </a:lnTo>
                <a:lnTo>
                  <a:pt x="25650" y="79296"/>
                </a:lnTo>
                <a:lnTo>
                  <a:pt x="25577" y="72952"/>
                </a:lnTo>
                <a:lnTo>
                  <a:pt x="27338" y="63610"/>
                </a:lnTo>
                <a:lnTo>
                  <a:pt x="29455" y="55509"/>
                </a:lnTo>
                <a:lnTo>
                  <a:pt x="38931" y="55509"/>
                </a:lnTo>
                <a:lnTo>
                  <a:pt x="54550" y="54997"/>
                </a:lnTo>
                <a:lnTo>
                  <a:pt x="74967" y="51411"/>
                </a:lnTo>
                <a:lnTo>
                  <a:pt x="82918" y="47049"/>
                </a:lnTo>
                <a:lnTo>
                  <a:pt x="31532" y="47049"/>
                </a:lnTo>
                <a:lnTo>
                  <a:pt x="33951" y="38901"/>
                </a:lnTo>
                <a:lnTo>
                  <a:pt x="63000" y="9190"/>
                </a:lnTo>
                <a:lnTo>
                  <a:pt x="69425" y="8458"/>
                </a:lnTo>
                <a:lnTo>
                  <a:pt x="93680" y="8458"/>
                </a:lnTo>
                <a:lnTo>
                  <a:pt x="91465" y="6013"/>
                </a:lnTo>
                <a:lnTo>
                  <a:pt x="81686" y="1544"/>
                </a:lnTo>
                <a:lnTo>
                  <a:pt x="69425" y="0"/>
                </a:lnTo>
                <a:close/>
              </a:path>
              <a:path w="101600" h="109854">
                <a:moveTo>
                  <a:pt x="96400" y="79296"/>
                </a:moveTo>
                <a:lnTo>
                  <a:pt x="92342" y="79296"/>
                </a:lnTo>
                <a:lnTo>
                  <a:pt x="90761" y="81059"/>
                </a:lnTo>
                <a:lnTo>
                  <a:pt x="76770" y="92367"/>
                </a:lnTo>
                <a:lnTo>
                  <a:pt x="62935" y="98174"/>
                </a:lnTo>
                <a:lnTo>
                  <a:pt x="51781" y="100313"/>
                </a:lnTo>
                <a:lnTo>
                  <a:pt x="45834" y="100619"/>
                </a:lnTo>
                <a:lnTo>
                  <a:pt x="85931" y="100619"/>
                </a:lnTo>
                <a:lnTo>
                  <a:pt x="87986" y="99609"/>
                </a:lnTo>
                <a:lnTo>
                  <a:pt x="94952" y="94626"/>
                </a:lnTo>
                <a:lnTo>
                  <a:pt x="99506" y="90040"/>
                </a:lnTo>
                <a:lnTo>
                  <a:pt x="101138" y="86874"/>
                </a:lnTo>
                <a:lnTo>
                  <a:pt x="101138" y="84933"/>
                </a:lnTo>
                <a:lnTo>
                  <a:pt x="96400" y="79296"/>
                </a:lnTo>
                <a:close/>
              </a:path>
              <a:path w="101600" h="109854">
                <a:moveTo>
                  <a:pt x="93680" y="8458"/>
                </a:moveTo>
                <a:lnTo>
                  <a:pt x="79306" y="8458"/>
                </a:lnTo>
                <a:lnTo>
                  <a:pt x="84759" y="14977"/>
                </a:lnTo>
                <a:lnTo>
                  <a:pt x="84681" y="22731"/>
                </a:lnTo>
                <a:lnTo>
                  <a:pt x="78479" y="36716"/>
                </a:lnTo>
                <a:lnTo>
                  <a:pt x="63576" y="43987"/>
                </a:lnTo>
                <a:lnTo>
                  <a:pt x="45958" y="46666"/>
                </a:lnTo>
                <a:lnTo>
                  <a:pt x="31532" y="47049"/>
                </a:lnTo>
                <a:lnTo>
                  <a:pt x="82918" y="47049"/>
                </a:lnTo>
                <a:lnTo>
                  <a:pt x="92703" y="41681"/>
                </a:lnTo>
                <a:lnTo>
                  <a:pt x="100277" y="22731"/>
                </a:lnTo>
                <a:lnTo>
                  <a:pt x="97937" y="13158"/>
                </a:lnTo>
                <a:lnTo>
                  <a:pt x="93680" y="8458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677425" y="4206163"/>
            <a:ext cx="78105" cy="154940"/>
          </a:xfrm>
          <a:custGeom>
            <a:avLst/>
            <a:gdLst/>
            <a:ahLst/>
            <a:cxnLst/>
            <a:rect l="l" t="t" r="r" b="b"/>
            <a:pathLst>
              <a:path w="78104" h="154939">
                <a:moveTo>
                  <a:pt x="50255" y="58503"/>
                </a:moveTo>
                <a:lnTo>
                  <a:pt x="24856" y="58503"/>
                </a:lnTo>
                <a:lnTo>
                  <a:pt x="8120" y="124758"/>
                </a:lnTo>
                <a:lnTo>
                  <a:pt x="7266" y="128633"/>
                </a:lnTo>
                <a:lnTo>
                  <a:pt x="7266" y="131627"/>
                </a:lnTo>
                <a:lnTo>
                  <a:pt x="9604" y="141555"/>
                </a:lnTo>
                <a:lnTo>
                  <a:pt x="15820" y="148789"/>
                </a:lnTo>
                <a:lnTo>
                  <a:pt x="24715" y="153214"/>
                </a:lnTo>
                <a:lnTo>
                  <a:pt x="35093" y="154715"/>
                </a:lnTo>
                <a:lnTo>
                  <a:pt x="53325" y="149503"/>
                </a:lnTo>
                <a:lnTo>
                  <a:pt x="57249" y="146081"/>
                </a:lnTo>
                <a:lnTo>
                  <a:pt x="34015" y="146081"/>
                </a:lnTo>
                <a:lnTo>
                  <a:pt x="31215" y="145905"/>
                </a:lnTo>
                <a:lnTo>
                  <a:pt x="31215" y="134272"/>
                </a:lnTo>
                <a:lnTo>
                  <a:pt x="31758" y="132336"/>
                </a:lnTo>
                <a:lnTo>
                  <a:pt x="32612" y="128633"/>
                </a:lnTo>
                <a:lnTo>
                  <a:pt x="50255" y="58503"/>
                </a:lnTo>
                <a:close/>
              </a:path>
              <a:path w="78104" h="154939">
                <a:moveTo>
                  <a:pt x="78088" y="114359"/>
                </a:moveTo>
                <a:lnTo>
                  <a:pt x="66084" y="114359"/>
                </a:lnTo>
                <a:lnTo>
                  <a:pt x="65905" y="114534"/>
                </a:lnTo>
                <a:lnTo>
                  <a:pt x="63967" y="118414"/>
                </a:lnTo>
                <a:lnTo>
                  <a:pt x="56338" y="132624"/>
                </a:lnTo>
                <a:lnTo>
                  <a:pt x="48679" y="141036"/>
                </a:lnTo>
                <a:lnTo>
                  <a:pt x="41706" y="145054"/>
                </a:lnTo>
                <a:lnTo>
                  <a:pt x="36132" y="146081"/>
                </a:lnTo>
                <a:lnTo>
                  <a:pt x="57249" y="146081"/>
                </a:lnTo>
                <a:lnTo>
                  <a:pt x="66825" y="137732"/>
                </a:lnTo>
                <a:lnTo>
                  <a:pt x="75208" y="125202"/>
                </a:lnTo>
                <a:lnTo>
                  <a:pt x="78088" y="117711"/>
                </a:lnTo>
                <a:lnTo>
                  <a:pt x="78088" y="114359"/>
                </a:lnTo>
                <a:close/>
              </a:path>
              <a:path w="78104" h="154939">
                <a:moveTo>
                  <a:pt x="77368" y="47226"/>
                </a:moveTo>
                <a:lnTo>
                  <a:pt x="0" y="47226"/>
                </a:lnTo>
                <a:lnTo>
                  <a:pt x="0" y="58503"/>
                </a:lnTo>
                <a:lnTo>
                  <a:pt x="77368" y="58503"/>
                </a:lnTo>
                <a:lnTo>
                  <a:pt x="77368" y="47226"/>
                </a:lnTo>
                <a:close/>
              </a:path>
              <a:path w="78104" h="154939">
                <a:moveTo>
                  <a:pt x="57831" y="0"/>
                </a:moveTo>
                <a:lnTo>
                  <a:pt x="48130" y="0"/>
                </a:lnTo>
                <a:lnTo>
                  <a:pt x="39156" y="1408"/>
                </a:lnTo>
                <a:lnTo>
                  <a:pt x="36132" y="12509"/>
                </a:lnTo>
                <a:lnTo>
                  <a:pt x="27694" y="47226"/>
                </a:lnTo>
                <a:lnTo>
                  <a:pt x="53047" y="47226"/>
                </a:lnTo>
                <a:lnTo>
                  <a:pt x="55529" y="37003"/>
                </a:lnTo>
                <a:lnTo>
                  <a:pt x="56211" y="34009"/>
                </a:lnTo>
                <a:lnTo>
                  <a:pt x="57654" y="28545"/>
                </a:lnTo>
                <a:lnTo>
                  <a:pt x="59228" y="22379"/>
                </a:lnTo>
                <a:lnTo>
                  <a:pt x="61849" y="11805"/>
                </a:lnTo>
                <a:lnTo>
                  <a:pt x="61849" y="4579"/>
                </a:lnTo>
                <a:lnTo>
                  <a:pt x="5783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871086" y="4251626"/>
            <a:ext cx="123825" cy="109855"/>
          </a:xfrm>
          <a:custGeom>
            <a:avLst/>
            <a:gdLst/>
            <a:ahLst/>
            <a:cxnLst/>
            <a:rect l="l" t="t" r="r" b="b"/>
            <a:pathLst>
              <a:path w="123825" h="109854">
                <a:moveTo>
                  <a:pt x="69783" y="0"/>
                </a:moveTo>
                <a:lnTo>
                  <a:pt x="63648" y="0"/>
                </a:lnTo>
                <a:lnTo>
                  <a:pt x="36824" y="6638"/>
                </a:lnTo>
                <a:lnTo>
                  <a:pt x="16820" y="23634"/>
                </a:lnTo>
                <a:lnTo>
                  <a:pt x="4318" y="46610"/>
                </a:lnTo>
                <a:lnTo>
                  <a:pt x="0" y="71188"/>
                </a:lnTo>
                <a:lnTo>
                  <a:pt x="3395" y="89104"/>
                </a:lnTo>
                <a:lnTo>
                  <a:pt x="12213" y="100859"/>
                </a:lnTo>
                <a:lnTo>
                  <a:pt x="24397" y="107295"/>
                </a:lnTo>
                <a:lnTo>
                  <a:pt x="37892" y="109253"/>
                </a:lnTo>
                <a:lnTo>
                  <a:pt x="48113" y="107997"/>
                </a:lnTo>
                <a:lnTo>
                  <a:pt x="56905" y="104891"/>
                </a:lnTo>
                <a:lnTo>
                  <a:pt x="64039" y="100925"/>
                </a:lnTo>
                <a:lnTo>
                  <a:pt x="64457" y="100619"/>
                </a:lnTo>
                <a:lnTo>
                  <a:pt x="33517" y="100619"/>
                </a:lnTo>
                <a:lnTo>
                  <a:pt x="25398" y="97443"/>
                </a:lnTo>
                <a:lnTo>
                  <a:pt x="29857" y="57159"/>
                </a:lnTo>
                <a:lnTo>
                  <a:pt x="43138" y="21169"/>
                </a:lnTo>
                <a:lnTo>
                  <a:pt x="63648" y="8458"/>
                </a:lnTo>
                <a:lnTo>
                  <a:pt x="86193" y="8458"/>
                </a:lnTo>
                <a:lnTo>
                  <a:pt x="79121" y="1055"/>
                </a:lnTo>
                <a:lnTo>
                  <a:pt x="69783" y="0"/>
                </a:lnTo>
                <a:close/>
              </a:path>
              <a:path w="123825" h="109854">
                <a:moveTo>
                  <a:pt x="90219" y="97091"/>
                </a:moveTo>
                <a:lnTo>
                  <a:pt x="69287" y="97091"/>
                </a:lnTo>
                <a:lnTo>
                  <a:pt x="73718" y="102486"/>
                </a:lnTo>
                <a:lnTo>
                  <a:pt x="79721" y="106278"/>
                </a:lnTo>
                <a:lnTo>
                  <a:pt x="86620" y="108517"/>
                </a:lnTo>
                <a:lnTo>
                  <a:pt x="93739" y="109253"/>
                </a:lnTo>
                <a:lnTo>
                  <a:pt x="105016" y="109253"/>
                </a:lnTo>
                <a:lnTo>
                  <a:pt x="111187" y="100619"/>
                </a:lnTo>
                <a:lnTo>
                  <a:pt x="91979" y="100619"/>
                </a:lnTo>
                <a:lnTo>
                  <a:pt x="90219" y="98855"/>
                </a:lnTo>
                <a:lnTo>
                  <a:pt x="90219" y="97091"/>
                </a:lnTo>
                <a:close/>
              </a:path>
              <a:path w="123825" h="109854">
                <a:moveTo>
                  <a:pt x="86193" y="8458"/>
                </a:moveTo>
                <a:lnTo>
                  <a:pt x="71907" y="8458"/>
                </a:lnTo>
                <a:lnTo>
                  <a:pt x="78624" y="13745"/>
                </a:lnTo>
                <a:lnTo>
                  <a:pt x="81245" y="23258"/>
                </a:lnTo>
                <a:lnTo>
                  <a:pt x="67169" y="79296"/>
                </a:lnTo>
                <a:lnTo>
                  <a:pt x="66660" y="80949"/>
                </a:lnTo>
                <a:lnTo>
                  <a:pt x="66569" y="82330"/>
                </a:lnTo>
                <a:lnTo>
                  <a:pt x="38971" y="100619"/>
                </a:lnTo>
                <a:lnTo>
                  <a:pt x="64457" y="100619"/>
                </a:lnTo>
                <a:lnTo>
                  <a:pt x="69287" y="97091"/>
                </a:lnTo>
                <a:lnTo>
                  <a:pt x="90219" y="97091"/>
                </a:lnTo>
                <a:lnTo>
                  <a:pt x="90284" y="88578"/>
                </a:lnTo>
                <a:lnTo>
                  <a:pt x="90761" y="86874"/>
                </a:lnTo>
                <a:lnTo>
                  <a:pt x="95225" y="68897"/>
                </a:lnTo>
                <a:lnTo>
                  <a:pt x="107676" y="19032"/>
                </a:lnTo>
                <a:lnTo>
                  <a:pt x="108576" y="15328"/>
                </a:lnTo>
                <a:lnTo>
                  <a:pt x="108576" y="8986"/>
                </a:lnTo>
                <a:lnTo>
                  <a:pt x="86697" y="8986"/>
                </a:lnTo>
                <a:lnTo>
                  <a:pt x="86193" y="8458"/>
                </a:lnTo>
                <a:close/>
              </a:path>
              <a:path w="123825" h="109854">
                <a:moveTo>
                  <a:pt x="123374" y="68897"/>
                </a:moveTo>
                <a:lnTo>
                  <a:pt x="110832" y="68897"/>
                </a:lnTo>
                <a:lnTo>
                  <a:pt x="110653" y="69072"/>
                </a:lnTo>
                <a:lnTo>
                  <a:pt x="108893" y="75068"/>
                </a:lnTo>
                <a:lnTo>
                  <a:pt x="107093" y="82330"/>
                </a:lnTo>
                <a:lnTo>
                  <a:pt x="104240" y="90750"/>
                </a:lnTo>
                <a:lnTo>
                  <a:pt x="100195" y="97716"/>
                </a:lnTo>
                <a:lnTo>
                  <a:pt x="94818" y="100619"/>
                </a:lnTo>
                <a:lnTo>
                  <a:pt x="111187" y="100619"/>
                </a:lnTo>
                <a:lnTo>
                  <a:pt x="123374" y="72249"/>
                </a:lnTo>
                <a:lnTo>
                  <a:pt x="123374" y="68897"/>
                </a:lnTo>
                <a:close/>
              </a:path>
              <a:path w="123825" h="109854">
                <a:moveTo>
                  <a:pt x="104519" y="4051"/>
                </a:moveTo>
                <a:lnTo>
                  <a:pt x="93739" y="4051"/>
                </a:lnTo>
                <a:lnTo>
                  <a:pt x="89722" y="5815"/>
                </a:lnTo>
                <a:lnTo>
                  <a:pt x="86697" y="8986"/>
                </a:lnTo>
                <a:lnTo>
                  <a:pt x="108576" y="8986"/>
                </a:lnTo>
                <a:lnTo>
                  <a:pt x="108576" y="8458"/>
                </a:lnTo>
                <a:lnTo>
                  <a:pt x="104519" y="4051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007682" y="4193825"/>
            <a:ext cx="59690" cy="167640"/>
          </a:xfrm>
          <a:custGeom>
            <a:avLst/>
            <a:gdLst/>
            <a:ahLst/>
            <a:cxnLst/>
            <a:rect l="l" t="t" r="r" b="b"/>
            <a:pathLst>
              <a:path w="59690" h="167639">
                <a:moveTo>
                  <a:pt x="59545" y="0"/>
                </a:moveTo>
                <a:lnTo>
                  <a:pt x="55125" y="176"/>
                </a:lnTo>
                <a:lnTo>
                  <a:pt x="51782" y="533"/>
                </a:lnTo>
                <a:lnTo>
                  <a:pt x="22552" y="1940"/>
                </a:lnTo>
                <a:lnTo>
                  <a:pt x="19892" y="2115"/>
                </a:lnTo>
                <a:lnTo>
                  <a:pt x="15332" y="2115"/>
                </a:lnTo>
                <a:lnTo>
                  <a:pt x="15332" y="13218"/>
                </a:lnTo>
                <a:lnTo>
                  <a:pt x="24491" y="13218"/>
                </a:lnTo>
                <a:lnTo>
                  <a:pt x="28688" y="13569"/>
                </a:lnTo>
                <a:lnTo>
                  <a:pt x="31711" y="13746"/>
                </a:lnTo>
                <a:lnTo>
                  <a:pt x="1032" y="137096"/>
                </a:lnTo>
                <a:lnTo>
                  <a:pt x="0" y="140971"/>
                </a:lnTo>
                <a:lnTo>
                  <a:pt x="0" y="143965"/>
                </a:lnTo>
                <a:lnTo>
                  <a:pt x="2436" y="154041"/>
                </a:lnTo>
                <a:lnTo>
                  <a:pt x="8801" y="161259"/>
                </a:lnTo>
                <a:lnTo>
                  <a:pt x="17677" y="165602"/>
                </a:lnTo>
                <a:lnTo>
                  <a:pt x="27647" y="167053"/>
                </a:lnTo>
                <a:lnTo>
                  <a:pt x="38746" y="167053"/>
                </a:lnTo>
                <a:lnTo>
                  <a:pt x="44748" y="158946"/>
                </a:lnTo>
                <a:lnTo>
                  <a:pt x="45098" y="158419"/>
                </a:lnTo>
                <a:lnTo>
                  <a:pt x="25709" y="158419"/>
                </a:lnTo>
                <a:lnTo>
                  <a:pt x="24127" y="156655"/>
                </a:lnTo>
                <a:lnTo>
                  <a:pt x="24171" y="146378"/>
                </a:lnTo>
                <a:lnTo>
                  <a:pt x="24491" y="144674"/>
                </a:lnTo>
                <a:lnTo>
                  <a:pt x="25530" y="140971"/>
                </a:lnTo>
                <a:lnTo>
                  <a:pt x="58817" y="8282"/>
                </a:lnTo>
                <a:lnTo>
                  <a:pt x="59002" y="7051"/>
                </a:lnTo>
                <a:lnTo>
                  <a:pt x="59545" y="5638"/>
                </a:lnTo>
                <a:lnTo>
                  <a:pt x="59545" y="0"/>
                </a:lnTo>
                <a:close/>
              </a:path>
              <a:path w="59690" h="167639">
                <a:moveTo>
                  <a:pt x="57063" y="126697"/>
                </a:moveTo>
                <a:lnTo>
                  <a:pt x="44748" y="126697"/>
                </a:lnTo>
                <a:lnTo>
                  <a:pt x="44385" y="126873"/>
                </a:lnTo>
                <a:lnTo>
                  <a:pt x="42809" y="132868"/>
                </a:lnTo>
                <a:lnTo>
                  <a:pt x="40974" y="140130"/>
                </a:lnTo>
                <a:lnTo>
                  <a:pt x="38049" y="148550"/>
                </a:lnTo>
                <a:lnTo>
                  <a:pt x="33940" y="155517"/>
                </a:lnTo>
                <a:lnTo>
                  <a:pt x="28554" y="158419"/>
                </a:lnTo>
                <a:lnTo>
                  <a:pt x="45098" y="158419"/>
                </a:lnTo>
                <a:lnTo>
                  <a:pt x="57063" y="130049"/>
                </a:lnTo>
                <a:lnTo>
                  <a:pt x="57063" y="126697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085181" y="4324051"/>
            <a:ext cx="36195" cy="34925"/>
          </a:xfrm>
          <a:custGeom>
            <a:avLst/>
            <a:gdLst/>
            <a:ahLst/>
            <a:cxnLst/>
            <a:rect l="l" t="t" r="r" b="b"/>
            <a:pathLst>
              <a:path w="36195" h="34925">
                <a:moveTo>
                  <a:pt x="29813" y="0"/>
                </a:moveTo>
                <a:lnTo>
                  <a:pt x="21156" y="0"/>
                </a:lnTo>
                <a:lnTo>
                  <a:pt x="13758" y="1591"/>
                </a:lnTo>
                <a:lnTo>
                  <a:pt x="6940" y="5990"/>
                </a:lnTo>
                <a:lnTo>
                  <a:pt x="1941" y="12636"/>
                </a:lnTo>
                <a:lnTo>
                  <a:pt x="0" y="20967"/>
                </a:lnTo>
                <a:lnTo>
                  <a:pt x="0" y="30656"/>
                </a:lnTo>
                <a:lnTo>
                  <a:pt x="7438" y="34888"/>
                </a:lnTo>
                <a:lnTo>
                  <a:pt x="14295" y="34888"/>
                </a:lnTo>
                <a:lnTo>
                  <a:pt x="22181" y="33200"/>
                </a:lnTo>
                <a:lnTo>
                  <a:pt x="29059" y="28655"/>
                </a:lnTo>
                <a:lnTo>
                  <a:pt x="33924" y="22028"/>
                </a:lnTo>
                <a:lnTo>
                  <a:pt x="35769" y="14097"/>
                </a:lnTo>
                <a:lnTo>
                  <a:pt x="35769" y="5638"/>
                </a:lnTo>
                <a:lnTo>
                  <a:pt x="2981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275679" y="4203344"/>
            <a:ext cx="109855" cy="156210"/>
          </a:xfrm>
          <a:custGeom>
            <a:avLst/>
            <a:gdLst/>
            <a:ahLst/>
            <a:cxnLst/>
            <a:rect l="l" t="t" r="r" b="b"/>
            <a:pathLst>
              <a:path w="109854" h="156210">
                <a:moveTo>
                  <a:pt x="90450" y="11102"/>
                </a:moveTo>
                <a:lnTo>
                  <a:pt x="45112" y="11102"/>
                </a:lnTo>
                <a:lnTo>
                  <a:pt x="58632" y="13912"/>
                </a:lnTo>
                <a:lnTo>
                  <a:pt x="68450" y="21431"/>
                </a:lnTo>
                <a:lnTo>
                  <a:pt x="74437" y="32287"/>
                </a:lnTo>
                <a:lnTo>
                  <a:pt x="76461" y="45110"/>
                </a:lnTo>
                <a:lnTo>
                  <a:pt x="74797" y="57382"/>
                </a:lnTo>
                <a:lnTo>
                  <a:pt x="50751" y="94623"/>
                </a:lnTo>
                <a:lnTo>
                  <a:pt x="3025" y="143262"/>
                </a:lnTo>
                <a:lnTo>
                  <a:pt x="0" y="146080"/>
                </a:lnTo>
                <a:lnTo>
                  <a:pt x="0" y="155595"/>
                </a:lnTo>
                <a:lnTo>
                  <a:pt x="101860" y="155595"/>
                </a:lnTo>
                <a:lnTo>
                  <a:pt x="106017" y="125989"/>
                </a:lnTo>
                <a:lnTo>
                  <a:pt x="32797" y="125989"/>
                </a:lnTo>
                <a:lnTo>
                  <a:pt x="41305" y="118873"/>
                </a:lnTo>
                <a:lnTo>
                  <a:pt x="50007" y="111740"/>
                </a:lnTo>
                <a:lnTo>
                  <a:pt x="58642" y="104904"/>
                </a:lnTo>
                <a:lnTo>
                  <a:pt x="85014" y="84978"/>
                </a:lnTo>
                <a:lnTo>
                  <a:pt x="98286" y="72732"/>
                </a:lnTo>
                <a:lnTo>
                  <a:pt x="106465" y="60023"/>
                </a:lnTo>
                <a:lnTo>
                  <a:pt x="109258" y="44935"/>
                </a:lnTo>
                <a:lnTo>
                  <a:pt x="104879" y="26390"/>
                </a:lnTo>
                <a:lnTo>
                  <a:pt x="92735" y="12224"/>
                </a:lnTo>
                <a:lnTo>
                  <a:pt x="90450" y="11102"/>
                </a:lnTo>
                <a:close/>
              </a:path>
              <a:path w="109854" h="156210">
                <a:moveTo>
                  <a:pt x="109258" y="102906"/>
                </a:moveTo>
                <a:lnTo>
                  <a:pt x="98160" y="102906"/>
                </a:lnTo>
                <a:lnTo>
                  <a:pt x="97260" y="107665"/>
                </a:lnTo>
                <a:lnTo>
                  <a:pt x="95136" y="122817"/>
                </a:lnTo>
                <a:lnTo>
                  <a:pt x="91979" y="124581"/>
                </a:lnTo>
                <a:lnTo>
                  <a:pt x="89366" y="125989"/>
                </a:lnTo>
                <a:lnTo>
                  <a:pt x="106017" y="125989"/>
                </a:lnTo>
                <a:lnTo>
                  <a:pt x="109258" y="102906"/>
                </a:lnTo>
                <a:close/>
              </a:path>
              <a:path w="109854" h="156210">
                <a:moveTo>
                  <a:pt x="51108" y="0"/>
                </a:moveTo>
                <a:lnTo>
                  <a:pt x="30925" y="2621"/>
                </a:lnTo>
                <a:lnTo>
                  <a:pt x="14711" y="10000"/>
                </a:lnTo>
                <a:lnTo>
                  <a:pt x="3914" y="21431"/>
                </a:lnTo>
                <a:lnTo>
                  <a:pt x="0" y="36125"/>
                </a:lnTo>
                <a:lnTo>
                  <a:pt x="0" y="50045"/>
                </a:lnTo>
                <a:lnTo>
                  <a:pt x="11276" y="53745"/>
                </a:lnTo>
                <a:lnTo>
                  <a:pt x="24677" y="53745"/>
                </a:lnTo>
                <a:lnTo>
                  <a:pt x="34193" y="48458"/>
                </a:lnTo>
                <a:lnTo>
                  <a:pt x="34193" y="24138"/>
                </a:lnTo>
                <a:lnTo>
                  <a:pt x="24135" y="20439"/>
                </a:lnTo>
                <a:lnTo>
                  <a:pt x="20614" y="19384"/>
                </a:lnTo>
                <a:lnTo>
                  <a:pt x="26125" y="15711"/>
                </a:lnTo>
                <a:lnTo>
                  <a:pt x="32206" y="13128"/>
                </a:lnTo>
                <a:lnTo>
                  <a:pt x="38615" y="11603"/>
                </a:lnTo>
                <a:lnTo>
                  <a:pt x="45112" y="11102"/>
                </a:lnTo>
                <a:lnTo>
                  <a:pt x="90450" y="11102"/>
                </a:lnTo>
                <a:lnTo>
                  <a:pt x="74315" y="3179"/>
                </a:lnTo>
                <a:lnTo>
                  <a:pt x="5110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409072" y="4203344"/>
            <a:ext cx="115570" cy="158750"/>
          </a:xfrm>
          <a:custGeom>
            <a:avLst/>
            <a:gdLst/>
            <a:ahLst/>
            <a:cxnLst/>
            <a:rect l="l" t="t" r="r" b="b"/>
            <a:pathLst>
              <a:path w="115570" h="158750">
                <a:moveTo>
                  <a:pt x="57607" y="0"/>
                </a:moveTo>
                <a:lnTo>
                  <a:pt x="24378" y="9201"/>
                </a:lnTo>
                <a:lnTo>
                  <a:pt x="7268" y="31189"/>
                </a:lnTo>
                <a:lnTo>
                  <a:pt x="925" y="57538"/>
                </a:lnTo>
                <a:lnTo>
                  <a:pt x="0" y="79823"/>
                </a:lnTo>
                <a:lnTo>
                  <a:pt x="882" y="100946"/>
                </a:lnTo>
                <a:lnTo>
                  <a:pt x="1005" y="102290"/>
                </a:lnTo>
                <a:lnTo>
                  <a:pt x="7268" y="127818"/>
                </a:lnTo>
                <a:lnTo>
                  <a:pt x="24378" y="149281"/>
                </a:lnTo>
                <a:lnTo>
                  <a:pt x="57607" y="158238"/>
                </a:lnTo>
                <a:lnTo>
                  <a:pt x="88940" y="149779"/>
                </a:lnTo>
                <a:lnTo>
                  <a:pt x="57607" y="149779"/>
                </a:lnTo>
                <a:lnTo>
                  <a:pt x="50485" y="148681"/>
                </a:lnTo>
                <a:lnTo>
                  <a:pt x="30759" y="102290"/>
                </a:lnTo>
                <a:lnTo>
                  <a:pt x="30528" y="88590"/>
                </a:lnTo>
                <a:lnTo>
                  <a:pt x="30636" y="57538"/>
                </a:lnTo>
                <a:lnTo>
                  <a:pt x="36660" y="19459"/>
                </a:lnTo>
                <a:lnTo>
                  <a:pt x="57607" y="8458"/>
                </a:lnTo>
                <a:lnTo>
                  <a:pt x="87926" y="8458"/>
                </a:lnTo>
                <a:lnTo>
                  <a:pt x="57607" y="0"/>
                </a:lnTo>
                <a:close/>
              </a:path>
              <a:path w="115570" h="158750">
                <a:moveTo>
                  <a:pt x="87926" y="8458"/>
                </a:moveTo>
                <a:lnTo>
                  <a:pt x="57607" y="8458"/>
                </a:lnTo>
                <a:lnTo>
                  <a:pt x="64226" y="9336"/>
                </a:lnTo>
                <a:lnTo>
                  <a:pt x="70671" y="12047"/>
                </a:lnTo>
                <a:lnTo>
                  <a:pt x="84517" y="61621"/>
                </a:lnTo>
                <a:lnTo>
                  <a:pt x="84551" y="88590"/>
                </a:lnTo>
                <a:lnTo>
                  <a:pt x="84383" y="100946"/>
                </a:lnTo>
                <a:lnTo>
                  <a:pt x="71709" y="145331"/>
                </a:lnTo>
                <a:lnTo>
                  <a:pt x="57607" y="149779"/>
                </a:lnTo>
                <a:lnTo>
                  <a:pt x="88940" y="149779"/>
                </a:lnTo>
                <a:lnTo>
                  <a:pt x="114057" y="102290"/>
                </a:lnTo>
                <a:lnTo>
                  <a:pt x="115075" y="79823"/>
                </a:lnTo>
                <a:lnTo>
                  <a:pt x="114127" y="57612"/>
                </a:lnTo>
                <a:lnTo>
                  <a:pt x="107758" y="31255"/>
                </a:lnTo>
                <a:lnTo>
                  <a:pt x="90680" y="9226"/>
                </a:lnTo>
                <a:lnTo>
                  <a:pt x="87926" y="8458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8555502" y="4203344"/>
            <a:ext cx="97790" cy="156210"/>
          </a:xfrm>
          <a:custGeom>
            <a:avLst/>
            <a:gdLst/>
            <a:ahLst/>
            <a:cxnLst/>
            <a:rect l="l" t="t" r="r" b="b"/>
            <a:pathLst>
              <a:path w="97790" h="156210">
                <a:moveTo>
                  <a:pt x="97254" y="144492"/>
                </a:moveTo>
                <a:lnTo>
                  <a:pt x="2660" y="144492"/>
                </a:lnTo>
                <a:lnTo>
                  <a:pt x="2660" y="155595"/>
                </a:lnTo>
                <a:lnTo>
                  <a:pt x="12859" y="155188"/>
                </a:lnTo>
                <a:lnTo>
                  <a:pt x="25891" y="154979"/>
                </a:lnTo>
                <a:lnTo>
                  <a:pt x="97254" y="154902"/>
                </a:lnTo>
                <a:lnTo>
                  <a:pt x="97254" y="144492"/>
                </a:lnTo>
                <a:close/>
              </a:path>
              <a:path w="97790" h="156210">
                <a:moveTo>
                  <a:pt x="97254" y="154902"/>
                </a:moveTo>
                <a:lnTo>
                  <a:pt x="60875" y="154902"/>
                </a:lnTo>
                <a:lnTo>
                  <a:pt x="74121" y="154979"/>
                </a:lnTo>
                <a:lnTo>
                  <a:pt x="87137" y="155188"/>
                </a:lnTo>
                <a:lnTo>
                  <a:pt x="97254" y="155595"/>
                </a:lnTo>
                <a:lnTo>
                  <a:pt x="97254" y="154902"/>
                </a:lnTo>
                <a:close/>
              </a:path>
              <a:path w="97790" h="156210">
                <a:moveTo>
                  <a:pt x="63967" y="21671"/>
                </a:moveTo>
                <a:lnTo>
                  <a:pt x="35769" y="21671"/>
                </a:lnTo>
                <a:lnTo>
                  <a:pt x="35769" y="144492"/>
                </a:lnTo>
                <a:lnTo>
                  <a:pt x="63967" y="144492"/>
                </a:lnTo>
                <a:lnTo>
                  <a:pt x="63967" y="21671"/>
                </a:lnTo>
                <a:close/>
              </a:path>
              <a:path w="97790" h="156210">
                <a:moveTo>
                  <a:pt x="63967" y="0"/>
                </a:moveTo>
                <a:lnTo>
                  <a:pt x="54630" y="0"/>
                </a:lnTo>
                <a:lnTo>
                  <a:pt x="52505" y="1583"/>
                </a:lnTo>
                <a:lnTo>
                  <a:pt x="38115" y="9428"/>
                </a:lnTo>
                <a:lnTo>
                  <a:pt x="23755" y="13457"/>
                </a:lnTo>
                <a:lnTo>
                  <a:pt x="11838" y="14941"/>
                </a:lnTo>
                <a:lnTo>
                  <a:pt x="4779" y="15153"/>
                </a:lnTo>
                <a:lnTo>
                  <a:pt x="0" y="15153"/>
                </a:lnTo>
                <a:lnTo>
                  <a:pt x="0" y="26254"/>
                </a:lnTo>
                <a:lnTo>
                  <a:pt x="4779" y="26254"/>
                </a:lnTo>
                <a:lnTo>
                  <a:pt x="9281" y="26158"/>
                </a:lnTo>
                <a:lnTo>
                  <a:pt x="16454" y="25615"/>
                </a:lnTo>
                <a:lnTo>
                  <a:pt x="25538" y="24246"/>
                </a:lnTo>
                <a:lnTo>
                  <a:pt x="35769" y="21671"/>
                </a:lnTo>
                <a:lnTo>
                  <a:pt x="63967" y="21671"/>
                </a:lnTo>
                <a:lnTo>
                  <a:pt x="6396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686949" y="4198234"/>
            <a:ext cx="117475" cy="163830"/>
          </a:xfrm>
          <a:custGeom>
            <a:avLst/>
            <a:gdLst/>
            <a:ahLst/>
            <a:cxnLst/>
            <a:rect l="l" t="t" r="r" b="b"/>
            <a:pathLst>
              <a:path w="117475" h="163829">
                <a:moveTo>
                  <a:pt x="99145" y="37355"/>
                </a:moveTo>
                <a:lnTo>
                  <a:pt x="83549" y="37355"/>
                </a:lnTo>
                <a:lnTo>
                  <a:pt x="70511" y="52865"/>
                </a:lnTo>
                <a:lnTo>
                  <a:pt x="54695" y="73808"/>
                </a:lnTo>
                <a:lnTo>
                  <a:pt x="42069" y="96586"/>
                </a:lnTo>
                <a:lnTo>
                  <a:pt x="33706" y="120984"/>
                </a:lnTo>
                <a:lnTo>
                  <a:pt x="30680" y="146785"/>
                </a:lnTo>
                <a:lnTo>
                  <a:pt x="30680" y="163348"/>
                </a:lnTo>
                <a:lnTo>
                  <a:pt x="49176" y="163348"/>
                </a:lnTo>
                <a:lnTo>
                  <a:pt x="60267" y="162112"/>
                </a:lnTo>
                <a:lnTo>
                  <a:pt x="60267" y="135506"/>
                </a:lnTo>
                <a:lnTo>
                  <a:pt x="60408" y="127020"/>
                </a:lnTo>
                <a:lnTo>
                  <a:pt x="68104" y="79360"/>
                </a:lnTo>
                <a:lnTo>
                  <a:pt x="78089" y="61850"/>
                </a:lnTo>
                <a:lnTo>
                  <a:pt x="99145" y="37355"/>
                </a:lnTo>
                <a:close/>
              </a:path>
              <a:path w="117475" h="163829">
                <a:moveTo>
                  <a:pt x="19403" y="0"/>
                </a:moveTo>
                <a:lnTo>
                  <a:pt x="8305" y="0"/>
                </a:lnTo>
                <a:lnTo>
                  <a:pt x="0" y="60439"/>
                </a:lnTo>
                <a:lnTo>
                  <a:pt x="11098" y="60439"/>
                </a:lnTo>
                <a:lnTo>
                  <a:pt x="13580" y="42466"/>
                </a:lnTo>
                <a:lnTo>
                  <a:pt x="16558" y="39295"/>
                </a:lnTo>
                <a:lnTo>
                  <a:pt x="99145" y="37355"/>
                </a:lnTo>
                <a:lnTo>
                  <a:pt x="114896" y="19032"/>
                </a:lnTo>
                <a:lnTo>
                  <a:pt x="117378" y="16564"/>
                </a:lnTo>
                <a:lnTo>
                  <a:pt x="117378" y="7754"/>
                </a:lnTo>
                <a:lnTo>
                  <a:pt x="68930" y="7754"/>
                </a:lnTo>
                <a:lnTo>
                  <a:pt x="60263" y="7547"/>
                </a:lnTo>
                <a:lnTo>
                  <a:pt x="20124" y="4583"/>
                </a:lnTo>
                <a:lnTo>
                  <a:pt x="19940" y="2467"/>
                </a:lnTo>
                <a:lnTo>
                  <a:pt x="1940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91927" y="4552774"/>
            <a:ext cx="109855" cy="158750"/>
          </a:xfrm>
          <a:custGeom>
            <a:avLst/>
            <a:gdLst/>
            <a:ahLst/>
            <a:cxnLst/>
            <a:rect l="l" t="t" r="r" b="b"/>
            <a:pathLst>
              <a:path w="109854" h="158750">
                <a:moveTo>
                  <a:pt x="21674" y="101146"/>
                </a:moveTo>
                <a:lnTo>
                  <a:pt x="12335" y="101146"/>
                </a:lnTo>
                <a:lnTo>
                  <a:pt x="0" y="103257"/>
                </a:lnTo>
                <a:lnTo>
                  <a:pt x="0" y="117887"/>
                </a:lnTo>
                <a:lnTo>
                  <a:pt x="3350" y="132666"/>
                </a:lnTo>
                <a:lnTo>
                  <a:pt x="12929" y="145595"/>
                </a:lnTo>
                <a:lnTo>
                  <a:pt x="28026" y="154758"/>
                </a:lnTo>
                <a:lnTo>
                  <a:pt x="47929" y="158238"/>
                </a:lnTo>
                <a:lnTo>
                  <a:pt x="73568" y="154452"/>
                </a:lnTo>
                <a:lnTo>
                  <a:pt x="85384" y="148015"/>
                </a:lnTo>
                <a:lnTo>
                  <a:pt x="47048" y="148015"/>
                </a:lnTo>
                <a:lnTo>
                  <a:pt x="41291" y="147611"/>
                </a:lnTo>
                <a:lnTo>
                  <a:pt x="33370" y="145704"/>
                </a:lnTo>
                <a:lnTo>
                  <a:pt x="24622" y="141252"/>
                </a:lnTo>
                <a:lnTo>
                  <a:pt x="16387" y="133215"/>
                </a:lnTo>
                <a:lnTo>
                  <a:pt x="25022" y="132863"/>
                </a:lnTo>
                <a:lnTo>
                  <a:pt x="31894" y="127049"/>
                </a:lnTo>
                <a:lnTo>
                  <a:pt x="31894" y="104846"/>
                </a:lnTo>
                <a:lnTo>
                  <a:pt x="21674" y="101146"/>
                </a:lnTo>
                <a:close/>
              </a:path>
              <a:path w="109854" h="158750">
                <a:moveTo>
                  <a:pt x="85962" y="66958"/>
                </a:moveTo>
                <a:lnTo>
                  <a:pt x="54449" y="66958"/>
                </a:lnTo>
                <a:lnTo>
                  <a:pt x="66674" y="70532"/>
                </a:lnTo>
                <a:lnTo>
                  <a:pt x="72951" y="79822"/>
                </a:lnTo>
                <a:lnTo>
                  <a:pt x="75264" y="92682"/>
                </a:lnTo>
                <a:lnTo>
                  <a:pt x="75460" y="101146"/>
                </a:lnTo>
                <a:lnTo>
                  <a:pt x="75566" y="107840"/>
                </a:lnTo>
                <a:lnTo>
                  <a:pt x="75149" y="120661"/>
                </a:lnTo>
                <a:lnTo>
                  <a:pt x="72026" y="133964"/>
                </a:lnTo>
                <a:lnTo>
                  <a:pt x="63552" y="144029"/>
                </a:lnTo>
                <a:lnTo>
                  <a:pt x="47048" y="148015"/>
                </a:lnTo>
                <a:lnTo>
                  <a:pt x="85384" y="148015"/>
                </a:lnTo>
                <a:lnTo>
                  <a:pt x="92863" y="143942"/>
                </a:lnTo>
                <a:lnTo>
                  <a:pt x="105022" y="127981"/>
                </a:lnTo>
                <a:lnTo>
                  <a:pt x="109251" y="107840"/>
                </a:lnTo>
                <a:lnTo>
                  <a:pt x="105782" y="88608"/>
                </a:lnTo>
                <a:lnTo>
                  <a:pt x="95507" y="72927"/>
                </a:lnTo>
                <a:lnTo>
                  <a:pt x="85962" y="66958"/>
                </a:lnTo>
                <a:close/>
              </a:path>
              <a:path w="109854" h="158750">
                <a:moveTo>
                  <a:pt x="16211" y="0"/>
                </a:moveTo>
                <a:lnTo>
                  <a:pt x="12158" y="0"/>
                </a:lnTo>
                <a:lnTo>
                  <a:pt x="12158" y="83169"/>
                </a:lnTo>
                <a:lnTo>
                  <a:pt x="20440" y="83169"/>
                </a:lnTo>
                <a:lnTo>
                  <a:pt x="20969" y="82114"/>
                </a:lnTo>
                <a:lnTo>
                  <a:pt x="22555" y="80350"/>
                </a:lnTo>
                <a:lnTo>
                  <a:pt x="30115" y="73648"/>
                </a:lnTo>
                <a:lnTo>
                  <a:pt x="38370" y="69557"/>
                </a:lnTo>
                <a:lnTo>
                  <a:pt x="46690" y="67514"/>
                </a:lnTo>
                <a:lnTo>
                  <a:pt x="54449" y="66958"/>
                </a:lnTo>
                <a:lnTo>
                  <a:pt x="85962" y="66958"/>
                </a:lnTo>
                <a:lnTo>
                  <a:pt x="85680" y="66781"/>
                </a:lnTo>
                <a:lnTo>
                  <a:pt x="24669" y="66781"/>
                </a:lnTo>
                <a:lnTo>
                  <a:pt x="24669" y="35416"/>
                </a:lnTo>
                <a:lnTo>
                  <a:pt x="50826" y="35416"/>
                </a:lnTo>
                <a:lnTo>
                  <a:pt x="65597" y="32724"/>
                </a:lnTo>
                <a:lnTo>
                  <a:pt x="83414" y="22861"/>
                </a:lnTo>
                <a:lnTo>
                  <a:pt x="94722" y="11875"/>
                </a:lnTo>
                <a:lnTo>
                  <a:pt x="96947" y="7574"/>
                </a:lnTo>
                <a:lnTo>
                  <a:pt x="55330" y="7574"/>
                </a:lnTo>
                <a:lnTo>
                  <a:pt x="42860" y="6825"/>
                </a:lnTo>
                <a:lnTo>
                  <a:pt x="32488" y="5020"/>
                </a:lnTo>
                <a:lnTo>
                  <a:pt x="24331" y="2818"/>
                </a:lnTo>
                <a:lnTo>
                  <a:pt x="16387" y="175"/>
                </a:lnTo>
                <a:lnTo>
                  <a:pt x="16211" y="0"/>
                </a:lnTo>
                <a:close/>
              </a:path>
              <a:path w="109854" h="158750">
                <a:moveTo>
                  <a:pt x="55330" y="58500"/>
                </a:moveTo>
                <a:lnTo>
                  <a:pt x="49226" y="58728"/>
                </a:lnTo>
                <a:lnTo>
                  <a:pt x="41652" y="59800"/>
                </a:lnTo>
                <a:lnTo>
                  <a:pt x="33251" y="62292"/>
                </a:lnTo>
                <a:lnTo>
                  <a:pt x="24669" y="66781"/>
                </a:lnTo>
                <a:lnTo>
                  <a:pt x="85680" y="66781"/>
                </a:lnTo>
                <a:lnTo>
                  <a:pt x="78623" y="62368"/>
                </a:lnTo>
                <a:lnTo>
                  <a:pt x="55330" y="58500"/>
                </a:lnTo>
                <a:close/>
              </a:path>
              <a:path w="109854" h="158750">
                <a:moveTo>
                  <a:pt x="50826" y="35416"/>
                </a:moveTo>
                <a:lnTo>
                  <a:pt x="24669" y="35416"/>
                </a:lnTo>
                <a:lnTo>
                  <a:pt x="31365" y="36476"/>
                </a:lnTo>
                <a:lnTo>
                  <a:pt x="34009" y="37003"/>
                </a:lnTo>
                <a:lnTo>
                  <a:pt x="42114" y="37003"/>
                </a:lnTo>
                <a:lnTo>
                  <a:pt x="50826" y="35416"/>
                </a:lnTo>
                <a:close/>
              </a:path>
              <a:path w="109854" h="158750">
                <a:moveTo>
                  <a:pt x="98150" y="0"/>
                </a:moveTo>
                <a:lnTo>
                  <a:pt x="94273" y="0"/>
                </a:lnTo>
                <a:lnTo>
                  <a:pt x="91806" y="880"/>
                </a:lnTo>
                <a:lnTo>
                  <a:pt x="81820" y="4156"/>
                </a:lnTo>
                <a:lnTo>
                  <a:pt x="72313" y="6209"/>
                </a:lnTo>
                <a:lnTo>
                  <a:pt x="63433" y="7271"/>
                </a:lnTo>
                <a:lnTo>
                  <a:pt x="55330" y="7574"/>
                </a:lnTo>
                <a:lnTo>
                  <a:pt x="96947" y="7574"/>
                </a:lnTo>
                <a:lnTo>
                  <a:pt x="98679" y="4226"/>
                </a:lnTo>
                <a:lnTo>
                  <a:pt x="98679" y="2642"/>
                </a:lnTo>
                <a:lnTo>
                  <a:pt x="98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512296" y="4543432"/>
            <a:ext cx="1157538" cy="1675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205522" y="4540788"/>
            <a:ext cx="144780" cy="173355"/>
          </a:xfrm>
          <a:custGeom>
            <a:avLst/>
            <a:gdLst/>
            <a:ahLst/>
            <a:cxnLst/>
            <a:rect l="l" t="t" r="r" b="b"/>
            <a:pathLst>
              <a:path w="144779" h="173354">
                <a:moveTo>
                  <a:pt x="82646" y="0"/>
                </a:moveTo>
                <a:lnTo>
                  <a:pt x="50998" y="6677"/>
                </a:lnTo>
                <a:lnTo>
                  <a:pt x="24670" y="25001"/>
                </a:lnTo>
                <a:lnTo>
                  <a:pt x="6668" y="52411"/>
                </a:lnTo>
                <a:lnTo>
                  <a:pt x="0" y="86346"/>
                </a:lnTo>
                <a:lnTo>
                  <a:pt x="6693" y="120606"/>
                </a:lnTo>
                <a:lnTo>
                  <a:pt x="24736" y="148044"/>
                </a:lnTo>
                <a:lnTo>
                  <a:pt x="51073" y="166263"/>
                </a:lnTo>
                <a:lnTo>
                  <a:pt x="82646" y="172868"/>
                </a:lnTo>
                <a:lnTo>
                  <a:pt x="108691" y="167262"/>
                </a:lnTo>
                <a:lnTo>
                  <a:pt x="111126" y="165465"/>
                </a:lnTo>
                <a:lnTo>
                  <a:pt x="85465" y="165465"/>
                </a:lnTo>
                <a:lnTo>
                  <a:pt x="69843" y="163092"/>
                </a:lnTo>
                <a:lnTo>
                  <a:pt x="49561" y="152557"/>
                </a:lnTo>
                <a:lnTo>
                  <a:pt x="31989" y="128741"/>
                </a:lnTo>
                <a:lnTo>
                  <a:pt x="24494" y="86522"/>
                </a:lnTo>
                <a:lnTo>
                  <a:pt x="31961" y="44201"/>
                </a:lnTo>
                <a:lnTo>
                  <a:pt x="49472" y="20332"/>
                </a:lnTo>
                <a:lnTo>
                  <a:pt x="69692" y="9779"/>
                </a:lnTo>
                <a:lnTo>
                  <a:pt x="85289" y="7402"/>
                </a:lnTo>
                <a:lnTo>
                  <a:pt x="110273" y="7402"/>
                </a:lnTo>
                <a:lnTo>
                  <a:pt x="109781" y="7050"/>
                </a:lnTo>
                <a:lnTo>
                  <a:pt x="97899" y="2005"/>
                </a:lnTo>
                <a:lnTo>
                  <a:pt x="82646" y="0"/>
                </a:lnTo>
                <a:close/>
              </a:path>
              <a:path w="144779" h="173354">
                <a:moveTo>
                  <a:pt x="144673" y="108197"/>
                </a:moveTo>
                <a:lnTo>
                  <a:pt x="139034" y="108197"/>
                </a:lnTo>
                <a:lnTo>
                  <a:pt x="139034" y="109604"/>
                </a:lnTo>
                <a:lnTo>
                  <a:pt x="138682" y="112072"/>
                </a:lnTo>
                <a:lnTo>
                  <a:pt x="133265" y="134688"/>
                </a:lnTo>
                <a:lnTo>
                  <a:pt x="121125" y="151456"/>
                </a:lnTo>
                <a:lnTo>
                  <a:pt x="104460" y="161880"/>
                </a:lnTo>
                <a:lnTo>
                  <a:pt x="85465" y="165465"/>
                </a:lnTo>
                <a:lnTo>
                  <a:pt x="111126" y="165465"/>
                </a:lnTo>
                <a:lnTo>
                  <a:pt x="128196" y="152867"/>
                </a:lnTo>
                <a:lnTo>
                  <a:pt x="140432" y="133318"/>
                </a:lnTo>
                <a:lnTo>
                  <a:pt x="144673" y="112248"/>
                </a:lnTo>
                <a:lnTo>
                  <a:pt x="144673" y="108197"/>
                </a:lnTo>
                <a:close/>
              </a:path>
              <a:path w="144779" h="173354">
                <a:moveTo>
                  <a:pt x="110273" y="7402"/>
                </a:moveTo>
                <a:lnTo>
                  <a:pt x="85289" y="7402"/>
                </a:lnTo>
                <a:lnTo>
                  <a:pt x="103642" y="11332"/>
                </a:lnTo>
                <a:lnTo>
                  <a:pt x="119120" y="22579"/>
                </a:lnTo>
                <a:lnTo>
                  <a:pt x="130634" y="40336"/>
                </a:lnTo>
                <a:lnTo>
                  <a:pt x="137093" y="63790"/>
                </a:lnTo>
                <a:lnTo>
                  <a:pt x="137622" y="67138"/>
                </a:lnTo>
                <a:lnTo>
                  <a:pt x="137622" y="67847"/>
                </a:lnTo>
                <a:lnTo>
                  <a:pt x="144673" y="67847"/>
                </a:lnTo>
                <a:lnTo>
                  <a:pt x="144673" y="20444"/>
                </a:lnTo>
                <a:lnTo>
                  <a:pt x="126344" y="20444"/>
                </a:lnTo>
                <a:lnTo>
                  <a:pt x="119021" y="13681"/>
                </a:lnTo>
                <a:lnTo>
                  <a:pt x="110273" y="7402"/>
                </a:lnTo>
                <a:close/>
              </a:path>
              <a:path w="144779" h="173354">
                <a:moveTo>
                  <a:pt x="144673" y="0"/>
                </a:moveTo>
                <a:lnTo>
                  <a:pt x="140266" y="0"/>
                </a:lnTo>
                <a:lnTo>
                  <a:pt x="138325" y="2819"/>
                </a:lnTo>
                <a:lnTo>
                  <a:pt x="126344" y="20444"/>
                </a:lnTo>
                <a:lnTo>
                  <a:pt x="144673" y="20444"/>
                </a:lnTo>
                <a:lnTo>
                  <a:pt x="144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371338" y="4543432"/>
            <a:ext cx="53340" cy="165100"/>
          </a:xfrm>
          <a:custGeom>
            <a:avLst/>
            <a:gdLst/>
            <a:ahLst/>
            <a:cxnLst/>
            <a:rect l="l" t="t" r="r" b="b"/>
            <a:pathLst>
              <a:path w="53339" h="165100">
                <a:moveTo>
                  <a:pt x="52865" y="157534"/>
                </a:moveTo>
                <a:lnTo>
                  <a:pt x="0" y="157534"/>
                </a:lnTo>
                <a:lnTo>
                  <a:pt x="0" y="164937"/>
                </a:lnTo>
                <a:lnTo>
                  <a:pt x="20890" y="164317"/>
                </a:lnTo>
                <a:lnTo>
                  <a:pt x="26435" y="164232"/>
                </a:lnTo>
                <a:lnTo>
                  <a:pt x="52865" y="164232"/>
                </a:lnTo>
                <a:lnTo>
                  <a:pt x="52865" y="157534"/>
                </a:lnTo>
                <a:close/>
              </a:path>
              <a:path w="53339" h="165100">
                <a:moveTo>
                  <a:pt x="52865" y="164232"/>
                </a:moveTo>
                <a:lnTo>
                  <a:pt x="26435" y="164232"/>
                </a:lnTo>
                <a:lnTo>
                  <a:pt x="31853" y="164317"/>
                </a:lnTo>
                <a:lnTo>
                  <a:pt x="52865" y="164937"/>
                </a:lnTo>
                <a:lnTo>
                  <a:pt x="52865" y="164232"/>
                </a:lnTo>
                <a:close/>
              </a:path>
              <a:path w="53339" h="165100">
                <a:moveTo>
                  <a:pt x="34361" y="0"/>
                </a:moveTo>
                <a:lnTo>
                  <a:pt x="0" y="2642"/>
                </a:lnTo>
                <a:lnTo>
                  <a:pt x="0" y="10045"/>
                </a:lnTo>
                <a:lnTo>
                  <a:pt x="16739" y="10045"/>
                </a:lnTo>
                <a:lnTo>
                  <a:pt x="18680" y="11633"/>
                </a:lnTo>
                <a:lnTo>
                  <a:pt x="18680" y="157534"/>
                </a:lnTo>
                <a:lnTo>
                  <a:pt x="34361" y="157534"/>
                </a:lnTo>
                <a:lnTo>
                  <a:pt x="343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437421" y="460334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88" y="0"/>
                </a:moveTo>
                <a:lnTo>
                  <a:pt x="0" y="2642"/>
                </a:lnTo>
                <a:lnTo>
                  <a:pt x="0" y="10041"/>
                </a:lnTo>
                <a:lnTo>
                  <a:pt x="10694" y="10482"/>
                </a:lnTo>
                <a:lnTo>
                  <a:pt x="16186" y="13036"/>
                </a:lnTo>
                <a:lnTo>
                  <a:pt x="18209" y="19556"/>
                </a:lnTo>
                <a:lnTo>
                  <a:pt x="18498" y="31892"/>
                </a:lnTo>
                <a:lnTo>
                  <a:pt x="18498" y="67489"/>
                </a:lnTo>
                <a:lnTo>
                  <a:pt x="19063" y="81571"/>
                </a:lnTo>
                <a:lnTo>
                  <a:pt x="23014" y="94514"/>
                </a:lnTo>
                <a:lnTo>
                  <a:pt x="33739" y="103988"/>
                </a:lnTo>
                <a:lnTo>
                  <a:pt x="54623" y="107664"/>
                </a:lnTo>
                <a:lnTo>
                  <a:pt x="64023" y="106389"/>
                </a:lnTo>
                <a:lnTo>
                  <a:pt x="72332" y="102487"/>
                </a:lnTo>
                <a:lnTo>
                  <a:pt x="55854" y="102377"/>
                </a:lnTo>
                <a:lnTo>
                  <a:pt x="44104" y="100449"/>
                </a:lnTo>
                <a:lnTo>
                  <a:pt x="37838" y="95285"/>
                </a:lnTo>
                <a:lnTo>
                  <a:pt x="35339" y="87807"/>
                </a:lnTo>
                <a:lnTo>
                  <a:pt x="34945" y="80075"/>
                </a:lnTo>
                <a:lnTo>
                  <a:pt x="34888" y="0"/>
                </a:lnTo>
                <a:close/>
              </a:path>
              <a:path w="120014" h="107950">
                <a:moveTo>
                  <a:pt x="100966" y="86340"/>
                </a:moveTo>
                <a:lnTo>
                  <a:pt x="85285" y="86340"/>
                </a:lnTo>
                <a:lnTo>
                  <a:pt x="85285" y="107664"/>
                </a:lnTo>
                <a:lnTo>
                  <a:pt x="119470" y="105021"/>
                </a:lnTo>
                <a:lnTo>
                  <a:pt x="119470" y="97618"/>
                </a:lnTo>
                <a:lnTo>
                  <a:pt x="102905" y="97618"/>
                </a:lnTo>
                <a:lnTo>
                  <a:pt x="100966" y="96034"/>
                </a:lnTo>
                <a:lnTo>
                  <a:pt x="100966" y="86340"/>
                </a:lnTo>
                <a:close/>
              </a:path>
              <a:path w="120014" h="107950">
                <a:moveTo>
                  <a:pt x="100966" y="0"/>
                </a:moveTo>
                <a:lnTo>
                  <a:pt x="66076" y="2642"/>
                </a:lnTo>
                <a:lnTo>
                  <a:pt x="66076" y="10041"/>
                </a:lnTo>
                <a:lnTo>
                  <a:pt x="82641" y="10041"/>
                </a:lnTo>
                <a:lnTo>
                  <a:pt x="84582" y="11629"/>
                </a:lnTo>
                <a:lnTo>
                  <a:pt x="84582" y="65549"/>
                </a:lnTo>
                <a:lnTo>
                  <a:pt x="82522" y="80075"/>
                </a:lnTo>
                <a:lnTo>
                  <a:pt x="76695" y="91760"/>
                </a:lnTo>
                <a:lnTo>
                  <a:pt x="67630" y="99546"/>
                </a:lnTo>
                <a:lnTo>
                  <a:pt x="55854" y="102377"/>
                </a:lnTo>
                <a:lnTo>
                  <a:pt x="72450" y="102377"/>
                </a:lnTo>
                <a:lnTo>
                  <a:pt x="79452" y="95842"/>
                </a:lnTo>
                <a:lnTo>
                  <a:pt x="85285" y="86340"/>
                </a:lnTo>
                <a:lnTo>
                  <a:pt x="100966" y="86340"/>
                </a:lnTo>
                <a:lnTo>
                  <a:pt x="100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569224" y="4601936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4" h="109220">
                <a:moveTo>
                  <a:pt x="5463" y="66081"/>
                </a:moveTo>
                <a:lnTo>
                  <a:pt x="0" y="66081"/>
                </a:lnTo>
                <a:lnTo>
                  <a:pt x="0" y="109076"/>
                </a:lnTo>
                <a:lnTo>
                  <a:pt x="3879" y="109076"/>
                </a:lnTo>
                <a:lnTo>
                  <a:pt x="9165" y="103789"/>
                </a:lnTo>
                <a:lnTo>
                  <a:pt x="9165" y="103437"/>
                </a:lnTo>
                <a:lnTo>
                  <a:pt x="13393" y="98854"/>
                </a:lnTo>
                <a:lnTo>
                  <a:pt x="23130" y="98854"/>
                </a:lnTo>
                <a:lnTo>
                  <a:pt x="17181" y="94494"/>
                </a:lnTo>
                <a:lnTo>
                  <a:pt x="10728" y="83866"/>
                </a:lnTo>
                <a:lnTo>
                  <a:pt x="6522" y="70133"/>
                </a:lnTo>
                <a:lnTo>
                  <a:pt x="5815" y="66962"/>
                </a:lnTo>
                <a:lnTo>
                  <a:pt x="5463" y="66081"/>
                </a:lnTo>
                <a:close/>
              </a:path>
              <a:path w="78104" h="109220">
                <a:moveTo>
                  <a:pt x="23130" y="98854"/>
                </a:moveTo>
                <a:lnTo>
                  <a:pt x="13393" y="98854"/>
                </a:lnTo>
                <a:lnTo>
                  <a:pt x="21161" y="104689"/>
                </a:lnTo>
                <a:lnTo>
                  <a:pt x="28482" y="107732"/>
                </a:lnTo>
                <a:lnTo>
                  <a:pt x="34779" y="108891"/>
                </a:lnTo>
                <a:lnTo>
                  <a:pt x="39471" y="109076"/>
                </a:lnTo>
                <a:lnTo>
                  <a:pt x="56969" y="106331"/>
                </a:lnTo>
                <a:lnTo>
                  <a:pt x="61088" y="103789"/>
                </a:lnTo>
                <a:lnTo>
                  <a:pt x="39471" y="103789"/>
                </a:lnTo>
                <a:lnTo>
                  <a:pt x="26542" y="101355"/>
                </a:lnTo>
                <a:lnTo>
                  <a:pt x="23130" y="98854"/>
                </a:lnTo>
                <a:close/>
              </a:path>
              <a:path w="78104" h="109220">
                <a:moveTo>
                  <a:pt x="51457" y="0"/>
                </a:moveTo>
                <a:lnTo>
                  <a:pt x="38064" y="0"/>
                </a:lnTo>
                <a:lnTo>
                  <a:pt x="19925" y="2687"/>
                </a:lnTo>
                <a:lnTo>
                  <a:pt x="8195" y="9604"/>
                </a:lnTo>
                <a:lnTo>
                  <a:pt x="1883" y="19032"/>
                </a:lnTo>
                <a:lnTo>
                  <a:pt x="0" y="29253"/>
                </a:lnTo>
                <a:lnTo>
                  <a:pt x="0" y="37532"/>
                </a:lnTo>
                <a:lnTo>
                  <a:pt x="41587" y="60443"/>
                </a:lnTo>
                <a:lnTo>
                  <a:pt x="47700" y="61823"/>
                </a:lnTo>
                <a:lnTo>
                  <a:pt x="55993" y="65286"/>
                </a:lnTo>
                <a:lnTo>
                  <a:pt x="63296" y="71789"/>
                </a:lnTo>
                <a:lnTo>
                  <a:pt x="66434" y="82289"/>
                </a:lnTo>
                <a:lnTo>
                  <a:pt x="64824" y="90705"/>
                </a:lnTo>
                <a:lnTo>
                  <a:pt x="59892" y="97534"/>
                </a:lnTo>
                <a:lnTo>
                  <a:pt x="51490" y="102115"/>
                </a:lnTo>
                <a:lnTo>
                  <a:pt x="39471" y="103789"/>
                </a:lnTo>
                <a:lnTo>
                  <a:pt x="61088" y="103789"/>
                </a:lnTo>
                <a:lnTo>
                  <a:pt x="68834" y="99009"/>
                </a:lnTo>
                <a:lnTo>
                  <a:pt x="75577" y="88483"/>
                </a:lnTo>
                <a:lnTo>
                  <a:pt x="77711" y="76123"/>
                </a:lnTo>
                <a:lnTo>
                  <a:pt x="77711" y="63437"/>
                </a:lnTo>
                <a:lnTo>
                  <a:pt x="70661" y="56387"/>
                </a:lnTo>
                <a:lnTo>
                  <a:pt x="67840" y="53392"/>
                </a:lnTo>
                <a:lnTo>
                  <a:pt x="61670" y="48681"/>
                </a:lnTo>
                <a:lnTo>
                  <a:pt x="55067" y="45572"/>
                </a:lnTo>
                <a:lnTo>
                  <a:pt x="48068" y="43555"/>
                </a:lnTo>
                <a:lnTo>
                  <a:pt x="40707" y="42114"/>
                </a:lnTo>
                <a:lnTo>
                  <a:pt x="30486" y="39876"/>
                </a:lnTo>
                <a:lnTo>
                  <a:pt x="21058" y="36498"/>
                </a:lnTo>
                <a:lnTo>
                  <a:pt x="14140" y="31038"/>
                </a:lnTo>
                <a:lnTo>
                  <a:pt x="11452" y="22555"/>
                </a:lnTo>
                <a:lnTo>
                  <a:pt x="12736" y="16252"/>
                </a:lnTo>
                <a:lnTo>
                  <a:pt x="17093" y="10463"/>
                </a:lnTo>
                <a:lnTo>
                  <a:pt x="25283" y="6226"/>
                </a:lnTo>
                <a:lnTo>
                  <a:pt x="38064" y="4583"/>
                </a:lnTo>
                <a:lnTo>
                  <a:pt x="57605" y="4583"/>
                </a:lnTo>
                <a:lnTo>
                  <a:pt x="51457" y="0"/>
                </a:lnTo>
                <a:close/>
              </a:path>
              <a:path w="78104" h="109220">
                <a:moveTo>
                  <a:pt x="57605" y="4583"/>
                </a:moveTo>
                <a:lnTo>
                  <a:pt x="38064" y="4583"/>
                </a:lnTo>
                <a:lnTo>
                  <a:pt x="53342" y="8030"/>
                </a:lnTo>
                <a:lnTo>
                  <a:pt x="61566" y="16167"/>
                </a:lnTo>
                <a:lnTo>
                  <a:pt x="65000" y="25693"/>
                </a:lnTo>
                <a:lnTo>
                  <a:pt x="65906" y="33304"/>
                </a:lnTo>
                <a:lnTo>
                  <a:pt x="66081" y="35420"/>
                </a:lnTo>
                <a:lnTo>
                  <a:pt x="71897" y="35420"/>
                </a:lnTo>
                <a:lnTo>
                  <a:pt x="71897" y="6699"/>
                </a:lnTo>
                <a:lnTo>
                  <a:pt x="60443" y="6699"/>
                </a:lnTo>
                <a:lnTo>
                  <a:pt x="57605" y="4583"/>
                </a:lnTo>
                <a:close/>
              </a:path>
              <a:path w="78104" h="109220">
                <a:moveTo>
                  <a:pt x="71897" y="0"/>
                </a:moveTo>
                <a:lnTo>
                  <a:pt x="67490" y="0"/>
                </a:lnTo>
                <a:lnTo>
                  <a:pt x="64494" y="2819"/>
                </a:lnTo>
                <a:lnTo>
                  <a:pt x="63790" y="3698"/>
                </a:lnTo>
                <a:lnTo>
                  <a:pt x="61323" y="5990"/>
                </a:lnTo>
                <a:lnTo>
                  <a:pt x="60443" y="6699"/>
                </a:lnTo>
                <a:lnTo>
                  <a:pt x="71897" y="6699"/>
                </a:lnTo>
                <a:lnTo>
                  <a:pt x="71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659270" y="4562288"/>
            <a:ext cx="74930" cy="149225"/>
          </a:xfrm>
          <a:custGeom>
            <a:avLst/>
            <a:gdLst/>
            <a:ahLst/>
            <a:cxnLst/>
            <a:rect l="l" t="t" r="r" b="b"/>
            <a:pathLst>
              <a:path w="74929" h="149225">
                <a:moveTo>
                  <a:pt x="36669" y="51102"/>
                </a:moveTo>
                <a:lnTo>
                  <a:pt x="20262" y="51102"/>
                </a:lnTo>
                <a:lnTo>
                  <a:pt x="20372" y="117182"/>
                </a:lnTo>
                <a:lnTo>
                  <a:pt x="23842" y="134004"/>
                </a:lnTo>
                <a:lnTo>
                  <a:pt x="32362" y="143658"/>
                </a:lnTo>
                <a:lnTo>
                  <a:pt x="42498" y="147826"/>
                </a:lnTo>
                <a:lnTo>
                  <a:pt x="50924" y="148724"/>
                </a:lnTo>
                <a:lnTo>
                  <a:pt x="61650" y="145844"/>
                </a:lnTo>
                <a:lnTo>
                  <a:pt x="64679" y="142734"/>
                </a:lnTo>
                <a:lnTo>
                  <a:pt x="52504" y="142734"/>
                </a:lnTo>
                <a:lnTo>
                  <a:pt x="43350" y="139311"/>
                </a:lnTo>
                <a:lnTo>
                  <a:pt x="38649" y="131477"/>
                </a:lnTo>
                <a:lnTo>
                  <a:pt x="36917" y="122884"/>
                </a:lnTo>
                <a:lnTo>
                  <a:pt x="36669" y="117182"/>
                </a:lnTo>
                <a:lnTo>
                  <a:pt x="36669" y="51102"/>
                </a:lnTo>
                <a:close/>
              </a:path>
              <a:path w="74929" h="149225">
                <a:moveTo>
                  <a:pt x="74381" y="103085"/>
                </a:moveTo>
                <a:lnTo>
                  <a:pt x="68381" y="103085"/>
                </a:lnTo>
                <a:lnTo>
                  <a:pt x="68268" y="117182"/>
                </a:lnTo>
                <a:lnTo>
                  <a:pt x="67144" y="127717"/>
                </a:lnTo>
                <a:lnTo>
                  <a:pt x="63758" y="136038"/>
                </a:lnTo>
                <a:lnTo>
                  <a:pt x="58714" y="141054"/>
                </a:lnTo>
                <a:lnTo>
                  <a:pt x="52504" y="142734"/>
                </a:lnTo>
                <a:lnTo>
                  <a:pt x="64679" y="142734"/>
                </a:lnTo>
                <a:lnTo>
                  <a:pt x="68928" y="138371"/>
                </a:lnTo>
                <a:lnTo>
                  <a:pt x="73069" y="128056"/>
                </a:lnTo>
                <a:lnTo>
                  <a:pt x="74320" y="117182"/>
                </a:lnTo>
                <a:lnTo>
                  <a:pt x="74381" y="103085"/>
                </a:lnTo>
                <a:close/>
              </a:path>
              <a:path w="74929" h="149225">
                <a:moveTo>
                  <a:pt x="36669" y="0"/>
                </a:moveTo>
                <a:lnTo>
                  <a:pt x="30670" y="0"/>
                </a:lnTo>
                <a:lnTo>
                  <a:pt x="29072" y="15212"/>
                </a:lnTo>
                <a:lnTo>
                  <a:pt x="23990" y="29846"/>
                </a:lnTo>
                <a:lnTo>
                  <a:pt x="14580" y="41010"/>
                </a:lnTo>
                <a:lnTo>
                  <a:pt x="0" y="45813"/>
                </a:lnTo>
                <a:lnTo>
                  <a:pt x="0" y="51102"/>
                </a:lnTo>
                <a:lnTo>
                  <a:pt x="70683" y="51102"/>
                </a:lnTo>
                <a:lnTo>
                  <a:pt x="70683" y="43703"/>
                </a:lnTo>
                <a:lnTo>
                  <a:pt x="36669" y="43703"/>
                </a:lnTo>
                <a:lnTo>
                  <a:pt x="366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754087" y="4601936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305" y="0"/>
                </a:moveTo>
                <a:lnTo>
                  <a:pt x="30011" y="4289"/>
                </a:lnTo>
                <a:lnTo>
                  <a:pt x="14350" y="15947"/>
                </a:lnTo>
                <a:lnTo>
                  <a:pt x="3840" y="33155"/>
                </a:lnTo>
                <a:lnTo>
                  <a:pt x="0" y="54095"/>
                </a:lnTo>
                <a:lnTo>
                  <a:pt x="4331" y="76143"/>
                </a:lnTo>
                <a:lnTo>
                  <a:pt x="15912" y="93548"/>
                </a:lnTo>
                <a:lnTo>
                  <a:pt x="32618" y="104971"/>
                </a:lnTo>
                <a:lnTo>
                  <a:pt x="52327" y="109076"/>
                </a:lnTo>
                <a:lnTo>
                  <a:pt x="70703" y="104877"/>
                </a:lnTo>
                <a:lnTo>
                  <a:pt x="73002" y="103085"/>
                </a:lnTo>
                <a:lnTo>
                  <a:pt x="53727" y="103085"/>
                </a:lnTo>
                <a:lnTo>
                  <a:pt x="45223" y="101846"/>
                </a:lnTo>
                <a:lnTo>
                  <a:pt x="20592" y="68304"/>
                </a:lnTo>
                <a:lnTo>
                  <a:pt x="19712" y="51628"/>
                </a:lnTo>
                <a:lnTo>
                  <a:pt x="91981" y="51628"/>
                </a:lnTo>
                <a:lnTo>
                  <a:pt x="91981" y="46522"/>
                </a:lnTo>
                <a:lnTo>
                  <a:pt x="19894" y="46522"/>
                </a:lnTo>
                <a:lnTo>
                  <a:pt x="23969" y="25136"/>
                </a:lnTo>
                <a:lnTo>
                  <a:pt x="32163" y="12621"/>
                </a:lnTo>
                <a:lnTo>
                  <a:pt x="41576" y="6748"/>
                </a:lnTo>
                <a:lnTo>
                  <a:pt x="49305" y="5287"/>
                </a:lnTo>
                <a:lnTo>
                  <a:pt x="70214" y="5287"/>
                </a:lnTo>
                <a:lnTo>
                  <a:pt x="68552" y="3972"/>
                </a:lnTo>
                <a:lnTo>
                  <a:pt x="49305" y="0"/>
                </a:lnTo>
                <a:close/>
              </a:path>
              <a:path w="92075" h="109220">
                <a:moveTo>
                  <a:pt x="90040" y="75243"/>
                </a:moveTo>
                <a:lnTo>
                  <a:pt x="86702" y="75243"/>
                </a:lnTo>
                <a:lnTo>
                  <a:pt x="86160" y="76827"/>
                </a:lnTo>
                <a:lnTo>
                  <a:pt x="85799" y="78591"/>
                </a:lnTo>
                <a:lnTo>
                  <a:pt x="77610" y="92752"/>
                </a:lnTo>
                <a:lnTo>
                  <a:pt x="67513" y="100024"/>
                </a:lnTo>
                <a:lnTo>
                  <a:pt x="58541" y="102703"/>
                </a:lnTo>
                <a:lnTo>
                  <a:pt x="53727" y="103085"/>
                </a:lnTo>
                <a:lnTo>
                  <a:pt x="73002" y="103085"/>
                </a:lnTo>
                <a:lnTo>
                  <a:pt x="82981" y="95309"/>
                </a:lnTo>
                <a:lnTo>
                  <a:pt x="89845" y="84915"/>
                </a:lnTo>
                <a:lnTo>
                  <a:pt x="91868" y="78591"/>
                </a:lnTo>
                <a:lnTo>
                  <a:pt x="91981" y="75772"/>
                </a:lnTo>
                <a:lnTo>
                  <a:pt x="90040" y="75243"/>
                </a:lnTo>
                <a:close/>
              </a:path>
              <a:path w="92075" h="109220">
                <a:moveTo>
                  <a:pt x="70214" y="5287"/>
                </a:moveTo>
                <a:lnTo>
                  <a:pt x="49305" y="5287"/>
                </a:lnTo>
                <a:lnTo>
                  <a:pt x="63854" y="10440"/>
                </a:lnTo>
                <a:lnTo>
                  <a:pt x="71979" y="22467"/>
                </a:lnTo>
                <a:lnTo>
                  <a:pt x="75512" y="36212"/>
                </a:lnTo>
                <a:lnTo>
                  <a:pt x="76282" y="46522"/>
                </a:lnTo>
                <a:lnTo>
                  <a:pt x="91981" y="46522"/>
                </a:lnTo>
                <a:lnTo>
                  <a:pt x="89506" y="29364"/>
                </a:lnTo>
                <a:lnTo>
                  <a:pt x="81824" y="14471"/>
                </a:lnTo>
                <a:lnTo>
                  <a:pt x="70214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859285" y="460334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45" y="97618"/>
                </a:moveTo>
                <a:lnTo>
                  <a:pt x="0" y="97618"/>
                </a:lnTo>
                <a:lnTo>
                  <a:pt x="0" y="105021"/>
                </a:lnTo>
                <a:lnTo>
                  <a:pt x="21371" y="104401"/>
                </a:lnTo>
                <a:lnTo>
                  <a:pt x="27110" y="104316"/>
                </a:lnTo>
                <a:lnTo>
                  <a:pt x="57245" y="104316"/>
                </a:lnTo>
                <a:lnTo>
                  <a:pt x="57245" y="97618"/>
                </a:lnTo>
                <a:close/>
              </a:path>
              <a:path w="80010" h="105410">
                <a:moveTo>
                  <a:pt x="57245" y="104316"/>
                </a:moveTo>
                <a:lnTo>
                  <a:pt x="27110" y="104316"/>
                </a:lnTo>
                <a:lnTo>
                  <a:pt x="42177" y="104404"/>
                </a:lnTo>
                <a:lnTo>
                  <a:pt x="49859" y="104613"/>
                </a:lnTo>
                <a:lnTo>
                  <a:pt x="57245" y="105021"/>
                </a:lnTo>
                <a:lnTo>
                  <a:pt x="57245" y="104316"/>
                </a:lnTo>
                <a:close/>
              </a:path>
              <a:path w="80010" h="105410">
                <a:moveTo>
                  <a:pt x="32931" y="0"/>
                </a:moveTo>
                <a:lnTo>
                  <a:pt x="70" y="2637"/>
                </a:lnTo>
                <a:lnTo>
                  <a:pt x="0" y="10041"/>
                </a:lnTo>
                <a:lnTo>
                  <a:pt x="16555" y="10041"/>
                </a:lnTo>
                <a:lnTo>
                  <a:pt x="18495" y="11629"/>
                </a:lnTo>
                <a:lnTo>
                  <a:pt x="18495" y="97618"/>
                </a:lnTo>
                <a:lnTo>
                  <a:pt x="34690" y="97618"/>
                </a:lnTo>
                <a:lnTo>
                  <a:pt x="34193" y="95150"/>
                </a:lnTo>
                <a:lnTo>
                  <a:pt x="34193" y="49864"/>
                </a:lnTo>
                <a:lnTo>
                  <a:pt x="36039" y="33012"/>
                </a:lnTo>
                <a:lnTo>
                  <a:pt x="38677" y="26078"/>
                </a:lnTo>
                <a:lnTo>
                  <a:pt x="32931" y="26078"/>
                </a:lnTo>
                <a:lnTo>
                  <a:pt x="32931" y="0"/>
                </a:lnTo>
                <a:close/>
              </a:path>
              <a:path w="80010" h="105410">
                <a:moveTo>
                  <a:pt x="72401" y="0"/>
                </a:moveTo>
                <a:lnTo>
                  <a:pt x="62207" y="0"/>
                </a:lnTo>
                <a:lnTo>
                  <a:pt x="50806" y="2642"/>
                </a:lnTo>
                <a:lnTo>
                  <a:pt x="42341" y="9205"/>
                </a:lnTo>
                <a:lnTo>
                  <a:pt x="36483" y="17690"/>
                </a:lnTo>
                <a:lnTo>
                  <a:pt x="32931" y="26078"/>
                </a:lnTo>
                <a:lnTo>
                  <a:pt x="38677" y="26078"/>
                </a:lnTo>
                <a:lnTo>
                  <a:pt x="41450" y="18787"/>
                </a:lnTo>
                <a:lnTo>
                  <a:pt x="50236" y="8956"/>
                </a:lnTo>
                <a:lnTo>
                  <a:pt x="62207" y="5287"/>
                </a:lnTo>
                <a:lnTo>
                  <a:pt x="78096" y="5287"/>
                </a:lnTo>
                <a:lnTo>
                  <a:pt x="72401" y="0"/>
                </a:lnTo>
                <a:close/>
              </a:path>
              <a:path w="80010" h="105410">
                <a:moveTo>
                  <a:pt x="78096" y="5287"/>
                </a:moveTo>
                <a:lnTo>
                  <a:pt x="64462" y="5287"/>
                </a:lnTo>
                <a:lnTo>
                  <a:pt x="64823" y="5462"/>
                </a:lnTo>
                <a:lnTo>
                  <a:pt x="64147" y="5638"/>
                </a:lnTo>
                <a:lnTo>
                  <a:pt x="59364" y="8633"/>
                </a:lnTo>
                <a:lnTo>
                  <a:pt x="59364" y="21318"/>
                </a:lnTo>
                <a:lnTo>
                  <a:pt x="64462" y="25022"/>
                </a:lnTo>
                <a:lnTo>
                  <a:pt x="73800" y="25022"/>
                </a:lnTo>
                <a:lnTo>
                  <a:pt x="79800" y="22023"/>
                </a:lnTo>
                <a:lnTo>
                  <a:pt x="79800" y="6869"/>
                </a:lnTo>
                <a:lnTo>
                  <a:pt x="78096" y="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032329" y="4543432"/>
            <a:ext cx="928823" cy="1675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89812" y="4902205"/>
            <a:ext cx="113664" cy="158750"/>
          </a:xfrm>
          <a:custGeom>
            <a:avLst/>
            <a:gdLst/>
            <a:ahLst/>
            <a:cxnLst/>
            <a:rect l="l" t="t" r="r" b="b"/>
            <a:pathLst>
              <a:path w="113665" h="158750">
                <a:moveTo>
                  <a:pt x="71542" y="0"/>
                </a:moveTo>
                <a:lnTo>
                  <a:pt x="46685" y="4129"/>
                </a:lnTo>
                <a:lnTo>
                  <a:pt x="23612" y="17708"/>
                </a:lnTo>
                <a:lnTo>
                  <a:pt x="6619" y="42520"/>
                </a:lnTo>
                <a:lnTo>
                  <a:pt x="0" y="80350"/>
                </a:lnTo>
                <a:lnTo>
                  <a:pt x="481" y="94379"/>
                </a:lnTo>
                <a:lnTo>
                  <a:pt x="11806" y="134447"/>
                </a:lnTo>
                <a:lnTo>
                  <a:pt x="45135" y="157073"/>
                </a:lnTo>
                <a:lnTo>
                  <a:pt x="57797" y="158238"/>
                </a:lnTo>
                <a:lnTo>
                  <a:pt x="80427" y="154686"/>
                </a:lnTo>
                <a:lnTo>
                  <a:pt x="91982" y="148015"/>
                </a:lnTo>
                <a:lnTo>
                  <a:pt x="44934" y="148015"/>
                </a:lnTo>
                <a:lnTo>
                  <a:pt x="38414" y="138677"/>
                </a:lnTo>
                <a:lnTo>
                  <a:pt x="32775" y="105724"/>
                </a:lnTo>
                <a:lnTo>
                  <a:pt x="34989" y="86775"/>
                </a:lnTo>
                <a:lnTo>
                  <a:pt x="40726" y="74359"/>
                </a:lnTo>
                <a:lnTo>
                  <a:pt x="32247" y="74359"/>
                </a:lnTo>
                <a:lnTo>
                  <a:pt x="37227" y="32955"/>
                </a:lnTo>
                <a:lnTo>
                  <a:pt x="72071" y="9161"/>
                </a:lnTo>
                <a:lnTo>
                  <a:pt x="98362" y="9161"/>
                </a:lnTo>
                <a:lnTo>
                  <a:pt x="87679" y="2568"/>
                </a:lnTo>
                <a:lnTo>
                  <a:pt x="71542" y="0"/>
                </a:lnTo>
                <a:close/>
              </a:path>
              <a:path w="113665" h="158750">
                <a:moveTo>
                  <a:pt x="90575" y="64846"/>
                </a:moveTo>
                <a:lnTo>
                  <a:pt x="58679" y="64846"/>
                </a:lnTo>
                <a:lnTo>
                  <a:pt x="71718" y="67998"/>
                </a:lnTo>
                <a:lnTo>
                  <a:pt x="78415" y="76717"/>
                </a:lnTo>
                <a:lnTo>
                  <a:pt x="80881" y="89896"/>
                </a:lnTo>
                <a:lnTo>
                  <a:pt x="81219" y="105724"/>
                </a:lnTo>
                <a:lnTo>
                  <a:pt x="81130" y="111015"/>
                </a:lnTo>
                <a:lnTo>
                  <a:pt x="80859" y="123037"/>
                </a:lnTo>
                <a:lnTo>
                  <a:pt x="78238" y="136210"/>
                </a:lnTo>
                <a:lnTo>
                  <a:pt x="71124" y="144888"/>
                </a:lnTo>
                <a:lnTo>
                  <a:pt x="57269" y="148015"/>
                </a:lnTo>
                <a:lnTo>
                  <a:pt x="91982" y="148015"/>
                </a:lnTo>
                <a:lnTo>
                  <a:pt x="98084" y="144493"/>
                </a:lnTo>
                <a:lnTo>
                  <a:pt x="109563" y="128353"/>
                </a:lnTo>
                <a:lnTo>
                  <a:pt x="113657" y="106961"/>
                </a:lnTo>
                <a:lnTo>
                  <a:pt x="109436" y="84981"/>
                </a:lnTo>
                <a:lnTo>
                  <a:pt x="97996" y="69097"/>
                </a:lnTo>
                <a:lnTo>
                  <a:pt x="90575" y="64846"/>
                </a:lnTo>
                <a:close/>
              </a:path>
              <a:path w="113665" h="158750">
                <a:moveTo>
                  <a:pt x="60793" y="56212"/>
                </a:moveTo>
                <a:lnTo>
                  <a:pt x="55589" y="56496"/>
                </a:lnTo>
                <a:lnTo>
                  <a:pt x="48370" y="58481"/>
                </a:lnTo>
                <a:lnTo>
                  <a:pt x="40226" y="63868"/>
                </a:lnTo>
                <a:lnTo>
                  <a:pt x="32247" y="74359"/>
                </a:lnTo>
                <a:lnTo>
                  <a:pt x="40726" y="74359"/>
                </a:lnTo>
                <a:lnTo>
                  <a:pt x="40837" y="74118"/>
                </a:lnTo>
                <a:lnTo>
                  <a:pt x="49130" y="67046"/>
                </a:lnTo>
                <a:lnTo>
                  <a:pt x="58679" y="64846"/>
                </a:lnTo>
                <a:lnTo>
                  <a:pt x="90575" y="64846"/>
                </a:lnTo>
                <a:lnTo>
                  <a:pt x="81170" y="59458"/>
                </a:lnTo>
                <a:lnTo>
                  <a:pt x="60793" y="56212"/>
                </a:lnTo>
                <a:close/>
              </a:path>
              <a:path w="113665" h="158750">
                <a:moveTo>
                  <a:pt x="98362" y="9161"/>
                </a:moveTo>
                <a:lnTo>
                  <a:pt x="76300" y="9161"/>
                </a:lnTo>
                <a:lnTo>
                  <a:pt x="84406" y="9865"/>
                </a:lnTo>
                <a:lnTo>
                  <a:pt x="89868" y="15327"/>
                </a:lnTo>
                <a:lnTo>
                  <a:pt x="81234" y="16564"/>
                </a:lnTo>
                <a:lnTo>
                  <a:pt x="77005" y="22906"/>
                </a:lnTo>
                <a:lnTo>
                  <a:pt x="77005" y="38234"/>
                </a:lnTo>
                <a:lnTo>
                  <a:pt x="82467" y="44933"/>
                </a:lnTo>
                <a:lnTo>
                  <a:pt x="100970" y="44933"/>
                </a:lnTo>
                <a:lnTo>
                  <a:pt x="106785" y="38587"/>
                </a:lnTo>
                <a:lnTo>
                  <a:pt x="106785" y="29601"/>
                </a:lnTo>
                <a:lnTo>
                  <a:pt x="104821" y="18806"/>
                </a:lnTo>
                <a:lnTo>
                  <a:pt x="98613" y="9316"/>
                </a:lnTo>
                <a:lnTo>
                  <a:pt x="98362" y="9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829816" y="4890218"/>
            <a:ext cx="1207057" cy="2137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512296" y="4887576"/>
            <a:ext cx="1167761" cy="17286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200415" y="4895505"/>
            <a:ext cx="166370" cy="167640"/>
          </a:xfrm>
          <a:custGeom>
            <a:avLst/>
            <a:gdLst/>
            <a:ahLst/>
            <a:cxnLst/>
            <a:rect l="l" t="t" r="r" b="b"/>
            <a:pathLst>
              <a:path w="166370" h="167639">
                <a:moveTo>
                  <a:pt x="100385" y="83701"/>
                </a:moveTo>
                <a:lnTo>
                  <a:pt x="86164" y="83701"/>
                </a:lnTo>
                <a:lnTo>
                  <a:pt x="94447" y="91633"/>
                </a:lnTo>
                <a:lnTo>
                  <a:pt x="99642" y="98028"/>
                </a:lnTo>
                <a:lnTo>
                  <a:pt x="102310" y="104869"/>
                </a:lnTo>
                <a:lnTo>
                  <a:pt x="103293" y="113065"/>
                </a:lnTo>
                <a:lnTo>
                  <a:pt x="103585" y="134119"/>
                </a:lnTo>
                <a:lnTo>
                  <a:pt x="104645" y="142976"/>
                </a:lnTo>
                <a:lnTo>
                  <a:pt x="136815" y="167225"/>
                </a:lnTo>
                <a:lnTo>
                  <a:pt x="143080" y="167581"/>
                </a:lnTo>
                <a:lnTo>
                  <a:pt x="154513" y="164420"/>
                </a:lnTo>
                <a:lnTo>
                  <a:pt x="156491" y="162294"/>
                </a:lnTo>
                <a:lnTo>
                  <a:pt x="144141" y="162294"/>
                </a:lnTo>
                <a:lnTo>
                  <a:pt x="137062" y="160050"/>
                </a:lnTo>
                <a:lnTo>
                  <a:pt x="132576" y="153462"/>
                </a:lnTo>
                <a:lnTo>
                  <a:pt x="129644" y="142743"/>
                </a:lnTo>
                <a:lnTo>
                  <a:pt x="127224" y="128108"/>
                </a:lnTo>
                <a:lnTo>
                  <a:pt x="124228" y="109077"/>
                </a:lnTo>
                <a:lnTo>
                  <a:pt x="119660" y="99006"/>
                </a:lnTo>
                <a:lnTo>
                  <a:pt x="112927" y="91280"/>
                </a:lnTo>
                <a:lnTo>
                  <a:pt x="104576" y="85536"/>
                </a:lnTo>
                <a:lnTo>
                  <a:pt x="100385" y="83701"/>
                </a:lnTo>
                <a:close/>
              </a:path>
              <a:path w="166370" h="167639">
                <a:moveTo>
                  <a:pt x="69424" y="154891"/>
                </a:moveTo>
                <a:lnTo>
                  <a:pt x="0" y="154891"/>
                </a:lnTo>
                <a:lnTo>
                  <a:pt x="0" y="162294"/>
                </a:lnTo>
                <a:lnTo>
                  <a:pt x="7777" y="161887"/>
                </a:lnTo>
                <a:lnTo>
                  <a:pt x="17157" y="161677"/>
                </a:lnTo>
                <a:lnTo>
                  <a:pt x="69424" y="161600"/>
                </a:lnTo>
                <a:lnTo>
                  <a:pt x="69424" y="154891"/>
                </a:lnTo>
                <a:close/>
              </a:path>
              <a:path w="166370" h="167639">
                <a:moveTo>
                  <a:pt x="69424" y="161600"/>
                </a:moveTo>
                <a:lnTo>
                  <a:pt x="42886" y="161600"/>
                </a:lnTo>
                <a:lnTo>
                  <a:pt x="52398" y="161677"/>
                </a:lnTo>
                <a:lnTo>
                  <a:pt x="61745" y="161887"/>
                </a:lnTo>
                <a:lnTo>
                  <a:pt x="69424" y="162294"/>
                </a:lnTo>
                <a:lnTo>
                  <a:pt x="69424" y="161600"/>
                </a:lnTo>
                <a:close/>
              </a:path>
              <a:path w="166370" h="167639">
                <a:moveTo>
                  <a:pt x="165812" y="137271"/>
                </a:moveTo>
                <a:lnTo>
                  <a:pt x="159997" y="137271"/>
                </a:lnTo>
                <a:lnTo>
                  <a:pt x="159997" y="139562"/>
                </a:lnTo>
                <a:lnTo>
                  <a:pt x="159821" y="141146"/>
                </a:lnTo>
                <a:lnTo>
                  <a:pt x="157620" y="151587"/>
                </a:lnTo>
                <a:lnTo>
                  <a:pt x="153699" y="158064"/>
                </a:lnTo>
                <a:lnTo>
                  <a:pt x="148920" y="161369"/>
                </a:lnTo>
                <a:lnTo>
                  <a:pt x="144141" y="162294"/>
                </a:lnTo>
                <a:lnTo>
                  <a:pt x="156491" y="162294"/>
                </a:lnTo>
                <a:lnTo>
                  <a:pt x="161451" y="156963"/>
                </a:lnTo>
                <a:lnTo>
                  <a:pt x="164887" y="148251"/>
                </a:lnTo>
                <a:lnTo>
                  <a:pt x="165812" y="141321"/>
                </a:lnTo>
                <a:lnTo>
                  <a:pt x="165812" y="137271"/>
                </a:lnTo>
                <a:close/>
              </a:path>
              <a:path w="166370" h="167639">
                <a:moveTo>
                  <a:pt x="52683" y="7402"/>
                </a:moveTo>
                <a:lnTo>
                  <a:pt x="24138" y="7402"/>
                </a:lnTo>
                <a:lnTo>
                  <a:pt x="24489" y="10045"/>
                </a:lnTo>
                <a:lnTo>
                  <a:pt x="24489" y="152247"/>
                </a:lnTo>
                <a:lnTo>
                  <a:pt x="24138" y="154891"/>
                </a:lnTo>
                <a:lnTo>
                  <a:pt x="45462" y="154891"/>
                </a:lnTo>
                <a:lnTo>
                  <a:pt x="44928" y="152247"/>
                </a:lnTo>
                <a:lnTo>
                  <a:pt x="44928" y="83701"/>
                </a:lnTo>
                <a:lnTo>
                  <a:pt x="100385" y="83701"/>
                </a:lnTo>
                <a:lnTo>
                  <a:pt x="95150" y="81410"/>
                </a:lnTo>
                <a:lnTo>
                  <a:pt x="103528" y="78414"/>
                </a:lnTo>
                <a:lnTo>
                  <a:pt x="44928" y="78414"/>
                </a:lnTo>
                <a:lnTo>
                  <a:pt x="44928" y="8458"/>
                </a:lnTo>
                <a:lnTo>
                  <a:pt x="52683" y="7402"/>
                </a:lnTo>
                <a:close/>
              </a:path>
              <a:path w="166370" h="167639">
                <a:moveTo>
                  <a:pt x="74711" y="0"/>
                </a:moveTo>
                <a:lnTo>
                  <a:pt x="0" y="0"/>
                </a:lnTo>
                <a:lnTo>
                  <a:pt x="0" y="7402"/>
                </a:lnTo>
                <a:lnTo>
                  <a:pt x="64314" y="7402"/>
                </a:lnTo>
                <a:lnTo>
                  <a:pt x="80798" y="8079"/>
                </a:lnTo>
                <a:lnTo>
                  <a:pt x="96275" y="12159"/>
                </a:lnTo>
                <a:lnTo>
                  <a:pt x="107753" y="22714"/>
                </a:lnTo>
                <a:lnTo>
                  <a:pt x="112243" y="42819"/>
                </a:lnTo>
                <a:lnTo>
                  <a:pt x="110812" y="55294"/>
                </a:lnTo>
                <a:lnTo>
                  <a:pt x="105019" y="66762"/>
                </a:lnTo>
                <a:lnTo>
                  <a:pt x="92619" y="75157"/>
                </a:lnTo>
                <a:lnTo>
                  <a:pt x="71365" y="78414"/>
                </a:lnTo>
                <a:lnTo>
                  <a:pt x="103528" y="78414"/>
                </a:lnTo>
                <a:lnTo>
                  <a:pt x="111387" y="75604"/>
                </a:lnTo>
                <a:lnTo>
                  <a:pt x="124600" y="66939"/>
                </a:lnTo>
                <a:lnTo>
                  <a:pt x="133486" y="55862"/>
                </a:lnTo>
                <a:lnTo>
                  <a:pt x="136738" y="42819"/>
                </a:lnTo>
                <a:lnTo>
                  <a:pt x="131952" y="26464"/>
                </a:lnTo>
                <a:lnTo>
                  <a:pt x="118808" y="12819"/>
                </a:lnTo>
                <a:lnTo>
                  <a:pt x="99121" y="3469"/>
                </a:lnTo>
                <a:lnTo>
                  <a:pt x="7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373454" y="4951365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513" y="0"/>
                </a:moveTo>
                <a:lnTo>
                  <a:pt x="30181" y="4289"/>
                </a:lnTo>
                <a:lnTo>
                  <a:pt x="14449" y="15948"/>
                </a:lnTo>
                <a:lnTo>
                  <a:pt x="3871" y="33156"/>
                </a:lnTo>
                <a:lnTo>
                  <a:pt x="0" y="54096"/>
                </a:lnTo>
                <a:lnTo>
                  <a:pt x="4336" y="76144"/>
                </a:lnTo>
                <a:lnTo>
                  <a:pt x="15925" y="93549"/>
                </a:lnTo>
                <a:lnTo>
                  <a:pt x="32634" y="104972"/>
                </a:lnTo>
                <a:lnTo>
                  <a:pt x="52332" y="109077"/>
                </a:lnTo>
                <a:lnTo>
                  <a:pt x="70795" y="104878"/>
                </a:lnTo>
                <a:lnTo>
                  <a:pt x="73092" y="103087"/>
                </a:lnTo>
                <a:lnTo>
                  <a:pt x="53745" y="103087"/>
                </a:lnTo>
                <a:lnTo>
                  <a:pt x="45347" y="101847"/>
                </a:lnTo>
                <a:lnTo>
                  <a:pt x="20638" y="68282"/>
                </a:lnTo>
                <a:lnTo>
                  <a:pt x="19735" y="51454"/>
                </a:lnTo>
                <a:lnTo>
                  <a:pt x="91984" y="51454"/>
                </a:lnTo>
                <a:lnTo>
                  <a:pt x="91984" y="46522"/>
                </a:lnTo>
                <a:lnTo>
                  <a:pt x="20087" y="46522"/>
                </a:lnTo>
                <a:lnTo>
                  <a:pt x="24141" y="25109"/>
                </a:lnTo>
                <a:lnTo>
                  <a:pt x="32292" y="12534"/>
                </a:lnTo>
                <a:lnTo>
                  <a:pt x="41696" y="6601"/>
                </a:lnTo>
                <a:lnTo>
                  <a:pt x="49513" y="5111"/>
                </a:lnTo>
                <a:lnTo>
                  <a:pt x="70145" y="5111"/>
                </a:lnTo>
                <a:lnTo>
                  <a:pt x="68713" y="3973"/>
                </a:lnTo>
                <a:lnTo>
                  <a:pt x="49513" y="0"/>
                </a:lnTo>
                <a:close/>
              </a:path>
              <a:path w="92075" h="109220">
                <a:moveTo>
                  <a:pt x="90220" y="75244"/>
                </a:moveTo>
                <a:lnTo>
                  <a:pt x="86874" y="75244"/>
                </a:lnTo>
                <a:lnTo>
                  <a:pt x="86346" y="76652"/>
                </a:lnTo>
                <a:lnTo>
                  <a:pt x="85813" y="78591"/>
                </a:lnTo>
                <a:lnTo>
                  <a:pt x="77655" y="92753"/>
                </a:lnTo>
                <a:lnTo>
                  <a:pt x="67598" y="100025"/>
                </a:lnTo>
                <a:lnTo>
                  <a:pt x="58632" y="102704"/>
                </a:lnTo>
                <a:lnTo>
                  <a:pt x="53745" y="103087"/>
                </a:lnTo>
                <a:lnTo>
                  <a:pt x="73092" y="103087"/>
                </a:lnTo>
                <a:lnTo>
                  <a:pt x="83063" y="95310"/>
                </a:lnTo>
                <a:lnTo>
                  <a:pt x="89878" y="84916"/>
                </a:lnTo>
                <a:lnTo>
                  <a:pt x="91874" y="78591"/>
                </a:lnTo>
                <a:lnTo>
                  <a:pt x="91984" y="75773"/>
                </a:lnTo>
                <a:lnTo>
                  <a:pt x="90220" y="75244"/>
                </a:lnTo>
                <a:close/>
              </a:path>
              <a:path w="92075" h="109220">
                <a:moveTo>
                  <a:pt x="70145" y="5111"/>
                </a:moveTo>
                <a:lnTo>
                  <a:pt x="49513" y="5111"/>
                </a:lnTo>
                <a:lnTo>
                  <a:pt x="64033" y="10293"/>
                </a:lnTo>
                <a:lnTo>
                  <a:pt x="72092" y="22380"/>
                </a:lnTo>
                <a:lnTo>
                  <a:pt x="75559" y="36185"/>
                </a:lnTo>
                <a:lnTo>
                  <a:pt x="76300" y="46522"/>
                </a:lnTo>
                <a:lnTo>
                  <a:pt x="91984" y="46522"/>
                </a:lnTo>
                <a:lnTo>
                  <a:pt x="89536" y="29365"/>
                </a:lnTo>
                <a:lnTo>
                  <a:pt x="81917" y="14471"/>
                </a:lnTo>
                <a:lnTo>
                  <a:pt x="70145" y="5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480416" y="4952777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4" h="105410">
                <a:moveTo>
                  <a:pt x="53392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21086" y="104403"/>
                </a:lnTo>
                <a:lnTo>
                  <a:pt x="26781" y="104317"/>
                </a:lnTo>
                <a:lnTo>
                  <a:pt x="53392" y="104317"/>
                </a:lnTo>
                <a:lnTo>
                  <a:pt x="53392" y="97619"/>
                </a:lnTo>
                <a:close/>
              </a:path>
              <a:path w="120014" h="105410">
                <a:moveTo>
                  <a:pt x="53392" y="104317"/>
                </a:moveTo>
                <a:lnTo>
                  <a:pt x="26781" y="104317"/>
                </a:lnTo>
                <a:lnTo>
                  <a:pt x="32403" y="104403"/>
                </a:lnTo>
                <a:lnTo>
                  <a:pt x="53392" y="105022"/>
                </a:lnTo>
                <a:lnTo>
                  <a:pt x="53392" y="104317"/>
                </a:lnTo>
                <a:close/>
              </a:path>
              <a:path w="120014" h="105410">
                <a:moveTo>
                  <a:pt x="119470" y="97619"/>
                </a:moveTo>
                <a:lnTo>
                  <a:pt x="66076" y="97619"/>
                </a:lnTo>
                <a:lnTo>
                  <a:pt x="66076" y="105022"/>
                </a:lnTo>
                <a:lnTo>
                  <a:pt x="87167" y="104403"/>
                </a:lnTo>
                <a:lnTo>
                  <a:pt x="92863" y="104317"/>
                </a:lnTo>
                <a:lnTo>
                  <a:pt x="119470" y="104317"/>
                </a:lnTo>
                <a:lnTo>
                  <a:pt x="119470" y="97619"/>
                </a:lnTo>
                <a:close/>
              </a:path>
              <a:path w="120014" h="105410">
                <a:moveTo>
                  <a:pt x="119470" y="104317"/>
                </a:moveTo>
                <a:lnTo>
                  <a:pt x="92863" y="104317"/>
                </a:lnTo>
                <a:lnTo>
                  <a:pt x="98482" y="104403"/>
                </a:lnTo>
                <a:lnTo>
                  <a:pt x="119470" y="105022"/>
                </a:lnTo>
                <a:lnTo>
                  <a:pt x="119470" y="104317"/>
                </a:lnTo>
                <a:close/>
              </a:path>
              <a:path w="120014" h="105410">
                <a:moveTo>
                  <a:pt x="33481" y="0"/>
                </a:moveTo>
                <a:lnTo>
                  <a:pt x="0" y="2644"/>
                </a:lnTo>
                <a:lnTo>
                  <a:pt x="0" y="10041"/>
                </a:lnTo>
                <a:lnTo>
                  <a:pt x="16564" y="10041"/>
                </a:lnTo>
                <a:lnTo>
                  <a:pt x="18498" y="11629"/>
                </a:lnTo>
                <a:lnTo>
                  <a:pt x="18498" y="97619"/>
                </a:lnTo>
                <a:lnTo>
                  <a:pt x="34888" y="97619"/>
                </a:lnTo>
                <a:lnTo>
                  <a:pt x="34888" y="43171"/>
                </a:lnTo>
                <a:lnTo>
                  <a:pt x="37768" y="26843"/>
                </a:lnTo>
                <a:lnTo>
                  <a:pt x="38916" y="25019"/>
                </a:lnTo>
                <a:lnTo>
                  <a:pt x="33481" y="25019"/>
                </a:lnTo>
                <a:lnTo>
                  <a:pt x="33481" y="0"/>
                </a:lnTo>
                <a:close/>
              </a:path>
              <a:path w="120014" h="105410">
                <a:moveTo>
                  <a:pt x="89406" y="5283"/>
                </a:moveTo>
                <a:lnTo>
                  <a:pt x="66962" y="5283"/>
                </a:lnTo>
                <a:lnTo>
                  <a:pt x="76033" y="7477"/>
                </a:lnTo>
                <a:lnTo>
                  <a:pt x="81387" y="13323"/>
                </a:lnTo>
                <a:lnTo>
                  <a:pt x="83934" y="21714"/>
                </a:lnTo>
                <a:lnTo>
                  <a:pt x="84581" y="31541"/>
                </a:lnTo>
                <a:lnTo>
                  <a:pt x="84581" y="97619"/>
                </a:lnTo>
                <a:lnTo>
                  <a:pt x="101146" y="97619"/>
                </a:lnTo>
                <a:lnTo>
                  <a:pt x="100970" y="90572"/>
                </a:lnTo>
                <a:lnTo>
                  <a:pt x="100854" y="32003"/>
                </a:lnTo>
                <a:lnTo>
                  <a:pt x="100044" y="22466"/>
                </a:lnTo>
                <a:lnTo>
                  <a:pt x="97847" y="15176"/>
                </a:lnTo>
                <a:lnTo>
                  <a:pt x="93568" y="8811"/>
                </a:lnTo>
                <a:lnTo>
                  <a:pt x="90206" y="5723"/>
                </a:lnTo>
                <a:lnTo>
                  <a:pt x="89406" y="5283"/>
                </a:lnTo>
                <a:close/>
              </a:path>
              <a:path w="120014" h="105410">
                <a:moveTo>
                  <a:pt x="68720" y="0"/>
                </a:moveTo>
                <a:lnTo>
                  <a:pt x="56797" y="1827"/>
                </a:lnTo>
                <a:lnTo>
                  <a:pt x="47070" y="6958"/>
                </a:lnTo>
                <a:lnTo>
                  <a:pt x="39358" y="14865"/>
                </a:lnTo>
                <a:lnTo>
                  <a:pt x="33481" y="25019"/>
                </a:lnTo>
                <a:lnTo>
                  <a:pt x="38916" y="25019"/>
                </a:lnTo>
                <a:lnTo>
                  <a:pt x="45241" y="14975"/>
                </a:lnTo>
                <a:lnTo>
                  <a:pt x="55555" y="7733"/>
                </a:lnTo>
                <a:lnTo>
                  <a:pt x="66962" y="5283"/>
                </a:lnTo>
                <a:lnTo>
                  <a:pt x="89406" y="5283"/>
                </a:lnTo>
                <a:lnTo>
                  <a:pt x="85043" y="2884"/>
                </a:lnTo>
                <a:lnTo>
                  <a:pt x="77931" y="806"/>
                </a:lnTo>
                <a:lnTo>
                  <a:pt x="68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614510" y="495136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3996" y="5111"/>
                </a:moveTo>
                <a:lnTo>
                  <a:pt x="42292" y="5111"/>
                </a:lnTo>
                <a:lnTo>
                  <a:pt x="51137" y="6901"/>
                </a:lnTo>
                <a:lnTo>
                  <a:pt x="59253" y="12424"/>
                </a:lnTo>
                <a:lnTo>
                  <a:pt x="65189" y="21912"/>
                </a:lnTo>
                <a:lnTo>
                  <a:pt x="67490" y="35596"/>
                </a:lnTo>
                <a:lnTo>
                  <a:pt x="67490" y="44406"/>
                </a:lnTo>
                <a:lnTo>
                  <a:pt x="57612" y="45036"/>
                </a:lnTo>
                <a:lnTo>
                  <a:pt x="46610" y="46278"/>
                </a:lnTo>
                <a:lnTo>
                  <a:pt x="5132" y="67535"/>
                </a:lnTo>
                <a:lnTo>
                  <a:pt x="0" y="83879"/>
                </a:lnTo>
                <a:lnTo>
                  <a:pt x="3814" y="95920"/>
                </a:lnTo>
                <a:lnTo>
                  <a:pt x="13328" y="103681"/>
                </a:lnTo>
                <a:lnTo>
                  <a:pt x="25654" y="107842"/>
                </a:lnTo>
                <a:lnTo>
                  <a:pt x="37889" y="109077"/>
                </a:lnTo>
                <a:lnTo>
                  <a:pt x="48733" y="107417"/>
                </a:lnTo>
                <a:lnTo>
                  <a:pt x="55937" y="103790"/>
                </a:lnTo>
                <a:lnTo>
                  <a:pt x="39648" y="103790"/>
                </a:lnTo>
                <a:lnTo>
                  <a:pt x="31383" y="102312"/>
                </a:lnTo>
                <a:lnTo>
                  <a:pt x="24539" y="98174"/>
                </a:lnTo>
                <a:lnTo>
                  <a:pt x="19876" y="91822"/>
                </a:lnTo>
                <a:lnTo>
                  <a:pt x="18153" y="83703"/>
                </a:lnTo>
                <a:lnTo>
                  <a:pt x="20336" y="72956"/>
                </a:lnTo>
                <a:lnTo>
                  <a:pt x="28086" y="62093"/>
                </a:lnTo>
                <a:lnTo>
                  <a:pt x="43203" y="53445"/>
                </a:lnTo>
                <a:lnTo>
                  <a:pt x="67490" y="49342"/>
                </a:lnTo>
                <a:lnTo>
                  <a:pt x="83865" y="49342"/>
                </a:lnTo>
                <a:lnTo>
                  <a:pt x="83764" y="35596"/>
                </a:lnTo>
                <a:lnTo>
                  <a:pt x="67898" y="7062"/>
                </a:lnTo>
                <a:lnTo>
                  <a:pt x="63996" y="5111"/>
                </a:lnTo>
                <a:close/>
              </a:path>
              <a:path w="107314" h="109220">
                <a:moveTo>
                  <a:pt x="83865" y="88458"/>
                </a:moveTo>
                <a:lnTo>
                  <a:pt x="69077" y="88458"/>
                </a:lnTo>
                <a:lnTo>
                  <a:pt x="70777" y="95502"/>
                </a:lnTo>
                <a:lnTo>
                  <a:pt x="74490" y="101719"/>
                </a:lnTo>
                <a:lnTo>
                  <a:pt x="80118" y="106151"/>
                </a:lnTo>
                <a:lnTo>
                  <a:pt x="87568" y="107841"/>
                </a:lnTo>
                <a:lnTo>
                  <a:pt x="92793" y="107018"/>
                </a:lnTo>
                <a:lnTo>
                  <a:pt x="99235" y="103790"/>
                </a:lnTo>
                <a:lnTo>
                  <a:pt x="101961" y="100443"/>
                </a:lnTo>
                <a:lnTo>
                  <a:pt x="84768" y="100443"/>
                </a:lnTo>
                <a:lnTo>
                  <a:pt x="83865" y="89870"/>
                </a:lnTo>
                <a:lnTo>
                  <a:pt x="83865" y="88458"/>
                </a:lnTo>
                <a:close/>
              </a:path>
              <a:path w="107314" h="109220">
                <a:moveTo>
                  <a:pt x="83865" y="49342"/>
                </a:moveTo>
                <a:lnTo>
                  <a:pt x="67490" y="49342"/>
                </a:lnTo>
                <a:lnTo>
                  <a:pt x="67490" y="73129"/>
                </a:lnTo>
                <a:lnTo>
                  <a:pt x="64626" y="87435"/>
                </a:lnTo>
                <a:lnTo>
                  <a:pt x="57534" y="96918"/>
                </a:lnTo>
                <a:lnTo>
                  <a:pt x="48459" y="102171"/>
                </a:lnTo>
                <a:lnTo>
                  <a:pt x="39648" y="103790"/>
                </a:lnTo>
                <a:lnTo>
                  <a:pt x="55937" y="103790"/>
                </a:lnTo>
                <a:lnTo>
                  <a:pt x="57645" y="102930"/>
                </a:lnTo>
                <a:lnTo>
                  <a:pt x="64476" y="96363"/>
                </a:lnTo>
                <a:lnTo>
                  <a:pt x="69077" y="88458"/>
                </a:lnTo>
                <a:lnTo>
                  <a:pt x="83865" y="88458"/>
                </a:lnTo>
                <a:lnTo>
                  <a:pt x="83865" y="49342"/>
                </a:lnTo>
                <a:close/>
              </a:path>
              <a:path w="107314" h="109220">
                <a:moveTo>
                  <a:pt x="107142" y="71898"/>
                </a:moveTo>
                <a:lnTo>
                  <a:pt x="101142" y="71898"/>
                </a:lnTo>
                <a:lnTo>
                  <a:pt x="101142" y="99032"/>
                </a:lnTo>
                <a:lnTo>
                  <a:pt x="95143" y="100443"/>
                </a:lnTo>
                <a:lnTo>
                  <a:pt x="101961" y="100443"/>
                </a:lnTo>
                <a:lnTo>
                  <a:pt x="104803" y="96918"/>
                </a:lnTo>
                <a:lnTo>
                  <a:pt x="107142" y="85286"/>
                </a:lnTo>
                <a:lnTo>
                  <a:pt x="107142" y="71898"/>
                </a:lnTo>
                <a:close/>
              </a:path>
              <a:path w="107314" h="109220">
                <a:moveTo>
                  <a:pt x="42647" y="0"/>
                </a:moveTo>
                <a:lnTo>
                  <a:pt x="6911" y="26653"/>
                </a:lnTo>
                <a:lnTo>
                  <a:pt x="6875" y="34009"/>
                </a:lnTo>
                <a:lnTo>
                  <a:pt x="11634" y="38064"/>
                </a:lnTo>
                <a:lnTo>
                  <a:pt x="24495" y="38064"/>
                </a:lnTo>
                <a:lnTo>
                  <a:pt x="28727" y="33305"/>
                </a:lnTo>
                <a:lnTo>
                  <a:pt x="28727" y="24143"/>
                </a:lnTo>
                <a:lnTo>
                  <a:pt x="27491" y="16389"/>
                </a:lnTo>
                <a:lnTo>
                  <a:pt x="16565" y="16212"/>
                </a:lnTo>
                <a:lnTo>
                  <a:pt x="22172" y="10909"/>
                </a:lnTo>
                <a:lnTo>
                  <a:pt x="28902" y="7490"/>
                </a:lnTo>
                <a:lnTo>
                  <a:pt x="35895" y="5656"/>
                </a:lnTo>
                <a:lnTo>
                  <a:pt x="42292" y="5111"/>
                </a:lnTo>
                <a:lnTo>
                  <a:pt x="63996" y="5111"/>
                </a:lnTo>
                <a:lnTo>
                  <a:pt x="59806" y="3017"/>
                </a:lnTo>
                <a:lnTo>
                  <a:pt x="51285" y="724"/>
                </a:lnTo>
                <a:lnTo>
                  <a:pt x="42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730810" y="4892861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4" h="165100">
                <a:moveTo>
                  <a:pt x="52688" y="157535"/>
                </a:moveTo>
                <a:lnTo>
                  <a:pt x="0" y="157535"/>
                </a:lnTo>
                <a:lnTo>
                  <a:pt x="0" y="164938"/>
                </a:lnTo>
                <a:lnTo>
                  <a:pt x="20787" y="164319"/>
                </a:lnTo>
                <a:lnTo>
                  <a:pt x="26254" y="164233"/>
                </a:lnTo>
                <a:lnTo>
                  <a:pt x="52688" y="164233"/>
                </a:lnTo>
                <a:lnTo>
                  <a:pt x="52688" y="157535"/>
                </a:lnTo>
                <a:close/>
              </a:path>
              <a:path w="52704" h="165100">
                <a:moveTo>
                  <a:pt x="52688" y="164233"/>
                </a:moveTo>
                <a:lnTo>
                  <a:pt x="26254" y="164233"/>
                </a:lnTo>
                <a:lnTo>
                  <a:pt x="31679" y="164319"/>
                </a:lnTo>
                <a:lnTo>
                  <a:pt x="52688" y="164938"/>
                </a:lnTo>
                <a:lnTo>
                  <a:pt x="52688" y="164233"/>
                </a:lnTo>
                <a:close/>
              </a:path>
              <a:path w="52704" h="165100">
                <a:moveTo>
                  <a:pt x="34193" y="0"/>
                </a:moveTo>
                <a:lnTo>
                  <a:pt x="0" y="2644"/>
                </a:lnTo>
                <a:lnTo>
                  <a:pt x="0" y="10046"/>
                </a:lnTo>
                <a:lnTo>
                  <a:pt x="16555" y="10046"/>
                </a:lnTo>
                <a:lnTo>
                  <a:pt x="18495" y="11630"/>
                </a:lnTo>
                <a:lnTo>
                  <a:pt x="18495" y="157535"/>
                </a:lnTo>
                <a:lnTo>
                  <a:pt x="34193" y="157535"/>
                </a:lnTo>
                <a:lnTo>
                  <a:pt x="34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872321" y="4911718"/>
            <a:ext cx="74930" cy="149225"/>
          </a:xfrm>
          <a:custGeom>
            <a:avLst/>
            <a:gdLst/>
            <a:ahLst/>
            <a:cxnLst/>
            <a:rect l="l" t="t" r="r" b="b"/>
            <a:pathLst>
              <a:path w="74929" h="149225">
                <a:moveTo>
                  <a:pt x="36629" y="51100"/>
                </a:moveTo>
                <a:lnTo>
                  <a:pt x="20255" y="51100"/>
                </a:lnTo>
                <a:lnTo>
                  <a:pt x="20364" y="117182"/>
                </a:lnTo>
                <a:lnTo>
                  <a:pt x="23830" y="134004"/>
                </a:lnTo>
                <a:lnTo>
                  <a:pt x="32344" y="143658"/>
                </a:lnTo>
                <a:lnTo>
                  <a:pt x="42482" y="147826"/>
                </a:lnTo>
                <a:lnTo>
                  <a:pt x="50929" y="148724"/>
                </a:lnTo>
                <a:lnTo>
                  <a:pt x="61724" y="145844"/>
                </a:lnTo>
                <a:lnTo>
                  <a:pt x="64744" y="142734"/>
                </a:lnTo>
                <a:lnTo>
                  <a:pt x="52509" y="142734"/>
                </a:lnTo>
                <a:lnTo>
                  <a:pt x="43328" y="139286"/>
                </a:lnTo>
                <a:lnTo>
                  <a:pt x="38614" y="131411"/>
                </a:lnTo>
                <a:lnTo>
                  <a:pt x="36877" y="122810"/>
                </a:lnTo>
                <a:lnTo>
                  <a:pt x="36629" y="117182"/>
                </a:lnTo>
                <a:lnTo>
                  <a:pt x="36629" y="51100"/>
                </a:lnTo>
                <a:close/>
              </a:path>
              <a:path w="74929" h="149225">
                <a:moveTo>
                  <a:pt x="74341" y="103085"/>
                </a:moveTo>
                <a:lnTo>
                  <a:pt x="68522" y="103085"/>
                </a:lnTo>
                <a:lnTo>
                  <a:pt x="68407" y="117182"/>
                </a:lnTo>
                <a:lnTo>
                  <a:pt x="67257" y="127714"/>
                </a:lnTo>
                <a:lnTo>
                  <a:pt x="63814" y="136036"/>
                </a:lnTo>
                <a:lnTo>
                  <a:pt x="58722" y="141053"/>
                </a:lnTo>
                <a:lnTo>
                  <a:pt x="52509" y="142734"/>
                </a:lnTo>
                <a:lnTo>
                  <a:pt x="64744" y="142734"/>
                </a:lnTo>
                <a:lnTo>
                  <a:pt x="68979" y="138371"/>
                </a:lnTo>
                <a:lnTo>
                  <a:pt x="73062" y="128056"/>
                </a:lnTo>
                <a:lnTo>
                  <a:pt x="74282" y="117182"/>
                </a:lnTo>
                <a:lnTo>
                  <a:pt x="74341" y="103085"/>
                </a:lnTo>
                <a:close/>
              </a:path>
              <a:path w="74929" h="149225">
                <a:moveTo>
                  <a:pt x="36629" y="0"/>
                </a:moveTo>
                <a:lnTo>
                  <a:pt x="30629" y="0"/>
                </a:lnTo>
                <a:lnTo>
                  <a:pt x="29054" y="15187"/>
                </a:lnTo>
                <a:lnTo>
                  <a:pt x="23976" y="29780"/>
                </a:lnTo>
                <a:lnTo>
                  <a:pt x="14568" y="40936"/>
                </a:lnTo>
                <a:lnTo>
                  <a:pt x="0" y="45813"/>
                </a:lnTo>
                <a:lnTo>
                  <a:pt x="0" y="51100"/>
                </a:lnTo>
                <a:lnTo>
                  <a:pt x="70643" y="51100"/>
                </a:lnTo>
                <a:lnTo>
                  <a:pt x="70643" y="43703"/>
                </a:lnTo>
                <a:lnTo>
                  <a:pt x="36629" y="43703"/>
                </a:lnTo>
                <a:lnTo>
                  <a:pt x="366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968181" y="4952777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70" y="0"/>
                </a:moveTo>
                <a:lnTo>
                  <a:pt x="0" y="2644"/>
                </a:lnTo>
                <a:lnTo>
                  <a:pt x="0" y="10041"/>
                </a:lnTo>
                <a:lnTo>
                  <a:pt x="10693" y="10482"/>
                </a:lnTo>
                <a:lnTo>
                  <a:pt x="16184" y="13037"/>
                </a:lnTo>
                <a:lnTo>
                  <a:pt x="18207" y="19557"/>
                </a:lnTo>
                <a:lnTo>
                  <a:pt x="18496" y="31893"/>
                </a:lnTo>
                <a:lnTo>
                  <a:pt x="18496" y="67490"/>
                </a:lnTo>
                <a:lnTo>
                  <a:pt x="19060" y="81571"/>
                </a:lnTo>
                <a:lnTo>
                  <a:pt x="23012" y="94514"/>
                </a:lnTo>
                <a:lnTo>
                  <a:pt x="33739" y="103989"/>
                </a:lnTo>
                <a:lnTo>
                  <a:pt x="54629" y="107665"/>
                </a:lnTo>
                <a:lnTo>
                  <a:pt x="64027" y="106387"/>
                </a:lnTo>
                <a:lnTo>
                  <a:pt x="72329" y="102466"/>
                </a:lnTo>
                <a:lnTo>
                  <a:pt x="55846" y="102378"/>
                </a:lnTo>
                <a:lnTo>
                  <a:pt x="44100" y="100451"/>
                </a:lnTo>
                <a:lnTo>
                  <a:pt x="37831" y="95285"/>
                </a:lnTo>
                <a:lnTo>
                  <a:pt x="35325" y="87808"/>
                </a:lnTo>
                <a:lnTo>
                  <a:pt x="34924" y="80001"/>
                </a:lnTo>
                <a:lnTo>
                  <a:pt x="34870" y="0"/>
                </a:lnTo>
                <a:close/>
              </a:path>
              <a:path w="120014" h="107950">
                <a:moveTo>
                  <a:pt x="100957" y="86165"/>
                </a:moveTo>
                <a:lnTo>
                  <a:pt x="85258" y="86165"/>
                </a:lnTo>
                <a:lnTo>
                  <a:pt x="85258" y="107665"/>
                </a:lnTo>
                <a:lnTo>
                  <a:pt x="119452" y="105022"/>
                </a:lnTo>
                <a:lnTo>
                  <a:pt x="119452" y="97619"/>
                </a:lnTo>
                <a:lnTo>
                  <a:pt x="102896" y="97619"/>
                </a:lnTo>
                <a:lnTo>
                  <a:pt x="100957" y="96036"/>
                </a:lnTo>
                <a:lnTo>
                  <a:pt x="100957" y="86165"/>
                </a:lnTo>
                <a:close/>
              </a:path>
              <a:path w="120014" h="107950">
                <a:moveTo>
                  <a:pt x="100957" y="0"/>
                </a:moveTo>
                <a:lnTo>
                  <a:pt x="65906" y="2644"/>
                </a:lnTo>
                <a:lnTo>
                  <a:pt x="65906" y="10041"/>
                </a:lnTo>
                <a:lnTo>
                  <a:pt x="82642" y="10041"/>
                </a:lnTo>
                <a:lnTo>
                  <a:pt x="84583" y="11629"/>
                </a:lnTo>
                <a:lnTo>
                  <a:pt x="84583" y="65549"/>
                </a:lnTo>
                <a:lnTo>
                  <a:pt x="82522" y="80001"/>
                </a:lnTo>
                <a:lnTo>
                  <a:pt x="76694" y="91695"/>
                </a:lnTo>
                <a:lnTo>
                  <a:pt x="67625" y="99523"/>
                </a:lnTo>
                <a:lnTo>
                  <a:pt x="55846" y="102378"/>
                </a:lnTo>
                <a:lnTo>
                  <a:pt x="72422" y="102378"/>
                </a:lnTo>
                <a:lnTo>
                  <a:pt x="79439" y="95769"/>
                </a:lnTo>
                <a:lnTo>
                  <a:pt x="85258" y="86165"/>
                </a:lnTo>
                <a:lnTo>
                  <a:pt x="100957" y="86165"/>
                </a:lnTo>
                <a:lnTo>
                  <a:pt x="100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098912" y="4892861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40083" y="150136"/>
                </a:moveTo>
                <a:lnTo>
                  <a:pt x="32974" y="150136"/>
                </a:lnTo>
                <a:lnTo>
                  <a:pt x="36849" y="155241"/>
                </a:lnTo>
                <a:lnTo>
                  <a:pt x="43265" y="160973"/>
                </a:lnTo>
                <a:lnTo>
                  <a:pt x="52329" y="165648"/>
                </a:lnTo>
                <a:lnTo>
                  <a:pt x="64146" y="167581"/>
                </a:lnTo>
                <a:lnTo>
                  <a:pt x="84301" y="163468"/>
                </a:lnTo>
                <a:lnTo>
                  <a:pt x="86044" y="162294"/>
                </a:lnTo>
                <a:lnTo>
                  <a:pt x="63108" y="162294"/>
                </a:lnTo>
                <a:lnTo>
                  <a:pt x="55546" y="161275"/>
                </a:lnTo>
                <a:lnTo>
                  <a:pt x="48820" y="158373"/>
                </a:lnTo>
                <a:lnTo>
                  <a:pt x="43025" y="153820"/>
                </a:lnTo>
                <a:lnTo>
                  <a:pt x="40083" y="150136"/>
                </a:lnTo>
                <a:close/>
              </a:path>
              <a:path w="117475" h="167639">
                <a:moveTo>
                  <a:pt x="34193" y="0"/>
                </a:moveTo>
                <a:lnTo>
                  <a:pt x="0" y="2644"/>
                </a:lnTo>
                <a:lnTo>
                  <a:pt x="0" y="10046"/>
                </a:lnTo>
                <a:lnTo>
                  <a:pt x="16554" y="10046"/>
                </a:lnTo>
                <a:lnTo>
                  <a:pt x="18495" y="11630"/>
                </a:lnTo>
                <a:lnTo>
                  <a:pt x="18495" y="164938"/>
                </a:lnTo>
                <a:lnTo>
                  <a:pt x="24314" y="164938"/>
                </a:lnTo>
                <a:lnTo>
                  <a:pt x="24674" y="164762"/>
                </a:lnTo>
                <a:lnTo>
                  <a:pt x="26866" y="160967"/>
                </a:lnTo>
                <a:lnTo>
                  <a:pt x="32974" y="150136"/>
                </a:lnTo>
                <a:lnTo>
                  <a:pt x="40083" y="150136"/>
                </a:lnTo>
                <a:lnTo>
                  <a:pt x="38253" y="147845"/>
                </a:lnTo>
                <a:lnTo>
                  <a:pt x="34914" y="142910"/>
                </a:lnTo>
                <a:lnTo>
                  <a:pt x="34914" y="84054"/>
                </a:lnTo>
                <a:lnTo>
                  <a:pt x="37531" y="80356"/>
                </a:lnTo>
                <a:lnTo>
                  <a:pt x="42100" y="75420"/>
                </a:lnTo>
                <a:lnTo>
                  <a:pt x="34193" y="75420"/>
                </a:lnTo>
                <a:lnTo>
                  <a:pt x="34193" y="0"/>
                </a:lnTo>
                <a:close/>
              </a:path>
              <a:path w="117475" h="167639">
                <a:moveTo>
                  <a:pt x="87557" y="65199"/>
                </a:moveTo>
                <a:lnTo>
                  <a:pt x="65544" y="65199"/>
                </a:lnTo>
                <a:lnTo>
                  <a:pt x="73107" y="66303"/>
                </a:lnTo>
                <a:lnTo>
                  <a:pt x="79833" y="69408"/>
                </a:lnTo>
                <a:lnTo>
                  <a:pt x="97054" y="105432"/>
                </a:lnTo>
                <a:lnTo>
                  <a:pt x="97256" y="113309"/>
                </a:lnTo>
                <a:lnTo>
                  <a:pt x="97099" y="120800"/>
                </a:lnTo>
                <a:lnTo>
                  <a:pt x="79484" y="157492"/>
                </a:lnTo>
                <a:lnTo>
                  <a:pt x="63108" y="162294"/>
                </a:lnTo>
                <a:lnTo>
                  <a:pt x="86044" y="162294"/>
                </a:lnTo>
                <a:lnTo>
                  <a:pt x="101153" y="152119"/>
                </a:lnTo>
                <a:lnTo>
                  <a:pt x="112719" y="135021"/>
                </a:lnTo>
                <a:lnTo>
                  <a:pt x="117015" y="113661"/>
                </a:lnTo>
                <a:lnTo>
                  <a:pt x="112954" y="92476"/>
                </a:lnTo>
                <a:lnTo>
                  <a:pt x="101984" y="75420"/>
                </a:lnTo>
                <a:lnTo>
                  <a:pt x="87557" y="65199"/>
                </a:lnTo>
                <a:close/>
              </a:path>
              <a:path w="117475" h="167639">
                <a:moveTo>
                  <a:pt x="66626" y="59916"/>
                </a:moveTo>
                <a:lnTo>
                  <a:pt x="54276" y="61719"/>
                </a:lnTo>
                <a:lnTo>
                  <a:pt x="44861" y="66017"/>
                </a:lnTo>
                <a:lnTo>
                  <a:pt x="38220" y="71140"/>
                </a:lnTo>
                <a:lnTo>
                  <a:pt x="34193" y="75420"/>
                </a:lnTo>
                <a:lnTo>
                  <a:pt x="42100" y="75420"/>
                </a:lnTo>
                <a:lnTo>
                  <a:pt x="44953" y="72337"/>
                </a:lnTo>
                <a:lnTo>
                  <a:pt x="52789" y="67754"/>
                </a:lnTo>
                <a:lnTo>
                  <a:pt x="60000" y="65683"/>
                </a:lnTo>
                <a:lnTo>
                  <a:pt x="65544" y="65199"/>
                </a:lnTo>
                <a:lnTo>
                  <a:pt x="87557" y="65199"/>
                </a:lnTo>
                <a:lnTo>
                  <a:pt x="85937" y="64051"/>
                </a:lnTo>
                <a:lnTo>
                  <a:pt x="66626" y="59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231446" y="4952777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70" y="0"/>
                </a:moveTo>
                <a:lnTo>
                  <a:pt x="0" y="2644"/>
                </a:lnTo>
                <a:lnTo>
                  <a:pt x="0" y="10041"/>
                </a:lnTo>
                <a:lnTo>
                  <a:pt x="10693" y="10482"/>
                </a:lnTo>
                <a:lnTo>
                  <a:pt x="16184" y="13037"/>
                </a:lnTo>
                <a:lnTo>
                  <a:pt x="18207" y="19557"/>
                </a:lnTo>
                <a:lnTo>
                  <a:pt x="18496" y="31893"/>
                </a:lnTo>
                <a:lnTo>
                  <a:pt x="18496" y="67490"/>
                </a:lnTo>
                <a:lnTo>
                  <a:pt x="19060" y="81571"/>
                </a:lnTo>
                <a:lnTo>
                  <a:pt x="23012" y="94514"/>
                </a:lnTo>
                <a:lnTo>
                  <a:pt x="33739" y="103989"/>
                </a:lnTo>
                <a:lnTo>
                  <a:pt x="54629" y="107665"/>
                </a:lnTo>
                <a:lnTo>
                  <a:pt x="64102" y="106387"/>
                </a:lnTo>
                <a:lnTo>
                  <a:pt x="72396" y="102466"/>
                </a:lnTo>
                <a:lnTo>
                  <a:pt x="55846" y="102378"/>
                </a:lnTo>
                <a:lnTo>
                  <a:pt x="44176" y="100451"/>
                </a:lnTo>
                <a:lnTo>
                  <a:pt x="37898" y="95285"/>
                </a:lnTo>
                <a:lnTo>
                  <a:pt x="35350" y="87808"/>
                </a:lnTo>
                <a:lnTo>
                  <a:pt x="34927" y="80001"/>
                </a:lnTo>
                <a:lnTo>
                  <a:pt x="34870" y="0"/>
                </a:lnTo>
                <a:close/>
              </a:path>
              <a:path w="120014" h="107950">
                <a:moveTo>
                  <a:pt x="100957" y="86165"/>
                </a:moveTo>
                <a:lnTo>
                  <a:pt x="85258" y="86165"/>
                </a:lnTo>
                <a:lnTo>
                  <a:pt x="85258" y="107665"/>
                </a:lnTo>
                <a:lnTo>
                  <a:pt x="119632" y="105022"/>
                </a:lnTo>
                <a:lnTo>
                  <a:pt x="119632" y="97619"/>
                </a:lnTo>
                <a:lnTo>
                  <a:pt x="102897" y="97619"/>
                </a:lnTo>
                <a:lnTo>
                  <a:pt x="100957" y="96036"/>
                </a:lnTo>
                <a:lnTo>
                  <a:pt x="100957" y="86165"/>
                </a:lnTo>
                <a:close/>
              </a:path>
              <a:path w="120014" h="107950">
                <a:moveTo>
                  <a:pt x="100957" y="0"/>
                </a:moveTo>
                <a:lnTo>
                  <a:pt x="66086" y="2644"/>
                </a:lnTo>
                <a:lnTo>
                  <a:pt x="66086" y="10041"/>
                </a:lnTo>
                <a:lnTo>
                  <a:pt x="82823" y="10041"/>
                </a:lnTo>
                <a:lnTo>
                  <a:pt x="84582" y="11629"/>
                </a:lnTo>
                <a:lnTo>
                  <a:pt x="84582" y="65549"/>
                </a:lnTo>
                <a:lnTo>
                  <a:pt x="82547" y="80001"/>
                </a:lnTo>
                <a:lnTo>
                  <a:pt x="76761" y="91695"/>
                </a:lnTo>
                <a:lnTo>
                  <a:pt x="67702" y="99523"/>
                </a:lnTo>
                <a:lnTo>
                  <a:pt x="55846" y="102378"/>
                </a:lnTo>
                <a:lnTo>
                  <a:pt x="72489" y="102378"/>
                </a:lnTo>
                <a:lnTo>
                  <a:pt x="79464" y="95769"/>
                </a:lnTo>
                <a:lnTo>
                  <a:pt x="85258" y="86165"/>
                </a:lnTo>
                <a:lnTo>
                  <a:pt x="100957" y="86165"/>
                </a:lnTo>
                <a:lnTo>
                  <a:pt x="100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5363440" y="4892861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4" h="165100">
                <a:moveTo>
                  <a:pt x="52644" y="157535"/>
                </a:moveTo>
                <a:lnTo>
                  <a:pt x="0" y="157535"/>
                </a:lnTo>
                <a:lnTo>
                  <a:pt x="0" y="164938"/>
                </a:lnTo>
                <a:lnTo>
                  <a:pt x="20838" y="164319"/>
                </a:lnTo>
                <a:lnTo>
                  <a:pt x="26389" y="164233"/>
                </a:lnTo>
                <a:lnTo>
                  <a:pt x="52644" y="164233"/>
                </a:lnTo>
                <a:lnTo>
                  <a:pt x="52644" y="157535"/>
                </a:lnTo>
                <a:close/>
              </a:path>
              <a:path w="52704" h="165100">
                <a:moveTo>
                  <a:pt x="52644" y="164233"/>
                </a:moveTo>
                <a:lnTo>
                  <a:pt x="26389" y="164233"/>
                </a:lnTo>
                <a:lnTo>
                  <a:pt x="31709" y="164319"/>
                </a:lnTo>
                <a:lnTo>
                  <a:pt x="52644" y="164938"/>
                </a:lnTo>
                <a:lnTo>
                  <a:pt x="52644" y="164233"/>
                </a:lnTo>
                <a:close/>
              </a:path>
              <a:path w="52704" h="165100">
                <a:moveTo>
                  <a:pt x="34149" y="0"/>
                </a:moveTo>
                <a:lnTo>
                  <a:pt x="0" y="2644"/>
                </a:lnTo>
                <a:lnTo>
                  <a:pt x="0" y="10046"/>
                </a:lnTo>
                <a:lnTo>
                  <a:pt x="16555" y="10046"/>
                </a:lnTo>
                <a:lnTo>
                  <a:pt x="18495" y="11630"/>
                </a:lnTo>
                <a:lnTo>
                  <a:pt x="18495" y="157535"/>
                </a:lnTo>
                <a:lnTo>
                  <a:pt x="34149" y="157535"/>
                </a:lnTo>
                <a:lnTo>
                  <a:pt x="34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431782" y="495136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3990" y="5111"/>
                </a:moveTo>
                <a:lnTo>
                  <a:pt x="42313" y="5111"/>
                </a:lnTo>
                <a:lnTo>
                  <a:pt x="51138" y="6901"/>
                </a:lnTo>
                <a:lnTo>
                  <a:pt x="59247" y="12424"/>
                </a:lnTo>
                <a:lnTo>
                  <a:pt x="65182" y="21912"/>
                </a:lnTo>
                <a:lnTo>
                  <a:pt x="67485" y="35596"/>
                </a:lnTo>
                <a:lnTo>
                  <a:pt x="67485" y="44406"/>
                </a:lnTo>
                <a:lnTo>
                  <a:pt x="57648" y="45036"/>
                </a:lnTo>
                <a:lnTo>
                  <a:pt x="46711" y="46278"/>
                </a:lnTo>
                <a:lnTo>
                  <a:pt x="5153" y="67535"/>
                </a:lnTo>
                <a:lnTo>
                  <a:pt x="0" y="83879"/>
                </a:lnTo>
                <a:lnTo>
                  <a:pt x="3814" y="95920"/>
                </a:lnTo>
                <a:lnTo>
                  <a:pt x="13330" y="103681"/>
                </a:lnTo>
                <a:lnTo>
                  <a:pt x="25658" y="107842"/>
                </a:lnTo>
                <a:lnTo>
                  <a:pt x="37892" y="109077"/>
                </a:lnTo>
                <a:lnTo>
                  <a:pt x="48745" y="107417"/>
                </a:lnTo>
                <a:lnTo>
                  <a:pt x="55948" y="103790"/>
                </a:lnTo>
                <a:lnTo>
                  <a:pt x="39651" y="103790"/>
                </a:lnTo>
                <a:lnTo>
                  <a:pt x="31379" y="102312"/>
                </a:lnTo>
                <a:lnTo>
                  <a:pt x="24528" y="98174"/>
                </a:lnTo>
                <a:lnTo>
                  <a:pt x="19859" y="91822"/>
                </a:lnTo>
                <a:lnTo>
                  <a:pt x="18134" y="83703"/>
                </a:lnTo>
                <a:lnTo>
                  <a:pt x="20320" y="72956"/>
                </a:lnTo>
                <a:lnTo>
                  <a:pt x="28075" y="62093"/>
                </a:lnTo>
                <a:lnTo>
                  <a:pt x="43198" y="53445"/>
                </a:lnTo>
                <a:lnTo>
                  <a:pt x="67485" y="49342"/>
                </a:lnTo>
                <a:lnTo>
                  <a:pt x="83905" y="49342"/>
                </a:lnTo>
                <a:lnTo>
                  <a:pt x="83803" y="35596"/>
                </a:lnTo>
                <a:lnTo>
                  <a:pt x="67895" y="7062"/>
                </a:lnTo>
                <a:lnTo>
                  <a:pt x="63990" y="5111"/>
                </a:lnTo>
                <a:close/>
              </a:path>
              <a:path w="107314" h="109220">
                <a:moveTo>
                  <a:pt x="83905" y="88458"/>
                </a:moveTo>
                <a:lnTo>
                  <a:pt x="69063" y="88458"/>
                </a:lnTo>
                <a:lnTo>
                  <a:pt x="70850" y="95502"/>
                </a:lnTo>
                <a:lnTo>
                  <a:pt x="74561" y="101719"/>
                </a:lnTo>
                <a:lnTo>
                  <a:pt x="80158" y="106151"/>
                </a:lnTo>
                <a:lnTo>
                  <a:pt x="87607" y="107841"/>
                </a:lnTo>
                <a:lnTo>
                  <a:pt x="92807" y="107018"/>
                </a:lnTo>
                <a:lnTo>
                  <a:pt x="99235" y="103790"/>
                </a:lnTo>
                <a:lnTo>
                  <a:pt x="101959" y="100443"/>
                </a:lnTo>
                <a:lnTo>
                  <a:pt x="84762" y="100443"/>
                </a:lnTo>
                <a:lnTo>
                  <a:pt x="83905" y="89870"/>
                </a:lnTo>
                <a:lnTo>
                  <a:pt x="83905" y="88458"/>
                </a:lnTo>
                <a:close/>
              </a:path>
              <a:path w="107314" h="109220">
                <a:moveTo>
                  <a:pt x="83905" y="49342"/>
                </a:moveTo>
                <a:lnTo>
                  <a:pt x="67485" y="49342"/>
                </a:lnTo>
                <a:lnTo>
                  <a:pt x="67485" y="73129"/>
                </a:lnTo>
                <a:lnTo>
                  <a:pt x="64646" y="87435"/>
                </a:lnTo>
                <a:lnTo>
                  <a:pt x="57594" y="96918"/>
                </a:lnTo>
                <a:lnTo>
                  <a:pt x="48530" y="102171"/>
                </a:lnTo>
                <a:lnTo>
                  <a:pt x="39651" y="103790"/>
                </a:lnTo>
                <a:lnTo>
                  <a:pt x="55948" y="103790"/>
                </a:lnTo>
                <a:lnTo>
                  <a:pt x="57656" y="102930"/>
                </a:lnTo>
                <a:lnTo>
                  <a:pt x="64478" y="96363"/>
                </a:lnTo>
                <a:lnTo>
                  <a:pt x="69063" y="88458"/>
                </a:lnTo>
                <a:lnTo>
                  <a:pt x="83905" y="88458"/>
                </a:lnTo>
                <a:lnTo>
                  <a:pt x="83905" y="49342"/>
                </a:lnTo>
                <a:close/>
              </a:path>
              <a:path w="107314" h="109220">
                <a:moveTo>
                  <a:pt x="107137" y="71898"/>
                </a:moveTo>
                <a:lnTo>
                  <a:pt x="101137" y="71898"/>
                </a:lnTo>
                <a:lnTo>
                  <a:pt x="101137" y="99032"/>
                </a:lnTo>
                <a:lnTo>
                  <a:pt x="95182" y="100443"/>
                </a:lnTo>
                <a:lnTo>
                  <a:pt x="101959" y="100443"/>
                </a:lnTo>
                <a:lnTo>
                  <a:pt x="104798" y="96918"/>
                </a:lnTo>
                <a:lnTo>
                  <a:pt x="107137" y="85286"/>
                </a:lnTo>
                <a:lnTo>
                  <a:pt x="107137" y="71898"/>
                </a:lnTo>
                <a:close/>
              </a:path>
              <a:path w="107314" h="109220">
                <a:moveTo>
                  <a:pt x="42628" y="0"/>
                </a:moveTo>
                <a:lnTo>
                  <a:pt x="6892" y="26653"/>
                </a:lnTo>
                <a:lnTo>
                  <a:pt x="6856" y="34009"/>
                </a:lnTo>
                <a:lnTo>
                  <a:pt x="11638" y="38064"/>
                </a:lnTo>
                <a:lnTo>
                  <a:pt x="24494" y="38064"/>
                </a:lnTo>
                <a:lnTo>
                  <a:pt x="28735" y="33305"/>
                </a:lnTo>
                <a:lnTo>
                  <a:pt x="28735" y="24143"/>
                </a:lnTo>
                <a:lnTo>
                  <a:pt x="27517" y="16389"/>
                </a:lnTo>
                <a:lnTo>
                  <a:pt x="16555" y="16212"/>
                </a:lnTo>
                <a:lnTo>
                  <a:pt x="22197" y="10909"/>
                </a:lnTo>
                <a:lnTo>
                  <a:pt x="28977" y="7490"/>
                </a:lnTo>
                <a:lnTo>
                  <a:pt x="35986" y="5656"/>
                </a:lnTo>
                <a:lnTo>
                  <a:pt x="42313" y="5111"/>
                </a:lnTo>
                <a:lnTo>
                  <a:pt x="63990" y="5111"/>
                </a:lnTo>
                <a:lnTo>
                  <a:pt x="59799" y="3017"/>
                </a:lnTo>
                <a:lnTo>
                  <a:pt x="51271" y="724"/>
                </a:lnTo>
                <a:lnTo>
                  <a:pt x="42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5546858" y="4952777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45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21372" y="104403"/>
                </a:lnTo>
                <a:lnTo>
                  <a:pt x="27111" y="104317"/>
                </a:lnTo>
                <a:lnTo>
                  <a:pt x="57245" y="104317"/>
                </a:lnTo>
                <a:lnTo>
                  <a:pt x="57245" y="97619"/>
                </a:lnTo>
                <a:close/>
              </a:path>
              <a:path w="80010" h="105410">
                <a:moveTo>
                  <a:pt x="57245" y="104317"/>
                </a:moveTo>
                <a:lnTo>
                  <a:pt x="27111" y="104317"/>
                </a:lnTo>
                <a:lnTo>
                  <a:pt x="42195" y="104405"/>
                </a:lnTo>
                <a:lnTo>
                  <a:pt x="49879" y="104615"/>
                </a:lnTo>
                <a:lnTo>
                  <a:pt x="57245" y="105022"/>
                </a:lnTo>
                <a:lnTo>
                  <a:pt x="57245" y="104317"/>
                </a:lnTo>
                <a:close/>
              </a:path>
              <a:path w="80010" h="105410">
                <a:moveTo>
                  <a:pt x="32931" y="0"/>
                </a:moveTo>
                <a:lnTo>
                  <a:pt x="83" y="2637"/>
                </a:lnTo>
                <a:lnTo>
                  <a:pt x="0" y="10041"/>
                </a:lnTo>
                <a:lnTo>
                  <a:pt x="16555" y="10041"/>
                </a:lnTo>
                <a:lnTo>
                  <a:pt x="18496" y="11629"/>
                </a:lnTo>
                <a:lnTo>
                  <a:pt x="18496" y="97619"/>
                </a:lnTo>
                <a:lnTo>
                  <a:pt x="34690" y="97619"/>
                </a:lnTo>
                <a:lnTo>
                  <a:pt x="34194" y="94975"/>
                </a:lnTo>
                <a:lnTo>
                  <a:pt x="34194" y="49865"/>
                </a:lnTo>
                <a:lnTo>
                  <a:pt x="36040" y="33012"/>
                </a:lnTo>
                <a:lnTo>
                  <a:pt x="38677" y="26079"/>
                </a:lnTo>
                <a:lnTo>
                  <a:pt x="32931" y="26079"/>
                </a:lnTo>
                <a:lnTo>
                  <a:pt x="32931" y="0"/>
                </a:lnTo>
                <a:close/>
              </a:path>
              <a:path w="80010" h="105410">
                <a:moveTo>
                  <a:pt x="72402" y="0"/>
                </a:moveTo>
                <a:lnTo>
                  <a:pt x="62207" y="0"/>
                </a:lnTo>
                <a:lnTo>
                  <a:pt x="50811" y="2644"/>
                </a:lnTo>
                <a:lnTo>
                  <a:pt x="42359" y="9206"/>
                </a:lnTo>
                <a:lnTo>
                  <a:pt x="36503" y="17692"/>
                </a:lnTo>
                <a:lnTo>
                  <a:pt x="32931" y="26079"/>
                </a:lnTo>
                <a:lnTo>
                  <a:pt x="38677" y="26079"/>
                </a:lnTo>
                <a:lnTo>
                  <a:pt x="41451" y="18785"/>
                </a:lnTo>
                <a:lnTo>
                  <a:pt x="50237" y="8953"/>
                </a:lnTo>
                <a:lnTo>
                  <a:pt x="62207" y="5283"/>
                </a:lnTo>
                <a:lnTo>
                  <a:pt x="78091" y="5283"/>
                </a:lnTo>
                <a:lnTo>
                  <a:pt x="72402" y="0"/>
                </a:lnTo>
                <a:close/>
              </a:path>
              <a:path w="80010" h="105410">
                <a:moveTo>
                  <a:pt x="78091" y="5283"/>
                </a:moveTo>
                <a:lnTo>
                  <a:pt x="64508" y="5283"/>
                </a:lnTo>
                <a:lnTo>
                  <a:pt x="64824" y="5463"/>
                </a:lnTo>
                <a:lnTo>
                  <a:pt x="64147" y="5640"/>
                </a:lnTo>
                <a:lnTo>
                  <a:pt x="59366" y="8458"/>
                </a:lnTo>
                <a:lnTo>
                  <a:pt x="59366" y="21319"/>
                </a:lnTo>
                <a:lnTo>
                  <a:pt x="64508" y="25019"/>
                </a:lnTo>
                <a:lnTo>
                  <a:pt x="73846" y="25019"/>
                </a:lnTo>
                <a:lnTo>
                  <a:pt x="79800" y="22023"/>
                </a:lnTo>
                <a:lnTo>
                  <a:pt x="79800" y="6870"/>
                </a:lnTo>
                <a:lnTo>
                  <a:pt x="78091" y="5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5722203" y="4951365"/>
            <a:ext cx="107950" cy="109220"/>
          </a:xfrm>
          <a:custGeom>
            <a:avLst/>
            <a:gdLst/>
            <a:ahLst/>
            <a:cxnLst/>
            <a:rect l="l" t="t" r="r" b="b"/>
            <a:pathLst>
              <a:path w="107950" h="109220">
                <a:moveTo>
                  <a:pt x="64081" y="5111"/>
                </a:moveTo>
                <a:lnTo>
                  <a:pt x="42268" y="5111"/>
                </a:lnTo>
                <a:lnTo>
                  <a:pt x="51118" y="6901"/>
                </a:lnTo>
                <a:lnTo>
                  <a:pt x="59241" y="12424"/>
                </a:lnTo>
                <a:lnTo>
                  <a:pt x="65181" y="21912"/>
                </a:lnTo>
                <a:lnTo>
                  <a:pt x="67485" y="35596"/>
                </a:lnTo>
                <a:lnTo>
                  <a:pt x="67485" y="44406"/>
                </a:lnTo>
                <a:lnTo>
                  <a:pt x="57699" y="45036"/>
                </a:lnTo>
                <a:lnTo>
                  <a:pt x="46745" y="46278"/>
                </a:lnTo>
                <a:lnTo>
                  <a:pt x="5204" y="67535"/>
                </a:lnTo>
                <a:lnTo>
                  <a:pt x="0" y="83879"/>
                </a:lnTo>
                <a:lnTo>
                  <a:pt x="3835" y="95920"/>
                </a:lnTo>
                <a:lnTo>
                  <a:pt x="13397" y="103681"/>
                </a:lnTo>
                <a:lnTo>
                  <a:pt x="25772" y="107842"/>
                </a:lnTo>
                <a:lnTo>
                  <a:pt x="38027" y="109077"/>
                </a:lnTo>
                <a:lnTo>
                  <a:pt x="48881" y="107417"/>
                </a:lnTo>
                <a:lnTo>
                  <a:pt x="56088" y="103790"/>
                </a:lnTo>
                <a:lnTo>
                  <a:pt x="39787" y="103790"/>
                </a:lnTo>
                <a:lnTo>
                  <a:pt x="31465" y="102312"/>
                </a:lnTo>
                <a:lnTo>
                  <a:pt x="24635" y="98174"/>
                </a:lnTo>
                <a:lnTo>
                  <a:pt x="20014" y="91822"/>
                </a:lnTo>
                <a:lnTo>
                  <a:pt x="18314" y="83703"/>
                </a:lnTo>
                <a:lnTo>
                  <a:pt x="20497" y="72956"/>
                </a:lnTo>
                <a:lnTo>
                  <a:pt x="28233" y="62093"/>
                </a:lnTo>
                <a:lnTo>
                  <a:pt x="43302" y="53445"/>
                </a:lnTo>
                <a:lnTo>
                  <a:pt x="67485" y="49342"/>
                </a:lnTo>
                <a:lnTo>
                  <a:pt x="83860" y="49342"/>
                </a:lnTo>
                <a:lnTo>
                  <a:pt x="83762" y="35596"/>
                </a:lnTo>
                <a:lnTo>
                  <a:pt x="67981" y="7062"/>
                </a:lnTo>
                <a:lnTo>
                  <a:pt x="64081" y="5111"/>
                </a:lnTo>
                <a:close/>
              </a:path>
              <a:path w="107950" h="109220">
                <a:moveTo>
                  <a:pt x="83860" y="88458"/>
                </a:moveTo>
                <a:lnTo>
                  <a:pt x="69244" y="88458"/>
                </a:lnTo>
                <a:lnTo>
                  <a:pt x="70935" y="95502"/>
                </a:lnTo>
                <a:lnTo>
                  <a:pt x="74651" y="101719"/>
                </a:lnTo>
                <a:lnTo>
                  <a:pt x="80288" y="106151"/>
                </a:lnTo>
                <a:lnTo>
                  <a:pt x="87741" y="107841"/>
                </a:lnTo>
                <a:lnTo>
                  <a:pt x="92872" y="107018"/>
                </a:lnTo>
                <a:lnTo>
                  <a:pt x="99325" y="103790"/>
                </a:lnTo>
                <a:lnTo>
                  <a:pt x="102077" y="100443"/>
                </a:lnTo>
                <a:lnTo>
                  <a:pt x="84896" y="100443"/>
                </a:lnTo>
                <a:lnTo>
                  <a:pt x="83860" y="89870"/>
                </a:lnTo>
                <a:lnTo>
                  <a:pt x="83860" y="88458"/>
                </a:lnTo>
                <a:close/>
              </a:path>
              <a:path w="107950" h="109220">
                <a:moveTo>
                  <a:pt x="83860" y="49342"/>
                </a:moveTo>
                <a:lnTo>
                  <a:pt x="67485" y="49342"/>
                </a:lnTo>
                <a:lnTo>
                  <a:pt x="67485" y="73129"/>
                </a:lnTo>
                <a:lnTo>
                  <a:pt x="64648" y="87435"/>
                </a:lnTo>
                <a:lnTo>
                  <a:pt x="57611" y="96918"/>
                </a:lnTo>
                <a:lnTo>
                  <a:pt x="48587" y="102171"/>
                </a:lnTo>
                <a:lnTo>
                  <a:pt x="39787" y="103790"/>
                </a:lnTo>
                <a:lnTo>
                  <a:pt x="56088" y="103790"/>
                </a:lnTo>
                <a:lnTo>
                  <a:pt x="57797" y="102930"/>
                </a:lnTo>
                <a:lnTo>
                  <a:pt x="64633" y="96363"/>
                </a:lnTo>
                <a:lnTo>
                  <a:pt x="69244" y="88458"/>
                </a:lnTo>
                <a:lnTo>
                  <a:pt x="83860" y="88458"/>
                </a:lnTo>
                <a:lnTo>
                  <a:pt x="83860" y="49342"/>
                </a:lnTo>
                <a:close/>
              </a:path>
              <a:path w="107950" h="109220">
                <a:moveTo>
                  <a:pt x="107317" y="71898"/>
                </a:moveTo>
                <a:lnTo>
                  <a:pt x="101318" y="71898"/>
                </a:lnTo>
                <a:lnTo>
                  <a:pt x="101318" y="99032"/>
                </a:lnTo>
                <a:lnTo>
                  <a:pt x="95318" y="100443"/>
                </a:lnTo>
                <a:lnTo>
                  <a:pt x="102077" y="100443"/>
                </a:lnTo>
                <a:lnTo>
                  <a:pt x="104946" y="96918"/>
                </a:lnTo>
                <a:lnTo>
                  <a:pt x="107317" y="85286"/>
                </a:lnTo>
                <a:lnTo>
                  <a:pt x="107317" y="71898"/>
                </a:lnTo>
                <a:close/>
              </a:path>
              <a:path w="107950" h="109220">
                <a:moveTo>
                  <a:pt x="42809" y="0"/>
                </a:moveTo>
                <a:lnTo>
                  <a:pt x="6892" y="26653"/>
                </a:lnTo>
                <a:lnTo>
                  <a:pt x="6856" y="34009"/>
                </a:lnTo>
                <a:lnTo>
                  <a:pt x="11592" y="38064"/>
                </a:lnTo>
                <a:lnTo>
                  <a:pt x="24494" y="38064"/>
                </a:lnTo>
                <a:lnTo>
                  <a:pt x="28870" y="33305"/>
                </a:lnTo>
                <a:lnTo>
                  <a:pt x="28870" y="24143"/>
                </a:lnTo>
                <a:lnTo>
                  <a:pt x="27651" y="16389"/>
                </a:lnTo>
                <a:lnTo>
                  <a:pt x="16736" y="16212"/>
                </a:lnTo>
                <a:lnTo>
                  <a:pt x="22324" y="10909"/>
                </a:lnTo>
                <a:lnTo>
                  <a:pt x="29028" y="7490"/>
                </a:lnTo>
                <a:lnTo>
                  <a:pt x="35969" y="5656"/>
                </a:lnTo>
                <a:lnTo>
                  <a:pt x="42268" y="5111"/>
                </a:lnTo>
                <a:lnTo>
                  <a:pt x="64081" y="5111"/>
                </a:lnTo>
                <a:lnTo>
                  <a:pt x="59895" y="3017"/>
                </a:lnTo>
                <a:lnTo>
                  <a:pt x="51420" y="724"/>
                </a:lnTo>
                <a:lnTo>
                  <a:pt x="428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839354" y="4951365"/>
            <a:ext cx="90805" cy="109220"/>
          </a:xfrm>
          <a:custGeom>
            <a:avLst/>
            <a:gdLst/>
            <a:ahLst/>
            <a:cxnLst/>
            <a:rect l="l" t="t" r="r" b="b"/>
            <a:pathLst>
              <a:path w="90804" h="109220">
                <a:moveTo>
                  <a:pt x="51652" y="0"/>
                </a:moveTo>
                <a:lnTo>
                  <a:pt x="31097" y="4454"/>
                </a:lnTo>
                <a:lnTo>
                  <a:pt x="14728" y="16476"/>
                </a:lnTo>
                <a:lnTo>
                  <a:pt x="3909" y="34048"/>
                </a:lnTo>
                <a:lnTo>
                  <a:pt x="0" y="55157"/>
                </a:lnTo>
                <a:lnTo>
                  <a:pt x="4122" y="76367"/>
                </a:lnTo>
                <a:lnTo>
                  <a:pt x="15253" y="93481"/>
                </a:lnTo>
                <a:lnTo>
                  <a:pt x="31535" y="104914"/>
                </a:lnTo>
                <a:lnTo>
                  <a:pt x="51111" y="109077"/>
                </a:lnTo>
                <a:lnTo>
                  <a:pt x="70733" y="104581"/>
                </a:lnTo>
                <a:lnTo>
                  <a:pt x="72526" y="103087"/>
                </a:lnTo>
                <a:lnTo>
                  <a:pt x="53411" y="103087"/>
                </a:lnTo>
                <a:lnTo>
                  <a:pt x="42805" y="100892"/>
                </a:lnTo>
                <a:lnTo>
                  <a:pt x="31831" y="93196"/>
                </a:lnTo>
                <a:lnTo>
                  <a:pt x="23234" y="78329"/>
                </a:lnTo>
                <a:lnTo>
                  <a:pt x="19758" y="54625"/>
                </a:lnTo>
                <a:lnTo>
                  <a:pt x="23009" y="30672"/>
                </a:lnTo>
                <a:lnTo>
                  <a:pt x="31115" y="15771"/>
                </a:lnTo>
                <a:lnTo>
                  <a:pt x="41606" y="8139"/>
                </a:lnTo>
                <a:lnTo>
                  <a:pt x="52012" y="5991"/>
                </a:lnTo>
                <a:lnTo>
                  <a:pt x="75283" y="5991"/>
                </a:lnTo>
                <a:lnTo>
                  <a:pt x="65073" y="1685"/>
                </a:lnTo>
                <a:lnTo>
                  <a:pt x="51652" y="0"/>
                </a:lnTo>
                <a:close/>
              </a:path>
              <a:path w="90804" h="109220">
                <a:moveTo>
                  <a:pt x="90582" y="75773"/>
                </a:moveTo>
                <a:lnTo>
                  <a:pt x="85484" y="75773"/>
                </a:lnTo>
                <a:lnTo>
                  <a:pt x="84943" y="76652"/>
                </a:lnTo>
                <a:lnTo>
                  <a:pt x="84359" y="78329"/>
                </a:lnTo>
                <a:lnTo>
                  <a:pt x="77904" y="91415"/>
                </a:lnTo>
                <a:lnTo>
                  <a:pt x="69634" y="98924"/>
                </a:lnTo>
                <a:lnTo>
                  <a:pt x="61000" y="102302"/>
                </a:lnTo>
                <a:lnTo>
                  <a:pt x="53411" y="103087"/>
                </a:lnTo>
                <a:lnTo>
                  <a:pt x="72526" y="103087"/>
                </a:lnTo>
                <a:lnTo>
                  <a:pt x="82806" y="94518"/>
                </a:lnTo>
                <a:lnTo>
                  <a:pt x="88900" y="84025"/>
                </a:lnTo>
                <a:lnTo>
                  <a:pt x="90556" y="78329"/>
                </a:lnTo>
                <a:lnTo>
                  <a:pt x="90582" y="75773"/>
                </a:lnTo>
                <a:close/>
              </a:path>
              <a:path w="90804" h="109220">
                <a:moveTo>
                  <a:pt x="75283" y="5991"/>
                </a:moveTo>
                <a:lnTo>
                  <a:pt x="52012" y="5991"/>
                </a:lnTo>
                <a:lnTo>
                  <a:pt x="55707" y="6151"/>
                </a:lnTo>
                <a:lnTo>
                  <a:pt x="62388" y="7136"/>
                </a:lnTo>
                <a:lnTo>
                  <a:pt x="70219" y="9708"/>
                </a:lnTo>
                <a:lnTo>
                  <a:pt x="77365" y="14625"/>
                </a:lnTo>
                <a:lnTo>
                  <a:pt x="67666" y="15509"/>
                </a:lnTo>
                <a:lnTo>
                  <a:pt x="66086" y="22555"/>
                </a:lnTo>
                <a:lnTo>
                  <a:pt x="66086" y="31893"/>
                </a:lnTo>
                <a:lnTo>
                  <a:pt x="70507" y="36652"/>
                </a:lnTo>
                <a:lnTo>
                  <a:pt x="83365" y="36652"/>
                </a:lnTo>
                <a:lnTo>
                  <a:pt x="88101" y="32602"/>
                </a:lnTo>
                <a:lnTo>
                  <a:pt x="88101" y="25375"/>
                </a:lnTo>
                <a:lnTo>
                  <a:pt x="84981" y="14571"/>
                </a:lnTo>
                <a:lnTo>
                  <a:pt x="76744" y="6608"/>
                </a:lnTo>
                <a:lnTo>
                  <a:pt x="75283" y="5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944372" y="4898853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9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781" y="158327"/>
                </a:lnTo>
                <a:lnTo>
                  <a:pt x="26254" y="158242"/>
                </a:lnTo>
                <a:lnTo>
                  <a:pt x="50929" y="158242"/>
                </a:lnTo>
                <a:lnTo>
                  <a:pt x="50929" y="151544"/>
                </a:lnTo>
                <a:close/>
              </a:path>
              <a:path w="51435" h="159385">
                <a:moveTo>
                  <a:pt x="50929" y="158242"/>
                </a:moveTo>
                <a:lnTo>
                  <a:pt x="34555" y="158242"/>
                </a:lnTo>
                <a:lnTo>
                  <a:pt x="42854" y="158770"/>
                </a:lnTo>
                <a:lnTo>
                  <a:pt x="50929" y="158946"/>
                </a:lnTo>
                <a:lnTo>
                  <a:pt x="50929" y="158242"/>
                </a:lnTo>
                <a:close/>
              </a:path>
              <a:path w="51435" h="159385">
                <a:moveTo>
                  <a:pt x="34194" y="53924"/>
                </a:moveTo>
                <a:lnTo>
                  <a:pt x="1083" y="56568"/>
                </a:lnTo>
                <a:lnTo>
                  <a:pt x="1083" y="63966"/>
                </a:lnTo>
                <a:lnTo>
                  <a:pt x="16419" y="63966"/>
                </a:lnTo>
                <a:lnTo>
                  <a:pt x="18540" y="65378"/>
                </a:lnTo>
                <a:lnTo>
                  <a:pt x="18540" y="151544"/>
                </a:lnTo>
                <a:lnTo>
                  <a:pt x="35276" y="151544"/>
                </a:lnTo>
                <a:lnTo>
                  <a:pt x="34194" y="150488"/>
                </a:lnTo>
                <a:lnTo>
                  <a:pt x="34194" y="53924"/>
                </a:lnTo>
                <a:close/>
              </a:path>
              <a:path w="51435" h="159385">
                <a:moveTo>
                  <a:pt x="29276" y="0"/>
                </a:moveTo>
                <a:lnTo>
                  <a:pt x="15337" y="0"/>
                </a:lnTo>
                <a:lnTo>
                  <a:pt x="10059" y="6346"/>
                </a:lnTo>
                <a:lnTo>
                  <a:pt x="10059" y="19032"/>
                </a:lnTo>
                <a:lnTo>
                  <a:pt x="15337" y="25198"/>
                </a:lnTo>
                <a:lnTo>
                  <a:pt x="29276" y="25198"/>
                </a:lnTo>
                <a:lnTo>
                  <a:pt x="35276" y="20091"/>
                </a:lnTo>
                <a:lnTo>
                  <a:pt x="35276" y="4933"/>
                </a:lnTo>
                <a:lnTo>
                  <a:pt x="29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6010819" y="4892861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50" y="59916"/>
                </a:moveTo>
                <a:lnTo>
                  <a:pt x="32943" y="64029"/>
                </a:lnTo>
                <a:lnTo>
                  <a:pt x="16020" y="75378"/>
                </a:lnTo>
                <a:lnTo>
                  <a:pt x="4349" y="92476"/>
                </a:lnTo>
                <a:lnTo>
                  <a:pt x="0" y="113836"/>
                </a:lnTo>
                <a:lnTo>
                  <a:pt x="4060" y="134945"/>
                </a:lnTo>
                <a:lnTo>
                  <a:pt x="15027" y="152007"/>
                </a:lnTo>
                <a:lnTo>
                  <a:pt x="31077" y="163420"/>
                </a:lnTo>
                <a:lnTo>
                  <a:pt x="50388" y="167581"/>
                </a:lnTo>
                <a:lnTo>
                  <a:pt x="60922" y="166196"/>
                </a:lnTo>
                <a:lnTo>
                  <a:pt x="69769" y="162581"/>
                </a:lnTo>
                <a:lnTo>
                  <a:pt x="70175" y="162294"/>
                </a:lnTo>
                <a:lnTo>
                  <a:pt x="51652" y="162294"/>
                </a:lnTo>
                <a:lnTo>
                  <a:pt x="44009" y="161190"/>
                </a:lnTo>
                <a:lnTo>
                  <a:pt x="20869" y="130641"/>
                </a:lnTo>
                <a:lnTo>
                  <a:pt x="19763" y="113836"/>
                </a:lnTo>
                <a:lnTo>
                  <a:pt x="19944" y="106623"/>
                </a:lnTo>
                <a:lnTo>
                  <a:pt x="37622" y="70001"/>
                </a:lnTo>
                <a:lnTo>
                  <a:pt x="53907" y="65199"/>
                </a:lnTo>
                <a:lnTo>
                  <a:pt x="71942" y="65199"/>
                </a:lnTo>
                <a:lnTo>
                  <a:pt x="70276" y="64078"/>
                </a:lnTo>
                <a:lnTo>
                  <a:pt x="62190" y="61014"/>
                </a:lnTo>
                <a:lnTo>
                  <a:pt x="53050" y="59916"/>
                </a:lnTo>
                <a:close/>
              </a:path>
              <a:path w="117475" h="167639">
                <a:moveTo>
                  <a:pt x="98701" y="151897"/>
                </a:moveTo>
                <a:lnTo>
                  <a:pt x="82282" y="151897"/>
                </a:lnTo>
                <a:lnTo>
                  <a:pt x="82282" y="167581"/>
                </a:lnTo>
                <a:lnTo>
                  <a:pt x="117198" y="164938"/>
                </a:lnTo>
                <a:lnTo>
                  <a:pt x="117198" y="157535"/>
                </a:lnTo>
                <a:lnTo>
                  <a:pt x="100642" y="157535"/>
                </a:lnTo>
                <a:lnTo>
                  <a:pt x="98701" y="155952"/>
                </a:lnTo>
                <a:lnTo>
                  <a:pt x="98701" y="151897"/>
                </a:lnTo>
                <a:close/>
              </a:path>
              <a:path w="117475" h="167639">
                <a:moveTo>
                  <a:pt x="71942" y="65199"/>
                </a:moveTo>
                <a:lnTo>
                  <a:pt x="53907" y="65199"/>
                </a:lnTo>
                <a:lnTo>
                  <a:pt x="60469" y="65915"/>
                </a:lnTo>
                <a:lnTo>
                  <a:pt x="67192" y="68284"/>
                </a:lnTo>
                <a:lnTo>
                  <a:pt x="73712" y="72634"/>
                </a:lnTo>
                <a:lnTo>
                  <a:pt x="79665" y="79296"/>
                </a:lnTo>
                <a:lnTo>
                  <a:pt x="82282" y="83351"/>
                </a:lnTo>
                <a:lnTo>
                  <a:pt x="82282" y="141678"/>
                </a:lnTo>
                <a:lnTo>
                  <a:pt x="51652" y="162294"/>
                </a:lnTo>
                <a:lnTo>
                  <a:pt x="70175" y="162294"/>
                </a:lnTo>
                <a:lnTo>
                  <a:pt x="76907" y="157535"/>
                </a:lnTo>
                <a:lnTo>
                  <a:pt x="82282" y="151897"/>
                </a:lnTo>
                <a:lnTo>
                  <a:pt x="98701" y="151897"/>
                </a:lnTo>
                <a:lnTo>
                  <a:pt x="98701" y="74716"/>
                </a:lnTo>
                <a:lnTo>
                  <a:pt x="83003" y="74716"/>
                </a:lnTo>
                <a:lnTo>
                  <a:pt x="77238" y="68761"/>
                </a:lnTo>
                <a:lnTo>
                  <a:pt x="71942" y="65199"/>
                </a:lnTo>
                <a:close/>
              </a:path>
              <a:path w="117475" h="167639">
                <a:moveTo>
                  <a:pt x="98701" y="0"/>
                </a:moveTo>
                <a:lnTo>
                  <a:pt x="64508" y="2644"/>
                </a:lnTo>
                <a:lnTo>
                  <a:pt x="64508" y="10046"/>
                </a:lnTo>
                <a:lnTo>
                  <a:pt x="81064" y="10046"/>
                </a:lnTo>
                <a:lnTo>
                  <a:pt x="83003" y="11630"/>
                </a:lnTo>
                <a:lnTo>
                  <a:pt x="83003" y="74716"/>
                </a:lnTo>
                <a:lnTo>
                  <a:pt x="98701" y="74716"/>
                </a:lnTo>
                <a:lnTo>
                  <a:pt x="98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6141054" y="4951365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868" y="0"/>
                </a:moveTo>
                <a:lnTo>
                  <a:pt x="32047" y="4509"/>
                </a:lnTo>
                <a:lnTo>
                  <a:pt x="15269" y="16652"/>
                </a:lnTo>
                <a:lnTo>
                  <a:pt x="4073" y="34345"/>
                </a:lnTo>
                <a:lnTo>
                  <a:pt x="0" y="55509"/>
                </a:lnTo>
                <a:lnTo>
                  <a:pt x="4315" y="76814"/>
                </a:lnTo>
                <a:lnTo>
                  <a:pt x="15884" y="93791"/>
                </a:lnTo>
                <a:lnTo>
                  <a:pt x="32637" y="105019"/>
                </a:lnTo>
                <a:lnTo>
                  <a:pt x="52508" y="109077"/>
                </a:lnTo>
                <a:lnTo>
                  <a:pt x="72948" y="104969"/>
                </a:lnTo>
                <a:lnTo>
                  <a:pt x="75748" y="103087"/>
                </a:lnTo>
                <a:lnTo>
                  <a:pt x="52868" y="103087"/>
                </a:lnTo>
                <a:lnTo>
                  <a:pt x="45225" y="102145"/>
                </a:lnTo>
                <a:lnTo>
                  <a:pt x="20462" y="69692"/>
                </a:lnTo>
                <a:lnTo>
                  <a:pt x="19806" y="46141"/>
                </a:lnTo>
                <a:lnTo>
                  <a:pt x="20440" y="37842"/>
                </a:lnTo>
                <a:lnTo>
                  <a:pt x="45247" y="6081"/>
                </a:lnTo>
                <a:lnTo>
                  <a:pt x="52508" y="5111"/>
                </a:lnTo>
                <a:lnTo>
                  <a:pt x="74154" y="5111"/>
                </a:lnTo>
                <a:lnTo>
                  <a:pt x="73177" y="4410"/>
                </a:lnTo>
                <a:lnTo>
                  <a:pt x="52868" y="0"/>
                </a:lnTo>
                <a:close/>
              </a:path>
              <a:path w="105410" h="109220">
                <a:moveTo>
                  <a:pt x="74154" y="5111"/>
                </a:moveTo>
                <a:lnTo>
                  <a:pt x="52508" y="5111"/>
                </a:lnTo>
                <a:lnTo>
                  <a:pt x="60307" y="6097"/>
                </a:lnTo>
                <a:lnTo>
                  <a:pt x="67638" y="9033"/>
                </a:lnTo>
                <a:lnTo>
                  <a:pt x="85522" y="46141"/>
                </a:lnTo>
                <a:lnTo>
                  <a:pt x="85517" y="61057"/>
                </a:lnTo>
                <a:lnTo>
                  <a:pt x="69108" y="98306"/>
                </a:lnTo>
                <a:lnTo>
                  <a:pt x="52868" y="103087"/>
                </a:lnTo>
                <a:lnTo>
                  <a:pt x="75748" y="103087"/>
                </a:lnTo>
                <a:lnTo>
                  <a:pt x="89769" y="93659"/>
                </a:lnTo>
                <a:lnTo>
                  <a:pt x="101176" y="76666"/>
                </a:lnTo>
                <a:lnTo>
                  <a:pt x="105376" y="55509"/>
                </a:lnTo>
                <a:lnTo>
                  <a:pt x="101207" y="34048"/>
                </a:lnTo>
                <a:lnTo>
                  <a:pt x="89881" y="16388"/>
                </a:lnTo>
                <a:lnTo>
                  <a:pt x="74154" y="5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6260687" y="4951365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4" h="109220">
                <a:moveTo>
                  <a:pt x="5458" y="66083"/>
                </a:moveTo>
                <a:lnTo>
                  <a:pt x="0" y="66083"/>
                </a:lnTo>
                <a:lnTo>
                  <a:pt x="0" y="109077"/>
                </a:lnTo>
                <a:lnTo>
                  <a:pt x="3878" y="109077"/>
                </a:lnTo>
                <a:lnTo>
                  <a:pt x="8661" y="104319"/>
                </a:lnTo>
                <a:lnTo>
                  <a:pt x="9156" y="103790"/>
                </a:lnTo>
                <a:lnTo>
                  <a:pt x="9156" y="103438"/>
                </a:lnTo>
                <a:lnTo>
                  <a:pt x="13397" y="98855"/>
                </a:lnTo>
                <a:lnTo>
                  <a:pt x="23177" y="98855"/>
                </a:lnTo>
                <a:lnTo>
                  <a:pt x="17254" y="94495"/>
                </a:lnTo>
                <a:lnTo>
                  <a:pt x="10810" y="83867"/>
                </a:lnTo>
                <a:lnTo>
                  <a:pt x="6540" y="70133"/>
                </a:lnTo>
                <a:lnTo>
                  <a:pt x="5819" y="66962"/>
                </a:lnTo>
                <a:lnTo>
                  <a:pt x="5458" y="66083"/>
                </a:lnTo>
                <a:close/>
              </a:path>
              <a:path w="78104" h="109220">
                <a:moveTo>
                  <a:pt x="23177" y="98855"/>
                </a:moveTo>
                <a:lnTo>
                  <a:pt x="13397" y="98855"/>
                </a:lnTo>
                <a:lnTo>
                  <a:pt x="21157" y="104690"/>
                </a:lnTo>
                <a:lnTo>
                  <a:pt x="28481" y="107733"/>
                </a:lnTo>
                <a:lnTo>
                  <a:pt x="34782" y="108893"/>
                </a:lnTo>
                <a:lnTo>
                  <a:pt x="39471" y="109077"/>
                </a:lnTo>
                <a:lnTo>
                  <a:pt x="57009" y="106329"/>
                </a:lnTo>
                <a:lnTo>
                  <a:pt x="61135" y="103790"/>
                </a:lnTo>
                <a:lnTo>
                  <a:pt x="39471" y="103790"/>
                </a:lnTo>
                <a:lnTo>
                  <a:pt x="26574" y="101356"/>
                </a:lnTo>
                <a:lnTo>
                  <a:pt x="23177" y="98855"/>
                </a:lnTo>
                <a:close/>
              </a:path>
              <a:path w="78104" h="109220">
                <a:moveTo>
                  <a:pt x="51470" y="0"/>
                </a:moveTo>
                <a:lnTo>
                  <a:pt x="38073" y="0"/>
                </a:lnTo>
                <a:lnTo>
                  <a:pt x="19925" y="2687"/>
                </a:lnTo>
                <a:lnTo>
                  <a:pt x="8192" y="9604"/>
                </a:lnTo>
                <a:lnTo>
                  <a:pt x="1882" y="19031"/>
                </a:lnTo>
                <a:lnTo>
                  <a:pt x="0" y="29250"/>
                </a:lnTo>
                <a:lnTo>
                  <a:pt x="0" y="37532"/>
                </a:lnTo>
                <a:lnTo>
                  <a:pt x="41591" y="60264"/>
                </a:lnTo>
                <a:lnTo>
                  <a:pt x="47701" y="61724"/>
                </a:lnTo>
                <a:lnTo>
                  <a:pt x="55998" y="65199"/>
                </a:lnTo>
                <a:lnTo>
                  <a:pt x="63306" y="71713"/>
                </a:lnTo>
                <a:lnTo>
                  <a:pt x="66447" y="82290"/>
                </a:lnTo>
                <a:lnTo>
                  <a:pt x="64858" y="90706"/>
                </a:lnTo>
                <a:lnTo>
                  <a:pt x="59962" y="97535"/>
                </a:lnTo>
                <a:lnTo>
                  <a:pt x="51565" y="102116"/>
                </a:lnTo>
                <a:lnTo>
                  <a:pt x="39471" y="103790"/>
                </a:lnTo>
                <a:lnTo>
                  <a:pt x="61135" y="103790"/>
                </a:lnTo>
                <a:lnTo>
                  <a:pt x="68939" y="98988"/>
                </a:lnTo>
                <a:lnTo>
                  <a:pt x="75744" y="88409"/>
                </a:lnTo>
                <a:lnTo>
                  <a:pt x="77905" y="75948"/>
                </a:lnTo>
                <a:lnTo>
                  <a:pt x="77905" y="63439"/>
                </a:lnTo>
                <a:lnTo>
                  <a:pt x="40689" y="42115"/>
                </a:lnTo>
                <a:lnTo>
                  <a:pt x="30564" y="39877"/>
                </a:lnTo>
                <a:lnTo>
                  <a:pt x="21134" y="36499"/>
                </a:lnTo>
                <a:lnTo>
                  <a:pt x="14173" y="31039"/>
                </a:lnTo>
                <a:lnTo>
                  <a:pt x="11457" y="22555"/>
                </a:lnTo>
                <a:lnTo>
                  <a:pt x="12742" y="16225"/>
                </a:lnTo>
                <a:lnTo>
                  <a:pt x="17102" y="10376"/>
                </a:lnTo>
                <a:lnTo>
                  <a:pt x="25293" y="6079"/>
                </a:lnTo>
                <a:lnTo>
                  <a:pt x="38073" y="4408"/>
                </a:lnTo>
                <a:lnTo>
                  <a:pt x="57380" y="4408"/>
                </a:lnTo>
                <a:lnTo>
                  <a:pt x="51470" y="0"/>
                </a:lnTo>
                <a:close/>
              </a:path>
              <a:path w="78104" h="109220">
                <a:moveTo>
                  <a:pt x="57380" y="4408"/>
                </a:moveTo>
                <a:lnTo>
                  <a:pt x="38073" y="4408"/>
                </a:lnTo>
                <a:lnTo>
                  <a:pt x="53421" y="7882"/>
                </a:lnTo>
                <a:lnTo>
                  <a:pt x="61631" y="16080"/>
                </a:lnTo>
                <a:lnTo>
                  <a:pt x="65020" y="25667"/>
                </a:lnTo>
                <a:lnTo>
                  <a:pt x="65906" y="33305"/>
                </a:lnTo>
                <a:lnTo>
                  <a:pt x="66085" y="35421"/>
                </a:lnTo>
                <a:lnTo>
                  <a:pt x="71906" y="35421"/>
                </a:lnTo>
                <a:lnTo>
                  <a:pt x="71906" y="6695"/>
                </a:lnTo>
                <a:lnTo>
                  <a:pt x="60446" y="6695"/>
                </a:lnTo>
                <a:lnTo>
                  <a:pt x="57380" y="4408"/>
                </a:lnTo>
                <a:close/>
              </a:path>
              <a:path w="78104" h="109220">
                <a:moveTo>
                  <a:pt x="71906" y="0"/>
                </a:moveTo>
                <a:lnTo>
                  <a:pt x="67485" y="0"/>
                </a:lnTo>
                <a:lnTo>
                  <a:pt x="64507" y="2820"/>
                </a:lnTo>
                <a:lnTo>
                  <a:pt x="63785" y="3699"/>
                </a:lnTo>
                <a:lnTo>
                  <a:pt x="61238" y="6079"/>
                </a:lnTo>
                <a:lnTo>
                  <a:pt x="60446" y="6695"/>
                </a:lnTo>
                <a:lnTo>
                  <a:pt x="71906" y="6695"/>
                </a:lnTo>
                <a:lnTo>
                  <a:pt x="71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354788" y="4898853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49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685" y="158327"/>
                </a:lnTo>
                <a:lnTo>
                  <a:pt x="26073" y="158242"/>
                </a:lnTo>
                <a:lnTo>
                  <a:pt x="50749" y="158242"/>
                </a:lnTo>
                <a:lnTo>
                  <a:pt x="50749" y="151544"/>
                </a:lnTo>
                <a:close/>
              </a:path>
              <a:path w="50800" h="159385">
                <a:moveTo>
                  <a:pt x="50749" y="158242"/>
                </a:moveTo>
                <a:lnTo>
                  <a:pt x="34373" y="158242"/>
                </a:lnTo>
                <a:lnTo>
                  <a:pt x="42628" y="158770"/>
                </a:lnTo>
                <a:lnTo>
                  <a:pt x="50749" y="158946"/>
                </a:lnTo>
                <a:lnTo>
                  <a:pt x="50749" y="158242"/>
                </a:lnTo>
                <a:close/>
              </a:path>
              <a:path w="50800" h="159385">
                <a:moveTo>
                  <a:pt x="34193" y="53924"/>
                </a:moveTo>
                <a:lnTo>
                  <a:pt x="901" y="56568"/>
                </a:lnTo>
                <a:lnTo>
                  <a:pt x="901" y="63966"/>
                </a:lnTo>
                <a:lnTo>
                  <a:pt x="16374" y="63966"/>
                </a:lnTo>
                <a:lnTo>
                  <a:pt x="18495" y="65378"/>
                </a:lnTo>
                <a:lnTo>
                  <a:pt x="18495" y="151544"/>
                </a:lnTo>
                <a:lnTo>
                  <a:pt x="35050" y="151544"/>
                </a:lnTo>
                <a:lnTo>
                  <a:pt x="34193" y="150488"/>
                </a:lnTo>
                <a:lnTo>
                  <a:pt x="34193" y="53924"/>
                </a:lnTo>
                <a:close/>
              </a:path>
              <a:path w="50800" h="159385">
                <a:moveTo>
                  <a:pt x="29276" y="0"/>
                </a:moveTo>
                <a:lnTo>
                  <a:pt x="15156" y="0"/>
                </a:lnTo>
                <a:lnTo>
                  <a:pt x="9878" y="6346"/>
                </a:lnTo>
                <a:lnTo>
                  <a:pt x="9878" y="19032"/>
                </a:lnTo>
                <a:lnTo>
                  <a:pt x="15156" y="25198"/>
                </a:lnTo>
                <a:lnTo>
                  <a:pt x="29276" y="25198"/>
                </a:lnTo>
                <a:lnTo>
                  <a:pt x="35050" y="20091"/>
                </a:lnTo>
                <a:lnTo>
                  <a:pt x="35050" y="4933"/>
                </a:lnTo>
                <a:lnTo>
                  <a:pt x="29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420332" y="4951365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4" h="109220">
                <a:moveTo>
                  <a:pt x="5458" y="66083"/>
                </a:moveTo>
                <a:lnTo>
                  <a:pt x="0" y="66083"/>
                </a:lnTo>
                <a:lnTo>
                  <a:pt x="0" y="109077"/>
                </a:lnTo>
                <a:lnTo>
                  <a:pt x="3699" y="109077"/>
                </a:lnTo>
                <a:lnTo>
                  <a:pt x="8481" y="104319"/>
                </a:lnTo>
                <a:lnTo>
                  <a:pt x="8977" y="103790"/>
                </a:lnTo>
                <a:lnTo>
                  <a:pt x="8977" y="103438"/>
                </a:lnTo>
                <a:lnTo>
                  <a:pt x="13218" y="98855"/>
                </a:lnTo>
                <a:lnTo>
                  <a:pt x="22996" y="98855"/>
                </a:lnTo>
                <a:lnTo>
                  <a:pt x="17074" y="94495"/>
                </a:lnTo>
                <a:lnTo>
                  <a:pt x="10631" y="83867"/>
                </a:lnTo>
                <a:lnTo>
                  <a:pt x="6361" y="70133"/>
                </a:lnTo>
                <a:lnTo>
                  <a:pt x="5638" y="66962"/>
                </a:lnTo>
                <a:lnTo>
                  <a:pt x="5458" y="66083"/>
                </a:lnTo>
                <a:close/>
              </a:path>
              <a:path w="78104" h="109220">
                <a:moveTo>
                  <a:pt x="22996" y="98855"/>
                </a:moveTo>
                <a:lnTo>
                  <a:pt x="13218" y="98855"/>
                </a:lnTo>
                <a:lnTo>
                  <a:pt x="20996" y="104690"/>
                </a:lnTo>
                <a:lnTo>
                  <a:pt x="28318" y="107733"/>
                </a:lnTo>
                <a:lnTo>
                  <a:pt x="34608" y="108893"/>
                </a:lnTo>
                <a:lnTo>
                  <a:pt x="39291" y="109077"/>
                </a:lnTo>
                <a:lnTo>
                  <a:pt x="56905" y="106329"/>
                </a:lnTo>
                <a:lnTo>
                  <a:pt x="61028" y="103790"/>
                </a:lnTo>
                <a:lnTo>
                  <a:pt x="39291" y="103790"/>
                </a:lnTo>
                <a:lnTo>
                  <a:pt x="26394" y="101356"/>
                </a:lnTo>
                <a:lnTo>
                  <a:pt x="22996" y="98855"/>
                </a:lnTo>
                <a:close/>
              </a:path>
              <a:path w="78104" h="109220">
                <a:moveTo>
                  <a:pt x="51290" y="0"/>
                </a:moveTo>
                <a:lnTo>
                  <a:pt x="37892" y="0"/>
                </a:lnTo>
                <a:lnTo>
                  <a:pt x="19773" y="2687"/>
                </a:lnTo>
                <a:lnTo>
                  <a:pt x="8103" y="9604"/>
                </a:lnTo>
                <a:lnTo>
                  <a:pt x="1854" y="19031"/>
                </a:lnTo>
                <a:lnTo>
                  <a:pt x="0" y="29250"/>
                </a:lnTo>
                <a:lnTo>
                  <a:pt x="0" y="37532"/>
                </a:lnTo>
                <a:lnTo>
                  <a:pt x="41592" y="60264"/>
                </a:lnTo>
                <a:lnTo>
                  <a:pt x="47598" y="61724"/>
                </a:lnTo>
                <a:lnTo>
                  <a:pt x="55841" y="65199"/>
                </a:lnTo>
                <a:lnTo>
                  <a:pt x="63128" y="71713"/>
                </a:lnTo>
                <a:lnTo>
                  <a:pt x="66267" y="82290"/>
                </a:lnTo>
                <a:lnTo>
                  <a:pt x="64678" y="90706"/>
                </a:lnTo>
                <a:lnTo>
                  <a:pt x="59783" y="97535"/>
                </a:lnTo>
                <a:lnTo>
                  <a:pt x="51385" y="102116"/>
                </a:lnTo>
                <a:lnTo>
                  <a:pt x="39291" y="103790"/>
                </a:lnTo>
                <a:lnTo>
                  <a:pt x="61028" y="103790"/>
                </a:lnTo>
                <a:lnTo>
                  <a:pt x="68827" y="98988"/>
                </a:lnTo>
                <a:lnTo>
                  <a:pt x="75589" y="88409"/>
                </a:lnTo>
                <a:lnTo>
                  <a:pt x="77725" y="75948"/>
                </a:lnTo>
                <a:lnTo>
                  <a:pt x="77725" y="63439"/>
                </a:lnTo>
                <a:lnTo>
                  <a:pt x="40554" y="42115"/>
                </a:lnTo>
                <a:lnTo>
                  <a:pt x="30403" y="39877"/>
                </a:lnTo>
                <a:lnTo>
                  <a:pt x="20959" y="36499"/>
                </a:lnTo>
                <a:lnTo>
                  <a:pt x="13993" y="31039"/>
                </a:lnTo>
                <a:lnTo>
                  <a:pt x="11277" y="22555"/>
                </a:lnTo>
                <a:lnTo>
                  <a:pt x="12562" y="16225"/>
                </a:lnTo>
                <a:lnTo>
                  <a:pt x="16922" y="10376"/>
                </a:lnTo>
                <a:lnTo>
                  <a:pt x="25113" y="6079"/>
                </a:lnTo>
                <a:lnTo>
                  <a:pt x="37892" y="4408"/>
                </a:lnTo>
                <a:lnTo>
                  <a:pt x="57200" y="4408"/>
                </a:lnTo>
                <a:lnTo>
                  <a:pt x="51290" y="0"/>
                </a:lnTo>
                <a:close/>
              </a:path>
              <a:path w="78104" h="109220">
                <a:moveTo>
                  <a:pt x="57200" y="4408"/>
                </a:moveTo>
                <a:lnTo>
                  <a:pt x="37892" y="4408"/>
                </a:lnTo>
                <a:lnTo>
                  <a:pt x="53248" y="7882"/>
                </a:lnTo>
                <a:lnTo>
                  <a:pt x="61468" y="16080"/>
                </a:lnTo>
                <a:lnTo>
                  <a:pt x="64859" y="25667"/>
                </a:lnTo>
                <a:lnTo>
                  <a:pt x="65726" y="33305"/>
                </a:lnTo>
                <a:lnTo>
                  <a:pt x="65906" y="35421"/>
                </a:lnTo>
                <a:lnTo>
                  <a:pt x="71725" y="35421"/>
                </a:lnTo>
                <a:lnTo>
                  <a:pt x="71725" y="6695"/>
                </a:lnTo>
                <a:lnTo>
                  <a:pt x="60267" y="6695"/>
                </a:lnTo>
                <a:lnTo>
                  <a:pt x="57200" y="4408"/>
                </a:lnTo>
                <a:close/>
              </a:path>
              <a:path w="78104" h="109220">
                <a:moveTo>
                  <a:pt x="71725" y="0"/>
                </a:moveTo>
                <a:lnTo>
                  <a:pt x="67485" y="0"/>
                </a:lnTo>
                <a:lnTo>
                  <a:pt x="64328" y="2820"/>
                </a:lnTo>
                <a:lnTo>
                  <a:pt x="63606" y="3699"/>
                </a:lnTo>
                <a:lnTo>
                  <a:pt x="61349" y="5991"/>
                </a:lnTo>
                <a:lnTo>
                  <a:pt x="60267" y="6695"/>
                </a:lnTo>
                <a:lnTo>
                  <a:pt x="71725" y="6695"/>
                </a:lnTo>
                <a:lnTo>
                  <a:pt x="71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690317" y="4894802"/>
            <a:ext cx="194945" cy="165735"/>
          </a:xfrm>
          <a:custGeom>
            <a:avLst/>
            <a:gdLst/>
            <a:ahLst/>
            <a:cxnLst/>
            <a:rect l="l" t="t" r="r" b="b"/>
            <a:pathLst>
              <a:path w="194945" h="165735">
                <a:moveTo>
                  <a:pt x="129548" y="85813"/>
                </a:moveTo>
                <a:lnTo>
                  <a:pt x="99560" y="85813"/>
                </a:lnTo>
                <a:lnTo>
                  <a:pt x="106959" y="93920"/>
                </a:lnTo>
                <a:lnTo>
                  <a:pt x="111339" y="99669"/>
                </a:lnTo>
                <a:lnTo>
                  <a:pt x="113589" y="105551"/>
                </a:lnTo>
                <a:lnTo>
                  <a:pt x="114417" y="113150"/>
                </a:lnTo>
                <a:lnTo>
                  <a:pt x="114536" y="124053"/>
                </a:lnTo>
                <a:lnTo>
                  <a:pt x="114797" y="135064"/>
                </a:lnTo>
                <a:lnTo>
                  <a:pt x="148962" y="164538"/>
                </a:lnTo>
                <a:lnTo>
                  <a:pt x="166141" y="165641"/>
                </a:lnTo>
                <a:lnTo>
                  <a:pt x="181393" y="162223"/>
                </a:lnTo>
                <a:lnTo>
                  <a:pt x="187161" y="157006"/>
                </a:lnTo>
                <a:lnTo>
                  <a:pt x="168266" y="157006"/>
                </a:lnTo>
                <a:lnTo>
                  <a:pt x="159673" y="154233"/>
                </a:lnTo>
                <a:lnTo>
                  <a:pt x="154573" y="147380"/>
                </a:lnTo>
                <a:lnTo>
                  <a:pt x="151908" y="138643"/>
                </a:lnTo>
                <a:lnTo>
                  <a:pt x="150623" y="130220"/>
                </a:lnTo>
                <a:lnTo>
                  <a:pt x="148366" y="111188"/>
                </a:lnTo>
                <a:lnTo>
                  <a:pt x="148187" y="109956"/>
                </a:lnTo>
                <a:lnTo>
                  <a:pt x="144052" y="99163"/>
                </a:lnTo>
                <a:lnTo>
                  <a:pt x="137430" y="91278"/>
                </a:lnTo>
                <a:lnTo>
                  <a:pt x="129548" y="85813"/>
                </a:lnTo>
                <a:close/>
              </a:path>
              <a:path w="194945" h="165735">
                <a:moveTo>
                  <a:pt x="83680" y="151895"/>
                </a:moveTo>
                <a:lnTo>
                  <a:pt x="0" y="151895"/>
                </a:lnTo>
                <a:lnTo>
                  <a:pt x="0" y="162998"/>
                </a:lnTo>
                <a:lnTo>
                  <a:pt x="8775" y="162590"/>
                </a:lnTo>
                <a:lnTo>
                  <a:pt x="20430" y="162381"/>
                </a:lnTo>
                <a:lnTo>
                  <a:pt x="83680" y="162304"/>
                </a:lnTo>
                <a:lnTo>
                  <a:pt x="83680" y="151895"/>
                </a:lnTo>
                <a:close/>
              </a:path>
              <a:path w="194945" h="165735">
                <a:moveTo>
                  <a:pt x="83680" y="162304"/>
                </a:moveTo>
                <a:lnTo>
                  <a:pt x="51416" y="162304"/>
                </a:lnTo>
                <a:lnTo>
                  <a:pt x="63335" y="162381"/>
                </a:lnTo>
                <a:lnTo>
                  <a:pt x="74983" y="162590"/>
                </a:lnTo>
                <a:lnTo>
                  <a:pt x="83680" y="162998"/>
                </a:lnTo>
                <a:lnTo>
                  <a:pt x="83680" y="162304"/>
                </a:lnTo>
                <a:close/>
              </a:path>
              <a:path w="194945" h="165735">
                <a:moveTo>
                  <a:pt x="194697" y="135154"/>
                </a:moveTo>
                <a:lnTo>
                  <a:pt x="183963" y="135154"/>
                </a:lnTo>
                <a:lnTo>
                  <a:pt x="183716" y="138643"/>
                </a:lnTo>
                <a:lnTo>
                  <a:pt x="183598" y="140618"/>
                </a:lnTo>
                <a:lnTo>
                  <a:pt x="182380" y="151895"/>
                </a:lnTo>
                <a:lnTo>
                  <a:pt x="175478" y="157006"/>
                </a:lnTo>
                <a:lnTo>
                  <a:pt x="187161" y="157006"/>
                </a:lnTo>
                <a:lnTo>
                  <a:pt x="190011" y="154428"/>
                </a:lnTo>
                <a:lnTo>
                  <a:pt x="193832" y="145940"/>
                </a:lnTo>
                <a:lnTo>
                  <a:pt x="194669" y="140618"/>
                </a:lnTo>
                <a:lnTo>
                  <a:pt x="194697" y="135154"/>
                </a:lnTo>
                <a:close/>
              </a:path>
              <a:path w="194945" h="165735">
                <a:moveTo>
                  <a:pt x="57967" y="11101"/>
                </a:moveTo>
                <a:lnTo>
                  <a:pt x="25713" y="11101"/>
                </a:lnTo>
                <a:lnTo>
                  <a:pt x="25713" y="151895"/>
                </a:lnTo>
                <a:lnTo>
                  <a:pt x="57967" y="151895"/>
                </a:lnTo>
                <a:lnTo>
                  <a:pt x="57967" y="85813"/>
                </a:lnTo>
                <a:lnTo>
                  <a:pt x="129548" y="85813"/>
                </a:lnTo>
                <a:lnTo>
                  <a:pt x="121392" y="82114"/>
                </a:lnTo>
                <a:lnTo>
                  <a:pt x="134489" y="77179"/>
                </a:lnTo>
                <a:lnTo>
                  <a:pt x="57967" y="77179"/>
                </a:lnTo>
                <a:lnTo>
                  <a:pt x="57967" y="11101"/>
                </a:lnTo>
                <a:close/>
              </a:path>
              <a:path w="194945" h="165735">
                <a:moveTo>
                  <a:pt x="90357" y="0"/>
                </a:moveTo>
                <a:lnTo>
                  <a:pt x="0" y="0"/>
                </a:lnTo>
                <a:lnTo>
                  <a:pt x="0" y="11101"/>
                </a:lnTo>
                <a:lnTo>
                  <a:pt x="86161" y="11101"/>
                </a:lnTo>
                <a:lnTo>
                  <a:pt x="108335" y="14221"/>
                </a:lnTo>
                <a:lnTo>
                  <a:pt x="119865" y="22181"/>
                </a:lnTo>
                <a:lnTo>
                  <a:pt x="124231" y="32884"/>
                </a:lnTo>
                <a:lnTo>
                  <a:pt x="124913" y="44230"/>
                </a:lnTo>
                <a:lnTo>
                  <a:pt x="124299" y="54952"/>
                </a:lnTo>
                <a:lnTo>
                  <a:pt x="120001" y="65659"/>
                </a:lnTo>
                <a:lnTo>
                  <a:pt x="108336" y="73888"/>
                </a:lnTo>
                <a:lnTo>
                  <a:pt x="85620" y="77179"/>
                </a:lnTo>
                <a:lnTo>
                  <a:pt x="134489" y="77179"/>
                </a:lnTo>
                <a:lnTo>
                  <a:pt x="139283" y="75372"/>
                </a:lnTo>
                <a:lnTo>
                  <a:pt x="151679" y="66234"/>
                </a:lnTo>
                <a:lnTo>
                  <a:pt x="158889" y="55477"/>
                </a:lnTo>
                <a:lnTo>
                  <a:pt x="161223" y="43878"/>
                </a:lnTo>
                <a:lnTo>
                  <a:pt x="156424" y="26911"/>
                </a:lnTo>
                <a:lnTo>
                  <a:pt x="142521" y="12951"/>
                </a:lnTo>
                <a:lnTo>
                  <a:pt x="120252" y="3485"/>
                </a:lnTo>
                <a:lnTo>
                  <a:pt x="9035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896291" y="4950838"/>
            <a:ext cx="135890" cy="108585"/>
          </a:xfrm>
          <a:custGeom>
            <a:avLst/>
            <a:gdLst/>
            <a:ahLst/>
            <a:cxnLst/>
            <a:rect l="l" t="t" r="r" b="b"/>
            <a:pathLst>
              <a:path w="135890" h="108585">
                <a:moveTo>
                  <a:pt x="43530" y="0"/>
                </a:moveTo>
                <a:lnTo>
                  <a:pt x="0" y="1939"/>
                </a:lnTo>
                <a:lnTo>
                  <a:pt x="0" y="13041"/>
                </a:lnTo>
                <a:lnTo>
                  <a:pt x="16377" y="13041"/>
                </a:lnTo>
                <a:lnTo>
                  <a:pt x="16377" y="77707"/>
                </a:lnTo>
                <a:lnTo>
                  <a:pt x="19749" y="93203"/>
                </a:lnTo>
                <a:lnTo>
                  <a:pt x="28936" y="102553"/>
                </a:lnTo>
                <a:lnTo>
                  <a:pt x="42546" y="107146"/>
                </a:lnTo>
                <a:lnTo>
                  <a:pt x="59188" y="108369"/>
                </a:lnTo>
                <a:lnTo>
                  <a:pt x="65603" y="108080"/>
                </a:lnTo>
                <a:lnTo>
                  <a:pt x="74508" y="106056"/>
                </a:lnTo>
                <a:lnTo>
                  <a:pt x="84301" y="100564"/>
                </a:lnTo>
                <a:lnTo>
                  <a:pt x="84856" y="99910"/>
                </a:lnTo>
                <a:lnTo>
                  <a:pt x="62570" y="99910"/>
                </a:lnTo>
                <a:lnTo>
                  <a:pt x="51850" y="98773"/>
                </a:lnTo>
                <a:lnTo>
                  <a:pt x="46166" y="95307"/>
                </a:lnTo>
                <a:lnTo>
                  <a:pt x="43923" y="89430"/>
                </a:lnTo>
                <a:lnTo>
                  <a:pt x="43530" y="81059"/>
                </a:lnTo>
                <a:lnTo>
                  <a:pt x="43530" y="0"/>
                </a:lnTo>
                <a:close/>
              </a:path>
              <a:path w="135890" h="108585">
                <a:moveTo>
                  <a:pt x="119138" y="89869"/>
                </a:moveTo>
                <a:lnTo>
                  <a:pt x="93381" y="89869"/>
                </a:lnTo>
                <a:lnTo>
                  <a:pt x="93381" y="108369"/>
                </a:lnTo>
                <a:lnTo>
                  <a:pt x="135510" y="106961"/>
                </a:lnTo>
                <a:lnTo>
                  <a:pt x="135510" y="95859"/>
                </a:lnTo>
                <a:lnTo>
                  <a:pt x="119138" y="95859"/>
                </a:lnTo>
                <a:lnTo>
                  <a:pt x="119138" y="89869"/>
                </a:lnTo>
                <a:close/>
              </a:path>
              <a:path w="135890" h="108585">
                <a:moveTo>
                  <a:pt x="119138" y="0"/>
                </a:moveTo>
                <a:lnTo>
                  <a:pt x="75606" y="1939"/>
                </a:lnTo>
                <a:lnTo>
                  <a:pt x="75606" y="13041"/>
                </a:lnTo>
                <a:lnTo>
                  <a:pt x="91979" y="13041"/>
                </a:lnTo>
                <a:lnTo>
                  <a:pt x="91979" y="67665"/>
                </a:lnTo>
                <a:lnTo>
                  <a:pt x="89814" y="80956"/>
                </a:lnTo>
                <a:lnTo>
                  <a:pt x="83754" y="91123"/>
                </a:lnTo>
                <a:lnTo>
                  <a:pt x="74454" y="97623"/>
                </a:lnTo>
                <a:lnTo>
                  <a:pt x="62570" y="99910"/>
                </a:lnTo>
                <a:lnTo>
                  <a:pt x="84856" y="99910"/>
                </a:lnTo>
                <a:lnTo>
                  <a:pt x="93381" y="89869"/>
                </a:lnTo>
                <a:lnTo>
                  <a:pt x="119138" y="89869"/>
                </a:lnTo>
                <a:lnTo>
                  <a:pt x="11913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046056" y="4950135"/>
            <a:ext cx="90170" cy="109220"/>
          </a:xfrm>
          <a:custGeom>
            <a:avLst/>
            <a:gdLst/>
            <a:ahLst/>
            <a:cxnLst/>
            <a:rect l="l" t="t" r="r" b="b"/>
            <a:pathLst>
              <a:path w="90170" h="109220">
                <a:moveTo>
                  <a:pt x="10245" y="69601"/>
                </a:moveTo>
                <a:lnTo>
                  <a:pt x="0" y="69601"/>
                </a:lnTo>
                <a:lnTo>
                  <a:pt x="0" y="109072"/>
                </a:lnTo>
                <a:lnTo>
                  <a:pt x="6545" y="109072"/>
                </a:lnTo>
                <a:lnTo>
                  <a:pt x="11461" y="105549"/>
                </a:lnTo>
                <a:lnTo>
                  <a:pt x="11819" y="105549"/>
                </a:lnTo>
                <a:lnTo>
                  <a:pt x="16921" y="102026"/>
                </a:lnTo>
                <a:lnTo>
                  <a:pt x="17642" y="101498"/>
                </a:lnTo>
                <a:lnTo>
                  <a:pt x="74678" y="101498"/>
                </a:lnTo>
                <a:lnTo>
                  <a:pt x="75829" y="100614"/>
                </a:lnTo>
                <a:lnTo>
                  <a:pt x="45655" y="100614"/>
                </a:lnTo>
                <a:lnTo>
                  <a:pt x="30072" y="97729"/>
                </a:lnTo>
                <a:lnTo>
                  <a:pt x="20166" y="90614"/>
                </a:lnTo>
                <a:lnTo>
                  <a:pt x="14455" y="81585"/>
                </a:lnTo>
                <a:lnTo>
                  <a:pt x="11461" y="72952"/>
                </a:lnTo>
                <a:lnTo>
                  <a:pt x="10245" y="69601"/>
                </a:lnTo>
                <a:close/>
              </a:path>
              <a:path w="90170" h="109220">
                <a:moveTo>
                  <a:pt x="74678" y="101498"/>
                </a:moveTo>
                <a:lnTo>
                  <a:pt x="17642" y="101498"/>
                </a:lnTo>
                <a:lnTo>
                  <a:pt x="26035" y="105877"/>
                </a:lnTo>
                <a:lnTo>
                  <a:pt x="34034" y="108125"/>
                </a:lnTo>
                <a:lnTo>
                  <a:pt x="40840" y="108954"/>
                </a:lnTo>
                <a:lnTo>
                  <a:pt x="45655" y="109072"/>
                </a:lnTo>
                <a:lnTo>
                  <a:pt x="55663" y="108530"/>
                </a:lnTo>
                <a:lnTo>
                  <a:pt x="70466" y="104733"/>
                </a:lnTo>
                <a:lnTo>
                  <a:pt x="74678" y="101498"/>
                </a:lnTo>
                <a:close/>
              </a:path>
              <a:path w="90170" h="109220">
                <a:moveTo>
                  <a:pt x="53412" y="0"/>
                </a:moveTo>
                <a:lnTo>
                  <a:pt x="43895" y="0"/>
                </a:lnTo>
                <a:lnTo>
                  <a:pt x="33990" y="487"/>
                </a:lnTo>
                <a:lnTo>
                  <a:pt x="19240" y="3898"/>
                </a:lnTo>
                <a:lnTo>
                  <a:pt x="5843" y="13157"/>
                </a:lnTo>
                <a:lnTo>
                  <a:pt x="0" y="31188"/>
                </a:lnTo>
                <a:lnTo>
                  <a:pt x="0" y="40703"/>
                </a:lnTo>
                <a:lnTo>
                  <a:pt x="34362" y="61853"/>
                </a:lnTo>
                <a:lnTo>
                  <a:pt x="46555" y="64137"/>
                </a:lnTo>
                <a:lnTo>
                  <a:pt x="54218" y="65667"/>
                </a:lnTo>
                <a:lnTo>
                  <a:pt x="62849" y="68699"/>
                </a:lnTo>
                <a:lnTo>
                  <a:pt x="69898" y="74076"/>
                </a:lnTo>
                <a:lnTo>
                  <a:pt x="72815" y="82642"/>
                </a:lnTo>
                <a:lnTo>
                  <a:pt x="69313" y="93032"/>
                </a:lnTo>
                <a:lnTo>
                  <a:pt x="61213" y="98368"/>
                </a:lnTo>
                <a:lnTo>
                  <a:pt x="52124" y="100333"/>
                </a:lnTo>
                <a:lnTo>
                  <a:pt x="45655" y="100614"/>
                </a:lnTo>
                <a:lnTo>
                  <a:pt x="75829" y="100614"/>
                </a:lnTo>
                <a:lnTo>
                  <a:pt x="83883" y="94428"/>
                </a:lnTo>
                <a:lnTo>
                  <a:pt x="89729" y="74359"/>
                </a:lnTo>
                <a:lnTo>
                  <a:pt x="88852" y="67051"/>
                </a:lnTo>
                <a:lnTo>
                  <a:pt x="53278" y="39942"/>
                </a:lnTo>
                <a:lnTo>
                  <a:pt x="41235" y="37882"/>
                </a:lnTo>
                <a:lnTo>
                  <a:pt x="33726" y="36277"/>
                </a:lnTo>
                <a:lnTo>
                  <a:pt x="25780" y="33633"/>
                </a:lnTo>
                <a:lnTo>
                  <a:pt x="19483" y="29237"/>
                </a:lnTo>
                <a:lnTo>
                  <a:pt x="16921" y="22378"/>
                </a:lnTo>
                <a:lnTo>
                  <a:pt x="20439" y="13819"/>
                </a:lnTo>
                <a:lnTo>
                  <a:pt x="28520" y="9424"/>
                </a:lnTo>
                <a:lnTo>
                  <a:pt x="37455" y="7805"/>
                </a:lnTo>
                <a:lnTo>
                  <a:pt x="43538" y="7574"/>
                </a:lnTo>
                <a:lnTo>
                  <a:pt x="82826" y="7574"/>
                </a:lnTo>
                <a:lnTo>
                  <a:pt x="82826" y="4578"/>
                </a:lnTo>
                <a:lnTo>
                  <a:pt x="67851" y="4578"/>
                </a:lnTo>
                <a:lnTo>
                  <a:pt x="61671" y="1407"/>
                </a:lnTo>
                <a:lnTo>
                  <a:pt x="53412" y="0"/>
                </a:lnTo>
                <a:close/>
              </a:path>
              <a:path w="90170" h="109220">
                <a:moveTo>
                  <a:pt x="82826" y="7574"/>
                </a:moveTo>
                <a:lnTo>
                  <a:pt x="43538" y="7574"/>
                </a:lnTo>
                <a:lnTo>
                  <a:pt x="55287" y="8854"/>
                </a:lnTo>
                <a:lnTo>
                  <a:pt x="63857" y="12663"/>
                </a:lnTo>
                <a:lnTo>
                  <a:pt x="69316" y="18948"/>
                </a:lnTo>
                <a:lnTo>
                  <a:pt x="71729" y="27661"/>
                </a:lnTo>
                <a:lnTo>
                  <a:pt x="71908" y="31188"/>
                </a:lnTo>
                <a:lnTo>
                  <a:pt x="72086" y="32420"/>
                </a:lnTo>
                <a:lnTo>
                  <a:pt x="82826" y="32420"/>
                </a:lnTo>
                <a:lnTo>
                  <a:pt x="82826" y="7574"/>
                </a:lnTo>
                <a:close/>
              </a:path>
              <a:path w="90170" h="109220">
                <a:moveTo>
                  <a:pt x="82826" y="0"/>
                </a:moveTo>
                <a:lnTo>
                  <a:pt x="77003" y="0"/>
                </a:lnTo>
                <a:lnTo>
                  <a:pt x="67851" y="4578"/>
                </a:lnTo>
                <a:lnTo>
                  <a:pt x="82826" y="4578"/>
                </a:lnTo>
                <a:lnTo>
                  <a:pt x="8282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153919" y="4950135"/>
            <a:ext cx="90170" cy="109220"/>
          </a:xfrm>
          <a:custGeom>
            <a:avLst/>
            <a:gdLst/>
            <a:ahLst/>
            <a:cxnLst/>
            <a:rect l="l" t="t" r="r" b="b"/>
            <a:pathLst>
              <a:path w="90170" h="109220">
                <a:moveTo>
                  <a:pt x="10375" y="69601"/>
                </a:moveTo>
                <a:lnTo>
                  <a:pt x="0" y="69601"/>
                </a:lnTo>
                <a:lnTo>
                  <a:pt x="0" y="109072"/>
                </a:lnTo>
                <a:lnTo>
                  <a:pt x="6498" y="109072"/>
                </a:lnTo>
                <a:lnTo>
                  <a:pt x="11455" y="105549"/>
                </a:lnTo>
                <a:lnTo>
                  <a:pt x="11818" y="105549"/>
                </a:lnTo>
                <a:lnTo>
                  <a:pt x="16915" y="102026"/>
                </a:lnTo>
                <a:lnTo>
                  <a:pt x="17636" y="101498"/>
                </a:lnTo>
                <a:lnTo>
                  <a:pt x="74665" y="101498"/>
                </a:lnTo>
                <a:lnTo>
                  <a:pt x="75813" y="100614"/>
                </a:lnTo>
                <a:lnTo>
                  <a:pt x="45834" y="100614"/>
                </a:lnTo>
                <a:lnTo>
                  <a:pt x="30166" y="97729"/>
                </a:lnTo>
                <a:lnTo>
                  <a:pt x="20237" y="90614"/>
                </a:lnTo>
                <a:lnTo>
                  <a:pt x="14511" y="81585"/>
                </a:lnTo>
                <a:lnTo>
                  <a:pt x="11455" y="72952"/>
                </a:lnTo>
                <a:lnTo>
                  <a:pt x="10375" y="69601"/>
                </a:lnTo>
                <a:close/>
              </a:path>
              <a:path w="90170" h="109220">
                <a:moveTo>
                  <a:pt x="74665" y="101498"/>
                </a:moveTo>
                <a:lnTo>
                  <a:pt x="17636" y="101498"/>
                </a:lnTo>
                <a:lnTo>
                  <a:pt x="26051" y="105877"/>
                </a:lnTo>
                <a:lnTo>
                  <a:pt x="34102" y="108125"/>
                </a:lnTo>
                <a:lnTo>
                  <a:pt x="40970" y="108954"/>
                </a:lnTo>
                <a:lnTo>
                  <a:pt x="45834" y="109072"/>
                </a:lnTo>
                <a:lnTo>
                  <a:pt x="55728" y="108530"/>
                </a:lnTo>
                <a:lnTo>
                  <a:pt x="70464" y="104733"/>
                </a:lnTo>
                <a:lnTo>
                  <a:pt x="74665" y="101498"/>
                </a:lnTo>
                <a:close/>
              </a:path>
              <a:path w="90170" h="109220">
                <a:moveTo>
                  <a:pt x="53411" y="0"/>
                </a:moveTo>
                <a:lnTo>
                  <a:pt x="43895" y="0"/>
                </a:lnTo>
                <a:lnTo>
                  <a:pt x="33971" y="487"/>
                </a:lnTo>
                <a:lnTo>
                  <a:pt x="19222" y="3898"/>
                </a:lnTo>
                <a:lnTo>
                  <a:pt x="5836" y="13157"/>
                </a:lnTo>
                <a:lnTo>
                  <a:pt x="0" y="31188"/>
                </a:lnTo>
                <a:lnTo>
                  <a:pt x="0" y="40703"/>
                </a:lnTo>
                <a:lnTo>
                  <a:pt x="34368" y="61853"/>
                </a:lnTo>
                <a:lnTo>
                  <a:pt x="46508" y="64137"/>
                </a:lnTo>
                <a:lnTo>
                  <a:pt x="54190" y="65667"/>
                </a:lnTo>
                <a:lnTo>
                  <a:pt x="62817" y="68699"/>
                </a:lnTo>
                <a:lnTo>
                  <a:pt x="69853" y="74076"/>
                </a:lnTo>
                <a:lnTo>
                  <a:pt x="72762" y="82642"/>
                </a:lnTo>
                <a:lnTo>
                  <a:pt x="69271" y="93032"/>
                </a:lnTo>
                <a:lnTo>
                  <a:pt x="61208" y="98368"/>
                </a:lnTo>
                <a:lnTo>
                  <a:pt x="52191" y="100333"/>
                </a:lnTo>
                <a:lnTo>
                  <a:pt x="45834" y="100614"/>
                </a:lnTo>
                <a:lnTo>
                  <a:pt x="75813" y="100614"/>
                </a:lnTo>
                <a:lnTo>
                  <a:pt x="83846" y="94428"/>
                </a:lnTo>
                <a:lnTo>
                  <a:pt x="89683" y="74359"/>
                </a:lnTo>
                <a:lnTo>
                  <a:pt x="88813" y="67051"/>
                </a:lnTo>
                <a:lnTo>
                  <a:pt x="53251" y="39942"/>
                </a:lnTo>
                <a:lnTo>
                  <a:pt x="41228" y="37882"/>
                </a:lnTo>
                <a:lnTo>
                  <a:pt x="33718" y="36277"/>
                </a:lnTo>
                <a:lnTo>
                  <a:pt x="25773" y="33633"/>
                </a:lnTo>
                <a:lnTo>
                  <a:pt x="19477" y="29237"/>
                </a:lnTo>
                <a:lnTo>
                  <a:pt x="16915" y="22378"/>
                </a:lnTo>
                <a:lnTo>
                  <a:pt x="20455" y="13819"/>
                </a:lnTo>
                <a:lnTo>
                  <a:pt x="28587" y="9424"/>
                </a:lnTo>
                <a:lnTo>
                  <a:pt x="37582" y="7805"/>
                </a:lnTo>
                <a:lnTo>
                  <a:pt x="43709" y="7574"/>
                </a:lnTo>
                <a:lnTo>
                  <a:pt x="82820" y="7574"/>
                </a:lnTo>
                <a:lnTo>
                  <a:pt x="82820" y="4578"/>
                </a:lnTo>
                <a:lnTo>
                  <a:pt x="67844" y="4578"/>
                </a:lnTo>
                <a:lnTo>
                  <a:pt x="61663" y="1407"/>
                </a:lnTo>
                <a:lnTo>
                  <a:pt x="53411" y="0"/>
                </a:lnTo>
                <a:close/>
              </a:path>
              <a:path w="90170" h="109220">
                <a:moveTo>
                  <a:pt x="82820" y="7574"/>
                </a:moveTo>
                <a:lnTo>
                  <a:pt x="43709" y="7574"/>
                </a:lnTo>
                <a:lnTo>
                  <a:pt x="55408" y="8854"/>
                </a:lnTo>
                <a:lnTo>
                  <a:pt x="63909" y="12663"/>
                </a:lnTo>
                <a:lnTo>
                  <a:pt x="69314" y="18948"/>
                </a:lnTo>
                <a:lnTo>
                  <a:pt x="71721" y="27661"/>
                </a:lnTo>
                <a:lnTo>
                  <a:pt x="71907" y="31188"/>
                </a:lnTo>
                <a:lnTo>
                  <a:pt x="72086" y="32420"/>
                </a:lnTo>
                <a:lnTo>
                  <a:pt x="82820" y="32420"/>
                </a:lnTo>
                <a:lnTo>
                  <a:pt x="82820" y="7574"/>
                </a:lnTo>
                <a:close/>
              </a:path>
              <a:path w="90170" h="109220">
                <a:moveTo>
                  <a:pt x="82820" y="0"/>
                </a:moveTo>
                <a:lnTo>
                  <a:pt x="77181" y="0"/>
                </a:lnTo>
                <a:lnTo>
                  <a:pt x="67844" y="4578"/>
                </a:lnTo>
                <a:lnTo>
                  <a:pt x="82820" y="4578"/>
                </a:lnTo>
                <a:lnTo>
                  <a:pt x="82820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260516" y="4950135"/>
            <a:ext cx="121285" cy="109220"/>
          </a:xfrm>
          <a:custGeom>
            <a:avLst/>
            <a:gdLst/>
            <a:ahLst/>
            <a:cxnLst/>
            <a:rect l="l" t="t" r="r" b="b"/>
            <a:pathLst>
              <a:path w="121284" h="109220">
                <a:moveTo>
                  <a:pt x="60624" y="0"/>
                </a:moveTo>
                <a:lnTo>
                  <a:pt x="34730" y="4291"/>
                </a:lnTo>
                <a:lnTo>
                  <a:pt x="15715" y="16099"/>
                </a:lnTo>
                <a:lnTo>
                  <a:pt x="3998" y="33821"/>
                </a:lnTo>
                <a:lnTo>
                  <a:pt x="0" y="55855"/>
                </a:lnTo>
                <a:lnTo>
                  <a:pt x="3871" y="76586"/>
                </a:lnTo>
                <a:lnTo>
                  <a:pt x="15375" y="93500"/>
                </a:lnTo>
                <a:lnTo>
                  <a:pt x="34348" y="104896"/>
                </a:lnTo>
                <a:lnTo>
                  <a:pt x="60624" y="109072"/>
                </a:lnTo>
                <a:lnTo>
                  <a:pt x="86902" y="104871"/>
                </a:lnTo>
                <a:lnTo>
                  <a:pt x="95718" y="99557"/>
                </a:lnTo>
                <a:lnTo>
                  <a:pt x="60624" y="99557"/>
                </a:lnTo>
                <a:lnTo>
                  <a:pt x="43102" y="95240"/>
                </a:lnTo>
                <a:lnTo>
                  <a:pt x="34104" y="84184"/>
                </a:lnTo>
                <a:lnTo>
                  <a:pt x="30789" y="69228"/>
                </a:lnTo>
                <a:lnTo>
                  <a:pt x="30394" y="55855"/>
                </a:lnTo>
                <a:lnTo>
                  <a:pt x="30410" y="44429"/>
                </a:lnTo>
                <a:lnTo>
                  <a:pt x="52256" y="9541"/>
                </a:lnTo>
                <a:lnTo>
                  <a:pt x="60624" y="8633"/>
                </a:lnTo>
                <a:lnTo>
                  <a:pt x="93500" y="8633"/>
                </a:lnTo>
                <a:lnTo>
                  <a:pt x="86372" y="4242"/>
                </a:lnTo>
                <a:lnTo>
                  <a:pt x="60624" y="0"/>
                </a:lnTo>
                <a:close/>
              </a:path>
              <a:path w="121284" h="109220">
                <a:moveTo>
                  <a:pt x="93500" y="8633"/>
                </a:moveTo>
                <a:lnTo>
                  <a:pt x="60624" y="8633"/>
                </a:lnTo>
                <a:lnTo>
                  <a:pt x="67981" y="9340"/>
                </a:lnTo>
                <a:lnTo>
                  <a:pt x="74920" y="11518"/>
                </a:lnTo>
                <a:lnTo>
                  <a:pt x="90684" y="55855"/>
                </a:lnTo>
                <a:lnTo>
                  <a:pt x="90290" y="69228"/>
                </a:lnTo>
                <a:lnTo>
                  <a:pt x="86994" y="84184"/>
                </a:lnTo>
                <a:lnTo>
                  <a:pt x="78047" y="95240"/>
                </a:lnTo>
                <a:lnTo>
                  <a:pt x="60624" y="99557"/>
                </a:lnTo>
                <a:lnTo>
                  <a:pt x="95718" y="99557"/>
                </a:lnTo>
                <a:lnTo>
                  <a:pt x="105877" y="93434"/>
                </a:lnTo>
                <a:lnTo>
                  <a:pt x="117384" y="76512"/>
                </a:lnTo>
                <a:lnTo>
                  <a:pt x="121257" y="55855"/>
                </a:lnTo>
                <a:lnTo>
                  <a:pt x="117207" y="33673"/>
                </a:lnTo>
                <a:lnTo>
                  <a:pt x="105406" y="15967"/>
                </a:lnTo>
                <a:lnTo>
                  <a:pt x="93500" y="8633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506681" y="4950310"/>
            <a:ext cx="101600" cy="109855"/>
          </a:xfrm>
          <a:custGeom>
            <a:avLst/>
            <a:gdLst/>
            <a:ahLst/>
            <a:cxnLst/>
            <a:rect l="l" t="t" r="r" b="b"/>
            <a:pathLst>
              <a:path w="101600" h="109854">
                <a:moveTo>
                  <a:pt x="69427" y="0"/>
                </a:moveTo>
                <a:lnTo>
                  <a:pt x="41182" y="5446"/>
                </a:lnTo>
                <a:lnTo>
                  <a:pt x="19250" y="20176"/>
                </a:lnTo>
                <a:lnTo>
                  <a:pt x="5049" y="41779"/>
                </a:lnTo>
                <a:lnTo>
                  <a:pt x="0" y="67842"/>
                </a:lnTo>
                <a:lnTo>
                  <a:pt x="2946" y="85193"/>
                </a:lnTo>
                <a:lnTo>
                  <a:pt x="11663" y="98283"/>
                </a:lnTo>
                <a:lnTo>
                  <a:pt x="25961" y="106549"/>
                </a:lnTo>
                <a:lnTo>
                  <a:pt x="45656" y="109429"/>
                </a:lnTo>
                <a:lnTo>
                  <a:pt x="52297" y="109247"/>
                </a:lnTo>
                <a:lnTo>
                  <a:pt x="60612" y="108502"/>
                </a:lnTo>
                <a:lnTo>
                  <a:pt x="69814" y="106900"/>
                </a:lnTo>
                <a:lnTo>
                  <a:pt x="79122" y="104142"/>
                </a:lnTo>
                <a:lnTo>
                  <a:pt x="85942" y="100791"/>
                </a:lnTo>
                <a:lnTo>
                  <a:pt x="45834" y="100791"/>
                </a:lnTo>
                <a:lnTo>
                  <a:pt x="37093" y="99359"/>
                </a:lnTo>
                <a:lnTo>
                  <a:pt x="30750" y="95153"/>
                </a:lnTo>
                <a:lnTo>
                  <a:pt x="26884" y="88304"/>
                </a:lnTo>
                <a:lnTo>
                  <a:pt x="25651" y="79471"/>
                </a:lnTo>
                <a:lnTo>
                  <a:pt x="25577" y="72953"/>
                </a:lnTo>
                <a:lnTo>
                  <a:pt x="27338" y="63787"/>
                </a:lnTo>
                <a:lnTo>
                  <a:pt x="29456" y="55680"/>
                </a:lnTo>
                <a:lnTo>
                  <a:pt x="38978" y="55680"/>
                </a:lnTo>
                <a:lnTo>
                  <a:pt x="54570" y="55168"/>
                </a:lnTo>
                <a:lnTo>
                  <a:pt x="74974" y="51584"/>
                </a:lnTo>
                <a:lnTo>
                  <a:pt x="82923" y="47222"/>
                </a:lnTo>
                <a:lnTo>
                  <a:pt x="31534" y="47222"/>
                </a:lnTo>
                <a:lnTo>
                  <a:pt x="33977" y="39073"/>
                </a:lnTo>
                <a:lnTo>
                  <a:pt x="63026" y="9364"/>
                </a:lnTo>
                <a:lnTo>
                  <a:pt x="69427" y="8634"/>
                </a:lnTo>
                <a:lnTo>
                  <a:pt x="93742" y="8634"/>
                </a:lnTo>
                <a:lnTo>
                  <a:pt x="91466" y="6101"/>
                </a:lnTo>
                <a:lnTo>
                  <a:pt x="81688" y="1572"/>
                </a:lnTo>
                <a:lnTo>
                  <a:pt x="69427" y="0"/>
                </a:lnTo>
                <a:close/>
              </a:path>
              <a:path w="101600" h="109854">
                <a:moveTo>
                  <a:pt x="96400" y="79471"/>
                </a:moveTo>
                <a:lnTo>
                  <a:pt x="92344" y="79471"/>
                </a:lnTo>
                <a:lnTo>
                  <a:pt x="90761" y="81055"/>
                </a:lnTo>
                <a:lnTo>
                  <a:pt x="76771" y="92464"/>
                </a:lnTo>
                <a:lnTo>
                  <a:pt x="62935" y="98324"/>
                </a:lnTo>
                <a:lnTo>
                  <a:pt x="51781" y="100482"/>
                </a:lnTo>
                <a:lnTo>
                  <a:pt x="45834" y="100791"/>
                </a:lnTo>
                <a:lnTo>
                  <a:pt x="85942" y="100791"/>
                </a:lnTo>
                <a:lnTo>
                  <a:pt x="87986" y="99786"/>
                </a:lnTo>
                <a:lnTo>
                  <a:pt x="94952" y="94802"/>
                </a:lnTo>
                <a:lnTo>
                  <a:pt x="99506" y="90216"/>
                </a:lnTo>
                <a:lnTo>
                  <a:pt x="101138" y="87050"/>
                </a:lnTo>
                <a:lnTo>
                  <a:pt x="101138" y="85110"/>
                </a:lnTo>
                <a:lnTo>
                  <a:pt x="96400" y="79471"/>
                </a:lnTo>
                <a:close/>
              </a:path>
              <a:path w="101600" h="109854">
                <a:moveTo>
                  <a:pt x="93742" y="8634"/>
                </a:moveTo>
                <a:lnTo>
                  <a:pt x="79307" y="8634"/>
                </a:lnTo>
                <a:lnTo>
                  <a:pt x="84767" y="14977"/>
                </a:lnTo>
                <a:lnTo>
                  <a:pt x="84689" y="22908"/>
                </a:lnTo>
                <a:lnTo>
                  <a:pt x="78511" y="36890"/>
                </a:lnTo>
                <a:lnTo>
                  <a:pt x="63647" y="44161"/>
                </a:lnTo>
                <a:lnTo>
                  <a:pt x="46035" y="46839"/>
                </a:lnTo>
                <a:lnTo>
                  <a:pt x="31534" y="47222"/>
                </a:lnTo>
                <a:lnTo>
                  <a:pt x="82923" y="47222"/>
                </a:lnTo>
                <a:lnTo>
                  <a:pt x="92705" y="41854"/>
                </a:lnTo>
                <a:lnTo>
                  <a:pt x="100279" y="22908"/>
                </a:lnTo>
                <a:lnTo>
                  <a:pt x="97938" y="13307"/>
                </a:lnTo>
                <a:lnTo>
                  <a:pt x="93742" y="863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627939" y="4905024"/>
            <a:ext cx="78105" cy="154940"/>
          </a:xfrm>
          <a:custGeom>
            <a:avLst/>
            <a:gdLst/>
            <a:ahLst/>
            <a:cxnLst/>
            <a:rect l="l" t="t" r="r" b="b"/>
            <a:pathLst>
              <a:path w="78104" h="154939">
                <a:moveTo>
                  <a:pt x="50029" y="58498"/>
                </a:moveTo>
                <a:lnTo>
                  <a:pt x="24677" y="58498"/>
                </a:lnTo>
                <a:lnTo>
                  <a:pt x="7994" y="125051"/>
                </a:lnTo>
                <a:lnTo>
                  <a:pt x="7040" y="128631"/>
                </a:lnTo>
                <a:lnTo>
                  <a:pt x="7040" y="131627"/>
                </a:lnTo>
                <a:lnTo>
                  <a:pt x="9384" y="141555"/>
                </a:lnTo>
                <a:lnTo>
                  <a:pt x="15608" y="148789"/>
                </a:lnTo>
                <a:lnTo>
                  <a:pt x="24506" y="153214"/>
                </a:lnTo>
                <a:lnTo>
                  <a:pt x="34867" y="154715"/>
                </a:lnTo>
                <a:lnTo>
                  <a:pt x="53119" y="149475"/>
                </a:lnTo>
                <a:lnTo>
                  <a:pt x="56996" y="146076"/>
                </a:lnTo>
                <a:lnTo>
                  <a:pt x="33836" y="146076"/>
                </a:lnTo>
                <a:lnTo>
                  <a:pt x="30990" y="145900"/>
                </a:lnTo>
                <a:lnTo>
                  <a:pt x="30990" y="134270"/>
                </a:lnTo>
                <a:lnTo>
                  <a:pt x="32571" y="128631"/>
                </a:lnTo>
                <a:lnTo>
                  <a:pt x="50029" y="58498"/>
                </a:lnTo>
                <a:close/>
              </a:path>
              <a:path w="78104" h="154939">
                <a:moveTo>
                  <a:pt x="77863" y="114359"/>
                </a:moveTo>
                <a:lnTo>
                  <a:pt x="66090" y="114359"/>
                </a:lnTo>
                <a:lnTo>
                  <a:pt x="65726" y="114534"/>
                </a:lnTo>
                <a:lnTo>
                  <a:pt x="63966" y="118239"/>
                </a:lnTo>
                <a:lnTo>
                  <a:pt x="56236" y="132549"/>
                </a:lnTo>
                <a:lnTo>
                  <a:pt x="48577" y="141012"/>
                </a:lnTo>
                <a:lnTo>
                  <a:pt x="41655" y="145047"/>
                </a:lnTo>
                <a:lnTo>
                  <a:pt x="36132" y="146076"/>
                </a:lnTo>
                <a:lnTo>
                  <a:pt x="56996" y="146076"/>
                </a:lnTo>
                <a:lnTo>
                  <a:pt x="66617" y="137643"/>
                </a:lnTo>
                <a:lnTo>
                  <a:pt x="74990" y="125051"/>
                </a:lnTo>
                <a:lnTo>
                  <a:pt x="77863" y="117530"/>
                </a:lnTo>
                <a:lnTo>
                  <a:pt x="77863" y="114359"/>
                </a:lnTo>
                <a:close/>
              </a:path>
              <a:path w="78104" h="154939">
                <a:moveTo>
                  <a:pt x="77181" y="47221"/>
                </a:moveTo>
                <a:lnTo>
                  <a:pt x="0" y="47221"/>
                </a:lnTo>
                <a:lnTo>
                  <a:pt x="0" y="58498"/>
                </a:lnTo>
                <a:lnTo>
                  <a:pt x="77181" y="58498"/>
                </a:lnTo>
                <a:lnTo>
                  <a:pt x="77181" y="47221"/>
                </a:lnTo>
                <a:close/>
              </a:path>
              <a:path w="78104" h="154939">
                <a:moveTo>
                  <a:pt x="57785" y="0"/>
                </a:moveTo>
                <a:lnTo>
                  <a:pt x="47905" y="0"/>
                </a:lnTo>
                <a:lnTo>
                  <a:pt x="38931" y="1407"/>
                </a:lnTo>
                <a:lnTo>
                  <a:pt x="36132" y="12508"/>
                </a:lnTo>
                <a:lnTo>
                  <a:pt x="27476" y="47221"/>
                </a:lnTo>
                <a:lnTo>
                  <a:pt x="53054" y="47221"/>
                </a:lnTo>
                <a:lnTo>
                  <a:pt x="55303" y="37003"/>
                </a:lnTo>
                <a:lnTo>
                  <a:pt x="56024" y="34008"/>
                </a:lnTo>
                <a:lnTo>
                  <a:pt x="57428" y="28545"/>
                </a:lnTo>
                <a:lnTo>
                  <a:pt x="59188" y="22378"/>
                </a:lnTo>
                <a:lnTo>
                  <a:pt x="61849" y="11804"/>
                </a:lnTo>
                <a:lnTo>
                  <a:pt x="61849" y="4403"/>
                </a:lnTo>
                <a:lnTo>
                  <a:pt x="57785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821421" y="4950310"/>
            <a:ext cx="123825" cy="109855"/>
          </a:xfrm>
          <a:custGeom>
            <a:avLst/>
            <a:gdLst/>
            <a:ahLst/>
            <a:cxnLst/>
            <a:rect l="l" t="t" r="r" b="b"/>
            <a:pathLst>
              <a:path w="123825" h="109854">
                <a:moveTo>
                  <a:pt x="69783" y="0"/>
                </a:moveTo>
                <a:lnTo>
                  <a:pt x="63602" y="0"/>
                </a:lnTo>
                <a:lnTo>
                  <a:pt x="36860" y="6665"/>
                </a:lnTo>
                <a:lnTo>
                  <a:pt x="16864" y="23722"/>
                </a:lnTo>
                <a:lnTo>
                  <a:pt x="4336" y="46759"/>
                </a:lnTo>
                <a:lnTo>
                  <a:pt x="0" y="71365"/>
                </a:lnTo>
                <a:lnTo>
                  <a:pt x="3389" y="89281"/>
                </a:lnTo>
                <a:lnTo>
                  <a:pt x="12196" y="101036"/>
                </a:lnTo>
                <a:lnTo>
                  <a:pt x="24378" y="107471"/>
                </a:lnTo>
                <a:lnTo>
                  <a:pt x="37892" y="109429"/>
                </a:lnTo>
                <a:lnTo>
                  <a:pt x="48162" y="108173"/>
                </a:lnTo>
                <a:lnTo>
                  <a:pt x="56931" y="105067"/>
                </a:lnTo>
                <a:lnTo>
                  <a:pt x="64018" y="101101"/>
                </a:lnTo>
                <a:lnTo>
                  <a:pt x="64442" y="100791"/>
                </a:lnTo>
                <a:lnTo>
                  <a:pt x="33472" y="100791"/>
                </a:lnTo>
                <a:lnTo>
                  <a:pt x="25351" y="97443"/>
                </a:lnTo>
                <a:lnTo>
                  <a:pt x="29828" y="57334"/>
                </a:lnTo>
                <a:lnTo>
                  <a:pt x="43092" y="21345"/>
                </a:lnTo>
                <a:lnTo>
                  <a:pt x="63602" y="8634"/>
                </a:lnTo>
                <a:lnTo>
                  <a:pt x="86193" y="8634"/>
                </a:lnTo>
                <a:lnTo>
                  <a:pt x="79120" y="1231"/>
                </a:lnTo>
                <a:lnTo>
                  <a:pt x="69783" y="0"/>
                </a:lnTo>
                <a:close/>
              </a:path>
              <a:path w="123825" h="109854">
                <a:moveTo>
                  <a:pt x="90219" y="97268"/>
                </a:moveTo>
                <a:lnTo>
                  <a:pt x="69240" y="97268"/>
                </a:lnTo>
                <a:lnTo>
                  <a:pt x="73723" y="102662"/>
                </a:lnTo>
                <a:lnTo>
                  <a:pt x="79782" y="106454"/>
                </a:lnTo>
                <a:lnTo>
                  <a:pt x="86695" y="108693"/>
                </a:lnTo>
                <a:lnTo>
                  <a:pt x="93739" y="109429"/>
                </a:lnTo>
                <a:lnTo>
                  <a:pt x="105016" y="109429"/>
                </a:lnTo>
                <a:lnTo>
                  <a:pt x="111011" y="101323"/>
                </a:lnTo>
                <a:lnTo>
                  <a:pt x="111344" y="100791"/>
                </a:lnTo>
                <a:lnTo>
                  <a:pt x="91979" y="100791"/>
                </a:lnTo>
                <a:lnTo>
                  <a:pt x="90219" y="99032"/>
                </a:lnTo>
                <a:lnTo>
                  <a:pt x="90219" y="97268"/>
                </a:lnTo>
                <a:close/>
              </a:path>
              <a:path w="123825" h="109854">
                <a:moveTo>
                  <a:pt x="86193" y="8634"/>
                </a:moveTo>
                <a:lnTo>
                  <a:pt x="71901" y="8634"/>
                </a:lnTo>
                <a:lnTo>
                  <a:pt x="78578" y="13921"/>
                </a:lnTo>
                <a:lnTo>
                  <a:pt x="81238" y="23435"/>
                </a:lnTo>
                <a:lnTo>
                  <a:pt x="67123" y="79471"/>
                </a:lnTo>
                <a:lnTo>
                  <a:pt x="66763" y="81034"/>
                </a:lnTo>
                <a:lnTo>
                  <a:pt x="66758" y="81762"/>
                </a:lnTo>
                <a:lnTo>
                  <a:pt x="66401" y="83698"/>
                </a:lnTo>
                <a:lnTo>
                  <a:pt x="58846" y="92093"/>
                </a:lnTo>
                <a:lnTo>
                  <a:pt x="51613" y="97333"/>
                </a:lnTo>
                <a:lnTo>
                  <a:pt x="44905" y="100028"/>
                </a:lnTo>
                <a:lnTo>
                  <a:pt x="38925" y="100791"/>
                </a:lnTo>
                <a:lnTo>
                  <a:pt x="64442" y="100791"/>
                </a:lnTo>
                <a:lnTo>
                  <a:pt x="69240" y="97268"/>
                </a:lnTo>
                <a:lnTo>
                  <a:pt x="90219" y="97268"/>
                </a:lnTo>
                <a:lnTo>
                  <a:pt x="90306" y="88674"/>
                </a:lnTo>
                <a:lnTo>
                  <a:pt x="90761" y="87050"/>
                </a:lnTo>
                <a:lnTo>
                  <a:pt x="91615" y="83346"/>
                </a:lnTo>
                <a:lnTo>
                  <a:pt x="107676" y="19028"/>
                </a:lnTo>
                <a:lnTo>
                  <a:pt x="108536" y="15505"/>
                </a:lnTo>
                <a:lnTo>
                  <a:pt x="108536" y="9163"/>
                </a:lnTo>
                <a:lnTo>
                  <a:pt x="86697" y="9163"/>
                </a:lnTo>
                <a:lnTo>
                  <a:pt x="86193" y="8634"/>
                </a:lnTo>
                <a:close/>
              </a:path>
              <a:path w="123825" h="109854">
                <a:moveTo>
                  <a:pt x="123327" y="69074"/>
                </a:moveTo>
                <a:lnTo>
                  <a:pt x="111011" y="69074"/>
                </a:lnTo>
                <a:lnTo>
                  <a:pt x="110653" y="69249"/>
                </a:lnTo>
                <a:lnTo>
                  <a:pt x="107161" y="82503"/>
                </a:lnTo>
                <a:lnTo>
                  <a:pt x="104240" y="90923"/>
                </a:lnTo>
                <a:lnTo>
                  <a:pt x="100159" y="97889"/>
                </a:lnTo>
                <a:lnTo>
                  <a:pt x="94772" y="100791"/>
                </a:lnTo>
                <a:lnTo>
                  <a:pt x="111344" y="100791"/>
                </a:lnTo>
                <a:lnTo>
                  <a:pt x="123327" y="72245"/>
                </a:lnTo>
                <a:lnTo>
                  <a:pt x="123327" y="69074"/>
                </a:lnTo>
                <a:close/>
              </a:path>
              <a:path w="123825" h="109854">
                <a:moveTo>
                  <a:pt x="104474" y="4051"/>
                </a:moveTo>
                <a:lnTo>
                  <a:pt x="93739" y="4051"/>
                </a:lnTo>
                <a:lnTo>
                  <a:pt x="89675" y="5991"/>
                </a:lnTo>
                <a:lnTo>
                  <a:pt x="86697" y="9163"/>
                </a:lnTo>
                <a:lnTo>
                  <a:pt x="108536" y="9163"/>
                </a:lnTo>
                <a:lnTo>
                  <a:pt x="108536" y="8634"/>
                </a:lnTo>
                <a:lnTo>
                  <a:pt x="104474" y="4051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7958149" y="4892686"/>
            <a:ext cx="59690" cy="167640"/>
          </a:xfrm>
          <a:custGeom>
            <a:avLst/>
            <a:gdLst/>
            <a:ahLst/>
            <a:cxnLst/>
            <a:rect l="l" t="t" r="r" b="b"/>
            <a:pathLst>
              <a:path w="59690" h="167639">
                <a:moveTo>
                  <a:pt x="59367" y="0"/>
                </a:moveTo>
                <a:lnTo>
                  <a:pt x="22552" y="1764"/>
                </a:lnTo>
                <a:lnTo>
                  <a:pt x="19893" y="2115"/>
                </a:lnTo>
                <a:lnTo>
                  <a:pt x="15154" y="2115"/>
                </a:lnTo>
                <a:lnTo>
                  <a:pt x="15154" y="13216"/>
                </a:lnTo>
                <a:lnTo>
                  <a:pt x="24491" y="13216"/>
                </a:lnTo>
                <a:lnTo>
                  <a:pt x="28733" y="13569"/>
                </a:lnTo>
                <a:lnTo>
                  <a:pt x="31532" y="13745"/>
                </a:lnTo>
                <a:lnTo>
                  <a:pt x="900" y="137095"/>
                </a:lnTo>
                <a:lnTo>
                  <a:pt x="0" y="140969"/>
                </a:lnTo>
                <a:lnTo>
                  <a:pt x="0" y="143965"/>
                </a:lnTo>
                <a:lnTo>
                  <a:pt x="2433" y="153967"/>
                </a:lnTo>
                <a:lnTo>
                  <a:pt x="8779" y="161193"/>
                </a:lnTo>
                <a:lnTo>
                  <a:pt x="17602" y="165577"/>
                </a:lnTo>
                <a:lnTo>
                  <a:pt x="27470" y="167053"/>
                </a:lnTo>
                <a:lnTo>
                  <a:pt x="38614" y="167053"/>
                </a:lnTo>
                <a:lnTo>
                  <a:pt x="44570" y="158946"/>
                </a:lnTo>
                <a:lnTo>
                  <a:pt x="44928" y="158414"/>
                </a:lnTo>
                <a:lnTo>
                  <a:pt x="25530" y="158414"/>
                </a:lnTo>
                <a:lnTo>
                  <a:pt x="23956" y="156655"/>
                </a:lnTo>
                <a:lnTo>
                  <a:pt x="24041" y="146298"/>
                </a:lnTo>
                <a:lnTo>
                  <a:pt x="24491" y="144674"/>
                </a:lnTo>
                <a:lnTo>
                  <a:pt x="25398" y="140969"/>
                </a:lnTo>
                <a:lnTo>
                  <a:pt x="58685" y="8282"/>
                </a:lnTo>
                <a:lnTo>
                  <a:pt x="58870" y="7051"/>
                </a:lnTo>
                <a:lnTo>
                  <a:pt x="59367" y="5638"/>
                </a:lnTo>
                <a:lnTo>
                  <a:pt x="59367" y="0"/>
                </a:lnTo>
                <a:close/>
              </a:path>
              <a:path w="59690" h="167639">
                <a:moveTo>
                  <a:pt x="56931" y="126697"/>
                </a:moveTo>
                <a:lnTo>
                  <a:pt x="44570" y="126697"/>
                </a:lnTo>
                <a:lnTo>
                  <a:pt x="44385" y="126873"/>
                </a:lnTo>
                <a:lnTo>
                  <a:pt x="42631" y="132863"/>
                </a:lnTo>
                <a:lnTo>
                  <a:pt x="40806" y="140127"/>
                </a:lnTo>
                <a:lnTo>
                  <a:pt x="37911" y="148547"/>
                </a:lnTo>
                <a:lnTo>
                  <a:pt x="33857" y="155512"/>
                </a:lnTo>
                <a:lnTo>
                  <a:pt x="28555" y="158414"/>
                </a:lnTo>
                <a:lnTo>
                  <a:pt x="44928" y="158414"/>
                </a:lnTo>
                <a:lnTo>
                  <a:pt x="56931" y="129868"/>
                </a:lnTo>
                <a:lnTo>
                  <a:pt x="56931" y="126697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8035694" y="5022906"/>
            <a:ext cx="36195" cy="34925"/>
          </a:xfrm>
          <a:custGeom>
            <a:avLst/>
            <a:gdLst/>
            <a:ahLst/>
            <a:cxnLst/>
            <a:rect l="l" t="t" r="r" b="b"/>
            <a:pathLst>
              <a:path w="36195" h="34925">
                <a:moveTo>
                  <a:pt x="29587" y="0"/>
                </a:moveTo>
                <a:lnTo>
                  <a:pt x="21156" y="0"/>
                </a:lnTo>
                <a:lnTo>
                  <a:pt x="13682" y="1591"/>
                </a:lnTo>
                <a:lnTo>
                  <a:pt x="6873" y="5992"/>
                </a:lnTo>
                <a:lnTo>
                  <a:pt x="1916" y="12640"/>
                </a:lnTo>
                <a:lnTo>
                  <a:pt x="0" y="20971"/>
                </a:lnTo>
                <a:lnTo>
                  <a:pt x="0" y="30661"/>
                </a:lnTo>
                <a:lnTo>
                  <a:pt x="7399" y="34893"/>
                </a:lnTo>
                <a:lnTo>
                  <a:pt x="14254" y="34893"/>
                </a:lnTo>
                <a:lnTo>
                  <a:pt x="22060" y="33202"/>
                </a:lnTo>
                <a:lnTo>
                  <a:pt x="28898" y="28635"/>
                </a:lnTo>
                <a:lnTo>
                  <a:pt x="33747" y="21955"/>
                </a:lnTo>
                <a:lnTo>
                  <a:pt x="35590" y="13920"/>
                </a:lnTo>
                <a:lnTo>
                  <a:pt x="35590" y="5638"/>
                </a:lnTo>
                <a:lnTo>
                  <a:pt x="2958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8226013" y="4902205"/>
            <a:ext cx="109220" cy="156210"/>
          </a:xfrm>
          <a:custGeom>
            <a:avLst/>
            <a:gdLst/>
            <a:ahLst/>
            <a:cxnLst/>
            <a:rect l="l" t="t" r="r" b="b"/>
            <a:pathLst>
              <a:path w="109220" h="156210">
                <a:moveTo>
                  <a:pt x="90545" y="11101"/>
                </a:moveTo>
                <a:lnTo>
                  <a:pt x="45112" y="11101"/>
                </a:lnTo>
                <a:lnTo>
                  <a:pt x="58632" y="13911"/>
                </a:lnTo>
                <a:lnTo>
                  <a:pt x="68450" y="21430"/>
                </a:lnTo>
                <a:lnTo>
                  <a:pt x="74437" y="32286"/>
                </a:lnTo>
                <a:lnTo>
                  <a:pt x="76461" y="45110"/>
                </a:lnTo>
                <a:lnTo>
                  <a:pt x="74797" y="57377"/>
                </a:lnTo>
                <a:lnTo>
                  <a:pt x="50751" y="94447"/>
                </a:lnTo>
                <a:lnTo>
                  <a:pt x="2978" y="143257"/>
                </a:lnTo>
                <a:lnTo>
                  <a:pt x="0" y="146076"/>
                </a:lnTo>
                <a:lnTo>
                  <a:pt x="0" y="155595"/>
                </a:lnTo>
                <a:lnTo>
                  <a:pt x="101813" y="155595"/>
                </a:lnTo>
                <a:lnTo>
                  <a:pt x="105995" y="125812"/>
                </a:lnTo>
                <a:lnTo>
                  <a:pt x="32750" y="125812"/>
                </a:lnTo>
                <a:lnTo>
                  <a:pt x="41291" y="118794"/>
                </a:lnTo>
                <a:lnTo>
                  <a:pt x="50051" y="111694"/>
                </a:lnTo>
                <a:lnTo>
                  <a:pt x="58709" y="104825"/>
                </a:lnTo>
                <a:lnTo>
                  <a:pt x="66945" y="98502"/>
                </a:lnTo>
                <a:lnTo>
                  <a:pt x="84987" y="84904"/>
                </a:lnTo>
                <a:lnTo>
                  <a:pt x="98245" y="72709"/>
                </a:lnTo>
                <a:lnTo>
                  <a:pt x="106420" y="60019"/>
                </a:lnTo>
                <a:lnTo>
                  <a:pt x="109212" y="44933"/>
                </a:lnTo>
                <a:lnTo>
                  <a:pt x="104840" y="26315"/>
                </a:lnTo>
                <a:lnTo>
                  <a:pt x="92707" y="12158"/>
                </a:lnTo>
                <a:lnTo>
                  <a:pt x="90545" y="11101"/>
                </a:lnTo>
                <a:close/>
              </a:path>
              <a:path w="109220" h="156210">
                <a:moveTo>
                  <a:pt x="109212" y="102905"/>
                </a:moveTo>
                <a:lnTo>
                  <a:pt x="98113" y="102905"/>
                </a:lnTo>
                <a:lnTo>
                  <a:pt x="95321" y="122817"/>
                </a:lnTo>
                <a:lnTo>
                  <a:pt x="91979" y="124405"/>
                </a:lnTo>
                <a:lnTo>
                  <a:pt x="89319" y="125812"/>
                </a:lnTo>
                <a:lnTo>
                  <a:pt x="105995" y="125812"/>
                </a:lnTo>
                <a:lnTo>
                  <a:pt x="109212" y="102905"/>
                </a:lnTo>
                <a:close/>
              </a:path>
              <a:path w="109220" h="156210">
                <a:moveTo>
                  <a:pt x="51069" y="0"/>
                </a:moveTo>
                <a:lnTo>
                  <a:pt x="30984" y="2620"/>
                </a:lnTo>
                <a:lnTo>
                  <a:pt x="14774" y="9999"/>
                </a:lnTo>
                <a:lnTo>
                  <a:pt x="3938" y="21430"/>
                </a:lnTo>
                <a:lnTo>
                  <a:pt x="0" y="36120"/>
                </a:lnTo>
                <a:lnTo>
                  <a:pt x="0" y="50040"/>
                </a:lnTo>
                <a:lnTo>
                  <a:pt x="11416" y="53568"/>
                </a:lnTo>
                <a:lnTo>
                  <a:pt x="24631" y="53568"/>
                </a:lnTo>
                <a:lnTo>
                  <a:pt x="34147" y="48458"/>
                </a:lnTo>
                <a:lnTo>
                  <a:pt x="34147" y="24137"/>
                </a:lnTo>
                <a:lnTo>
                  <a:pt x="24135" y="20439"/>
                </a:lnTo>
                <a:lnTo>
                  <a:pt x="20614" y="19384"/>
                </a:lnTo>
                <a:lnTo>
                  <a:pt x="26141" y="15710"/>
                </a:lnTo>
                <a:lnTo>
                  <a:pt x="32253" y="13127"/>
                </a:lnTo>
                <a:lnTo>
                  <a:pt x="38670" y="11602"/>
                </a:lnTo>
                <a:lnTo>
                  <a:pt x="45112" y="11101"/>
                </a:lnTo>
                <a:lnTo>
                  <a:pt x="90545" y="11101"/>
                </a:lnTo>
                <a:lnTo>
                  <a:pt x="74291" y="3155"/>
                </a:lnTo>
                <a:lnTo>
                  <a:pt x="51069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8360081" y="4902205"/>
            <a:ext cx="115570" cy="158750"/>
          </a:xfrm>
          <a:custGeom>
            <a:avLst/>
            <a:gdLst/>
            <a:ahLst/>
            <a:cxnLst/>
            <a:rect l="l" t="t" r="r" b="b"/>
            <a:pathLst>
              <a:path w="115570" h="158750">
                <a:moveTo>
                  <a:pt x="57652" y="0"/>
                </a:moveTo>
                <a:lnTo>
                  <a:pt x="24397" y="9201"/>
                </a:lnTo>
                <a:lnTo>
                  <a:pt x="7273" y="31189"/>
                </a:lnTo>
                <a:lnTo>
                  <a:pt x="925" y="57538"/>
                </a:lnTo>
                <a:lnTo>
                  <a:pt x="0" y="79823"/>
                </a:lnTo>
                <a:lnTo>
                  <a:pt x="883" y="100946"/>
                </a:lnTo>
                <a:lnTo>
                  <a:pt x="1006" y="102289"/>
                </a:lnTo>
                <a:lnTo>
                  <a:pt x="7273" y="127818"/>
                </a:lnTo>
                <a:lnTo>
                  <a:pt x="24397" y="149281"/>
                </a:lnTo>
                <a:lnTo>
                  <a:pt x="57652" y="158238"/>
                </a:lnTo>
                <a:lnTo>
                  <a:pt x="89614" y="149603"/>
                </a:lnTo>
                <a:lnTo>
                  <a:pt x="57652" y="149603"/>
                </a:lnTo>
                <a:lnTo>
                  <a:pt x="50504" y="148532"/>
                </a:lnTo>
                <a:lnTo>
                  <a:pt x="30759" y="102289"/>
                </a:lnTo>
                <a:lnTo>
                  <a:pt x="30527" y="88589"/>
                </a:lnTo>
                <a:lnTo>
                  <a:pt x="30650" y="57538"/>
                </a:lnTo>
                <a:lnTo>
                  <a:pt x="36735" y="19459"/>
                </a:lnTo>
                <a:lnTo>
                  <a:pt x="57652" y="8458"/>
                </a:lnTo>
                <a:lnTo>
                  <a:pt x="87948" y="8458"/>
                </a:lnTo>
                <a:lnTo>
                  <a:pt x="57652" y="0"/>
                </a:lnTo>
                <a:close/>
              </a:path>
              <a:path w="115570" h="158750">
                <a:moveTo>
                  <a:pt x="87948" y="8458"/>
                </a:moveTo>
                <a:lnTo>
                  <a:pt x="57652" y="8458"/>
                </a:lnTo>
                <a:lnTo>
                  <a:pt x="64321" y="9336"/>
                </a:lnTo>
                <a:lnTo>
                  <a:pt x="70745" y="12047"/>
                </a:lnTo>
                <a:lnTo>
                  <a:pt x="84517" y="61620"/>
                </a:lnTo>
                <a:lnTo>
                  <a:pt x="84551" y="88589"/>
                </a:lnTo>
                <a:lnTo>
                  <a:pt x="84383" y="100946"/>
                </a:lnTo>
                <a:lnTo>
                  <a:pt x="71713" y="145242"/>
                </a:lnTo>
                <a:lnTo>
                  <a:pt x="57652" y="149603"/>
                </a:lnTo>
                <a:lnTo>
                  <a:pt x="89614" y="149603"/>
                </a:lnTo>
                <a:lnTo>
                  <a:pt x="114057" y="102289"/>
                </a:lnTo>
                <a:lnTo>
                  <a:pt x="115074" y="79823"/>
                </a:lnTo>
                <a:lnTo>
                  <a:pt x="114127" y="57612"/>
                </a:lnTo>
                <a:lnTo>
                  <a:pt x="107763" y="31255"/>
                </a:lnTo>
                <a:lnTo>
                  <a:pt x="90699" y="9226"/>
                </a:lnTo>
                <a:lnTo>
                  <a:pt x="87948" y="8458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8506015" y="4902205"/>
            <a:ext cx="97155" cy="156210"/>
          </a:xfrm>
          <a:custGeom>
            <a:avLst/>
            <a:gdLst/>
            <a:ahLst/>
            <a:cxnLst/>
            <a:rect l="l" t="t" r="r" b="b"/>
            <a:pathLst>
              <a:path w="97154" h="156210">
                <a:moveTo>
                  <a:pt x="97074" y="144492"/>
                </a:moveTo>
                <a:lnTo>
                  <a:pt x="2613" y="144492"/>
                </a:lnTo>
                <a:lnTo>
                  <a:pt x="2613" y="155595"/>
                </a:lnTo>
                <a:lnTo>
                  <a:pt x="12754" y="155187"/>
                </a:lnTo>
                <a:lnTo>
                  <a:pt x="25774" y="154978"/>
                </a:lnTo>
                <a:lnTo>
                  <a:pt x="97074" y="154901"/>
                </a:lnTo>
                <a:lnTo>
                  <a:pt x="97074" y="144492"/>
                </a:lnTo>
                <a:close/>
              </a:path>
              <a:path w="97154" h="156210">
                <a:moveTo>
                  <a:pt x="97074" y="154901"/>
                </a:moveTo>
                <a:lnTo>
                  <a:pt x="60670" y="154901"/>
                </a:lnTo>
                <a:lnTo>
                  <a:pt x="73919" y="154978"/>
                </a:lnTo>
                <a:lnTo>
                  <a:pt x="86937" y="155187"/>
                </a:lnTo>
                <a:lnTo>
                  <a:pt x="97074" y="155595"/>
                </a:lnTo>
                <a:lnTo>
                  <a:pt x="97074" y="154901"/>
                </a:lnTo>
                <a:close/>
              </a:path>
              <a:path w="97154" h="156210">
                <a:moveTo>
                  <a:pt x="63788" y="21494"/>
                </a:moveTo>
                <a:lnTo>
                  <a:pt x="35590" y="21494"/>
                </a:lnTo>
                <a:lnTo>
                  <a:pt x="35590" y="144492"/>
                </a:lnTo>
                <a:lnTo>
                  <a:pt x="63788" y="144492"/>
                </a:lnTo>
                <a:lnTo>
                  <a:pt x="63788" y="21494"/>
                </a:lnTo>
                <a:close/>
              </a:path>
              <a:path w="97154" h="156210">
                <a:moveTo>
                  <a:pt x="63788" y="0"/>
                </a:moveTo>
                <a:lnTo>
                  <a:pt x="54629" y="0"/>
                </a:lnTo>
                <a:lnTo>
                  <a:pt x="52505" y="1582"/>
                </a:lnTo>
                <a:lnTo>
                  <a:pt x="37988" y="9427"/>
                </a:lnTo>
                <a:lnTo>
                  <a:pt x="23581" y="13456"/>
                </a:lnTo>
                <a:lnTo>
                  <a:pt x="11694" y="14940"/>
                </a:lnTo>
                <a:lnTo>
                  <a:pt x="4738" y="15152"/>
                </a:lnTo>
                <a:lnTo>
                  <a:pt x="0" y="15152"/>
                </a:lnTo>
                <a:lnTo>
                  <a:pt x="0" y="26253"/>
                </a:lnTo>
                <a:lnTo>
                  <a:pt x="4738" y="26253"/>
                </a:lnTo>
                <a:lnTo>
                  <a:pt x="9134" y="26154"/>
                </a:lnTo>
                <a:lnTo>
                  <a:pt x="16258" y="25592"/>
                </a:lnTo>
                <a:lnTo>
                  <a:pt x="25334" y="24171"/>
                </a:lnTo>
                <a:lnTo>
                  <a:pt x="35590" y="21494"/>
                </a:lnTo>
                <a:lnTo>
                  <a:pt x="63788" y="21494"/>
                </a:lnTo>
                <a:lnTo>
                  <a:pt x="6378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8633406" y="4902205"/>
            <a:ext cx="113664" cy="158750"/>
          </a:xfrm>
          <a:custGeom>
            <a:avLst/>
            <a:gdLst/>
            <a:ahLst/>
            <a:cxnLst/>
            <a:rect l="l" t="t" r="r" b="b"/>
            <a:pathLst>
              <a:path w="113665" h="158750">
                <a:moveTo>
                  <a:pt x="71544" y="0"/>
                </a:moveTo>
                <a:lnTo>
                  <a:pt x="46757" y="4129"/>
                </a:lnTo>
                <a:lnTo>
                  <a:pt x="23676" y="17708"/>
                </a:lnTo>
                <a:lnTo>
                  <a:pt x="6642" y="42520"/>
                </a:lnTo>
                <a:lnTo>
                  <a:pt x="0" y="80350"/>
                </a:lnTo>
                <a:lnTo>
                  <a:pt x="510" y="94379"/>
                </a:lnTo>
                <a:lnTo>
                  <a:pt x="11951" y="134447"/>
                </a:lnTo>
                <a:lnTo>
                  <a:pt x="45206" y="157073"/>
                </a:lnTo>
                <a:lnTo>
                  <a:pt x="57786" y="158238"/>
                </a:lnTo>
                <a:lnTo>
                  <a:pt x="80482" y="154686"/>
                </a:lnTo>
                <a:lnTo>
                  <a:pt x="92029" y="148015"/>
                </a:lnTo>
                <a:lnTo>
                  <a:pt x="44927" y="148015"/>
                </a:lnTo>
                <a:lnTo>
                  <a:pt x="38567" y="138677"/>
                </a:lnTo>
                <a:lnTo>
                  <a:pt x="32929" y="105724"/>
                </a:lnTo>
                <a:lnTo>
                  <a:pt x="35123" y="86775"/>
                </a:lnTo>
                <a:lnTo>
                  <a:pt x="40825" y="74359"/>
                </a:lnTo>
                <a:lnTo>
                  <a:pt x="32433" y="74359"/>
                </a:lnTo>
                <a:lnTo>
                  <a:pt x="37249" y="32955"/>
                </a:lnTo>
                <a:lnTo>
                  <a:pt x="72040" y="9161"/>
                </a:lnTo>
                <a:lnTo>
                  <a:pt x="98349" y="9161"/>
                </a:lnTo>
                <a:lnTo>
                  <a:pt x="87669" y="2568"/>
                </a:lnTo>
                <a:lnTo>
                  <a:pt x="71544" y="0"/>
                </a:lnTo>
                <a:close/>
              </a:path>
              <a:path w="113665" h="158750">
                <a:moveTo>
                  <a:pt x="90670" y="64846"/>
                </a:moveTo>
                <a:lnTo>
                  <a:pt x="58825" y="64846"/>
                </a:lnTo>
                <a:lnTo>
                  <a:pt x="71863" y="67998"/>
                </a:lnTo>
                <a:lnTo>
                  <a:pt x="78558" y="76717"/>
                </a:lnTo>
                <a:lnTo>
                  <a:pt x="81025" y="89896"/>
                </a:lnTo>
                <a:lnTo>
                  <a:pt x="81362" y="105724"/>
                </a:lnTo>
                <a:lnTo>
                  <a:pt x="81274" y="111015"/>
                </a:lnTo>
                <a:lnTo>
                  <a:pt x="81003" y="123037"/>
                </a:lnTo>
                <a:lnTo>
                  <a:pt x="78384" y="136210"/>
                </a:lnTo>
                <a:lnTo>
                  <a:pt x="71274" y="144888"/>
                </a:lnTo>
                <a:lnTo>
                  <a:pt x="57428" y="148015"/>
                </a:lnTo>
                <a:lnTo>
                  <a:pt x="92029" y="148015"/>
                </a:lnTo>
                <a:lnTo>
                  <a:pt x="98126" y="144493"/>
                </a:lnTo>
                <a:lnTo>
                  <a:pt x="109562" y="128353"/>
                </a:lnTo>
                <a:lnTo>
                  <a:pt x="113631" y="106961"/>
                </a:lnTo>
                <a:lnTo>
                  <a:pt x="109440" y="84981"/>
                </a:lnTo>
                <a:lnTo>
                  <a:pt x="98065" y="69097"/>
                </a:lnTo>
                <a:lnTo>
                  <a:pt x="90670" y="64846"/>
                </a:lnTo>
                <a:close/>
              </a:path>
              <a:path w="113665" h="158750">
                <a:moveTo>
                  <a:pt x="60942" y="56212"/>
                </a:moveTo>
                <a:lnTo>
                  <a:pt x="55671" y="56496"/>
                </a:lnTo>
                <a:lnTo>
                  <a:pt x="48467" y="58481"/>
                </a:lnTo>
                <a:lnTo>
                  <a:pt x="40372" y="63868"/>
                </a:lnTo>
                <a:lnTo>
                  <a:pt x="32433" y="74359"/>
                </a:lnTo>
                <a:lnTo>
                  <a:pt x="40825" y="74359"/>
                </a:lnTo>
                <a:lnTo>
                  <a:pt x="40936" y="74118"/>
                </a:lnTo>
                <a:lnTo>
                  <a:pt x="49220" y="67046"/>
                </a:lnTo>
                <a:lnTo>
                  <a:pt x="58825" y="64846"/>
                </a:lnTo>
                <a:lnTo>
                  <a:pt x="90670" y="64846"/>
                </a:lnTo>
                <a:lnTo>
                  <a:pt x="81300" y="59458"/>
                </a:lnTo>
                <a:lnTo>
                  <a:pt x="60942" y="56212"/>
                </a:lnTo>
                <a:close/>
              </a:path>
              <a:path w="113665" h="158750">
                <a:moveTo>
                  <a:pt x="98349" y="9161"/>
                </a:moveTo>
                <a:lnTo>
                  <a:pt x="76282" y="9161"/>
                </a:lnTo>
                <a:lnTo>
                  <a:pt x="84401" y="9865"/>
                </a:lnTo>
                <a:lnTo>
                  <a:pt x="89861" y="15327"/>
                </a:lnTo>
                <a:lnTo>
                  <a:pt x="81377" y="16564"/>
                </a:lnTo>
                <a:lnTo>
                  <a:pt x="77003" y="22906"/>
                </a:lnTo>
                <a:lnTo>
                  <a:pt x="77003" y="38234"/>
                </a:lnTo>
                <a:lnTo>
                  <a:pt x="82641" y="44933"/>
                </a:lnTo>
                <a:lnTo>
                  <a:pt x="101137" y="44933"/>
                </a:lnTo>
                <a:lnTo>
                  <a:pt x="106776" y="38587"/>
                </a:lnTo>
                <a:lnTo>
                  <a:pt x="106776" y="29601"/>
                </a:lnTo>
                <a:lnTo>
                  <a:pt x="104811" y="18806"/>
                </a:lnTo>
                <a:lnTo>
                  <a:pt x="98600" y="9316"/>
                </a:lnTo>
                <a:lnTo>
                  <a:pt x="98349" y="9161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93513" y="5246523"/>
            <a:ext cx="118110" cy="163830"/>
          </a:xfrm>
          <a:custGeom>
            <a:avLst/>
            <a:gdLst/>
            <a:ahLst/>
            <a:cxnLst/>
            <a:rect l="l" t="t" r="r" b="b"/>
            <a:pathLst>
              <a:path w="118109" h="163829">
                <a:moveTo>
                  <a:pt x="99306" y="37355"/>
                </a:moveTo>
                <a:lnTo>
                  <a:pt x="83700" y="37355"/>
                </a:lnTo>
                <a:lnTo>
                  <a:pt x="70661" y="52865"/>
                </a:lnTo>
                <a:lnTo>
                  <a:pt x="54821" y="73805"/>
                </a:lnTo>
                <a:lnTo>
                  <a:pt x="42136" y="96563"/>
                </a:lnTo>
                <a:lnTo>
                  <a:pt x="33714" y="120908"/>
                </a:lnTo>
                <a:lnTo>
                  <a:pt x="30660" y="146608"/>
                </a:lnTo>
                <a:lnTo>
                  <a:pt x="30660" y="163349"/>
                </a:lnTo>
                <a:lnTo>
                  <a:pt x="49339" y="163349"/>
                </a:lnTo>
                <a:lnTo>
                  <a:pt x="60440" y="162112"/>
                </a:lnTo>
                <a:lnTo>
                  <a:pt x="60440" y="135507"/>
                </a:lnTo>
                <a:lnTo>
                  <a:pt x="60578" y="126948"/>
                </a:lnTo>
                <a:lnTo>
                  <a:pt x="68260" y="79360"/>
                </a:lnTo>
                <a:lnTo>
                  <a:pt x="78238" y="61851"/>
                </a:lnTo>
                <a:lnTo>
                  <a:pt x="99306" y="37355"/>
                </a:lnTo>
                <a:close/>
              </a:path>
              <a:path w="118109" h="163829">
                <a:moveTo>
                  <a:pt x="19559" y="0"/>
                </a:moveTo>
                <a:lnTo>
                  <a:pt x="8458" y="0"/>
                </a:lnTo>
                <a:lnTo>
                  <a:pt x="0" y="60439"/>
                </a:lnTo>
                <a:lnTo>
                  <a:pt x="11277" y="60439"/>
                </a:lnTo>
                <a:lnTo>
                  <a:pt x="13568" y="42290"/>
                </a:lnTo>
                <a:lnTo>
                  <a:pt x="16739" y="39296"/>
                </a:lnTo>
                <a:lnTo>
                  <a:pt x="99306" y="37355"/>
                </a:lnTo>
                <a:lnTo>
                  <a:pt x="115066" y="19032"/>
                </a:lnTo>
                <a:lnTo>
                  <a:pt x="117533" y="16389"/>
                </a:lnTo>
                <a:lnTo>
                  <a:pt x="117533" y="7574"/>
                </a:lnTo>
                <a:lnTo>
                  <a:pt x="69075" y="7574"/>
                </a:lnTo>
                <a:lnTo>
                  <a:pt x="60385" y="7392"/>
                </a:lnTo>
                <a:lnTo>
                  <a:pt x="20264" y="4578"/>
                </a:lnTo>
                <a:lnTo>
                  <a:pt x="20088" y="2467"/>
                </a:lnTo>
                <a:lnTo>
                  <a:pt x="195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2512296" y="5237005"/>
            <a:ext cx="163195" cy="170815"/>
          </a:xfrm>
          <a:custGeom>
            <a:avLst/>
            <a:gdLst/>
            <a:ahLst/>
            <a:cxnLst/>
            <a:rect l="l" t="t" r="r" b="b"/>
            <a:pathLst>
              <a:path w="163194" h="170814">
                <a:moveTo>
                  <a:pt x="85286" y="0"/>
                </a:moveTo>
                <a:lnTo>
                  <a:pt x="77707" y="0"/>
                </a:lnTo>
                <a:lnTo>
                  <a:pt x="77003" y="1412"/>
                </a:lnTo>
                <a:lnTo>
                  <a:pt x="75772" y="4759"/>
                </a:lnTo>
                <a:lnTo>
                  <a:pt x="26606" y="146965"/>
                </a:lnTo>
                <a:lnTo>
                  <a:pt x="22474" y="154547"/>
                </a:lnTo>
                <a:lnTo>
                  <a:pt x="16541" y="159387"/>
                </a:lnTo>
                <a:lnTo>
                  <a:pt x="8988" y="161980"/>
                </a:lnTo>
                <a:lnTo>
                  <a:pt x="0" y="162822"/>
                </a:lnTo>
                <a:lnTo>
                  <a:pt x="0" y="170225"/>
                </a:lnTo>
                <a:lnTo>
                  <a:pt x="5462" y="170049"/>
                </a:lnTo>
                <a:lnTo>
                  <a:pt x="15680" y="169520"/>
                </a:lnTo>
                <a:lnTo>
                  <a:pt x="51452" y="169520"/>
                </a:lnTo>
                <a:lnTo>
                  <a:pt x="51452" y="162822"/>
                </a:lnTo>
                <a:lnTo>
                  <a:pt x="39648" y="162822"/>
                </a:lnTo>
                <a:lnTo>
                  <a:pt x="33656" y="156831"/>
                </a:lnTo>
                <a:lnTo>
                  <a:pt x="33656" y="149961"/>
                </a:lnTo>
                <a:lnTo>
                  <a:pt x="34009" y="147670"/>
                </a:lnTo>
                <a:lnTo>
                  <a:pt x="45110" y="115952"/>
                </a:lnTo>
                <a:lnTo>
                  <a:pt x="125388" y="115952"/>
                </a:lnTo>
                <a:lnTo>
                  <a:pt x="122885" y="108725"/>
                </a:lnTo>
                <a:lnTo>
                  <a:pt x="47753" y="108725"/>
                </a:lnTo>
                <a:lnTo>
                  <a:pt x="74359" y="31370"/>
                </a:lnTo>
                <a:lnTo>
                  <a:pt x="96091" y="31370"/>
                </a:lnTo>
                <a:lnTo>
                  <a:pt x="86874" y="4759"/>
                </a:lnTo>
                <a:lnTo>
                  <a:pt x="85813" y="1764"/>
                </a:lnTo>
                <a:lnTo>
                  <a:pt x="85286" y="0"/>
                </a:lnTo>
                <a:close/>
              </a:path>
              <a:path w="163194" h="170814">
                <a:moveTo>
                  <a:pt x="51452" y="169520"/>
                </a:moveTo>
                <a:lnTo>
                  <a:pt x="24138" y="169520"/>
                </a:lnTo>
                <a:lnTo>
                  <a:pt x="30565" y="169608"/>
                </a:lnTo>
                <a:lnTo>
                  <a:pt x="51452" y="170225"/>
                </a:lnTo>
                <a:lnTo>
                  <a:pt x="51452" y="169520"/>
                </a:lnTo>
                <a:close/>
              </a:path>
              <a:path w="163194" h="170814">
                <a:moveTo>
                  <a:pt x="162821" y="162822"/>
                </a:moveTo>
                <a:lnTo>
                  <a:pt x="97443" y="162822"/>
                </a:lnTo>
                <a:lnTo>
                  <a:pt x="97443" y="170225"/>
                </a:lnTo>
                <a:lnTo>
                  <a:pt x="105089" y="169818"/>
                </a:lnTo>
                <a:lnTo>
                  <a:pt x="114337" y="169608"/>
                </a:lnTo>
                <a:lnTo>
                  <a:pt x="162821" y="169520"/>
                </a:lnTo>
                <a:lnTo>
                  <a:pt x="162821" y="162822"/>
                </a:lnTo>
                <a:close/>
              </a:path>
              <a:path w="163194" h="170814">
                <a:moveTo>
                  <a:pt x="162821" y="169520"/>
                </a:moveTo>
                <a:lnTo>
                  <a:pt x="131627" y="169520"/>
                </a:lnTo>
                <a:lnTo>
                  <a:pt x="139401" y="169556"/>
                </a:lnTo>
                <a:lnTo>
                  <a:pt x="147290" y="169675"/>
                </a:lnTo>
                <a:lnTo>
                  <a:pt x="155147" y="169892"/>
                </a:lnTo>
                <a:lnTo>
                  <a:pt x="162821" y="170225"/>
                </a:lnTo>
                <a:lnTo>
                  <a:pt x="162821" y="169520"/>
                </a:lnTo>
                <a:close/>
              </a:path>
              <a:path w="163194" h="170814">
                <a:moveTo>
                  <a:pt x="125388" y="115952"/>
                </a:moveTo>
                <a:lnTo>
                  <a:pt x="103789" y="115952"/>
                </a:lnTo>
                <a:lnTo>
                  <a:pt x="116475" y="152424"/>
                </a:lnTo>
                <a:lnTo>
                  <a:pt x="116652" y="153308"/>
                </a:lnTo>
                <a:lnTo>
                  <a:pt x="117115" y="154547"/>
                </a:lnTo>
                <a:lnTo>
                  <a:pt x="117179" y="162822"/>
                </a:lnTo>
                <a:lnTo>
                  <a:pt x="144141" y="162822"/>
                </a:lnTo>
                <a:lnTo>
                  <a:pt x="140969" y="161239"/>
                </a:lnTo>
                <a:lnTo>
                  <a:pt x="138327" y="153308"/>
                </a:lnTo>
                <a:lnTo>
                  <a:pt x="125388" y="115952"/>
                </a:lnTo>
                <a:close/>
              </a:path>
              <a:path w="163194" h="170814">
                <a:moveTo>
                  <a:pt x="96091" y="31370"/>
                </a:moveTo>
                <a:lnTo>
                  <a:pt x="74359" y="31370"/>
                </a:lnTo>
                <a:lnTo>
                  <a:pt x="101146" y="108725"/>
                </a:lnTo>
                <a:lnTo>
                  <a:pt x="122885" y="108725"/>
                </a:lnTo>
                <a:lnTo>
                  <a:pt x="96091" y="31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2689391" y="5304847"/>
            <a:ext cx="88900" cy="102870"/>
          </a:xfrm>
          <a:custGeom>
            <a:avLst/>
            <a:gdLst/>
            <a:ahLst/>
            <a:cxnLst/>
            <a:rect l="l" t="t" r="r" b="b"/>
            <a:pathLst>
              <a:path w="88900" h="102870">
                <a:moveTo>
                  <a:pt x="87540" y="5111"/>
                </a:moveTo>
                <a:lnTo>
                  <a:pt x="68369" y="5111"/>
                </a:lnTo>
                <a:lnTo>
                  <a:pt x="2110" y="94804"/>
                </a:lnTo>
                <a:lnTo>
                  <a:pt x="0" y="97447"/>
                </a:lnTo>
                <a:lnTo>
                  <a:pt x="0" y="102383"/>
                </a:lnTo>
                <a:lnTo>
                  <a:pt x="84581" y="102383"/>
                </a:lnTo>
                <a:lnTo>
                  <a:pt x="85128" y="96391"/>
                </a:lnTo>
                <a:lnTo>
                  <a:pt x="19911" y="96391"/>
                </a:lnTo>
                <a:lnTo>
                  <a:pt x="85989" y="7051"/>
                </a:lnTo>
                <a:lnTo>
                  <a:pt x="87540" y="5111"/>
                </a:lnTo>
                <a:close/>
              </a:path>
              <a:path w="88900" h="102870">
                <a:moveTo>
                  <a:pt x="88633" y="57976"/>
                </a:moveTo>
                <a:lnTo>
                  <a:pt x="82641" y="57976"/>
                </a:lnTo>
                <a:lnTo>
                  <a:pt x="80215" y="75798"/>
                </a:lnTo>
                <a:lnTo>
                  <a:pt x="74865" y="87690"/>
                </a:lnTo>
                <a:lnTo>
                  <a:pt x="64725" y="94329"/>
                </a:lnTo>
                <a:lnTo>
                  <a:pt x="47929" y="96391"/>
                </a:lnTo>
                <a:lnTo>
                  <a:pt x="85128" y="96391"/>
                </a:lnTo>
                <a:lnTo>
                  <a:pt x="88633" y="57976"/>
                </a:lnTo>
                <a:close/>
              </a:path>
              <a:path w="88900" h="102870">
                <a:moveTo>
                  <a:pt x="88104" y="0"/>
                </a:moveTo>
                <a:lnTo>
                  <a:pt x="5814" y="0"/>
                </a:lnTo>
                <a:lnTo>
                  <a:pt x="3347" y="38239"/>
                </a:lnTo>
                <a:lnTo>
                  <a:pt x="9161" y="38239"/>
                </a:lnTo>
                <a:lnTo>
                  <a:pt x="11098" y="22804"/>
                </a:lnTo>
                <a:lnTo>
                  <a:pt x="15944" y="12556"/>
                </a:lnTo>
                <a:lnTo>
                  <a:pt x="25415" y="6868"/>
                </a:lnTo>
                <a:lnTo>
                  <a:pt x="41230" y="5111"/>
                </a:lnTo>
                <a:lnTo>
                  <a:pt x="87540" y="5111"/>
                </a:lnTo>
                <a:lnTo>
                  <a:pt x="88104" y="4406"/>
                </a:lnTo>
                <a:lnTo>
                  <a:pt x="88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794587" y="5300795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338" y="0"/>
                </a:moveTo>
                <a:lnTo>
                  <a:pt x="30033" y="4289"/>
                </a:lnTo>
                <a:lnTo>
                  <a:pt x="14361" y="15948"/>
                </a:lnTo>
                <a:lnTo>
                  <a:pt x="3843" y="33156"/>
                </a:lnTo>
                <a:lnTo>
                  <a:pt x="0" y="54096"/>
                </a:lnTo>
                <a:lnTo>
                  <a:pt x="4309" y="76144"/>
                </a:lnTo>
                <a:lnTo>
                  <a:pt x="15837" y="93548"/>
                </a:lnTo>
                <a:lnTo>
                  <a:pt x="32486" y="104972"/>
                </a:lnTo>
                <a:lnTo>
                  <a:pt x="52157" y="109077"/>
                </a:lnTo>
                <a:lnTo>
                  <a:pt x="70647" y="104878"/>
                </a:lnTo>
                <a:lnTo>
                  <a:pt x="72955" y="103087"/>
                </a:lnTo>
                <a:lnTo>
                  <a:pt x="53745" y="103087"/>
                </a:lnTo>
                <a:lnTo>
                  <a:pt x="45245" y="101847"/>
                </a:lnTo>
                <a:lnTo>
                  <a:pt x="20616" y="68282"/>
                </a:lnTo>
                <a:lnTo>
                  <a:pt x="19735" y="51454"/>
                </a:lnTo>
                <a:lnTo>
                  <a:pt x="91984" y="51454"/>
                </a:lnTo>
                <a:lnTo>
                  <a:pt x="91984" y="46522"/>
                </a:lnTo>
                <a:lnTo>
                  <a:pt x="19912" y="46522"/>
                </a:lnTo>
                <a:lnTo>
                  <a:pt x="23964" y="25109"/>
                </a:lnTo>
                <a:lnTo>
                  <a:pt x="32114" y="12534"/>
                </a:lnTo>
                <a:lnTo>
                  <a:pt x="41520" y="6601"/>
                </a:lnTo>
                <a:lnTo>
                  <a:pt x="49338" y="5111"/>
                </a:lnTo>
                <a:lnTo>
                  <a:pt x="70004" y="5111"/>
                </a:lnTo>
                <a:lnTo>
                  <a:pt x="68565" y="3973"/>
                </a:lnTo>
                <a:lnTo>
                  <a:pt x="49338" y="0"/>
                </a:lnTo>
                <a:close/>
              </a:path>
              <a:path w="92075" h="109220">
                <a:moveTo>
                  <a:pt x="90045" y="75244"/>
                </a:moveTo>
                <a:lnTo>
                  <a:pt x="86697" y="75244"/>
                </a:lnTo>
                <a:lnTo>
                  <a:pt x="86165" y="76652"/>
                </a:lnTo>
                <a:lnTo>
                  <a:pt x="85813" y="78591"/>
                </a:lnTo>
                <a:lnTo>
                  <a:pt x="77557" y="92753"/>
                </a:lnTo>
                <a:lnTo>
                  <a:pt x="67467" y="100025"/>
                </a:lnTo>
                <a:lnTo>
                  <a:pt x="58533" y="102704"/>
                </a:lnTo>
                <a:lnTo>
                  <a:pt x="53745" y="103087"/>
                </a:lnTo>
                <a:lnTo>
                  <a:pt x="72955" y="103087"/>
                </a:lnTo>
                <a:lnTo>
                  <a:pt x="82975" y="95309"/>
                </a:lnTo>
                <a:lnTo>
                  <a:pt x="89850" y="84915"/>
                </a:lnTo>
                <a:lnTo>
                  <a:pt x="91872" y="78591"/>
                </a:lnTo>
                <a:lnTo>
                  <a:pt x="91984" y="75772"/>
                </a:lnTo>
                <a:lnTo>
                  <a:pt x="90045" y="75244"/>
                </a:lnTo>
                <a:close/>
              </a:path>
              <a:path w="92075" h="109220">
                <a:moveTo>
                  <a:pt x="70004" y="5111"/>
                </a:moveTo>
                <a:lnTo>
                  <a:pt x="49338" y="5111"/>
                </a:lnTo>
                <a:lnTo>
                  <a:pt x="63884" y="10268"/>
                </a:lnTo>
                <a:lnTo>
                  <a:pt x="72004" y="22313"/>
                </a:lnTo>
                <a:lnTo>
                  <a:pt x="75532" y="36110"/>
                </a:lnTo>
                <a:lnTo>
                  <a:pt x="76300" y="46522"/>
                </a:lnTo>
                <a:lnTo>
                  <a:pt x="91984" y="46522"/>
                </a:lnTo>
                <a:lnTo>
                  <a:pt x="89509" y="29365"/>
                </a:lnTo>
                <a:lnTo>
                  <a:pt x="81829" y="14471"/>
                </a:lnTo>
                <a:lnTo>
                  <a:pt x="70004" y="5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2901021" y="5242292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5" h="165100">
                <a:moveTo>
                  <a:pt x="52684" y="157535"/>
                </a:moveTo>
                <a:lnTo>
                  <a:pt x="0" y="157535"/>
                </a:lnTo>
                <a:lnTo>
                  <a:pt x="0" y="164938"/>
                </a:lnTo>
                <a:lnTo>
                  <a:pt x="20789" y="164319"/>
                </a:lnTo>
                <a:lnTo>
                  <a:pt x="26254" y="164233"/>
                </a:lnTo>
                <a:lnTo>
                  <a:pt x="52684" y="164233"/>
                </a:lnTo>
                <a:lnTo>
                  <a:pt x="52684" y="157535"/>
                </a:lnTo>
                <a:close/>
              </a:path>
              <a:path w="52705" h="165100">
                <a:moveTo>
                  <a:pt x="52684" y="164233"/>
                </a:moveTo>
                <a:lnTo>
                  <a:pt x="26254" y="164233"/>
                </a:lnTo>
                <a:lnTo>
                  <a:pt x="31672" y="164319"/>
                </a:lnTo>
                <a:lnTo>
                  <a:pt x="52684" y="164938"/>
                </a:lnTo>
                <a:lnTo>
                  <a:pt x="52684" y="164233"/>
                </a:lnTo>
                <a:close/>
              </a:path>
              <a:path w="52705" h="165100">
                <a:moveTo>
                  <a:pt x="34184" y="0"/>
                </a:moveTo>
                <a:lnTo>
                  <a:pt x="0" y="2644"/>
                </a:lnTo>
                <a:lnTo>
                  <a:pt x="0" y="10046"/>
                </a:lnTo>
                <a:lnTo>
                  <a:pt x="16565" y="10046"/>
                </a:lnTo>
                <a:lnTo>
                  <a:pt x="18500" y="11630"/>
                </a:lnTo>
                <a:lnTo>
                  <a:pt x="18500" y="157535"/>
                </a:lnTo>
                <a:lnTo>
                  <a:pt x="34184" y="157535"/>
                </a:lnTo>
                <a:lnTo>
                  <a:pt x="34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2969215" y="530079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4096" y="5111"/>
                </a:moveTo>
                <a:lnTo>
                  <a:pt x="42290" y="5111"/>
                </a:lnTo>
                <a:lnTo>
                  <a:pt x="51209" y="6901"/>
                </a:lnTo>
                <a:lnTo>
                  <a:pt x="59317" y="12424"/>
                </a:lnTo>
                <a:lnTo>
                  <a:pt x="65213" y="21912"/>
                </a:lnTo>
                <a:lnTo>
                  <a:pt x="67490" y="35596"/>
                </a:lnTo>
                <a:lnTo>
                  <a:pt x="67490" y="44406"/>
                </a:lnTo>
                <a:lnTo>
                  <a:pt x="57713" y="45036"/>
                </a:lnTo>
                <a:lnTo>
                  <a:pt x="46763" y="46278"/>
                </a:lnTo>
                <a:lnTo>
                  <a:pt x="5219" y="67534"/>
                </a:lnTo>
                <a:lnTo>
                  <a:pt x="0" y="83879"/>
                </a:lnTo>
                <a:lnTo>
                  <a:pt x="3840" y="95920"/>
                </a:lnTo>
                <a:lnTo>
                  <a:pt x="13413" y="103681"/>
                </a:lnTo>
                <a:lnTo>
                  <a:pt x="25794" y="107841"/>
                </a:lnTo>
                <a:lnTo>
                  <a:pt x="38059" y="109077"/>
                </a:lnTo>
                <a:lnTo>
                  <a:pt x="48906" y="107414"/>
                </a:lnTo>
                <a:lnTo>
                  <a:pt x="56074" y="103790"/>
                </a:lnTo>
                <a:lnTo>
                  <a:pt x="39823" y="103790"/>
                </a:lnTo>
                <a:lnTo>
                  <a:pt x="31557" y="102312"/>
                </a:lnTo>
                <a:lnTo>
                  <a:pt x="24712" y="98174"/>
                </a:lnTo>
                <a:lnTo>
                  <a:pt x="20047" y="91822"/>
                </a:lnTo>
                <a:lnTo>
                  <a:pt x="18323" y="83703"/>
                </a:lnTo>
                <a:lnTo>
                  <a:pt x="20504" y="72955"/>
                </a:lnTo>
                <a:lnTo>
                  <a:pt x="28237" y="62093"/>
                </a:lnTo>
                <a:lnTo>
                  <a:pt x="43304" y="53445"/>
                </a:lnTo>
                <a:lnTo>
                  <a:pt x="67490" y="49342"/>
                </a:lnTo>
                <a:lnTo>
                  <a:pt x="83878" y="49342"/>
                </a:lnTo>
                <a:lnTo>
                  <a:pt x="83752" y="34009"/>
                </a:lnTo>
                <a:lnTo>
                  <a:pt x="67995" y="7062"/>
                </a:lnTo>
                <a:lnTo>
                  <a:pt x="64096" y="5111"/>
                </a:lnTo>
                <a:close/>
              </a:path>
              <a:path w="107314" h="109220">
                <a:moveTo>
                  <a:pt x="83878" y="88281"/>
                </a:moveTo>
                <a:lnTo>
                  <a:pt x="69249" y="88281"/>
                </a:lnTo>
                <a:lnTo>
                  <a:pt x="70952" y="95353"/>
                </a:lnTo>
                <a:lnTo>
                  <a:pt x="74669" y="101630"/>
                </a:lnTo>
                <a:lnTo>
                  <a:pt x="80302" y="106123"/>
                </a:lnTo>
                <a:lnTo>
                  <a:pt x="87753" y="107840"/>
                </a:lnTo>
                <a:lnTo>
                  <a:pt x="92891" y="107017"/>
                </a:lnTo>
                <a:lnTo>
                  <a:pt x="99335" y="103790"/>
                </a:lnTo>
                <a:lnTo>
                  <a:pt x="102084" y="100443"/>
                </a:lnTo>
                <a:lnTo>
                  <a:pt x="84935" y="100443"/>
                </a:lnTo>
                <a:lnTo>
                  <a:pt x="83878" y="89869"/>
                </a:lnTo>
                <a:lnTo>
                  <a:pt x="83878" y="88281"/>
                </a:lnTo>
                <a:close/>
              </a:path>
              <a:path w="107314" h="109220">
                <a:moveTo>
                  <a:pt x="83878" y="49342"/>
                </a:moveTo>
                <a:lnTo>
                  <a:pt x="67490" y="49342"/>
                </a:lnTo>
                <a:lnTo>
                  <a:pt x="67490" y="73129"/>
                </a:lnTo>
                <a:lnTo>
                  <a:pt x="64654" y="87435"/>
                </a:lnTo>
                <a:lnTo>
                  <a:pt x="57622" y="96918"/>
                </a:lnTo>
                <a:lnTo>
                  <a:pt x="48607" y="102171"/>
                </a:lnTo>
                <a:lnTo>
                  <a:pt x="39823" y="103790"/>
                </a:lnTo>
                <a:lnTo>
                  <a:pt x="56074" y="103790"/>
                </a:lnTo>
                <a:lnTo>
                  <a:pt x="57819" y="102908"/>
                </a:lnTo>
                <a:lnTo>
                  <a:pt x="64650" y="96288"/>
                </a:lnTo>
                <a:lnTo>
                  <a:pt x="69249" y="88281"/>
                </a:lnTo>
                <a:lnTo>
                  <a:pt x="83878" y="88281"/>
                </a:lnTo>
                <a:lnTo>
                  <a:pt x="83878" y="49342"/>
                </a:lnTo>
                <a:close/>
              </a:path>
              <a:path w="107314" h="109220">
                <a:moveTo>
                  <a:pt x="107313" y="71897"/>
                </a:moveTo>
                <a:lnTo>
                  <a:pt x="101323" y="71897"/>
                </a:lnTo>
                <a:lnTo>
                  <a:pt x="101323" y="99032"/>
                </a:lnTo>
                <a:lnTo>
                  <a:pt x="95332" y="100443"/>
                </a:lnTo>
                <a:lnTo>
                  <a:pt x="102084" y="100443"/>
                </a:lnTo>
                <a:lnTo>
                  <a:pt x="104951" y="96913"/>
                </a:lnTo>
                <a:lnTo>
                  <a:pt x="107313" y="85285"/>
                </a:lnTo>
                <a:lnTo>
                  <a:pt x="107313" y="71897"/>
                </a:lnTo>
                <a:close/>
              </a:path>
              <a:path w="107314" h="109220">
                <a:moveTo>
                  <a:pt x="42818" y="0"/>
                </a:moveTo>
                <a:lnTo>
                  <a:pt x="6924" y="26587"/>
                </a:lnTo>
                <a:lnTo>
                  <a:pt x="6870" y="34009"/>
                </a:lnTo>
                <a:lnTo>
                  <a:pt x="11629" y="38064"/>
                </a:lnTo>
                <a:lnTo>
                  <a:pt x="24494" y="38064"/>
                </a:lnTo>
                <a:lnTo>
                  <a:pt x="28897" y="33305"/>
                </a:lnTo>
                <a:lnTo>
                  <a:pt x="28897" y="24143"/>
                </a:lnTo>
                <a:lnTo>
                  <a:pt x="27665" y="16389"/>
                </a:lnTo>
                <a:lnTo>
                  <a:pt x="16741" y="16037"/>
                </a:lnTo>
                <a:lnTo>
                  <a:pt x="22343" y="10836"/>
                </a:lnTo>
                <a:lnTo>
                  <a:pt x="29052" y="7468"/>
                </a:lnTo>
                <a:lnTo>
                  <a:pt x="35993" y="5654"/>
                </a:lnTo>
                <a:lnTo>
                  <a:pt x="42290" y="5111"/>
                </a:lnTo>
                <a:lnTo>
                  <a:pt x="64096" y="5111"/>
                </a:lnTo>
                <a:lnTo>
                  <a:pt x="59911" y="3017"/>
                </a:lnTo>
                <a:lnTo>
                  <a:pt x="51430" y="724"/>
                </a:lnTo>
                <a:lnTo>
                  <a:pt x="42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085515" y="5248283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4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788" y="158327"/>
                </a:lnTo>
                <a:lnTo>
                  <a:pt x="26253" y="158242"/>
                </a:lnTo>
                <a:lnTo>
                  <a:pt x="50924" y="158242"/>
                </a:lnTo>
                <a:lnTo>
                  <a:pt x="50924" y="151544"/>
                </a:lnTo>
                <a:close/>
              </a:path>
              <a:path w="51435" h="159385">
                <a:moveTo>
                  <a:pt x="50924" y="158242"/>
                </a:moveTo>
                <a:lnTo>
                  <a:pt x="34536" y="158242"/>
                </a:lnTo>
                <a:lnTo>
                  <a:pt x="42818" y="158770"/>
                </a:lnTo>
                <a:lnTo>
                  <a:pt x="50924" y="158946"/>
                </a:lnTo>
                <a:lnTo>
                  <a:pt x="50924" y="158242"/>
                </a:lnTo>
                <a:close/>
              </a:path>
              <a:path w="51435" h="159385">
                <a:moveTo>
                  <a:pt x="34359" y="53924"/>
                </a:moveTo>
                <a:lnTo>
                  <a:pt x="1055" y="56563"/>
                </a:lnTo>
                <a:lnTo>
                  <a:pt x="1055" y="63790"/>
                </a:lnTo>
                <a:lnTo>
                  <a:pt x="16388" y="63790"/>
                </a:lnTo>
                <a:lnTo>
                  <a:pt x="18679" y="65378"/>
                </a:lnTo>
                <a:lnTo>
                  <a:pt x="18679" y="151544"/>
                </a:lnTo>
                <a:lnTo>
                  <a:pt x="35243" y="151544"/>
                </a:lnTo>
                <a:lnTo>
                  <a:pt x="34359" y="150312"/>
                </a:lnTo>
                <a:lnTo>
                  <a:pt x="34359" y="53924"/>
                </a:lnTo>
                <a:close/>
              </a:path>
              <a:path w="51435" h="159385">
                <a:moveTo>
                  <a:pt x="29249" y="0"/>
                </a:moveTo>
                <a:lnTo>
                  <a:pt x="15331" y="0"/>
                </a:lnTo>
                <a:lnTo>
                  <a:pt x="10045" y="6346"/>
                </a:lnTo>
                <a:lnTo>
                  <a:pt x="10045" y="19030"/>
                </a:lnTo>
                <a:lnTo>
                  <a:pt x="15331" y="25198"/>
                </a:lnTo>
                <a:lnTo>
                  <a:pt x="29249" y="25198"/>
                </a:lnTo>
                <a:lnTo>
                  <a:pt x="35243" y="20091"/>
                </a:lnTo>
                <a:lnTo>
                  <a:pt x="35243" y="4933"/>
                </a:lnTo>
                <a:lnTo>
                  <a:pt x="29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151949" y="5300795"/>
            <a:ext cx="90805" cy="109220"/>
          </a:xfrm>
          <a:custGeom>
            <a:avLst/>
            <a:gdLst/>
            <a:ahLst/>
            <a:cxnLst/>
            <a:rect l="l" t="t" r="r" b="b"/>
            <a:pathLst>
              <a:path w="90805" h="109220">
                <a:moveTo>
                  <a:pt x="51628" y="0"/>
                </a:moveTo>
                <a:lnTo>
                  <a:pt x="30997" y="4454"/>
                </a:lnTo>
                <a:lnTo>
                  <a:pt x="14645" y="16476"/>
                </a:lnTo>
                <a:lnTo>
                  <a:pt x="3878" y="34048"/>
                </a:lnTo>
                <a:lnTo>
                  <a:pt x="0" y="55157"/>
                </a:lnTo>
                <a:lnTo>
                  <a:pt x="4118" y="76367"/>
                </a:lnTo>
                <a:lnTo>
                  <a:pt x="15241" y="93481"/>
                </a:lnTo>
                <a:lnTo>
                  <a:pt x="31518" y="104914"/>
                </a:lnTo>
                <a:lnTo>
                  <a:pt x="51100" y="109077"/>
                </a:lnTo>
                <a:lnTo>
                  <a:pt x="70722" y="104581"/>
                </a:lnTo>
                <a:lnTo>
                  <a:pt x="72515" y="103087"/>
                </a:lnTo>
                <a:lnTo>
                  <a:pt x="53216" y="103087"/>
                </a:lnTo>
                <a:lnTo>
                  <a:pt x="42706" y="100892"/>
                </a:lnTo>
                <a:lnTo>
                  <a:pt x="31783" y="93196"/>
                </a:lnTo>
                <a:lnTo>
                  <a:pt x="23207" y="78329"/>
                </a:lnTo>
                <a:lnTo>
                  <a:pt x="19735" y="54625"/>
                </a:lnTo>
                <a:lnTo>
                  <a:pt x="22987" y="30645"/>
                </a:lnTo>
                <a:lnTo>
                  <a:pt x="31079" y="15683"/>
                </a:lnTo>
                <a:lnTo>
                  <a:pt x="41516" y="7990"/>
                </a:lnTo>
                <a:lnTo>
                  <a:pt x="51804" y="5815"/>
                </a:lnTo>
                <a:lnTo>
                  <a:pt x="74778" y="5815"/>
                </a:lnTo>
                <a:lnTo>
                  <a:pt x="65030" y="1685"/>
                </a:lnTo>
                <a:lnTo>
                  <a:pt x="51628" y="0"/>
                </a:lnTo>
                <a:close/>
              </a:path>
              <a:path w="90805" h="109220">
                <a:moveTo>
                  <a:pt x="90572" y="75772"/>
                </a:moveTo>
                <a:lnTo>
                  <a:pt x="85460" y="75772"/>
                </a:lnTo>
                <a:lnTo>
                  <a:pt x="84933" y="76652"/>
                </a:lnTo>
                <a:lnTo>
                  <a:pt x="84405" y="78239"/>
                </a:lnTo>
                <a:lnTo>
                  <a:pt x="77870" y="91415"/>
                </a:lnTo>
                <a:lnTo>
                  <a:pt x="69536" y="98923"/>
                </a:lnTo>
                <a:lnTo>
                  <a:pt x="60840" y="102302"/>
                </a:lnTo>
                <a:lnTo>
                  <a:pt x="53216" y="103087"/>
                </a:lnTo>
                <a:lnTo>
                  <a:pt x="72515" y="103087"/>
                </a:lnTo>
                <a:lnTo>
                  <a:pt x="82796" y="94518"/>
                </a:lnTo>
                <a:lnTo>
                  <a:pt x="88889" y="84025"/>
                </a:lnTo>
                <a:lnTo>
                  <a:pt x="90546" y="78329"/>
                </a:lnTo>
                <a:lnTo>
                  <a:pt x="90572" y="75772"/>
                </a:lnTo>
                <a:close/>
              </a:path>
              <a:path w="90805" h="109220">
                <a:moveTo>
                  <a:pt x="74778" y="5815"/>
                </a:moveTo>
                <a:lnTo>
                  <a:pt x="51804" y="5815"/>
                </a:lnTo>
                <a:lnTo>
                  <a:pt x="55499" y="6002"/>
                </a:lnTo>
                <a:lnTo>
                  <a:pt x="62201" y="7048"/>
                </a:lnTo>
                <a:lnTo>
                  <a:pt x="70092" y="9680"/>
                </a:lnTo>
                <a:lnTo>
                  <a:pt x="77355" y="14625"/>
                </a:lnTo>
                <a:lnTo>
                  <a:pt x="67489" y="15328"/>
                </a:lnTo>
                <a:lnTo>
                  <a:pt x="66076" y="22555"/>
                </a:lnTo>
                <a:lnTo>
                  <a:pt x="66076" y="31718"/>
                </a:lnTo>
                <a:lnTo>
                  <a:pt x="70485" y="36476"/>
                </a:lnTo>
                <a:lnTo>
                  <a:pt x="83169" y="36476"/>
                </a:lnTo>
                <a:lnTo>
                  <a:pt x="87928" y="32602"/>
                </a:lnTo>
                <a:lnTo>
                  <a:pt x="87928" y="25375"/>
                </a:lnTo>
                <a:lnTo>
                  <a:pt x="84833" y="14571"/>
                </a:lnTo>
                <a:lnTo>
                  <a:pt x="76650" y="6608"/>
                </a:lnTo>
                <a:lnTo>
                  <a:pt x="74778" y="58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338558" y="5300795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4051" y="5111"/>
                </a:moveTo>
                <a:lnTo>
                  <a:pt x="42290" y="5111"/>
                </a:lnTo>
                <a:lnTo>
                  <a:pt x="51134" y="6901"/>
                </a:lnTo>
                <a:lnTo>
                  <a:pt x="59251" y="12424"/>
                </a:lnTo>
                <a:lnTo>
                  <a:pt x="65187" y="21912"/>
                </a:lnTo>
                <a:lnTo>
                  <a:pt x="67489" y="35596"/>
                </a:lnTo>
                <a:lnTo>
                  <a:pt x="67489" y="44406"/>
                </a:lnTo>
                <a:lnTo>
                  <a:pt x="57636" y="45036"/>
                </a:lnTo>
                <a:lnTo>
                  <a:pt x="46695" y="46278"/>
                </a:lnTo>
                <a:lnTo>
                  <a:pt x="5219" y="67534"/>
                </a:lnTo>
                <a:lnTo>
                  <a:pt x="0" y="83879"/>
                </a:lnTo>
                <a:lnTo>
                  <a:pt x="3840" y="95920"/>
                </a:lnTo>
                <a:lnTo>
                  <a:pt x="13413" y="103681"/>
                </a:lnTo>
                <a:lnTo>
                  <a:pt x="25794" y="107841"/>
                </a:lnTo>
                <a:lnTo>
                  <a:pt x="38059" y="109077"/>
                </a:lnTo>
                <a:lnTo>
                  <a:pt x="48902" y="107414"/>
                </a:lnTo>
                <a:lnTo>
                  <a:pt x="56055" y="103790"/>
                </a:lnTo>
                <a:lnTo>
                  <a:pt x="39646" y="103790"/>
                </a:lnTo>
                <a:lnTo>
                  <a:pt x="31408" y="102312"/>
                </a:lnTo>
                <a:lnTo>
                  <a:pt x="24624" y="98174"/>
                </a:lnTo>
                <a:lnTo>
                  <a:pt x="20019" y="91822"/>
                </a:lnTo>
                <a:lnTo>
                  <a:pt x="18323" y="83703"/>
                </a:lnTo>
                <a:lnTo>
                  <a:pt x="20479" y="72955"/>
                </a:lnTo>
                <a:lnTo>
                  <a:pt x="28170" y="62093"/>
                </a:lnTo>
                <a:lnTo>
                  <a:pt x="43229" y="53445"/>
                </a:lnTo>
                <a:lnTo>
                  <a:pt x="67489" y="49342"/>
                </a:lnTo>
                <a:lnTo>
                  <a:pt x="83877" y="49342"/>
                </a:lnTo>
                <a:lnTo>
                  <a:pt x="83750" y="34009"/>
                </a:lnTo>
                <a:lnTo>
                  <a:pt x="67970" y="7062"/>
                </a:lnTo>
                <a:lnTo>
                  <a:pt x="64051" y="5111"/>
                </a:lnTo>
                <a:close/>
              </a:path>
              <a:path w="107314" h="109220">
                <a:moveTo>
                  <a:pt x="83877" y="88281"/>
                </a:moveTo>
                <a:lnTo>
                  <a:pt x="69072" y="88281"/>
                </a:lnTo>
                <a:lnTo>
                  <a:pt x="70853" y="95353"/>
                </a:lnTo>
                <a:lnTo>
                  <a:pt x="74581" y="101630"/>
                </a:lnTo>
                <a:lnTo>
                  <a:pt x="80225" y="106123"/>
                </a:lnTo>
                <a:lnTo>
                  <a:pt x="87753" y="107840"/>
                </a:lnTo>
                <a:lnTo>
                  <a:pt x="92863" y="107017"/>
                </a:lnTo>
                <a:lnTo>
                  <a:pt x="99247" y="103790"/>
                </a:lnTo>
                <a:lnTo>
                  <a:pt x="101966" y="100443"/>
                </a:lnTo>
                <a:lnTo>
                  <a:pt x="84757" y="100443"/>
                </a:lnTo>
                <a:lnTo>
                  <a:pt x="83877" y="89869"/>
                </a:lnTo>
                <a:lnTo>
                  <a:pt x="83877" y="88281"/>
                </a:lnTo>
                <a:close/>
              </a:path>
              <a:path w="107314" h="109220">
                <a:moveTo>
                  <a:pt x="83877" y="49342"/>
                </a:moveTo>
                <a:lnTo>
                  <a:pt x="67489" y="49342"/>
                </a:lnTo>
                <a:lnTo>
                  <a:pt x="67489" y="73129"/>
                </a:lnTo>
                <a:lnTo>
                  <a:pt x="64650" y="87435"/>
                </a:lnTo>
                <a:lnTo>
                  <a:pt x="57599" y="96918"/>
                </a:lnTo>
                <a:lnTo>
                  <a:pt x="48532" y="102171"/>
                </a:lnTo>
                <a:lnTo>
                  <a:pt x="39646" y="103790"/>
                </a:lnTo>
                <a:lnTo>
                  <a:pt x="56055" y="103790"/>
                </a:lnTo>
                <a:lnTo>
                  <a:pt x="57796" y="102908"/>
                </a:lnTo>
                <a:lnTo>
                  <a:pt x="64574" y="96288"/>
                </a:lnTo>
                <a:lnTo>
                  <a:pt x="69072" y="88281"/>
                </a:lnTo>
                <a:lnTo>
                  <a:pt x="83877" y="88281"/>
                </a:lnTo>
                <a:lnTo>
                  <a:pt x="83877" y="49342"/>
                </a:lnTo>
                <a:close/>
              </a:path>
              <a:path w="107314" h="109220">
                <a:moveTo>
                  <a:pt x="107137" y="71897"/>
                </a:moveTo>
                <a:lnTo>
                  <a:pt x="101321" y="71897"/>
                </a:lnTo>
                <a:lnTo>
                  <a:pt x="101321" y="99032"/>
                </a:lnTo>
                <a:lnTo>
                  <a:pt x="95331" y="100443"/>
                </a:lnTo>
                <a:lnTo>
                  <a:pt x="101966" y="100443"/>
                </a:lnTo>
                <a:lnTo>
                  <a:pt x="104802" y="96913"/>
                </a:lnTo>
                <a:lnTo>
                  <a:pt x="107137" y="85285"/>
                </a:lnTo>
                <a:lnTo>
                  <a:pt x="107137" y="71897"/>
                </a:lnTo>
                <a:close/>
              </a:path>
              <a:path w="107314" h="109220">
                <a:moveTo>
                  <a:pt x="42818" y="0"/>
                </a:moveTo>
                <a:lnTo>
                  <a:pt x="6922" y="26587"/>
                </a:lnTo>
                <a:lnTo>
                  <a:pt x="6869" y="34009"/>
                </a:lnTo>
                <a:lnTo>
                  <a:pt x="11629" y="38064"/>
                </a:lnTo>
                <a:lnTo>
                  <a:pt x="24494" y="38064"/>
                </a:lnTo>
                <a:lnTo>
                  <a:pt x="28721" y="33305"/>
                </a:lnTo>
                <a:lnTo>
                  <a:pt x="28721" y="24143"/>
                </a:lnTo>
                <a:lnTo>
                  <a:pt x="27489" y="16389"/>
                </a:lnTo>
                <a:lnTo>
                  <a:pt x="16563" y="16037"/>
                </a:lnTo>
                <a:lnTo>
                  <a:pt x="22267" y="10836"/>
                </a:lnTo>
                <a:lnTo>
                  <a:pt x="29029" y="7468"/>
                </a:lnTo>
                <a:lnTo>
                  <a:pt x="35990" y="5654"/>
                </a:lnTo>
                <a:lnTo>
                  <a:pt x="42290" y="5111"/>
                </a:lnTo>
                <a:lnTo>
                  <a:pt x="64051" y="5111"/>
                </a:lnTo>
                <a:lnTo>
                  <a:pt x="59844" y="3017"/>
                </a:lnTo>
                <a:lnTo>
                  <a:pt x="51355" y="724"/>
                </a:lnTo>
                <a:lnTo>
                  <a:pt x="42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455032" y="5300795"/>
            <a:ext cx="90805" cy="109220"/>
          </a:xfrm>
          <a:custGeom>
            <a:avLst/>
            <a:gdLst/>
            <a:ahLst/>
            <a:cxnLst/>
            <a:rect l="l" t="t" r="r" b="b"/>
            <a:pathLst>
              <a:path w="90804" h="109220">
                <a:moveTo>
                  <a:pt x="51629" y="0"/>
                </a:moveTo>
                <a:lnTo>
                  <a:pt x="30999" y="4454"/>
                </a:lnTo>
                <a:lnTo>
                  <a:pt x="14648" y="16476"/>
                </a:lnTo>
                <a:lnTo>
                  <a:pt x="3879" y="34048"/>
                </a:lnTo>
                <a:lnTo>
                  <a:pt x="0" y="55157"/>
                </a:lnTo>
                <a:lnTo>
                  <a:pt x="4119" y="76367"/>
                </a:lnTo>
                <a:lnTo>
                  <a:pt x="15243" y="93481"/>
                </a:lnTo>
                <a:lnTo>
                  <a:pt x="31521" y="104914"/>
                </a:lnTo>
                <a:lnTo>
                  <a:pt x="51100" y="109077"/>
                </a:lnTo>
                <a:lnTo>
                  <a:pt x="70725" y="104581"/>
                </a:lnTo>
                <a:lnTo>
                  <a:pt x="72518" y="103087"/>
                </a:lnTo>
                <a:lnTo>
                  <a:pt x="53393" y="103087"/>
                </a:lnTo>
                <a:lnTo>
                  <a:pt x="42782" y="100892"/>
                </a:lnTo>
                <a:lnTo>
                  <a:pt x="31807" y="93196"/>
                </a:lnTo>
                <a:lnTo>
                  <a:pt x="23210" y="78329"/>
                </a:lnTo>
                <a:lnTo>
                  <a:pt x="19735" y="54625"/>
                </a:lnTo>
                <a:lnTo>
                  <a:pt x="22987" y="30645"/>
                </a:lnTo>
                <a:lnTo>
                  <a:pt x="31080" y="15683"/>
                </a:lnTo>
                <a:lnTo>
                  <a:pt x="41519" y="7990"/>
                </a:lnTo>
                <a:lnTo>
                  <a:pt x="51809" y="5815"/>
                </a:lnTo>
                <a:lnTo>
                  <a:pt x="74781" y="5815"/>
                </a:lnTo>
                <a:lnTo>
                  <a:pt x="65033" y="1685"/>
                </a:lnTo>
                <a:lnTo>
                  <a:pt x="51629" y="0"/>
                </a:lnTo>
                <a:close/>
              </a:path>
              <a:path w="90804" h="109220">
                <a:moveTo>
                  <a:pt x="90572" y="75772"/>
                </a:moveTo>
                <a:lnTo>
                  <a:pt x="85462" y="75772"/>
                </a:lnTo>
                <a:lnTo>
                  <a:pt x="84933" y="76652"/>
                </a:lnTo>
                <a:lnTo>
                  <a:pt x="84406" y="78239"/>
                </a:lnTo>
                <a:lnTo>
                  <a:pt x="77876" y="91415"/>
                </a:lnTo>
                <a:lnTo>
                  <a:pt x="69561" y="98923"/>
                </a:lnTo>
                <a:lnTo>
                  <a:pt x="60915" y="102302"/>
                </a:lnTo>
                <a:lnTo>
                  <a:pt x="53393" y="103087"/>
                </a:lnTo>
                <a:lnTo>
                  <a:pt x="72518" y="103087"/>
                </a:lnTo>
                <a:lnTo>
                  <a:pt x="82798" y="94518"/>
                </a:lnTo>
                <a:lnTo>
                  <a:pt x="88890" y="84025"/>
                </a:lnTo>
                <a:lnTo>
                  <a:pt x="90546" y="78329"/>
                </a:lnTo>
                <a:lnTo>
                  <a:pt x="90572" y="75772"/>
                </a:lnTo>
                <a:close/>
              </a:path>
              <a:path w="90804" h="109220">
                <a:moveTo>
                  <a:pt x="74781" y="5815"/>
                </a:moveTo>
                <a:lnTo>
                  <a:pt x="51809" y="5815"/>
                </a:lnTo>
                <a:lnTo>
                  <a:pt x="55602" y="6002"/>
                </a:lnTo>
                <a:lnTo>
                  <a:pt x="62336" y="7048"/>
                </a:lnTo>
                <a:lnTo>
                  <a:pt x="70195" y="9680"/>
                </a:lnTo>
                <a:lnTo>
                  <a:pt x="77359" y="14625"/>
                </a:lnTo>
                <a:lnTo>
                  <a:pt x="67490" y="15328"/>
                </a:lnTo>
                <a:lnTo>
                  <a:pt x="66083" y="22555"/>
                </a:lnTo>
                <a:lnTo>
                  <a:pt x="66083" y="31718"/>
                </a:lnTo>
                <a:lnTo>
                  <a:pt x="70485" y="36476"/>
                </a:lnTo>
                <a:lnTo>
                  <a:pt x="83174" y="36476"/>
                </a:lnTo>
                <a:lnTo>
                  <a:pt x="87929" y="32602"/>
                </a:lnTo>
                <a:lnTo>
                  <a:pt x="87929" y="25375"/>
                </a:lnTo>
                <a:lnTo>
                  <a:pt x="84835" y="14571"/>
                </a:lnTo>
                <a:lnTo>
                  <a:pt x="76652" y="6608"/>
                </a:lnTo>
                <a:lnTo>
                  <a:pt x="74781" y="58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560762" y="5248283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5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689" y="158327"/>
                </a:lnTo>
                <a:lnTo>
                  <a:pt x="26078" y="158242"/>
                </a:lnTo>
                <a:lnTo>
                  <a:pt x="50925" y="158242"/>
                </a:lnTo>
                <a:lnTo>
                  <a:pt x="50925" y="151544"/>
                </a:lnTo>
                <a:close/>
              </a:path>
              <a:path w="51435" h="159385">
                <a:moveTo>
                  <a:pt x="50925" y="158242"/>
                </a:moveTo>
                <a:lnTo>
                  <a:pt x="34361" y="158242"/>
                </a:lnTo>
                <a:lnTo>
                  <a:pt x="42819" y="158770"/>
                </a:lnTo>
                <a:lnTo>
                  <a:pt x="50925" y="158946"/>
                </a:lnTo>
                <a:lnTo>
                  <a:pt x="50925" y="158242"/>
                </a:lnTo>
                <a:close/>
              </a:path>
              <a:path w="51435" h="159385">
                <a:moveTo>
                  <a:pt x="34184" y="53924"/>
                </a:moveTo>
                <a:lnTo>
                  <a:pt x="880" y="56563"/>
                </a:lnTo>
                <a:lnTo>
                  <a:pt x="880" y="63790"/>
                </a:lnTo>
                <a:lnTo>
                  <a:pt x="16384" y="63790"/>
                </a:lnTo>
                <a:lnTo>
                  <a:pt x="18500" y="65378"/>
                </a:lnTo>
                <a:lnTo>
                  <a:pt x="18500" y="151544"/>
                </a:lnTo>
                <a:lnTo>
                  <a:pt x="35241" y="151544"/>
                </a:lnTo>
                <a:lnTo>
                  <a:pt x="34184" y="150312"/>
                </a:lnTo>
                <a:lnTo>
                  <a:pt x="34184" y="53924"/>
                </a:lnTo>
                <a:close/>
              </a:path>
              <a:path w="51435" h="159385">
                <a:moveTo>
                  <a:pt x="29249" y="0"/>
                </a:moveTo>
                <a:lnTo>
                  <a:pt x="15152" y="0"/>
                </a:lnTo>
                <a:lnTo>
                  <a:pt x="10041" y="6346"/>
                </a:lnTo>
                <a:lnTo>
                  <a:pt x="10041" y="19030"/>
                </a:lnTo>
                <a:lnTo>
                  <a:pt x="15152" y="25198"/>
                </a:lnTo>
                <a:lnTo>
                  <a:pt x="29249" y="25198"/>
                </a:lnTo>
                <a:lnTo>
                  <a:pt x="35241" y="20091"/>
                </a:lnTo>
                <a:lnTo>
                  <a:pt x="35241" y="4933"/>
                </a:lnTo>
                <a:lnTo>
                  <a:pt x="29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3626488" y="524229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40" y="59916"/>
                </a:moveTo>
                <a:lnTo>
                  <a:pt x="32932" y="64029"/>
                </a:lnTo>
                <a:lnTo>
                  <a:pt x="16013" y="75378"/>
                </a:lnTo>
                <a:lnTo>
                  <a:pt x="4347" y="92476"/>
                </a:lnTo>
                <a:lnTo>
                  <a:pt x="0" y="113836"/>
                </a:lnTo>
                <a:lnTo>
                  <a:pt x="4058" y="134945"/>
                </a:lnTo>
                <a:lnTo>
                  <a:pt x="15021" y="152007"/>
                </a:lnTo>
                <a:lnTo>
                  <a:pt x="31073" y="163420"/>
                </a:lnTo>
                <a:lnTo>
                  <a:pt x="50397" y="167581"/>
                </a:lnTo>
                <a:lnTo>
                  <a:pt x="60930" y="166196"/>
                </a:lnTo>
                <a:lnTo>
                  <a:pt x="69779" y="162581"/>
                </a:lnTo>
                <a:lnTo>
                  <a:pt x="70185" y="162294"/>
                </a:lnTo>
                <a:lnTo>
                  <a:pt x="51629" y="162294"/>
                </a:lnTo>
                <a:lnTo>
                  <a:pt x="43977" y="161190"/>
                </a:lnTo>
                <a:lnTo>
                  <a:pt x="20858" y="130640"/>
                </a:lnTo>
                <a:lnTo>
                  <a:pt x="19740" y="113836"/>
                </a:lnTo>
                <a:lnTo>
                  <a:pt x="19925" y="106549"/>
                </a:lnTo>
                <a:lnTo>
                  <a:pt x="37555" y="70001"/>
                </a:lnTo>
                <a:lnTo>
                  <a:pt x="53920" y="65199"/>
                </a:lnTo>
                <a:lnTo>
                  <a:pt x="71980" y="65199"/>
                </a:lnTo>
                <a:lnTo>
                  <a:pt x="70263" y="64056"/>
                </a:lnTo>
                <a:lnTo>
                  <a:pt x="62180" y="61011"/>
                </a:lnTo>
                <a:lnTo>
                  <a:pt x="53040" y="59916"/>
                </a:lnTo>
                <a:close/>
              </a:path>
              <a:path w="117475" h="167639">
                <a:moveTo>
                  <a:pt x="98678" y="151897"/>
                </a:moveTo>
                <a:lnTo>
                  <a:pt x="82289" y="151897"/>
                </a:lnTo>
                <a:lnTo>
                  <a:pt x="82289" y="167581"/>
                </a:lnTo>
                <a:lnTo>
                  <a:pt x="117182" y="164938"/>
                </a:lnTo>
                <a:lnTo>
                  <a:pt x="117182" y="157535"/>
                </a:lnTo>
                <a:lnTo>
                  <a:pt x="100618" y="157535"/>
                </a:lnTo>
                <a:lnTo>
                  <a:pt x="98678" y="155952"/>
                </a:lnTo>
                <a:lnTo>
                  <a:pt x="98678" y="151897"/>
                </a:lnTo>
                <a:close/>
              </a:path>
              <a:path w="117475" h="167639">
                <a:moveTo>
                  <a:pt x="71980" y="65199"/>
                </a:moveTo>
                <a:lnTo>
                  <a:pt x="53920" y="65199"/>
                </a:lnTo>
                <a:lnTo>
                  <a:pt x="60393" y="65915"/>
                </a:lnTo>
                <a:lnTo>
                  <a:pt x="67115" y="68283"/>
                </a:lnTo>
                <a:lnTo>
                  <a:pt x="73670" y="72634"/>
                </a:lnTo>
                <a:lnTo>
                  <a:pt x="79646" y="79296"/>
                </a:lnTo>
                <a:lnTo>
                  <a:pt x="82289" y="83351"/>
                </a:lnTo>
                <a:lnTo>
                  <a:pt x="82289" y="141678"/>
                </a:lnTo>
                <a:lnTo>
                  <a:pt x="51629" y="162294"/>
                </a:lnTo>
                <a:lnTo>
                  <a:pt x="70185" y="162294"/>
                </a:lnTo>
                <a:lnTo>
                  <a:pt x="76919" y="157535"/>
                </a:lnTo>
                <a:lnTo>
                  <a:pt x="82289" y="151897"/>
                </a:lnTo>
                <a:lnTo>
                  <a:pt x="98678" y="151897"/>
                </a:lnTo>
                <a:lnTo>
                  <a:pt x="98678" y="74541"/>
                </a:lnTo>
                <a:lnTo>
                  <a:pt x="82994" y="74541"/>
                </a:lnTo>
                <a:lnTo>
                  <a:pt x="77224" y="68687"/>
                </a:lnTo>
                <a:lnTo>
                  <a:pt x="71980" y="65199"/>
                </a:lnTo>
                <a:close/>
              </a:path>
              <a:path w="117475" h="167639">
                <a:moveTo>
                  <a:pt x="98678" y="0"/>
                </a:moveTo>
                <a:lnTo>
                  <a:pt x="64494" y="2644"/>
                </a:lnTo>
                <a:lnTo>
                  <a:pt x="64494" y="10046"/>
                </a:lnTo>
                <a:lnTo>
                  <a:pt x="81059" y="10046"/>
                </a:lnTo>
                <a:lnTo>
                  <a:pt x="82994" y="11630"/>
                </a:lnTo>
                <a:lnTo>
                  <a:pt x="82994" y="74541"/>
                </a:lnTo>
                <a:lnTo>
                  <a:pt x="98678" y="74541"/>
                </a:lnTo>
                <a:lnTo>
                  <a:pt x="98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205522" y="5239649"/>
            <a:ext cx="144780" cy="173355"/>
          </a:xfrm>
          <a:custGeom>
            <a:avLst/>
            <a:gdLst/>
            <a:ahLst/>
            <a:cxnLst/>
            <a:rect l="l" t="t" r="r" b="b"/>
            <a:pathLst>
              <a:path w="144779" h="173354">
                <a:moveTo>
                  <a:pt x="82646" y="0"/>
                </a:moveTo>
                <a:lnTo>
                  <a:pt x="50998" y="6677"/>
                </a:lnTo>
                <a:lnTo>
                  <a:pt x="24670" y="25001"/>
                </a:lnTo>
                <a:lnTo>
                  <a:pt x="6668" y="52411"/>
                </a:lnTo>
                <a:lnTo>
                  <a:pt x="0" y="86346"/>
                </a:lnTo>
                <a:lnTo>
                  <a:pt x="6693" y="120604"/>
                </a:lnTo>
                <a:lnTo>
                  <a:pt x="24736" y="148041"/>
                </a:lnTo>
                <a:lnTo>
                  <a:pt x="51073" y="166261"/>
                </a:lnTo>
                <a:lnTo>
                  <a:pt x="82646" y="172867"/>
                </a:lnTo>
                <a:lnTo>
                  <a:pt x="108691" y="167261"/>
                </a:lnTo>
                <a:lnTo>
                  <a:pt x="111124" y="165465"/>
                </a:lnTo>
                <a:lnTo>
                  <a:pt x="85465" y="165465"/>
                </a:lnTo>
                <a:lnTo>
                  <a:pt x="69843" y="163092"/>
                </a:lnTo>
                <a:lnTo>
                  <a:pt x="49561" y="152557"/>
                </a:lnTo>
                <a:lnTo>
                  <a:pt x="31989" y="128741"/>
                </a:lnTo>
                <a:lnTo>
                  <a:pt x="24494" y="86522"/>
                </a:lnTo>
                <a:lnTo>
                  <a:pt x="31961" y="44201"/>
                </a:lnTo>
                <a:lnTo>
                  <a:pt x="49472" y="20332"/>
                </a:lnTo>
                <a:lnTo>
                  <a:pt x="69692" y="9779"/>
                </a:lnTo>
                <a:lnTo>
                  <a:pt x="85289" y="7402"/>
                </a:lnTo>
                <a:lnTo>
                  <a:pt x="110273" y="7402"/>
                </a:lnTo>
                <a:lnTo>
                  <a:pt x="109781" y="7049"/>
                </a:lnTo>
                <a:lnTo>
                  <a:pt x="97899" y="2004"/>
                </a:lnTo>
                <a:lnTo>
                  <a:pt x="82646" y="0"/>
                </a:lnTo>
                <a:close/>
              </a:path>
              <a:path w="144779" h="173354">
                <a:moveTo>
                  <a:pt x="144673" y="108197"/>
                </a:moveTo>
                <a:lnTo>
                  <a:pt x="139034" y="108197"/>
                </a:lnTo>
                <a:lnTo>
                  <a:pt x="139034" y="109604"/>
                </a:lnTo>
                <a:lnTo>
                  <a:pt x="138682" y="111895"/>
                </a:lnTo>
                <a:lnTo>
                  <a:pt x="133265" y="134613"/>
                </a:lnTo>
                <a:lnTo>
                  <a:pt x="121125" y="151434"/>
                </a:lnTo>
                <a:lnTo>
                  <a:pt x="104460" y="161878"/>
                </a:lnTo>
                <a:lnTo>
                  <a:pt x="85465" y="165465"/>
                </a:lnTo>
                <a:lnTo>
                  <a:pt x="111124" y="165465"/>
                </a:lnTo>
                <a:lnTo>
                  <a:pt x="128196" y="152866"/>
                </a:lnTo>
                <a:lnTo>
                  <a:pt x="140432" y="133317"/>
                </a:lnTo>
                <a:lnTo>
                  <a:pt x="144673" y="112248"/>
                </a:lnTo>
                <a:lnTo>
                  <a:pt x="144673" y="108197"/>
                </a:lnTo>
                <a:close/>
              </a:path>
              <a:path w="144779" h="173354">
                <a:moveTo>
                  <a:pt x="110273" y="7402"/>
                </a:moveTo>
                <a:lnTo>
                  <a:pt x="85289" y="7402"/>
                </a:lnTo>
                <a:lnTo>
                  <a:pt x="103642" y="11331"/>
                </a:lnTo>
                <a:lnTo>
                  <a:pt x="119120" y="22579"/>
                </a:lnTo>
                <a:lnTo>
                  <a:pt x="130634" y="40335"/>
                </a:lnTo>
                <a:lnTo>
                  <a:pt x="137093" y="63790"/>
                </a:lnTo>
                <a:lnTo>
                  <a:pt x="137622" y="66962"/>
                </a:lnTo>
                <a:lnTo>
                  <a:pt x="137622" y="67842"/>
                </a:lnTo>
                <a:lnTo>
                  <a:pt x="144673" y="67842"/>
                </a:lnTo>
                <a:lnTo>
                  <a:pt x="144673" y="20444"/>
                </a:lnTo>
                <a:lnTo>
                  <a:pt x="126344" y="20444"/>
                </a:lnTo>
                <a:lnTo>
                  <a:pt x="119021" y="13681"/>
                </a:lnTo>
                <a:lnTo>
                  <a:pt x="110273" y="7402"/>
                </a:lnTo>
                <a:close/>
              </a:path>
              <a:path w="144779" h="173354">
                <a:moveTo>
                  <a:pt x="144673" y="0"/>
                </a:moveTo>
                <a:lnTo>
                  <a:pt x="140266" y="0"/>
                </a:lnTo>
                <a:lnTo>
                  <a:pt x="138325" y="2819"/>
                </a:lnTo>
                <a:lnTo>
                  <a:pt x="126344" y="20444"/>
                </a:lnTo>
                <a:lnTo>
                  <a:pt x="144673" y="20444"/>
                </a:lnTo>
                <a:lnTo>
                  <a:pt x="144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370283" y="5300795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336" y="0"/>
                </a:moveTo>
                <a:lnTo>
                  <a:pt x="30032" y="4289"/>
                </a:lnTo>
                <a:lnTo>
                  <a:pt x="14361" y="15948"/>
                </a:lnTo>
                <a:lnTo>
                  <a:pt x="3843" y="33156"/>
                </a:lnTo>
                <a:lnTo>
                  <a:pt x="0" y="54096"/>
                </a:lnTo>
                <a:lnTo>
                  <a:pt x="4309" y="76144"/>
                </a:lnTo>
                <a:lnTo>
                  <a:pt x="15837" y="93548"/>
                </a:lnTo>
                <a:lnTo>
                  <a:pt x="32486" y="104972"/>
                </a:lnTo>
                <a:lnTo>
                  <a:pt x="52156" y="109077"/>
                </a:lnTo>
                <a:lnTo>
                  <a:pt x="70646" y="104878"/>
                </a:lnTo>
                <a:lnTo>
                  <a:pt x="72954" y="103087"/>
                </a:lnTo>
                <a:lnTo>
                  <a:pt x="53568" y="103087"/>
                </a:lnTo>
                <a:lnTo>
                  <a:pt x="45170" y="101847"/>
                </a:lnTo>
                <a:lnTo>
                  <a:pt x="20616" y="68282"/>
                </a:lnTo>
                <a:lnTo>
                  <a:pt x="19735" y="51454"/>
                </a:lnTo>
                <a:lnTo>
                  <a:pt x="91979" y="51454"/>
                </a:lnTo>
                <a:lnTo>
                  <a:pt x="91979" y="46522"/>
                </a:lnTo>
                <a:lnTo>
                  <a:pt x="19911" y="46522"/>
                </a:lnTo>
                <a:lnTo>
                  <a:pt x="23963" y="25109"/>
                </a:lnTo>
                <a:lnTo>
                  <a:pt x="32112" y="12534"/>
                </a:lnTo>
                <a:lnTo>
                  <a:pt x="41517" y="6601"/>
                </a:lnTo>
                <a:lnTo>
                  <a:pt x="49336" y="5111"/>
                </a:lnTo>
                <a:lnTo>
                  <a:pt x="70002" y="5111"/>
                </a:lnTo>
                <a:lnTo>
                  <a:pt x="68564" y="3973"/>
                </a:lnTo>
                <a:lnTo>
                  <a:pt x="49336" y="0"/>
                </a:lnTo>
                <a:close/>
              </a:path>
              <a:path w="92075" h="109220">
                <a:moveTo>
                  <a:pt x="90045" y="75244"/>
                </a:moveTo>
                <a:lnTo>
                  <a:pt x="86697" y="75244"/>
                </a:lnTo>
                <a:lnTo>
                  <a:pt x="86165" y="76652"/>
                </a:lnTo>
                <a:lnTo>
                  <a:pt x="85813" y="78591"/>
                </a:lnTo>
                <a:lnTo>
                  <a:pt x="77554" y="92753"/>
                </a:lnTo>
                <a:lnTo>
                  <a:pt x="67444" y="100025"/>
                </a:lnTo>
                <a:lnTo>
                  <a:pt x="58458" y="102704"/>
                </a:lnTo>
                <a:lnTo>
                  <a:pt x="53568" y="103087"/>
                </a:lnTo>
                <a:lnTo>
                  <a:pt x="72954" y="103087"/>
                </a:lnTo>
                <a:lnTo>
                  <a:pt x="82972" y="95309"/>
                </a:lnTo>
                <a:lnTo>
                  <a:pt x="89846" y="84915"/>
                </a:lnTo>
                <a:lnTo>
                  <a:pt x="91867" y="78591"/>
                </a:lnTo>
                <a:lnTo>
                  <a:pt x="91979" y="75772"/>
                </a:lnTo>
                <a:lnTo>
                  <a:pt x="90045" y="75244"/>
                </a:lnTo>
                <a:close/>
              </a:path>
              <a:path w="92075" h="109220">
                <a:moveTo>
                  <a:pt x="70002" y="5111"/>
                </a:moveTo>
                <a:lnTo>
                  <a:pt x="49336" y="5111"/>
                </a:lnTo>
                <a:lnTo>
                  <a:pt x="63883" y="10268"/>
                </a:lnTo>
                <a:lnTo>
                  <a:pt x="72003" y="22313"/>
                </a:lnTo>
                <a:lnTo>
                  <a:pt x="75530" y="36110"/>
                </a:lnTo>
                <a:lnTo>
                  <a:pt x="76299" y="46522"/>
                </a:lnTo>
                <a:lnTo>
                  <a:pt x="91979" y="46522"/>
                </a:lnTo>
                <a:lnTo>
                  <a:pt x="89505" y="29365"/>
                </a:lnTo>
                <a:lnTo>
                  <a:pt x="81826" y="14471"/>
                </a:lnTo>
                <a:lnTo>
                  <a:pt x="70002" y="5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475481" y="530220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68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21360" y="104403"/>
                </a:lnTo>
                <a:lnTo>
                  <a:pt x="27138" y="104317"/>
                </a:lnTo>
                <a:lnTo>
                  <a:pt x="57268" y="104317"/>
                </a:lnTo>
                <a:lnTo>
                  <a:pt x="57268" y="97619"/>
                </a:lnTo>
                <a:close/>
              </a:path>
              <a:path w="80010" h="105410">
                <a:moveTo>
                  <a:pt x="57268" y="104317"/>
                </a:moveTo>
                <a:lnTo>
                  <a:pt x="27138" y="104317"/>
                </a:lnTo>
                <a:lnTo>
                  <a:pt x="42137" y="104405"/>
                </a:lnTo>
                <a:lnTo>
                  <a:pt x="49859" y="104615"/>
                </a:lnTo>
                <a:lnTo>
                  <a:pt x="57268" y="105022"/>
                </a:lnTo>
                <a:lnTo>
                  <a:pt x="57268" y="104317"/>
                </a:lnTo>
                <a:close/>
              </a:path>
              <a:path w="80010" h="105410">
                <a:moveTo>
                  <a:pt x="32952" y="0"/>
                </a:moveTo>
                <a:lnTo>
                  <a:pt x="23" y="2637"/>
                </a:lnTo>
                <a:lnTo>
                  <a:pt x="0" y="9866"/>
                </a:lnTo>
                <a:lnTo>
                  <a:pt x="16564" y="9866"/>
                </a:lnTo>
                <a:lnTo>
                  <a:pt x="18503" y="11629"/>
                </a:lnTo>
                <a:lnTo>
                  <a:pt x="18503" y="97619"/>
                </a:lnTo>
                <a:lnTo>
                  <a:pt x="34712" y="97619"/>
                </a:lnTo>
                <a:lnTo>
                  <a:pt x="34184" y="94975"/>
                </a:lnTo>
                <a:lnTo>
                  <a:pt x="34184" y="49865"/>
                </a:lnTo>
                <a:lnTo>
                  <a:pt x="36035" y="33012"/>
                </a:lnTo>
                <a:lnTo>
                  <a:pt x="38676" y="26078"/>
                </a:lnTo>
                <a:lnTo>
                  <a:pt x="32952" y="26078"/>
                </a:lnTo>
                <a:lnTo>
                  <a:pt x="32952" y="0"/>
                </a:lnTo>
                <a:close/>
              </a:path>
              <a:path w="80010" h="105410">
                <a:moveTo>
                  <a:pt x="72424" y="0"/>
                </a:moveTo>
                <a:lnTo>
                  <a:pt x="62202" y="0"/>
                </a:lnTo>
                <a:lnTo>
                  <a:pt x="50815" y="2639"/>
                </a:lnTo>
                <a:lnTo>
                  <a:pt x="42357" y="9205"/>
                </a:lnTo>
                <a:lnTo>
                  <a:pt x="36506" y="17690"/>
                </a:lnTo>
                <a:lnTo>
                  <a:pt x="32952" y="26078"/>
                </a:lnTo>
                <a:lnTo>
                  <a:pt x="38676" y="26078"/>
                </a:lnTo>
                <a:lnTo>
                  <a:pt x="41453" y="18785"/>
                </a:lnTo>
                <a:lnTo>
                  <a:pt x="50242" y="8953"/>
                </a:lnTo>
                <a:lnTo>
                  <a:pt x="62202" y="5283"/>
                </a:lnTo>
                <a:lnTo>
                  <a:pt x="78113" y="5283"/>
                </a:lnTo>
                <a:lnTo>
                  <a:pt x="72424" y="0"/>
                </a:lnTo>
                <a:close/>
              </a:path>
              <a:path w="80010" h="105410">
                <a:moveTo>
                  <a:pt x="78113" y="5283"/>
                </a:moveTo>
                <a:lnTo>
                  <a:pt x="64317" y="5283"/>
                </a:lnTo>
                <a:lnTo>
                  <a:pt x="64846" y="5458"/>
                </a:lnTo>
                <a:lnTo>
                  <a:pt x="64142" y="5638"/>
                </a:lnTo>
                <a:lnTo>
                  <a:pt x="59383" y="8458"/>
                </a:lnTo>
                <a:lnTo>
                  <a:pt x="59383" y="21319"/>
                </a:lnTo>
                <a:lnTo>
                  <a:pt x="64317" y="24842"/>
                </a:lnTo>
                <a:lnTo>
                  <a:pt x="73831" y="24842"/>
                </a:lnTo>
                <a:lnTo>
                  <a:pt x="79823" y="22023"/>
                </a:lnTo>
                <a:lnTo>
                  <a:pt x="79823" y="6870"/>
                </a:lnTo>
                <a:lnTo>
                  <a:pt x="78113" y="5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568697" y="5300795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517" y="0"/>
                </a:moveTo>
                <a:lnTo>
                  <a:pt x="30108" y="4289"/>
                </a:lnTo>
                <a:lnTo>
                  <a:pt x="14383" y="15948"/>
                </a:lnTo>
                <a:lnTo>
                  <a:pt x="3846" y="33156"/>
                </a:lnTo>
                <a:lnTo>
                  <a:pt x="0" y="54096"/>
                </a:lnTo>
                <a:lnTo>
                  <a:pt x="4336" y="76144"/>
                </a:lnTo>
                <a:lnTo>
                  <a:pt x="15925" y="93548"/>
                </a:lnTo>
                <a:lnTo>
                  <a:pt x="32635" y="104972"/>
                </a:lnTo>
                <a:lnTo>
                  <a:pt x="52336" y="109077"/>
                </a:lnTo>
                <a:lnTo>
                  <a:pt x="70796" y="104878"/>
                </a:lnTo>
                <a:lnTo>
                  <a:pt x="73092" y="103087"/>
                </a:lnTo>
                <a:lnTo>
                  <a:pt x="53743" y="103087"/>
                </a:lnTo>
                <a:lnTo>
                  <a:pt x="45347" y="101847"/>
                </a:lnTo>
                <a:lnTo>
                  <a:pt x="20637" y="68282"/>
                </a:lnTo>
                <a:lnTo>
                  <a:pt x="19734" y="51454"/>
                </a:lnTo>
                <a:lnTo>
                  <a:pt x="91983" y="51454"/>
                </a:lnTo>
                <a:lnTo>
                  <a:pt x="91983" y="46522"/>
                </a:lnTo>
                <a:lnTo>
                  <a:pt x="20087" y="46522"/>
                </a:lnTo>
                <a:lnTo>
                  <a:pt x="24141" y="25109"/>
                </a:lnTo>
                <a:lnTo>
                  <a:pt x="32292" y="12534"/>
                </a:lnTo>
                <a:lnTo>
                  <a:pt x="41697" y="6601"/>
                </a:lnTo>
                <a:lnTo>
                  <a:pt x="49517" y="5111"/>
                </a:lnTo>
                <a:lnTo>
                  <a:pt x="70146" y="5111"/>
                </a:lnTo>
                <a:lnTo>
                  <a:pt x="68714" y="3973"/>
                </a:lnTo>
                <a:lnTo>
                  <a:pt x="49517" y="0"/>
                </a:lnTo>
                <a:close/>
              </a:path>
              <a:path w="92075" h="109220">
                <a:moveTo>
                  <a:pt x="90219" y="75244"/>
                </a:moveTo>
                <a:lnTo>
                  <a:pt x="86873" y="75244"/>
                </a:lnTo>
                <a:lnTo>
                  <a:pt x="86346" y="76652"/>
                </a:lnTo>
                <a:lnTo>
                  <a:pt x="85817" y="78591"/>
                </a:lnTo>
                <a:lnTo>
                  <a:pt x="77658" y="92753"/>
                </a:lnTo>
                <a:lnTo>
                  <a:pt x="67600" y="100025"/>
                </a:lnTo>
                <a:lnTo>
                  <a:pt x="58631" y="102704"/>
                </a:lnTo>
                <a:lnTo>
                  <a:pt x="53743" y="103087"/>
                </a:lnTo>
                <a:lnTo>
                  <a:pt x="73092" y="103087"/>
                </a:lnTo>
                <a:lnTo>
                  <a:pt x="83062" y="95309"/>
                </a:lnTo>
                <a:lnTo>
                  <a:pt x="89877" y="84915"/>
                </a:lnTo>
                <a:lnTo>
                  <a:pt x="91872" y="78591"/>
                </a:lnTo>
                <a:lnTo>
                  <a:pt x="91983" y="75772"/>
                </a:lnTo>
                <a:lnTo>
                  <a:pt x="90219" y="75244"/>
                </a:lnTo>
                <a:close/>
              </a:path>
              <a:path w="92075" h="109220">
                <a:moveTo>
                  <a:pt x="70146" y="5111"/>
                </a:moveTo>
                <a:lnTo>
                  <a:pt x="49517" y="5111"/>
                </a:lnTo>
                <a:lnTo>
                  <a:pt x="64033" y="10268"/>
                </a:lnTo>
                <a:lnTo>
                  <a:pt x="72092" y="22313"/>
                </a:lnTo>
                <a:lnTo>
                  <a:pt x="75558" y="36110"/>
                </a:lnTo>
                <a:lnTo>
                  <a:pt x="76299" y="46522"/>
                </a:lnTo>
                <a:lnTo>
                  <a:pt x="91983" y="46522"/>
                </a:lnTo>
                <a:lnTo>
                  <a:pt x="89535" y="29365"/>
                </a:lnTo>
                <a:lnTo>
                  <a:pt x="81916" y="14471"/>
                </a:lnTo>
                <a:lnTo>
                  <a:pt x="70146" y="51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673894" y="524229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40251" y="150136"/>
                </a:moveTo>
                <a:lnTo>
                  <a:pt x="33143" y="150136"/>
                </a:lnTo>
                <a:lnTo>
                  <a:pt x="37023" y="155165"/>
                </a:lnTo>
                <a:lnTo>
                  <a:pt x="43450" y="160906"/>
                </a:lnTo>
                <a:lnTo>
                  <a:pt x="52516" y="165623"/>
                </a:lnTo>
                <a:lnTo>
                  <a:pt x="64314" y="167581"/>
                </a:lnTo>
                <a:lnTo>
                  <a:pt x="84469" y="163467"/>
                </a:lnTo>
                <a:lnTo>
                  <a:pt x="86211" y="162294"/>
                </a:lnTo>
                <a:lnTo>
                  <a:pt x="63276" y="162294"/>
                </a:lnTo>
                <a:lnTo>
                  <a:pt x="55713" y="161275"/>
                </a:lnTo>
                <a:lnTo>
                  <a:pt x="48987" y="158373"/>
                </a:lnTo>
                <a:lnTo>
                  <a:pt x="43192" y="153820"/>
                </a:lnTo>
                <a:lnTo>
                  <a:pt x="40251" y="150136"/>
                </a:lnTo>
                <a:close/>
              </a:path>
              <a:path w="117475" h="167639">
                <a:moveTo>
                  <a:pt x="34361" y="0"/>
                </a:moveTo>
                <a:lnTo>
                  <a:pt x="0" y="2644"/>
                </a:lnTo>
                <a:lnTo>
                  <a:pt x="0" y="10046"/>
                </a:lnTo>
                <a:lnTo>
                  <a:pt x="16723" y="10046"/>
                </a:lnTo>
                <a:lnTo>
                  <a:pt x="18662" y="11630"/>
                </a:lnTo>
                <a:lnTo>
                  <a:pt x="18662" y="164938"/>
                </a:lnTo>
                <a:lnTo>
                  <a:pt x="24481" y="164938"/>
                </a:lnTo>
                <a:lnTo>
                  <a:pt x="24842" y="164762"/>
                </a:lnTo>
                <a:lnTo>
                  <a:pt x="27069" y="160906"/>
                </a:lnTo>
                <a:lnTo>
                  <a:pt x="33143" y="150136"/>
                </a:lnTo>
                <a:lnTo>
                  <a:pt x="40251" y="150136"/>
                </a:lnTo>
                <a:lnTo>
                  <a:pt x="38421" y="147845"/>
                </a:lnTo>
                <a:lnTo>
                  <a:pt x="35082" y="142910"/>
                </a:lnTo>
                <a:lnTo>
                  <a:pt x="35082" y="84054"/>
                </a:lnTo>
                <a:lnTo>
                  <a:pt x="37698" y="80355"/>
                </a:lnTo>
                <a:lnTo>
                  <a:pt x="42266" y="75420"/>
                </a:lnTo>
                <a:lnTo>
                  <a:pt x="34361" y="75420"/>
                </a:lnTo>
                <a:lnTo>
                  <a:pt x="34361" y="0"/>
                </a:lnTo>
                <a:close/>
              </a:path>
              <a:path w="117475" h="167639">
                <a:moveTo>
                  <a:pt x="87726" y="65199"/>
                </a:moveTo>
                <a:lnTo>
                  <a:pt x="65712" y="65199"/>
                </a:lnTo>
                <a:lnTo>
                  <a:pt x="73275" y="66303"/>
                </a:lnTo>
                <a:lnTo>
                  <a:pt x="80001" y="69407"/>
                </a:lnTo>
                <a:lnTo>
                  <a:pt x="97260" y="105430"/>
                </a:lnTo>
                <a:lnTo>
                  <a:pt x="97469" y="113304"/>
                </a:lnTo>
                <a:lnTo>
                  <a:pt x="97305" y="120798"/>
                </a:lnTo>
                <a:lnTo>
                  <a:pt x="79652" y="157491"/>
                </a:lnTo>
                <a:lnTo>
                  <a:pt x="63276" y="162294"/>
                </a:lnTo>
                <a:lnTo>
                  <a:pt x="86211" y="162294"/>
                </a:lnTo>
                <a:lnTo>
                  <a:pt x="101321" y="152117"/>
                </a:lnTo>
                <a:lnTo>
                  <a:pt x="112887" y="135019"/>
                </a:lnTo>
                <a:lnTo>
                  <a:pt x="117184" y="113661"/>
                </a:lnTo>
                <a:lnTo>
                  <a:pt x="113123" y="92476"/>
                </a:lnTo>
                <a:lnTo>
                  <a:pt x="102153" y="75420"/>
                </a:lnTo>
                <a:lnTo>
                  <a:pt x="87726" y="65199"/>
                </a:lnTo>
                <a:close/>
              </a:path>
              <a:path w="117475" h="167639">
                <a:moveTo>
                  <a:pt x="66795" y="59916"/>
                </a:moveTo>
                <a:lnTo>
                  <a:pt x="54445" y="61718"/>
                </a:lnTo>
                <a:lnTo>
                  <a:pt x="45029" y="66015"/>
                </a:lnTo>
                <a:lnTo>
                  <a:pt x="38388" y="71138"/>
                </a:lnTo>
                <a:lnTo>
                  <a:pt x="34361" y="75420"/>
                </a:lnTo>
                <a:lnTo>
                  <a:pt x="42266" y="75420"/>
                </a:lnTo>
                <a:lnTo>
                  <a:pt x="45121" y="72336"/>
                </a:lnTo>
                <a:lnTo>
                  <a:pt x="52957" y="67754"/>
                </a:lnTo>
                <a:lnTo>
                  <a:pt x="60168" y="65683"/>
                </a:lnTo>
                <a:lnTo>
                  <a:pt x="65712" y="65199"/>
                </a:lnTo>
                <a:lnTo>
                  <a:pt x="87726" y="65199"/>
                </a:lnTo>
                <a:lnTo>
                  <a:pt x="86106" y="64051"/>
                </a:lnTo>
                <a:lnTo>
                  <a:pt x="66795" y="599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805693" y="5302208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90" y="97619"/>
                </a:moveTo>
                <a:lnTo>
                  <a:pt x="0" y="97619"/>
                </a:lnTo>
                <a:lnTo>
                  <a:pt x="0" y="105022"/>
                </a:lnTo>
                <a:lnTo>
                  <a:pt x="21365" y="104403"/>
                </a:lnTo>
                <a:lnTo>
                  <a:pt x="27156" y="104317"/>
                </a:lnTo>
                <a:lnTo>
                  <a:pt x="57290" y="104317"/>
                </a:lnTo>
                <a:lnTo>
                  <a:pt x="57290" y="97619"/>
                </a:lnTo>
                <a:close/>
              </a:path>
              <a:path w="80010" h="105410">
                <a:moveTo>
                  <a:pt x="57290" y="104317"/>
                </a:moveTo>
                <a:lnTo>
                  <a:pt x="27156" y="104317"/>
                </a:lnTo>
                <a:lnTo>
                  <a:pt x="42223" y="104405"/>
                </a:lnTo>
                <a:lnTo>
                  <a:pt x="49905" y="104615"/>
                </a:lnTo>
                <a:lnTo>
                  <a:pt x="57290" y="105022"/>
                </a:lnTo>
                <a:lnTo>
                  <a:pt x="57290" y="104317"/>
                </a:lnTo>
                <a:close/>
              </a:path>
              <a:path w="80010" h="105410">
                <a:moveTo>
                  <a:pt x="32975" y="0"/>
                </a:moveTo>
                <a:lnTo>
                  <a:pt x="23" y="2637"/>
                </a:lnTo>
                <a:lnTo>
                  <a:pt x="0" y="9866"/>
                </a:lnTo>
                <a:lnTo>
                  <a:pt x="16555" y="9866"/>
                </a:lnTo>
                <a:lnTo>
                  <a:pt x="18495" y="11629"/>
                </a:lnTo>
                <a:lnTo>
                  <a:pt x="18495" y="97619"/>
                </a:lnTo>
                <a:lnTo>
                  <a:pt x="34735" y="97619"/>
                </a:lnTo>
                <a:lnTo>
                  <a:pt x="34193" y="94975"/>
                </a:lnTo>
                <a:lnTo>
                  <a:pt x="34193" y="49865"/>
                </a:lnTo>
                <a:lnTo>
                  <a:pt x="36045" y="33012"/>
                </a:lnTo>
                <a:lnTo>
                  <a:pt x="38688" y="26078"/>
                </a:lnTo>
                <a:lnTo>
                  <a:pt x="32975" y="26078"/>
                </a:lnTo>
                <a:lnTo>
                  <a:pt x="32975" y="0"/>
                </a:lnTo>
                <a:close/>
              </a:path>
              <a:path w="80010" h="105410">
                <a:moveTo>
                  <a:pt x="72447" y="0"/>
                </a:moveTo>
                <a:lnTo>
                  <a:pt x="62207" y="0"/>
                </a:lnTo>
                <a:lnTo>
                  <a:pt x="50818" y="2639"/>
                </a:lnTo>
                <a:lnTo>
                  <a:pt x="42364" y="9205"/>
                </a:lnTo>
                <a:lnTo>
                  <a:pt x="36521" y="17690"/>
                </a:lnTo>
                <a:lnTo>
                  <a:pt x="32975" y="26078"/>
                </a:lnTo>
                <a:lnTo>
                  <a:pt x="38688" y="26078"/>
                </a:lnTo>
                <a:lnTo>
                  <a:pt x="41467" y="18785"/>
                </a:lnTo>
                <a:lnTo>
                  <a:pt x="50255" y="8953"/>
                </a:lnTo>
                <a:lnTo>
                  <a:pt x="62207" y="5283"/>
                </a:lnTo>
                <a:lnTo>
                  <a:pt x="78136" y="5283"/>
                </a:lnTo>
                <a:lnTo>
                  <a:pt x="72447" y="0"/>
                </a:lnTo>
                <a:close/>
              </a:path>
              <a:path w="80010" h="105410">
                <a:moveTo>
                  <a:pt x="78136" y="5283"/>
                </a:moveTo>
                <a:lnTo>
                  <a:pt x="64328" y="5283"/>
                </a:lnTo>
                <a:lnTo>
                  <a:pt x="64869" y="5458"/>
                </a:lnTo>
                <a:lnTo>
                  <a:pt x="64146" y="5638"/>
                </a:lnTo>
                <a:lnTo>
                  <a:pt x="59410" y="8458"/>
                </a:lnTo>
                <a:lnTo>
                  <a:pt x="59410" y="21319"/>
                </a:lnTo>
                <a:lnTo>
                  <a:pt x="64328" y="24842"/>
                </a:lnTo>
                <a:lnTo>
                  <a:pt x="73845" y="24842"/>
                </a:lnTo>
                <a:lnTo>
                  <a:pt x="79846" y="22023"/>
                </a:lnTo>
                <a:lnTo>
                  <a:pt x="79846" y="6870"/>
                </a:lnTo>
                <a:lnTo>
                  <a:pt x="78136" y="5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902276" y="5300795"/>
            <a:ext cx="107950" cy="109220"/>
          </a:xfrm>
          <a:custGeom>
            <a:avLst/>
            <a:gdLst/>
            <a:ahLst/>
            <a:cxnLst/>
            <a:rect l="l" t="t" r="r" b="b"/>
            <a:pathLst>
              <a:path w="107950" h="109220">
                <a:moveTo>
                  <a:pt x="64098" y="5111"/>
                </a:moveTo>
                <a:lnTo>
                  <a:pt x="42268" y="5111"/>
                </a:lnTo>
                <a:lnTo>
                  <a:pt x="51118" y="6901"/>
                </a:lnTo>
                <a:lnTo>
                  <a:pt x="59241" y="12424"/>
                </a:lnTo>
                <a:lnTo>
                  <a:pt x="65181" y="21912"/>
                </a:lnTo>
                <a:lnTo>
                  <a:pt x="67485" y="35596"/>
                </a:lnTo>
                <a:lnTo>
                  <a:pt x="67485" y="44406"/>
                </a:lnTo>
                <a:lnTo>
                  <a:pt x="57698" y="45036"/>
                </a:lnTo>
                <a:lnTo>
                  <a:pt x="46744" y="46278"/>
                </a:lnTo>
                <a:lnTo>
                  <a:pt x="5221" y="67534"/>
                </a:lnTo>
                <a:lnTo>
                  <a:pt x="0" y="83879"/>
                </a:lnTo>
                <a:lnTo>
                  <a:pt x="3842" y="95920"/>
                </a:lnTo>
                <a:lnTo>
                  <a:pt x="13420" y="103681"/>
                </a:lnTo>
                <a:lnTo>
                  <a:pt x="25805" y="107841"/>
                </a:lnTo>
                <a:lnTo>
                  <a:pt x="38072" y="109077"/>
                </a:lnTo>
                <a:lnTo>
                  <a:pt x="48899" y="107414"/>
                </a:lnTo>
                <a:lnTo>
                  <a:pt x="56060" y="103790"/>
                </a:lnTo>
                <a:lnTo>
                  <a:pt x="39651" y="103790"/>
                </a:lnTo>
                <a:lnTo>
                  <a:pt x="31407" y="102312"/>
                </a:lnTo>
                <a:lnTo>
                  <a:pt x="24617" y="98174"/>
                </a:lnTo>
                <a:lnTo>
                  <a:pt x="20010" y="91822"/>
                </a:lnTo>
                <a:lnTo>
                  <a:pt x="18313" y="83703"/>
                </a:lnTo>
                <a:lnTo>
                  <a:pt x="20496" y="72955"/>
                </a:lnTo>
                <a:lnTo>
                  <a:pt x="28232" y="62093"/>
                </a:lnTo>
                <a:lnTo>
                  <a:pt x="43301" y="53445"/>
                </a:lnTo>
                <a:lnTo>
                  <a:pt x="67485" y="49342"/>
                </a:lnTo>
                <a:lnTo>
                  <a:pt x="83859" y="49342"/>
                </a:lnTo>
                <a:lnTo>
                  <a:pt x="83733" y="34009"/>
                </a:lnTo>
                <a:lnTo>
                  <a:pt x="67999" y="7062"/>
                </a:lnTo>
                <a:lnTo>
                  <a:pt x="64098" y="5111"/>
                </a:lnTo>
                <a:close/>
              </a:path>
              <a:path w="107950" h="109220">
                <a:moveTo>
                  <a:pt x="83859" y="88281"/>
                </a:moveTo>
                <a:lnTo>
                  <a:pt x="69244" y="88281"/>
                </a:lnTo>
                <a:lnTo>
                  <a:pt x="70953" y="95353"/>
                </a:lnTo>
                <a:lnTo>
                  <a:pt x="74668" y="101630"/>
                </a:lnTo>
                <a:lnTo>
                  <a:pt x="80294" y="106123"/>
                </a:lnTo>
                <a:lnTo>
                  <a:pt x="87739" y="107840"/>
                </a:lnTo>
                <a:lnTo>
                  <a:pt x="92891" y="107017"/>
                </a:lnTo>
                <a:lnTo>
                  <a:pt x="99339" y="103790"/>
                </a:lnTo>
                <a:lnTo>
                  <a:pt x="102088" y="100443"/>
                </a:lnTo>
                <a:lnTo>
                  <a:pt x="84942" y="100443"/>
                </a:lnTo>
                <a:lnTo>
                  <a:pt x="83859" y="89869"/>
                </a:lnTo>
                <a:lnTo>
                  <a:pt x="83859" y="88281"/>
                </a:lnTo>
                <a:close/>
              </a:path>
              <a:path w="107950" h="109220">
                <a:moveTo>
                  <a:pt x="83859" y="49342"/>
                </a:moveTo>
                <a:lnTo>
                  <a:pt x="67485" y="49342"/>
                </a:lnTo>
                <a:lnTo>
                  <a:pt x="67485" y="73129"/>
                </a:lnTo>
                <a:lnTo>
                  <a:pt x="64646" y="87435"/>
                </a:lnTo>
                <a:lnTo>
                  <a:pt x="57594" y="96918"/>
                </a:lnTo>
                <a:lnTo>
                  <a:pt x="48530" y="102171"/>
                </a:lnTo>
                <a:lnTo>
                  <a:pt x="39651" y="103790"/>
                </a:lnTo>
                <a:lnTo>
                  <a:pt x="56060" y="103790"/>
                </a:lnTo>
                <a:lnTo>
                  <a:pt x="57802" y="102908"/>
                </a:lnTo>
                <a:lnTo>
                  <a:pt x="64633" y="96288"/>
                </a:lnTo>
                <a:lnTo>
                  <a:pt x="69244" y="88281"/>
                </a:lnTo>
                <a:lnTo>
                  <a:pt x="83859" y="88281"/>
                </a:lnTo>
                <a:lnTo>
                  <a:pt x="83859" y="49342"/>
                </a:lnTo>
                <a:close/>
              </a:path>
              <a:path w="107950" h="109220">
                <a:moveTo>
                  <a:pt x="107316" y="71897"/>
                </a:moveTo>
                <a:lnTo>
                  <a:pt x="101316" y="71897"/>
                </a:lnTo>
                <a:lnTo>
                  <a:pt x="101316" y="99032"/>
                </a:lnTo>
                <a:lnTo>
                  <a:pt x="95317" y="100443"/>
                </a:lnTo>
                <a:lnTo>
                  <a:pt x="102088" y="100443"/>
                </a:lnTo>
                <a:lnTo>
                  <a:pt x="104955" y="96913"/>
                </a:lnTo>
                <a:lnTo>
                  <a:pt x="107316" y="85285"/>
                </a:lnTo>
                <a:lnTo>
                  <a:pt x="107316" y="71897"/>
                </a:lnTo>
                <a:close/>
              </a:path>
              <a:path w="107950" h="109220">
                <a:moveTo>
                  <a:pt x="42809" y="0"/>
                </a:moveTo>
                <a:lnTo>
                  <a:pt x="6909" y="26587"/>
                </a:lnTo>
                <a:lnTo>
                  <a:pt x="6856" y="34009"/>
                </a:lnTo>
                <a:lnTo>
                  <a:pt x="11638" y="38064"/>
                </a:lnTo>
                <a:lnTo>
                  <a:pt x="24494" y="38064"/>
                </a:lnTo>
                <a:lnTo>
                  <a:pt x="28735" y="33305"/>
                </a:lnTo>
                <a:lnTo>
                  <a:pt x="28735" y="24143"/>
                </a:lnTo>
                <a:lnTo>
                  <a:pt x="27651" y="16389"/>
                </a:lnTo>
                <a:lnTo>
                  <a:pt x="16736" y="16037"/>
                </a:lnTo>
                <a:lnTo>
                  <a:pt x="22342" y="10836"/>
                </a:lnTo>
                <a:lnTo>
                  <a:pt x="29045" y="7468"/>
                </a:lnTo>
                <a:lnTo>
                  <a:pt x="35976" y="5654"/>
                </a:lnTo>
                <a:lnTo>
                  <a:pt x="42268" y="5111"/>
                </a:lnTo>
                <a:lnTo>
                  <a:pt x="64098" y="5111"/>
                </a:lnTo>
                <a:lnTo>
                  <a:pt x="59911" y="3017"/>
                </a:lnTo>
                <a:lnTo>
                  <a:pt x="51425" y="724"/>
                </a:lnTo>
                <a:lnTo>
                  <a:pt x="428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5018570" y="5242292"/>
            <a:ext cx="53340" cy="165100"/>
          </a:xfrm>
          <a:custGeom>
            <a:avLst/>
            <a:gdLst/>
            <a:ahLst/>
            <a:cxnLst/>
            <a:rect l="l" t="t" r="r" b="b"/>
            <a:pathLst>
              <a:path w="53339" h="165100">
                <a:moveTo>
                  <a:pt x="52868" y="157535"/>
                </a:moveTo>
                <a:lnTo>
                  <a:pt x="0" y="157535"/>
                </a:lnTo>
                <a:lnTo>
                  <a:pt x="0" y="164938"/>
                </a:lnTo>
                <a:lnTo>
                  <a:pt x="20890" y="164319"/>
                </a:lnTo>
                <a:lnTo>
                  <a:pt x="26435" y="164233"/>
                </a:lnTo>
                <a:lnTo>
                  <a:pt x="52868" y="164233"/>
                </a:lnTo>
                <a:lnTo>
                  <a:pt x="52868" y="157535"/>
                </a:lnTo>
                <a:close/>
              </a:path>
              <a:path w="53339" h="165100">
                <a:moveTo>
                  <a:pt x="52868" y="164233"/>
                </a:moveTo>
                <a:lnTo>
                  <a:pt x="26435" y="164233"/>
                </a:lnTo>
                <a:lnTo>
                  <a:pt x="31859" y="164319"/>
                </a:lnTo>
                <a:lnTo>
                  <a:pt x="52868" y="164938"/>
                </a:lnTo>
                <a:lnTo>
                  <a:pt x="52868" y="164233"/>
                </a:lnTo>
                <a:close/>
              </a:path>
              <a:path w="53339" h="165100">
                <a:moveTo>
                  <a:pt x="34373" y="0"/>
                </a:moveTo>
                <a:lnTo>
                  <a:pt x="0" y="2644"/>
                </a:lnTo>
                <a:lnTo>
                  <a:pt x="0" y="10046"/>
                </a:lnTo>
                <a:lnTo>
                  <a:pt x="16736" y="10046"/>
                </a:lnTo>
                <a:lnTo>
                  <a:pt x="18675" y="11630"/>
                </a:lnTo>
                <a:lnTo>
                  <a:pt x="18675" y="157535"/>
                </a:lnTo>
                <a:lnTo>
                  <a:pt x="34373" y="157535"/>
                </a:lnTo>
                <a:lnTo>
                  <a:pt x="343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5160938" y="5242292"/>
            <a:ext cx="1124604" cy="1675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89812" y="5600884"/>
            <a:ext cx="113664" cy="158750"/>
          </a:xfrm>
          <a:custGeom>
            <a:avLst/>
            <a:gdLst/>
            <a:ahLst/>
            <a:cxnLst/>
            <a:rect l="l" t="t" r="r" b="b"/>
            <a:pathLst>
              <a:path w="113665" h="158750">
                <a:moveTo>
                  <a:pt x="57269" y="0"/>
                </a:moveTo>
                <a:lnTo>
                  <a:pt x="35529" y="3301"/>
                </a:lnTo>
                <a:lnTo>
                  <a:pt x="19983" y="12292"/>
                </a:lnTo>
                <a:lnTo>
                  <a:pt x="10682" y="25499"/>
                </a:lnTo>
                <a:lnTo>
                  <a:pt x="7577" y="41586"/>
                </a:lnTo>
                <a:lnTo>
                  <a:pt x="8529" y="50202"/>
                </a:lnTo>
                <a:lnTo>
                  <a:pt x="12026" y="59627"/>
                </a:lnTo>
                <a:lnTo>
                  <a:pt x="19025" y="69019"/>
                </a:lnTo>
                <a:lnTo>
                  <a:pt x="30485" y="77535"/>
                </a:lnTo>
                <a:lnTo>
                  <a:pt x="17247" y="85024"/>
                </a:lnTo>
                <a:lnTo>
                  <a:pt x="7709" y="94231"/>
                </a:lnTo>
                <a:lnTo>
                  <a:pt x="1938" y="105090"/>
                </a:lnTo>
                <a:lnTo>
                  <a:pt x="0" y="117535"/>
                </a:lnTo>
                <a:lnTo>
                  <a:pt x="4498" y="136040"/>
                </a:lnTo>
                <a:lnTo>
                  <a:pt x="16696" y="148747"/>
                </a:lnTo>
                <a:lnTo>
                  <a:pt x="34642" y="156069"/>
                </a:lnTo>
                <a:lnTo>
                  <a:pt x="56388" y="158418"/>
                </a:lnTo>
                <a:lnTo>
                  <a:pt x="81319" y="154734"/>
                </a:lnTo>
                <a:lnTo>
                  <a:pt x="92956" y="148196"/>
                </a:lnTo>
                <a:lnTo>
                  <a:pt x="57269" y="148196"/>
                </a:lnTo>
                <a:lnTo>
                  <a:pt x="41702" y="146008"/>
                </a:lnTo>
                <a:lnTo>
                  <a:pt x="30132" y="139805"/>
                </a:lnTo>
                <a:lnTo>
                  <a:pt x="22924" y="130132"/>
                </a:lnTo>
                <a:lnTo>
                  <a:pt x="20440" y="117535"/>
                </a:lnTo>
                <a:lnTo>
                  <a:pt x="22527" y="105168"/>
                </a:lnTo>
                <a:lnTo>
                  <a:pt x="27753" y="95641"/>
                </a:lnTo>
                <a:lnTo>
                  <a:pt x="34565" y="88691"/>
                </a:lnTo>
                <a:lnTo>
                  <a:pt x="41410" y="84054"/>
                </a:lnTo>
                <a:lnTo>
                  <a:pt x="103222" y="84054"/>
                </a:lnTo>
                <a:lnTo>
                  <a:pt x="102159" y="82470"/>
                </a:lnTo>
                <a:lnTo>
                  <a:pt x="91801" y="73852"/>
                </a:lnTo>
                <a:lnTo>
                  <a:pt x="81939" y="67846"/>
                </a:lnTo>
                <a:lnTo>
                  <a:pt x="91420" y="61851"/>
                </a:lnTo>
                <a:lnTo>
                  <a:pt x="71542" y="61851"/>
                </a:lnTo>
                <a:lnTo>
                  <a:pt x="35947" y="41938"/>
                </a:lnTo>
                <a:lnTo>
                  <a:pt x="32070" y="39827"/>
                </a:lnTo>
                <a:lnTo>
                  <a:pt x="25374" y="35772"/>
                </a:lnTo>
                <a:lnTo>
                  <a:pt x="25374" y="27665"/>
                </a:lnTo>
                <a:lnTo>
                  <a:pt x="28882" y="17814"/>
                </a:lnTo>
                <a:lnTo>
                  <a:pt x="37313" y="12292"/>
                </a:lnTo>
                <a:lnTo>
                  <a:pt x="47527" y="9875"/>
                </a:lnTo>
                <a:lnTo>
                  <a:pt x="56388" y="9342"/>
                </a:lnTo>
                <a:lnTo>
                  <a:pt x="92642" y="9342"/>
                </a:lnTo>
                <a:lnTo>
                  <a:pt x="91762" y="8414"/>
                </a:lnTo>
                <a:lnTo>
                  <a:pt x="76316" y="2059"/>
                </a:lnTo>
                <a:lnTo>
                  <a:pt x="57269" y="0"/>
                </a:lnTo>
                <a:close/>
              </a:path>
              <a:path w="113665" h="158750">
                <a:moveTo>
                  <a:pt x="103222" y="84054"/>
                </a:moveTo>
                <a:lnTo>
                  <a:pt x="41410" y="84054"/>
                </a:lnTo>
                <a:lnTo>
                  <a:pt x="48136" y="87606"/>
                </a:lnTo>
                <a:lnTo>
                  <a:pt x="55837" y="91853"/>
                </a:lnTo>
                <a:lnTo>
                  <a:pt x="91674" y="116923"/>
                </a:lnTo>
                <a:lnTo>
                  <a:pt x="93216" y="124410"/>
                </a:lnTo>
                <a:lnTo>
                  <a:pt x="89508" y="136526"/>
                </a:lnTo>
                <a:lnTo>
                  <a:pt x="80331" y="143770"/>
                </a:lnTo>
                <a:lnTo>
                  <a:pt x="68610" y="147280"/>
                </a:lnTo>
                <a:lnTo>
                  <a:pt x="57269" y="148196"/>
                </a:lnTo>
                <a:lnTo>
                  <a:pt x="92956" y="148196"/>
                </a:lnTo>
                <a:lnTo>
                  <a:pt x="99230" y="144672"/>
                </a:lnTo>
                <a:lnTo>
                  <a:pt x="110036" y="129722"/>
                </a:lnTo>
                <a:lnTo>
                  <a:pt x="113657" y="111368"/>
                </a:lnTo>
                <a:lnTo>
                  <a:pt x="110337" y="94656"/>
                </a:lnTo>
                <a:lnTo>
                  <a:pt x="103222" y="84054"/>
                </a:lnTo>
                <a:close/>
              </a:path>
              <a:path w="113665" h="158750">
                <a:moveTo>
                  <a:pt x="92642" y="9342"/>
                </a:moveTo>
                <a:lnTo>
                  <a:pt x="56388" y="9342"/>
                </a:lnTo>
                <a:lnTo>
                  <a:pt x="69744" y="11109"/>
                </a:lnTo>
                <a:lnTo>
                  <a:pt x="79714" y="16213"/>
                </a:lnTo>
                <a:lnTo>
                  <a:pt x="85950" y="24357"/>
                </a:lnTo>
                <a:lnTo>
                  <a:pt x="88071" y="35068"/>
                </a:lnTo>
                <a:lnTo>
                  <a:pt x="88033" y="35772"/>
                </a:lnTo>
                <a:lnTo>
                  <a:pt x="86980" y="43341"/>
                </a:lnTo>
                <a:lnTo>
                  <a:pt x="83723" y="50332"/>
                </a:lnTo>
                <a:lnTo>
                  <a:pt x="78516" y="56430"/>
                </a:lnTo>
                <a:lnTo>
                  <a:pt x="71542" y="61851"/>
                </a:lnTo>
                <a:lnTo>
                  <a:pt x="91420" y="61851"/>
                </a:lnTo>
                <a:lnTo>
                  <a:pt x="92745" y="61013"/>
                </a:lnTo>
                <a:lnTo>
                  <a:pt x="100198" y="53372"/>
                </a:lnTo>
                <a:lnTo>
                  <a:pt x="104513" y="44774"/>
                </a:lnTo>
                <a:lnTo>
                  <a:pt x="105903" y="35068"/>
                </a:lnTo>
                <a:lnTo>
                  <a:pt x="102120" y="19329"/>
                </a:lnTo>
                <a:lnTo>
                  <a:pt x="92642" y="9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2512296" y="5586435"/>
            <a:ext cx="163195" cy="170815"/>
          </a:xfrm>
          <a:custGeom>
            <a:avLst/>
            <a:gdLst/>
            <a:ahLst/>
            <a:cxnLst/>
            <a:rect l="l" t="t" r="r" b="b"/>
            <a:pathLst>
              <a:path w="163194" h="170814">
                <a:moveTo>
                  <a:pt x="85286" y="0"/>
                </a:moveTo>
                <a:lnTo>
                  <a:pt x="77707" y="0"/>
                </a:lnTo>
                <a:lnTo>
                  <a:pt x="77003" y="1412"/>
                </a:lnTo>
                <a:lnTo>
                  <a:pt x="75772" y="4759"/>
                </a:lnTo>
                <a:lnTo>
                  <a:pt x="26606" y="146960"/>
                </a:lnTo>
                <a:lnTo>
                  <a:pt x="22474" y="154545"/>
                </a:lnTo>
                <a:lnTo>
                  <a:pt x="16541" y="159386"/>
                </a:lnTo>
                <a:lnTo>
                  <a:pt x="8988" y="161980"/>
                </a:lnTo>
                <a:lnTo>
                  <a:pt x="0" y="162822"/>
                </a:lnTo>
                <a:lnTo>
                  <a:pt x="0" y="170224"/>
                </a:lnTo>
                <a:lnTo>
                  <a:pt x="5462" y="170048"/>
                </a:lnTo>
                <a:lnTo>
                  <a:pt x="15680" y="169516"/>
                </a:lnTo>
                <a:lnTo>
                  <a:pt x="51452" y="169516"/>
                </a:lnTo>
                <a:lnTo>
                  <a:pt x="51452" y="162822"/>
                </a:lnTo>
                <a:lnTo>
                  <a:pt x="39648" y="162822"/>
                </a:lnTo>
                <a:lnTo>
                  <a:pt x="33656" y="156831"/>
                </a:lnTo>
                <a:lnTo>
                  <a:pt x="33656" y="149960"/>
                </a:lnTo>
                <a:lnTo>
                  <a:pt x="34009" y="147669"/>
                </a:lnTo>
                <a:lnTo>
                  <a:pt x="45110" y="115947"/>
                </a:lnTo>
                <a:lnTo>
                  <a:pt x="125386" y="115947"/>
                </a:lnTo>
                <a:lnTo>
                  <a:pt x="122885" y="108725"/>
                </a:lnTo>
                <a:lnTo>
                  <a:pt x="47753" y="108725"/>
                </a:lnTo>
                <a:lnTo>
                  <a:pt x="74359" y="31365"/>
                </a:lnTo>
                <a:lnTo>
                  <a:pt x="96089" y="31365"/>
                </a:lnTo>
                <a:lnTo>
                  <a:pt x="86874" y="4759"/>
                </a:lnTo>
                <a:lnTo>
                  <a:pt x="85813" y="1763"/>
                </a:lnTo>
                <a:lnTo>
                  <a:pt x="85286" y="0"/>
                </a:lnTo>
                <a:close/>
              </a:path>
              <a:path w="163194" h="170814">
                <a:moveTo>
                  <a:pt x="51452" y="169516"/>
                </a:moveTo>
                <a:lnTo>
                  <a:pt x="24138" y="169516"/>
                </a:lnTo>
                <a:lnTo>
                  <a:pt x="30558" y="169604"/>
                </a:lnTo>
                <a:lnTo>
                  <a:pt x="51452" y="170224"/>
                </a:lnTo>
                <a:lnTo>
                  <a:pt x="51452" y="169516"/>
                </a:lnTo>
                <a:close/>
              </a:path>
              <a:path w="163194" h="170814">
                <a:moveTo>
                  <a:pt x="162821" y="162822"/>
                </a:moveTo>
                <a:lnTo>
                  <a:pt x="97443" y="162822"/>
                </a:lnTo>
                <a:lnTo>
                  <a:pt x="97443" y="170224"/>
                </a:lnTo>
                <a:lnTo>
                  <a:pt x="105089" y="169815"/>
                </a:lnTo>
                <a:lnTo>
                  <a:pt x="114337" y="169604"/>
                </a:lnTo>
                <a:lnTo>
                  <a:pt x="162821" y="169516"/>
                </a:lnTo>
                <a:lnTo>
                  <a:pt x="162821" y="162822"/>
                </a:lnTo>
                <a:close/>
              </a:path>
              <a:path w="163194" h="170814">
                <a:moveTo>
                  <a:pt x="162821" y="169516"/>
                </a:moveTo>
                <a:lnTo>
                  <a:pt x="131627" y="169516"/>
                </a:lnTo>
                <a:lnTo>
                  <a:pt x="139401" y="169552"/>
                </a:lnTo>
                <a:lnTo>
                  <a:pt x="147290" y="169672"/>
                </a:lnTo>
                <a:lnTo>
                  <a:pt x="155147" y="169891"/>
                </a:lnTo>
                <a:lnTo>
                  <a:pt x="162821" y="170224"/>
                </a:lnTo>
                <a:lnTo>
                  <a:pt x="162821" y="169516"/>
                </a:lnTo>
                <a:close/>
              </a:path>
              <a:path w="163194" h="170814">
                <a:moveTo>
                  <a:pt x="125386" y="115947"/>
                </a:moveTo>
                <a:lnTo>
                  <a:pt x="103789" y="115947"/>
                </a:lnTo>
                <a:lnTo>
                  <a:pt x="116475" y="152423"/>
                </a:lnTo>
                <a:lnTo>
                  <a:pt x="116652" y="153308"/>
                </a:lnTo>
                <a:lnTo>
                  <a:pt x="117115" y="154545"/>
                </a:lnTo>
                <a:lnTo>
                  <a:pt x="117179" y="162822"/>
                </a:lnTo>
                <a:lnTo>
                  <a:pt x="144141" y="162822"/>
                </a:lnTo>
                <a:lnTo>
                  <a:pt x="140969" y="161238"/>
                </a:lnTo>
                <a:lnTo>
                  <a:pt x="138327" y="153308"/>
                </a:lnTo>
                <a:lnTo>
                  <a:pt x="125386" y="115947"/>
                </a:lnTo>
                <a:close/>
              </a:path>
              <a:path w="163194" h="170814">
                <a:moveTo>
                  <a:pt x="96089" y="31365"/>
                </a:moveTo>
                <a:lnTo>
                  <a:pt x="74359" y="31365"/>
                </a:lnTo>
                <a:lnTo>
                  <a:pt x="101146" y="108725"/>
                </a:lnTo>
                <a:lnTo>
                  <a:pt x="122885" y="108725"/>
                </a:lnTo>
                <a:lnTo>
                  <a:pt x="96089" y="3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2690270" y="5651634"/>
            <a:ext cx="186055" cy="105410"/>
          </a:xfrm>
          <a:custGeom>
            <a:avLst/>
            <a:gdLst/>
            <a:ahLst/>
            <a:cxnLst/>
            <a:rect l="l" t="t" r="r" b="b"/>
            <a:pathLst>
              <a:path w="186055" h="105410">
                <a:moveTo>
                  <a:pt x="53568" y="97623"/>
                </a:moveTo>
                <a:lnTo>
                  <a:pt x="0" y="97623"/>
                </a:lnTo>
                <a:lnTo>
                  <a:pt x="0" y="105026"/>
                </a:lnTo>
                <a:lnTo>
                  <a:pt x="21086" y="104403"/>
                </a:lnTo>
                <a:lnTo>
                  <a:pt x="26781" y="104317"/>
                </a:lnTo>
                <a:lnTo>
                  <a:pt x="53568" y="104317"/>
                </a:lnTo>
                <a:lnTo>
                  <a:pt x="53568" y="97623"/>
                </a:lnTo>
                <a:close/>
              </a:path>
              <a:path w="186055" h="105410">
                <a:moveTo>
                  <a:pt x="53568" y="104317"/>
                </a:moveTo>
                <a:lnTo>
                  <a:pt x="26781" y="104317"/>
                </a:lnTo>
                <a:lnTo>
                  <a:pt x="32505" y="104403"/>
                </a:lnTo>
                <a:lnTo>
                  <a:pt x="53568" y="105026"/>
                </a:lnTo>
                <a:lnTo>
                  <a:pt x="53568" y="104317"/>
                </a:lnTo>
                <a:close/>
              </a:path>
              <a:path w="186055" h="105410">
                <a:moveTo>
                  <a:pt x="119471" y="97623"/>
                </a:moveTo>
                <a:lnTo>
                  <a:pt x="66078" y="97623"/>
                </a:lnTo>
                <a:lnTo>
                  <a:pt x="66078" y="105026"/>
                </a:lnTo>
                <a:lnTo>
                  <a:pt x="87168" y="104403"/>
                </a:lnTo>
                <a:lnTo>
                  <a:pt x="92864" y="104317"/>
                </a:lnTo>
                <a:lnTo>
                  <a:pt x="119471" y="104317"/>
                </a:lnTo>
                <a:lnTo>
                  <a:pt x="119471" y="97623"/>
                </a:lnTo>
                <a:close/>
              </a:path>
              <a:path w="186055" h="105410">
                <a:moveTo>
                  <a:pt x="119471" y="104317"/>
                </a:moveTo>
                <a:lnTo>
                  <a:pt x="92864" y="104317"/>
                </a:lnTo>
                <a:lnTo>
                  <a:pt x="98508" y="104403"/>
                </a:lnTo>
                <a:lnTo>
                  <a:pt x="119471" y="105026"/>
                </a:lnTo>
                <a:lnTo>
                  <a:pt x="119471" y="104317"/>
                </a:lnTo>
                <a:close/>
              </a:path>
              <a:path w="186055" h="105410">
                <a:moveTo>
                  <a:pt x="185553" y="97623"/>
                </a:moveTo>
                <a:lnTo>
                  <a:pt x="132161" y="97623"/>
                </a:lnTo>
                <a:lnTo>
                  <a:pt x="132161" y="105026"/>
                </a:lnTo>
                <a:lnTo>
                  <a:pt x="153247" y="104403"/>
                </a:lnTo>
                <a:lnTo>
                  <a:pt x="158943" y="104317"/>
                </a:lnTo>
                <a:lnTo>
                  <a:pt x="185553" y="104317"/>
                </a:lnTo>
                <a:lnTo>
                  <a:pt x="185553" y="97623"/>
                </a:lnTo>
                <a:close/>
              </a:path>
              <a:path w="186055" h="105410">
                <a:moveTo>
                  <a:pt x="185553" y="104317"/>
                </a:moveTo>
                <a:lnTo>
                  <a:pt x="158943" y="104317"/>
                </a:lnTo>
                <a:lnTo>
                  <a:pt x="164586" y="104403"/>
                </a:lnTo>
                <a:lnTo>
                  <a:pt x="185553" y="105026"/>
                </a:lnTo>
                <a:lnTo>
                  <a:pt x="185553" y="104317"/>
                </a:lnTo>
                <a:close/>
              </a:path>
              <a:path w="186055" h="105410">
                <a:moveTo>
                  <a:pt x="33481" y="0"/>
                </a:moveTo>
                <a:lnTo>
                  <a:pt x="0" y="2643"/>
                </a:lnTo>
                <a:lnTo>
                  <a:pt x="0" y="9870"/>
                </a:lnTo>
                <a:lnTo>
                  <a:pt x="16565" y="9870"/>
                </a:lnTo>
                <a:lnTo>
                  <a:pt x="18500" y="11633"/>
                </a:lnTo>
                <a:lnTo>
                  <a:pt x="18500" y="97623"/>
                </a:lnTo>
                <a:lnTo>
                  <a:pt x="34889" y="97623"/>
                </a:lnTo>
                <a:lnTo>
                  <a:pt x="34889" y="43175"/>
                </a:lnTo>
                <a:lnTo>
                  <a:pt x="37769" y="26819"/>
                </a:lnTo>
                <a:lnTo>
                  <a:pt x="39005" y="24846"/>
                </a:lnTo>
                <a:lnTo>
                  <a:pt x="33481" y="24846"/>
                </a:lnTo>
                <a:lnTo>
                  <a:pt x="33481" y="0"/>
                </a:lnTo>
                <a:close/>
              </a:path>
              <a:path w="186055" h="105410">
                <a:moveTo>
                  <a:pt x="88675" y="5110"/>
                </a:moveTo>
                <a:lnTo>
                  <a:pt x="66962" y="5110"/>
                </a:lnTo>
                <a:lnTo>
                  <a:pt x="76033" y="7333"/>
                </a:lnTo>
                <a:lnTo>
                  <a:pt x="81389" y="13239"/>
                </a:lnTo>
                <a:lnTo>
                  <a:pt x="83936" y="21690"/>
                </a:lnTo>
                <a:lnTo>
                  <a:pt x="84583" y="31545"/>
                </a:lnTo>
                <a:lnTo>
                  <a:pt x="84583" y="97623"/>
                </a:lnTo>
                <a:lnTo>
                  <a:pt x="100971" y="97623"/>
                </a:lnTo>
                <a:lnTo>
                  <a:pt x="100971" y="43175"/>
                </a:lnTo>
                <a:lnTo>
                  <a:pt x="103851" y="26819"/>
                </a:lnTo>
                <a:lnTo>
                  <a:pt x="106079" y="23263"/>
                </a:lnTo>
                <a:lnTo>
                  <a:pt x="100262" y="23263"/>
                </a:lnTo>
                <a:lnTo>
                  <a:pt x="95433" y="10929"/>
                </a:lnTo>
                <a:lnTo>
                  <a:pt x="88675" y="5110"/>
                </a:lnTo>
                <a:close/>
              </a:path>
              <a:path w="186055" h="105410">
                <a:moveTo>
                  <a:pt x="155241" y="5110"/>
                </a:moveTo>
                <a:lnTo>
                  <a:pt x="133040" y="5110"/>
                </a:lnTo>
                <a:lnTo>
                  <a:pt x="142111" y="7333"/>
                </a:lnTo>
                <a:lnTo>
                  <a:pt x="147466" y="13239"/>
                </a:lnTo>
                <a:lnTo>
                  <a:pt x="150013" y="21690"/>
                </a:lnTo>
                <a:lnTo>
                  <a:pt x="150660" y="31545"/>
                </a:lnTo>
                <a:lnTo>
                  <a:pt x="150660" y="97623"/>
                </a:lnTo>
                <a:lnTo>
                  <a:pt x="167401" y="97623"/>
                </a:lnTo>
                <a:lnTo>
                  <a:pt x="167049" y="90577"/>
                </a:lnTo>
                <a:lnTo>
                  <a:pt x="166933" y="32005"/>
                </a:lnTo>
                <a:lnTo>
                  <a:pt x="166124" y="22469"/>
                </a:lnTo>
                <a:lnTo>
                  <a:pt x="163927" y="15179"/>
                </a:lnTo>
                <a:lnTo>
                  <a:pt x="159650" y="8814"/>
                </a:lnTo>
                <a:lnTo>
                  <a:pt x="156361" y="5726"/>
                </a:lnTo>
                <a:lnTo>
                  <a:pt x="155241" y="5110"/>
                </a:lnTo>
                <a:close/>
              </a:path>
              <a:path w="186055" h="105410">
                <a:moveTo>
                  <a:pt x="68720" y="0"/>
                </a:moveTo>
                <a:lnTo>
                  <a:pt x="56797" y="1825"/>
                </a:lnTo>
                <a:lnTo>
                  <a:pt x="47070" y="6938"/>
                </a:lnTo>
                <a:lnTo>
                  <a:pt x="39358" y="14794"/>
                </a:lnTo>
                <a:lnTo>
                  <a:pt x="33481" y="24846"/>
                </a:lnTo>
                <a:lnTo>
                  <a:pt x="39005" y="24846"/>
                </a:lnTo>
                <a:lnTo>
                  <a:pt x="45242" y="14891"/>
                </a:lnTo>
                <a:lnTo>
                  <a:pt x="55556" y="7589"/>
                </a:lnTo>
                <a:lnTo>
                  <a:pt x="66962" y="5110"/>
                </a:lnTo>
                <a:lnTo>
                  <a:pt x="88675" y="5110"/>
                </a:lnTo>
                <a:lnTo>
                  <a:pt x="87267" y="3899"/>
                </a:lnTo>
                <a:lnTo>
                  <a:pt x="77713" y="735"/>
                </a:lnTo>
                <a:lnTo>
                  <a:pt x="68720" y="0"/>
                </a:lnTo>
                <a:close/>
              </a:path>
              <a:path w="186055" h="105410">
                <a:moveTo>
                  <a:pt x="134804" y="0"/>
                </a:moveTo>
                <a:lnTo>
                  <a:pt x="121502" y="2371"/>
                </a:lnTo>
                <a:lnTo>
                  <a:pt x="111521" y="8262"/>
                </a:lnTo>
                <a:lnTo>
                  <a:pt x="104545" y="15837"/>
                </a:lnTo>
                <a:lnTo>
                  <a:pt x="100262" y="23263"/>
                </a:lnTo>
                <a:lnTo>
                  <a:pt x="106079" y="23263"/>
                </a:lnTo>
                <a:lnTo>
                  <a:pt x="111323" y="14891"/>
                </a:lnTo>
                <a:lnTo>
                  <a:pt x="121636" y="7589"/>
                </a:lnTo>
                <a:lnTo>
                  <a:pt x="133040" y="5110"/>
                </a:lnTo>
                <a:lnTo>
                  <a:pt x="155241" y="5110"/>
                </a:lnTo>
                <a:lnTo>
                  <a:pt x="151191" y="2886"/>
                </a:lnTo>
                <a:lnTo>
                  <a:pt x="144038" y="806"/>
                </a:lnTo>
                <a:lnTo>
                  <a:pt x="134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887804" y="5591722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5" h="165100">
                <a:moveTo>
                  <a:pt x="52689" y="157535"/>
                </a:moveTo>
                <a:lnTo>
                  <a:pt x="0" y="157535"/>
                </a:lnTo>
                <a:lnTo>
                  <a:pt x="0" y="164937"/>
                </a:lnTo>
                <a:lnTo>
                  <a:pt x="20789" y="164315"/>
                </a:lnTo>
                <a:lnTo>
                  <a:pt x="26254" y="164229"/>
                </a:lnTo>
                <a:lnTo>
                  <a:pt x="52689" y="164229"/>
                </a:lnTo>
                <a:lnTo>
                  <a:pt x="52689" y="157535"/>
                </a:lnTo>
                <a:close/>
              </a:path>
              <a:path w="52705" h="165100">
                <a:moveTo>
                  <a:pt x="52689" y="164229"/>
                </a:moveTo>
                <a:lnTo>
                  <a:pt x="26254" y="164229"/>
                </a:lnTo>
                <a:lnTo>
                  <a:pt x="31673" y="164315"/>
                </a:lnTo>
                <a:lnTo>
                  <a:pt x="52689" y="164937"/>
                </a:lnTo>
                <a:lnTo>
                  <a:pt x="52689" y="164229"/>
                </a:lnTo>
                <a:close/>
              </a:path>
              <a:path w="52705" h="165100">
                <a:moveTo>
                  <a:pt x="34184" y="0"/>
                </a:moveTo>
                <a:lnTo>
                  <a:pt x="0" y="2643"/>
                </a:lnTo>
                <a:lnTo>
                  <a:pt x="0" y="10046"/>
                </a:lnTo>
                <a:lnTo>
                  <a:pt x="16564" y="10046"/>
                </a:lnTo>
                <a:lnTo>
                  <a:pt x="18503" y="11629"/>
                </a:lnTo>
                <a:lnTo>
                  <a:pt x="18503" y="157535"/>
                </a:lnTo>
                <a:lnTo>
                  <a:pt x="34184" y="157535"/>
                </a:lnTo>
                <a:lnTo>
                  <a:pt x="34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2952650" y="5650226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865" y="0"/>
                </a:moveTo>
                <a:lnTo>
                  <a:pt x="32040" y="4509"/>
                </a:lnTo>
                <a:lnTo>
                  <a:pt x="15264" y="16651"/>
                </a:lnTo>
                <a:lnTo>
                  <a:pt x="4072" y="34345"/>
                </a:lnTo>
                <a:lnTo>
                  <a:pt x="0" y="55508"/>
                </a:lnTo>
                <a:lnTo>
                  <a:pt x="4314" y="76813"/>
                </a:lnTo>
                <a:lnTo>
                  <a:pt x="15881" y="93790"/>
                </a:lnTo>
                <a:lnTo>
                  <a:pt x="32636" y="105018"/>
                </a:lnTo>
                <a:lnTo>
                  <a:pt x="52513" y="109076"/>
                </a:lnTo>
                <a:lnTo>
                  <a:pt x="72963" y="104968"/>
                </a:lnTo>
                <a:lnTo>
                  <a:pt x="75761" y="103086"/>
                </a:lnTo>
                <a:lnTo>
                  <a:pt x="52865" y="103086"/>
                </a:lnTo>
                <a:lnTo>
                  <a:pt x="45204" y="102144"/>
                </a:lnTo>
                <a:lnTo>
                  <a:pt x="20484" y="69669"/>
                </a:lnTo>
                <a:lnTo>
                  <a:pt x="19829" y="46066"/>
                </a:lnTo>
                <a:lnTo>
                  <a:pt x="20462" y="37819"/>
                </a:lnTo>
                <a:lnTo>
                  <a:pt x="45176" y="6080"/>
                </a:lnTo>
                <a:lnTo>
                  <a:pt x="52513" y="5110"/>
                </a:lnTo>
                <a:lnTo>
                  <a:pt x="74162" y="5110"/>
                </a:lnTo>
                <a:lnTo>
                  <a:pt x="73186" y="4410"/>
                </a:lnTo>
                <a:lnTo>
                  <a:pt x="52865" y="0"/>
                </a:lnTo>
                <a:close/>
              </a:path>
              <a:path w="105410" h="109220">
                <a:moveTo>
                  <a:pt x="74162" y="5110"/>
                </a:moveTo>
                <a:lnTo>
                  <a:pt x="52513" y="5110"/>
                </a:lnTo>
                <a:lnTo>
                  <a:pt x="60316" y="6096"/>
                </a:lnTo>
                <a:lnTo>
                  <a:pt x="67643" y="9031"/>
                </a:lnTo>
                <a:lnTo>
                  <a:pt x="85541" y="46066"/>
                </a:lnTo>
                <a:lnTo>
                  <a:pt x="85536" y="60983"/>
                </a:lnTo>
                <a:lnTo>
                  <a:pt x="69120" y="98305"/>
                </a:lnTo>
                <a:lnTo>
                  <a:pt x="52865" y="103086"/>
                </a:lnTo>
                <a:lnTo>
                  <a:pt x="75761" y="103086"/>
                </a:lnTo>
                <a:lnTo>
                  <a:pt x="89779" y="93657"/>
                </a:lnTo>
                <a:lnTo>
                  <a:pt x="101177" y="76663"/>
                </a:lnTo>
                <a:lnTo>
                  <a:pt x="105373" y="55508"/>
                </a:lnTo>
                <a:lnTo>
                  <a:pt x="101207" y="34048"/>
                </a:lnTo>
                <a:lnTo>
                  <a:pt x="89889" y="16388"/>
                </a:lnTo>
                <a:lnTo>
                  <a:pt x="74162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079172" y="5591722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41" y="59911"/>
                </a:moveTo>
                <a:lnTo>
                  <a:pt x="32933" y="64025"/>
                </a:lnTo>
                <a:lnTo>
                  <a:pt x="16013" y="75375"/>
                </a:lnTo>
                <a:lnTo>
                  <a:pt x="4347" y="92475"/>
                </a:lnTo>
                <a:lnTo>
                  <a:pt x="0" y="113836"/>
                </a:lnTo>
                <a:lnTo>
                  <a:pt x="4058" y="134944"/>
                </a:lnTo>
                <a:lnTo>
                  <a:pt x="15021" y="152007"/>
                </a:lnTo>
                <a:lnTo>
                  <a:pt x="31073" y="163420"/>
                </a:lnTo>
                <a:lnTo>
                  <a:pt x="50397" y="167580"/>
                </a:lnTo>
                <a:lnTo>
                  <a:pt x="60930" y="166195"/>
                </a:lnTo>
                <a:lnTo>
                  <a:pt x="69779" y="162580"/>
                </a:lnTo>
                <a:lnTo>
                  <a:pt x="70185" y="162293"/>
                </a:lnTo>
                <a:lnTo>
                  <a:pt x="51629" y="162293"/>
                </a:lnTo>
                <a:lnTo>
                  <a:pt x="44002" y="161189"/>
                </a:lnTo>
                <a:lnTo>
                  <a:pt x="20858" y="130574"/>
                </a:lnTo>
                <a:lnTo>
                  <a:pt x="19740" y="113836"/>
                </a:lnTo>
                <a:lnTo>
                  <a:pt x="19925" y="106523"/>
                </a:lnTo>
                <a:lnTo>
                  <a:pt x="37619" y="69912"/>
                </a:lnTo>
                <a:lnTo>
                  <a:pt x="53921" y="65022"/>
                </a:lnTo>
                <a:lnTo>
                  <a:pt x="71719" y="65022"/>
                </a:lnTo>
                <a:lnTo>
                  <a:pt x="70264" y="64054"/>
                </a:lnTo>
                <a:lnTo>
                  <a:pt x="62181" y="61007"/>
                </a:lnTo>
                <a:lnTo>
                  <a:pt x="53041" y="59911"/>
                </a:lnTo>
                <a:close/>
              </a:path>
              <a:path w="117475" h="167639">
                <a:moveTo>
                  <a:pt x="98679" y="151896"/>
                </a:moveTo>
                <a:lnTo>
                  <a:pt x="82290" y="151896"/>
                </a:lnTo>
                <a:lnTo>
                  <a:pt x="82290" y="167580"/>
                </a:lnTo>
                <a:lnTo>
                  <a:pt x="117179" y="164937"/>
                </a:lnTo>
                <a:lnTo>
                  <a:pt x="117179" y="157535"/>
                </a:lnTo>
                <a:lnTo>
                  <a:pt x="100619" y="157535"/>
                </a:lnTo>
                <a:lnTo>
                  <a:pt x="98679" y="155951"/>
                </a:lnTo>
                <a:lnTo>
                  <a:pt x="98679" y="151896"/>
                </a:lnTo>
                <a:close/>
              </a:path>
              <a:path w="117475" h="167639">
                <a:moveTo>
                  <a:pt x="71719" y="65022"/>
                </a:moveTo>
                <a:lnTo>
                  <a:pt x="53921" y="65022"/>
                </a:lnTo>
                <a:lnTo>
                  <a:pt x="60468" y="65766"/>
                </a:lnTo>
                <a:lnTo>
                  <a:pt x="67180" y="68195"/>
                </a:lnTo>
                <a:lnTo>
                  <a:pt x="73694" y="72606"/>
                </a:lnTo>
                <a:lnTo>
                  <a:pt x="79648" y="79295"/>
                </a:lnTo>
                <a:lnTo>
                  <a:pt x="82290" y="83350"/>
                </a:lnTo>
                <a:lnTo>
                  <a:pt x="82290" y="141673"/>
                </a:lnTo>
                <a:lnTo>
                  <a:pt x="51629" y="162293"/>
                </a:lnTo>
                <a:lnTo>
                  <a:pt x="70185" y="162293"/>
                </a:lnTo>
                <a:lnTo>
                  <a:pt x="76919" y="157535"/>
                </a:lnTo>
                <a:lnTo>
                  <a:pt x="82290" y="151896"/>
                </a:lnTo>
                <a:lnTo>
                  <a:pt x="98679" y="151896"/>
                </a:lnTo>
                <a:lnTo>
                  <a:pt x="98679" y="74540"/>
                </a:lnTo>
                <a:lnTo>
                  <a:pt x="82994" y="74540"/>
                </a:lnTo>
                <a:lnTo>
                  <a:pt x="77224" y="68686"/>
                </a:lnTo>
                <a:lnTo>
                  <a:pt x="71719" y="65022"/>
                </a:lnTo>
                <a:close/>
              </a:path>
              <a:path w="117475" h="167639">
                <a:moveTo>
                  <a:pt x="98679" y="0"/>
                </a:moveTo>
                <a:lnTo>
                  <a:pt x="64494" y="2643"/>
                </a:lnTo>
                <a:lnTo>
                  <a:pt x="64494" y="10046"/>
                </a:lnTo>
                <a:lnTo>
                  <a:pt x="81059" y="10046"/>
                </a:lnTo>
                <a:lnTo>
                  <a:pt x="82994" y="11629"/>
                </a:lnTo>
                <a:lnTo>
                  <a:pt x="82994" y="74540"/>
                </a:lnTo>
                <a:lnTo>
                  <a:pt x="98679" y="74540"/>
                </a:lnTo>
                <a:lnTo>
                  <a:pt x="98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211332" y="5597713"/>
            <a:ext cx="51435" cy="159385"/>
          </a:xfrm>
          <a:custGeom>
            <a:avLst/>
            <a:gdLst/>
            <a:ahLst/>
            <a:cxnLst/>
            <a:rect l="l" t="t" r="r" b="b"/>
            <a:pathLst>
              <a:path w="51435" h="159385">
                <a:moveTo>
                  <a:pt x="50925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689" y="158323"/>
                </a:lnTo>
                <a:lnTo>
                  <a:pt x="26078" y="158237"/>
                </a:lnTo>
                <a:lnTo>
                  <a:pt x="50925" y="158237"/>
                </a:lnTo>
                <a:lnTo>
                  <a:pt x="50925" y="151544"/>
                </a:lnTo>
                <a:close/>
              </a:path>
              <a:path w="51435" h="159385">
                <a:moveTo>
                  <a:pt x="50925" y="158237"/>
                </a:moveTo>
                <a:lnTo>
                  <a:pt x="34536" y="158237"/>
                </a:lnTo>
                <a:lnTo>
                  <a:pt x="42819" y="158770"/>
                </a:lnTo>
                <a:lnTo>
                  <a:pt x="50925" y="158946"/>
                </a:lnTo>
                <a:lnTo>
                  <a:pt x="50925" y="158237"/>
                </a:lnTo>
                <a:close/>
              </a:path>
              <a:path w="51435" h="159385">
                <a:moveTo>
                  <a:pt x="34185" y="53920"/>
                </a:moveTo>
                <a:lnTo>
                  <a:pt x="880" y="56563"/>
                </a:lnTo>
                <a:lnTo>
                  <a:pt x="880" y="63790"/>
                </a:lnTo>
                <a:lnTo>
                  <a:pt x="16389" y="63790"/>
                </a:lnTo>
                <a:lnTo>
                  <a:pt x="18500" y="65378"/>
                </a:lnTo>
                <a:lnTo>
                  <a:pt x="18500" y="151544"/>
                </a:lnTo>
                <a:lnTo>
                  <a:pt x="35241" y="151544"/>
                </a:lnTo>
                <a:lnTo>
                  <a:pt x="34185" y="150312"/>
                </a:lnTo>
                <a:lnTo>
                  <a:pt x="34185" y="53920"/>
                </a:lnTo>
                <a:close/>
              </a:path>
              <a:path w="51435" h="159385">
                <a:moveTo>
                  <a:pt x="29249" y="0"/>
                </a:moveTo>
                <a:lnTo>
                  <a:pt x="15152" y="0"/>
                </a:lnTo>
                <a:lnTo>
                  <a:pt x="10041" y="6346"/>
                </a:lnTo>
                <a:lnTo>
                  <a:pt x="10041" y="19031"/>
                </a:lnTo>
                <a:lnTo>
                  <a:pt x="15152" y="25198"/>
                </a:lnTo>
                <a:lnTo>
                  <a:pt x="29249" y="25198"/>
                </a:lnTo>
                <a:lnTo>
                  <a:pt x="35241" y="20087"/>
                </a:lnTo>
                <a:lnTo>
                  <a:pt x="35241" y="4934"/>
                </a:lnTo>
                <a:lnTo>
                  <a:pt x="29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275651" y="5651634"/>
            <a:ext cx="117475" cy="151765"/>
          </a:xfrm>
          <a:custGeom>
            <a:avLst/>
            <a:gdLst/>
            <a:ahLst/>
            <a:cxnLst/>
            <a:rect l="l" t="t" r="r" b="b"/>
            <a:pathLst>
              <a:path w="117475" h="151764">
                <a:moveTo>
                  <a:pt x="53568" y="143789"/>
                </a:moveTo>
                <a:lnTo>
                  <a:pt x="0" y="143789"/>
                </a:lnTo>
                <a:lnTo>
                  <a:pt x="0" y="151192"/>
                </a:lnTo>
                <a:lnTo>
                  <a:pt x="14028" y="150708"/>
                </a:lnTo>
                <a:lnTo>
                  <a:pt x="20986" y="150549"/>
                </a:lnTo>
                <a:lnTo>
                  <a:pt x="26605" y="150488"/>
                </a:lnTo>
                <a:lnTo>
                  <a:pt x="53568" y="150488"/>
                </a:lnTo>
                <a:lnTo>
                  <a:pt x="53568" y="143789"/>
                </a:lnTo>
                <a:close/>
              </a:path>
              <a:path w="117475" h="151764">
                <a:moveTo>
                  <a:pt x="53568" y="150488"/>
                </a:moveTo>
                <a:lnTo>
                  <a:pt x="26605" y="150488"/>
                </a:lnTo>
                <a:lnTo>
                  <a:pt x="32378" y="150549"/>
                </a:lnTo>
                <a:lnTo>
                  <a:pt x="39359" y="150708"/>
                </a:lnTo>
                <a:lnTo>
                  <a:pt x="53568" y="151192"/>
                </a:lnTo>
                <a:lnTo>
                  <a:pt x="53568" y="150488"/>
                </a:lnTo>
                <a:close/>
              </a:path>
              <a:path w="117475" h="151764">
                <a:moveTo>
                  <a:pt x="34184" y="0"/>
                </a:moveTo>
                <a:lnTo>
                  <a:pt x="0" y="2643"/>
                </a:lnTo>
                <a:lnTo>
                  <a:pt x="0" y="9870"/>
                </a:lnTo>
                <a:lnTo>
                  <a:pt x="16916" y="9870"/>
                </a:lnTo>
                <a:lnTo>
                  <a:pt x="18500" y="11457"/>
                </a:lnTo>
                <a:lnTo>
                  <a:pt x="18500" y="143789"/>
                </a:lnTo>
                <a:lnTo>
                  <a:pt x="34888" y="143789"/>
                </a:lnTo>
                <a:lnTo>
                  <a:pt x="34888" y="90929"/>
                </a:lnTo>
                <a:lnTo>
                  <a:pt x="40747" y="90929"/>
                </a:lnTo>
                <a:lnTo>
                  <a:pt x="38234" y="87933"/>
                </a:lnTo>
                <a:lnTo>
                  <a:pt x="34888" y="82822"/>
                </a:lnTo>
                <a:lnTo>
                  <a:pt x="34888" y="24846"/>
                </a:lnTo>
                <a:lnTo>
                  <a:pt x="40892" y="16819"/>
                </a:lnTo>
                <a:lnTo>
                  <a:pt x="42298" y="15684"/>
                </a:lnTo>
                <a:lnTo>
                  <a:pt x="34184" y="15684"/>
                </a:lnTo>
                <a:lnTo>
                  <a:pt x="34184" y="0"/>
                </a:lnTo>
                <a:close/>
              </a:path>
              <a:path w="117475" h="151764">
                <a:moveTo>
                  <a:pt x="40747" y="90929"/>
                </a:moveTo>
                <a:lnTo>
                  <a:pt x="34888" y="90929"/>
                </a:lnTo>
                <a:lnTo>
                  <a:pt x="37450" y="95179"/>
                </a:lnTo>
                <a:lnTo>
                  <a:pt x="43234" y="100752"/>
                </a:lnTo>
                <a:lnTo>
                  <a:pt x="52158" y="105598"/>
                </a:lnTo>
                <a:lnTo>
                  <a:pt x="64137" y="107669"/>
                </a:lnTo>
                <a:lnTo>
                  <a:pt x="84393" y="103555"/>
                </a:lnTo>
                <a:lnTo>
                  <a:pt x="86140" y="102382"/>
                </a:lnTo>
                <a:lnTo>
                  <a:pt x="63257" y="102382"/>
                </a:lnTo>
                <a:lnTo>
                  <a:pt x="56250" y="101487"/>
                </a:lnTo>
                <a:lnTo>
                  <a:pt x="49623" y="98791"/>
                </a:lnTo>
                <a:lnTo>
                  <a:pt x="43556" y="94279"/>
                </a:lnTo>
                <a:lnTo>
                  <a:pt x="40747" y="90929"/>
                </a:lnTo>
                <a:close/>
              </a:path>
              <a:path w="117475" h="151764">
                <a:moveTo>
                  <a:pt x="88819" y="5818"/>
                </a:moveTo>
                <a:lnTo>
                  <a:pt x="65549" y="5818"/>
                </a:lnTo>
                <a:lnTo>
                  <a:pt x="77892" y="9516"/>
                </a:lnTo>
                <a:lnTo>
                  <a:pt x="88038" y="19672"/>
                </a:lnTo>
                <a:lnTo>
                  <a:pt x="94913" y="34885"/>
                </a:lnTo>
                <a:lnTo>
                  <a:pt x="97443" y="53748"/>
                </a:lnTo>
                <a:lnTo>
                  <a:pt x="94579" y="73465"/>
                </a:lnTo>
                <a:lnTo>
                  <a:pt x="86958" y="88836"/>
                </a:lnTo>
                <a:lnTo>
                  <a:pt x="76032" y="98822"/>
                </a:lnTo>
                <a:lnTo>
                  <a:pt x="63257" y="102382"/>
                </a:lnTo>
                <a:lnTo>
                  <a:pt x="86140" y="102382"/>
                </a:lnTo>
                <a:lnTo>
                  <a:pt x="101296" y="92205"/>
                </a:lnTo>
                <a:lnTo>
                  <a:pt x="112879" y="75107"/>
                </a:lnTo>
                <a:lnTo>
                  <a:pt x="117177" y="53748"/>
                </a:lnTo>
                <a:lnTo>
                  <a:pt x="113155" y="32563"/>
                </a:lnTo>
                <a:lnTo>
                  <a:pt x="102310" y="15508"/>
                </a:lnTo>
                <a:lnTo>
                  <a:pt x="88819" y="5818"/>
                </a:lnTo>
                <a:close/>
              </a:path>
              <a:path w="117475" h="151764">
                <a:moveTo>
                  <a:pt x="67485" y="0"/>
                </a:moveTo>
                <a:lnTo>
                  <a:pt x="55145" y="1707"/>
                </a:lnTo>
                <a:lnTo>
                  <a:pt x="45680" y="5859"/>
                </a:lnTo>
                <a:lnTo>
                  <a:pt x="38792" y="11003"/>
                </a:lnTo>
                <a:lnTo>
                  <a:pt x="34184" y="15684"/>
                </a:lnTo>
                <a:lnTo>
                  <a:pt x="42298" y="15684"/>
                </a:lnTo>
                <a:lnTo>
                  <a:pt x="48302" y="10839"/>
                </a:lnTo>
                <a:lnTo>
                  <a:pt x="56670" y="7107"/>
                </a:lnTo>
                <a:lnTo>
                  <a:pt x="65549" y="5818"/>
                </a:lnTo>
                <a:lnTo>
                  <a:pt x="88819" y="5818"/>
                </a:lnTo>
                <a:lnTo>
                  <a:pt x="86475" y="4135"/>
                </a:lnTo>
                <a:lnTo>
                  <a:pt x="67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409218" y="5597713"/>
            <a:ext cx="50800" cy="159385"/>
          </a:xfrm>
          <a:custGeom>
            <a:avLst/>
            <a:gdLst/>
            <a:ahLst/>
            <a:cxnLst/>
            <a:rect l="l" t="t" r="r" b="b"/>
            <a:pathLst>
              <a:path w="50800" h="159385">
                <a:moveTo>
                  <a:pt x="50749" y="151544"/>
                </a:moveTo>
                <a:lnTo>
                  <a:pt x="0" y="151544"/>
                </a:lnTo>
                <a:lnTo>
                  <a:pt x="0" y="158946"/>
                </a:lnTo>
                <a:lnTo>
                  <a:pt x="20690" y="158323"/>
                </a:lnTo>
                <a:lnTo>
                  <a:pt x="26078" y="158237"/>
                </a:lnTo>
                <a:lnTo>
                  <a:pt x="50749" y="158237"/>
                </a:lnTo>
                <a:lnTo>
                  <a:pt x="50749" y="151544"/>
                </a:lnTo>
                <a:close/>
              </a:path>
              <a:path w="50800" h="159385">
                <a:moveTo>
                  <a:pt x="50749" y="158237"/>
                </a:moveTo>
                <a:lnTo>
                  <a:pt x="34361" y="158237"/>
                </a:lnTo>
                <a:lnTo>
                  <a:pt x="42819" y="158770"/>
                </a:lnTo>
                <a:lnTo>
                  <a:pt x="50749" y="158946"/>
                </a:lnTo>
                <a:lnTo>
                  <a:pt x="50749" y="158237"/>
                </a:lnTo>
                <a:close/>
              </a:path>
              <a:path w="50800" h="159385">
                <a:moveTo>
                  <a:pt x="34184" y="53920"/>
                </a:moveTo>
                <a:lnTo>
                  <a:pt x="880" y="56563"/>
                </a:lnTo>
                <a:lnTo>
                  <a:pt x="880" y="63790"/>
                </a:lnTo>
                <a:lnTo>
                  <a:pt x="16388" y="63790"/>
                </a:lnTo>
                <a:lnTo>
                  <a:pt x="18500" y="65378"/>
                </a:lnTo>
                <a:lnTo>
                  <a:pt x="18500" y="151544"/>
                </a:lnTo>
                <a:lnTo>
                  <a:pt x="35064" y="151544"/>
                </a:lnTo>
                <a:lnTo>
                  <a:pt x="34184" y="150312"/>
                </a:lnTo>
                <a:lnTo>
                  <a:pt x="34184" y="53920"/>
                </a:lnTo>
                <a:close/>
              </a:path>
              <a:path w="50800" h="159385">
                <a:moveTo>
                  <a:pt x="29249" y="0"/>
                </a:moveTo>
                <a:lnTo>
                  <a:pt x="15152" y="0"/>
                </a:lnTo>
                <a:lnTo>
                  <a:pt x="10041" y="6346"/>
                </a:lnTo>
                <a:lnTo>
                  <a:pt x="10041" y="19031"/>
                </a:lnTo>
                <a:lnTo>
                  <a:pt x="15152" y="25198"/>
                </a:lnTo>
                <a:lnTo>
                  <a:pt x="29249" y="25198"/>
                </a:lnTo>
                <a:lnTo>
                  <a:pt x="35064" y="20087"/>
                </a:lnTo>
                <a:lnTo>
                  <a:pt x="35064" y="4934"/>
                </a:lnTo>
                <a:lnTo>
                  <a:pt x="29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474416" y="5651634"/>
            <a:ext cx="120014" cy="105410"/>
          </a:xfrm>
          <a:custGeom>
            <a:avLst/>
            <a:gdLst/>
            <a:ahLst/>
            <a:cxnLst/>
            <a:rect l="l" t="t" r="r" b="b"/>
            <a:pathLst>
              <a:path w="120014" h="105410">
                <a:moveTo>
                  <a:pt x="53569" y="97623"/>
                </a:moveTo>
                <a:lnTo>
                  <a:pt x="0" y="97623"/>
                </a:lnTo>
                <a:lnTo>
                  <a:pt x="0" y="105026"/>
                </a:lnTo>
                <a:lnTo>
                  <a:pt x="21187" y="104403"/>
                </a:lnTo>
                <a:lnTo>
                  <a:pt x="26963" y="104317"/>
                </a:lnTo>
                <a:lnTo>
                  <a:pt x="53569" y="104317"/>
                </a:lnTo>
                <a:lnTo>
                  <a:pt x="53569" y="97623"/>
                </a:lnTo>
                <a:close/>
              </a:path>
              <a:path w="120014" h="105410">
                <a:moveTo>
                  <a:pt x="53569" y="104317"/>
                </a:moveTo>
                <a:lnTo>
                  <a:pt x="26963" y="104317"/>
                </a:lnTo>
                <a:lnTo>
                  <a:pt x="32581" y="104403"/>
                </a:lnTo>
                <a:lnTo>
                  <a:pt x="53569" y="105026"/>
                </a:lnTo>
                <a:lnTo>
                  <a:pt x="53569" y="104317"/>
                </a:lnTo>
                <a:close/>
              </a:path>
              <a:path w="120014" h="105410">
                <a:moveTo>
                  <a:pt x="119646" y="97623"/>
                </a:moveTo>
                <a:lnTo>
                  <a:pt x="66078" y="97623"/>
                </a:lnTo>
                <a:lnTo>
                  <a:pt x="66078" y="105026"/>
                </a:lnTo>
                <a:lnTo>
                  <a:pt x="87267" y="104403"/>
                </a:lnTo>
                <a:lnTo>
                  <a:pt x="93040" y="104317"/>
                </a:lnTo>
                <a:lnTo>
                  <a:pt x="119646" y="104317"/>
                </a:lnTo>
                <a:lnTo>
                  <a:pt x="119646" y="97623"/>
                </a:lnTo>
                <a:close/>
              </a:path>
              <a:path w="120014" h="105410">
                <a:moveTo>
                  <a:pt x="119646" y="104317"/>
                </a:moveTo>
                <a:lnTo>
                  <a:pt x="93040" y="104317"/>
                </a:lnTo>
                <a:lnTo>
                  <a:pt x="98659" y="104403"/>
                </a:lnTo>
                <a:lnTo>
                  <a:pt x="119646" y="105026"/>
                </a:lnTo>
                <a:lnTo>
                  <a:pt x="119646" y="104317"/>
                </a:lnTo>
                <a:close/>
              </a:path>
              <a:path w="120014" h="105410">
                <a:moveTo>
                  <a:pt x="33657" y="0"/>
                </a:moveTo>
                <a:lnTo>
                  <a:pt x="0" y="2643"/>
                </a:lnTo>
                <a:lnTo>
                  <a:pt x="0" y="9870"/>
                </a:lnTo>
                <a:lnTo>
                  <a:pt x="16741" y="9870"/>
                </a:lnTo>
                <a:lnTo>
                  <a:pt x="18680" y="11633"/>
                </a:lnTo>
                <a:lnTo>
                  <a:pt x="18680" y="97623"/>
                </a:lnTo>
                <a:lnTo>
                  <a:pt x="35064" y="97623"/>
                </a:lnTo>
                <a:lnTo>
                  <a:pt x="35064" y="43175"/>
                </a:lnTo>
                <a:lnTo>
                  <a:pt x="37919" y="26819"/>
                </a:lnTo>
                <a:lnTo>
                  <a:pt x="39149" y="24846"/>
                </a:lnTo>
                <a:lnTo>
                  <a:pt x="33657" y="24846"/>
                </a:lnTo>
                <a:lnTo>
                  <a:pt x="33657" y="0"/>
                </a:lnTo>
                <a:close/>
              </a:path>
              <a:path w="120014" h="105410">
                <a:moveTo>
                  <a:pt x="89223" y="5110"/>
                </a:moveTo>
                <a:lnTo>
                  <a:pt x="67138" y="5110"/>
                </a:lnTo>
                <a:lnTo>
                  <a:pt x="76182" y="7333"/>
                </a:lnTo>
                <a:lnTo>
                  <a:pt x="81476" y="13239"/>
                </a:lnTo>
                <a:lnTo>
                  <a:pt x="83962" y="21690"/>
                </a:lnTo>
                <a:lnTo>
                  <a:pt x="84582" y="31545"/>
                </a:lnTo>
                <a:lnTo>
                  <a:pt x="84582" y="97623"/>
                </a:lnTo>
                <a:lnTo>
                  <a:pt x="101323" y="97623"/>
                </a:lnTo>
                <a:lnTo>
                  <a:pt x="101147" y="90577"/>
                </a:lnTo>
                <a:lnTo>
                  <a:pt x="101032" y="32005"/>
                </a:lnTo>
                <a:lnTo>
                  <a:pt x="100222" y="22469"/>
                </a:lnTo>
                <a:lnTo>
                  <a:pt x="98024" y="15179"/>
                </a:lnTo>
                <a:lnTo>
                  <a:pt x="93743" y="8814"/>
                </a:lnTo>
                <a:lnTo>
                  <a:pt x="90355" y="5726"/>
                </a:lnTo>
                <a:lnTo>
                  <a:pt x="89223" y="5110"/>
                </a:lnTo>
                <a:close/>
              </a:path>
              <a:path w="120014" h="105410">
                <a:moveTo>
                  <a:pt x="68722" y="0"/>
                </a:moveTo>
                <a:lnTo>
                  <a:pt x="56874" y="1825"/>
                </a:lnTo>
                <a:lnTo>
                  <a:pt x="47158" y="6938"/>
                </a:lnTo>
                <a:lnTo>
                  <a:pt x="39457" y="14794"/>
                </a:lnTo>
                <a:lnTo>
                  <a:pt x="33657" y="24846"/>
                </a:lnTo>
                <a:lnTo>
                  <a:pt x="39149" y="24846"/>
                </a:lnTo>
                <a:lnTo>
                  <a:pt x="45351" y="14891"/>
                </a:lnTo>
                <a:lnTo>
                  <a:pt x="55657" y="7589"/>
                </a:lnTo>
                <a:lnTo>
                  <a:pt x="67138" y="5110"/>
                </a:lnTo>
                <a:lnTo>
                  <a:pt x="89223" y="5110"/>
                </a:lnTo>
                <a:lnTo>
                  <a:pt x="85132" y="2886"/>
                </a:lnTo>
                <a:lnTo>
                  <a:pt x="77960" y="806"/>
                </a:lnTo>
                <a:lnTo>
                  <a:pt x="687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605164" y="5650226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518" y="0"/>
                </a:moveTo>
                <a:lnTo>
                  <a:pt x="30109" y="4289"/>
                </a:lnTo>
                <a:lnTo>
                  <a:pt x="14384" y="15947"/>
                </a:lnTo>
                <a:lnTo>
                  <a:pt x="3846" y="33155"/>
                </a:lnTo>
                <a:lnTo>
                  <a:pt x="0" y="54096"/>
                </a:lnTo>
                <a:lnTo>
                  <a:pt x="4336" y="76142"/>
                </a:lnTo>
                <a:lnTo>
                  <a:pt x="15925" y="93546"/>
                </a:lnTo>
                <a:lnTo>
                  <a:pt x="32636" y="104971"/>
                </a:lnTo>
                <a:lnTo>
                  <a:pt x="52337" y="109076"/>
                </a:lnTo>
                <a:lnTo>
                  <a:pt x="70798" y="104875"/>
                </a:lnTo>
                <a:lnTo>
                  <a:pt x="73086" y="103086"/>
                </a:lnTo>
                <a:lnTo>
                  <a:pt x="53745" y="103086"/>
                </a:lnTo>
                <a:lnTo>
                  <a:pt x="45347" y="101847"/>
                </a:lnTo>
                <a:lnTo>
                  <a:pt x="20640" y="68282"/>
                </a:lnTo>
                <a:lnTo>
                  <a:pt x="19737" y="51453"/>
                </a:lnTo>
                <a:lnTo>
                  <a:pt x="91984" y="51453"/>
                </a:lnTo>
                <a:lnTo>
                  <a:pt x="91984" y="46517"/>
                </a:lnTo>
                <a:lnTo>
                  <a:pt x="20092" y="46517"/>
                </a:lnTo>
                <a:lnTo>
                  <a:pt x="24144" y="25106"/>
                </a:lnTo>
                <a:lnTo>
                  <a:pt x="32293" y="12533"/>
                </a:lnTo>
                <a:lnTo>
                  <a:pt x="41698" y="6600"/>
                </a:lnTo>
                <a:lnTo>
                  <a:pt x="49518" y="5110"/>
                </a:lnTo>
                <a:lnTo>
                  <a:pt x="70110" y="5110"/>
                </a:lnTo>
                <a:lnTo>
                  <a:pt x="68641" y="3948"/>
                </a:lnTo>
                <a:lnTo>
                  <a:pt x="49518" y="0"/>
                </a:lnTo>
                <a:close/>
              </a:path>
              <a:path w="92075" h="109220">
                <a:moveTo>
                  <a:pt x="90045" y="75244"/>
                </a:moveTo>
                <a:lnTo>
                  <a:pt x="86874" y="75244"/>
                </a:lnTo>
                <a:lnTo>
                  <a:pt x="86346" y="76651"/>
                </a:lnTo>
                <a:lnTo>
                  <a:pt x="85818" y="78591"/>
                </a:lnTo>
                <a:lnTo>
                  <a:pt x="77660" y="92752"/>
                </a:lnTo>
                <a:lnTo>
                  <a:pt x="67601" y="100024"/>
                </a:lnTo>
                <a:lnTo>
                  <a:pt x="58632" y="102703"/>
                </a:lnTo>
                <a:lnTo>
                  <a:pt x="53745" y="103086"/>
                </a:lnTo>
                <a:lnTo>
                  <a:pt x="73086" y="103086"/>
                </a:lnTo>
                <a:lnTo>
                  <a:pt x="83064" y="95287"/>
                </a:lnTo>
                <a:lnTo>
                  <a:pt x="89878" y="84841"/>
                </a:lnTo>
                <a:lnTo>
                  <a:pt x="91984" y="78063"/>
                </a:lnTo>
                <a:lnTo>
                  <a:pt x="91984" y="75772"/>
                </a:lnTo>
                <a:lnTo>
                  <a:pt x="90045" y="75244"/>
                </a:lnTo>
                <a:close/>
              </a:path>
              <a:path w="92075" h="109220">
                <a:moveTo>
                  <a:pt x="70110" y="5110"/>
                </a:moveTo>
                <a:lnTo>
                  <a:pt x="49518" y="5110"/>
                </a:lnTo>
                <a:lnTo>
                  <a:pt x="64036" y="10267"/>
                </a:lnTo>
                <a:lnTo>
                  <a:pt x="72094" y="22312"/>
                </a:lnTo>
                <a:lnTo>
                  <a:pt x="75560" y="36108"/>
                </a:lnTo>
                <a:lnTo>
                  <a:pt x="76300" y="46517"/>
                </a:lnTo>
                <a:lnTo>
                  <a:pt x="91984" y="46517"/>
                </a:lnTo>
                <a:lnTo>
                  <a:pt x="89512" y="29288"/>
                </a:lnTo>
                <a:lnTo>
                  <a:pt x="81852" y="14404"/>
                </a:lnTo>
                <a:lnTo>
                  <a:pt x="70110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200942" y="5594366"/>
            <a:ext cx="200660" cy="162560"/>
          </a:xfrm>
          <a:custGeom>
            <a:avLst/>
            <a:gdLst/>
            <a:ahLst/>
            <a:cxnLst/>
            <a:rect l="l" t="t" r="r" b="b"/>
            <a:pathLst>
              <a:path w="200660" h="162560">
                <a:moveTo>
                  <a:pt x="46342" y="0"/>
                </a:moveTo>
                <a:lnTo>
                  <a:pt x="0" y="0"/>
                </a:lnTo>
                <a:lnTo>
                  <a:pt x="0" y="7402"/>
                </a:lnTo>
                <a:lnTo>
                  <a:pt x="23962" y="7402"/>
                </a:lnTo>
                <a:lnTo>
                  <a:pt x="24338" y="9161"/>
                </a:lnTo>
                <a:lnTo>
                  <a:pt x="24417" y="138326"/>
                </a:lnTo>
                <a:lnTo>
                  <a:pt x="0" y="154891"/>
                </a:lnTo>
                <a:lnTo>
                  <a:pt x="0" y="162294"/>
                </a:lnTo>
                <a:lnTo>
                  <a:pt x="21311" y="161671"/>
                </a:lnTo>
                <a:lnTo>
                  <a:pt x="27843" y="161585"/>
                </a:lnTo>
                <a:lnTo>
                  <a:pt x="55680" y="161585"/>
                </a:lnTo>
                <a:lnTo>
                  <a:pt x="55680" y="154891"/>
                </a:lnTo>
                <a:lnTo>
                  <a:pt x="31189" y="9161"/>
                </a:lnTo>
                <a:lnTo>
                  <a:pt x="50028" y="9161"/>
                </a:lnTo>
                <a:lnTo>
                  <a:pt x="48458" y="5110"/>
                </a:lnTo>
                <a:lnTo>
                  <a:pt x="46342" y="0"/>
                </a:lnTo>
                <a:close/>
              </a:path>
              <a:path w="200660" h="162560">
                <a:moveTo>
                  <a:pt x="55680" y="161585"/>
                </a:moveTo>
                <a:lnTo>
                  <a:pt x="27843" y="161585"/>
                </a:lnTo>
                <a:lnTo>
                  <a:pt x="34392" y="161673"/>
                </a:lnTo>
                <a:lnTo>
                  <a:pt x="55680" y="162294"/>
                </a:lnTo>
                <a:lnTo>
                  <a:pt x="55680" y="161585"/>
                </a:lnTo>
                <a:close/>
              </a:path>
              <a:path w="200660" h="162560">
                <a:moveTo>
                  <a:pt x="50028" y="9161"/>
                </a:moveTo>
                <a:lnTo>
                  <a:pt x="31365" y="9161"/>
                </a:lnTo>
                <a:lnTo>
                  <a:pt x="89869" y="160178"/>
                </a:lnTo>
                <a:lnTo>
                  <a:pt x="91100" y="162294"/>
                </a:lnTo>
                <a:lnTo>
                  <a:pt x="96036" y="162294"/>
                </a:lnTo>
                <a:lnTo>
                  <a:pt x="96798" y="160178"/>
                </a:lnTo>
                <a:lnTo>
                  <a:pt x="97619" y="157710"/>
                </a:lnTo>
                <a:lnTo>
                  <a:pt x="105164" y="138326"/>
                </a:lnTo>
                <a:lnTo>
                  <a:pt x="100087" y="138326"/>
                </a:lnTo>
                <a:lnTo>
                  <a:pt x="50028" y="9161"/>
                </a:lnTo>
                <a:close/>
              </a:path>
              <a:path w="200660" h="162560">
                <a:moveTo>
                  <a:pt x="200177" y="154891"/>
                </a:moveTo>
                <a:lnTo>
                  <a:pt x="131984" y="154891"/>
                </a:lnTo>
                <a:lnTo>
                  <a:pt x="131984" y="162294"/>
                </a:lnTo>
                <a:lnTo>
                  <a:pt x="139729" y="161884"/>
                </a:lnTo>
                <a:lnTo>
                  <a:pt x="148877" y="161673"/>
                </a:lnTo>
                <a:lnTo>
                  <a:pt x="200177" y="161596"/>
                </a:lnTo>
                <a:lnTo>
                  <a:pt x="200177" y="154891"/>
                </a:lnTo>
                <a:close/>
              </a:path>
              <a:path w="200660" h="162560">
                <a:moveTo>
                  <a:pt x="200177" y="161596"/>
                </a:moveTo>
                <a:lnTo>
                  <a:pt x="174183" y="161596"/>
                </a:lnTo>
                <a:lnTo>
                  <a:pt x="183371" y="161673"/>
                </a:lnTo>
                <a:lnTo>
                  <a:pt x="192460" y="161884"/>
                </a:lnTo>
                <a:lnTo>
                  <a:pt x="200177" y="162294"/>
                </a:lnTo>
                <a:lnTo>
                  <a:pt x="200177" y="161596"/>
                </a:lnTo>
                <a:close/>
              </a:path>
              <a:path w="200660" h="162560">
                <a:moveTo>
                  <a:pt x="176211" y="7402"/>
                </a:moveTo>
                <a:lnTo>
                  <a:pt x="156475" y="7402"/>
                </a:lnTo>
                <a:lnTo>
                  <a:pt x="156475" y="152247"/>
                </a:lnTo>
                <a:lnTo>
                  <a:pt x="155947" y="154891"/>
                </a:lnTo>
                <a:lnTo>
                  <a:pt x="176211" y="154891"/>
                </a:lnTo>
                <a:lnTo>
                  <a:pt x="175682" y="152247"/>
                </a:lnTo>
                <a:lnTo>
                  <a:pt x="175682" y="9870"/>
                </a:lnTo>
                <a:lnTo>
                  <a:pt x="176211" y="7402"/>
                </a:lnTo>
                <a:close/>
              </a:path>
              <a:path w="200660" h="162560">
                <a:moveTo>
                  <a:pt x="200177" y="0"/>
                </a:moveTo>
                <a:lnTo>
                  <a:pt x="153831" y="0"/>
                </a:lnTo>
                <a:lnTo>
                  <a:pt x="153831" y="176"/>
                </a:lnTo>
                <a:lnTo>
                  <a:pt x="152072" y="4407"/>
                </a:lnTo>
                <a:lnTo>
                  <a:pt x="100087" y="138326"/>
                </a:lnTo>
                <a:lnTo>
                  <a:pt x="105164" y="138326"/>
                </a:lnTo>
                <a:lnTo>
                  <a:pt x="156123" y="7402"/>
                </a:lnTo>
                <a:lnTo>
                  <a:pt x="200177" y="7402"/>
                </a:lnTo>
                <a:lnTo>
                  <a:pt x="2001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417509" y="5651634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34888" y="0"/>
                </a:moveTo>
                <a:lnTo>
                  <a:pt x="0" y="2643"/>
                </a:lnTo>
                <a:lnTo>
                  <a:pt x="0" y="9870"/>
                </a:lnTo>
                <a:lnTo>
                  <a:pt x="10695" y="10313"/>
                </a:lnTo>
                <a:lnTo>
                  <a:pt x="16187" y="12887"/>
                </a:lnTo>
                <a:lnTo>
                  <a:pt x="18211" y="19459"/>
                </a:lnTo>
                <a:lnTo>
                  <a:pt x="18500" y="31897"/>
                </a:lnTo>
                <a:lnTo>
                  <a:pt x="18500" y="67489"/>
                </a:lnTo>
                <a:lnTo>
                  <a:pt x="19064" y="81573"/>
                </a:lnTo>
                <a:lnTo>
                  <a:pt x="23015" y="94518"/>
                </a:lnTo>
                <a:lnTo>
                  <a:pt x="33739" y="103993"/>
                </a:lnTo>
                <a:lnTo>
                  <a:pt x="54623" y="107669"/>
                </a:lnTo>
                <a:lnTo>
                  <a:pt x="64098" y="106391"/>
                </a:lnTo>
                <a:lnTo>
                  <a:pt x="72399" y="102469"/>
                </a:lnTo>
                <a:lnTo>
                  <a:pt x="55855" y="102382"/>
                </a:lnTo>
                <a:lnTo>
                  <a:pt x="44179" y="100455"/>
                </a:lnTo>
                <a:lnTo>
                  <a:pt x="37904" y="95289"/>
                </a:lnTo>
                <a:lnTo>
                  <a:pt x="35364" y="87810"/>
                </a:lnTo>
                <a:lnTo>
                  <a:pt x="34945" y="80005"/>
                </a:lnTo>
                <a:lnTo>
                  <a:pt x="34888" y="0"/>
                </a:lnTo>
                <a:close/>
              </a:path>
              <a:path w="120014" h="107950">
                <a:moveTo>
                  <a:pt x="100966" y="86169"/>
                </a:moveTo>
                <a:lnTo>
                  <a:pt x="85285" y="86169"/>
                </a:lnTo>
                <a:lnTo>
                  <a:pt x="85285" y="107669"/>
                </a:lnTo>
                <a:lnTo>
                  <a:pt x="119470" y="105026"/>
                </a:lnTo>
                <a:lnTo>
                  <a:pt x="119470" y="97623"/>
                </a:lnTo>
                <a:lnTo>
                  <a:pt x="102905" y="97623"/>
                </a:lnTo>
                <a:lnTo>
                  <a:pt x="100966" y="96040"/>
                </a:lnTo>
                <a:lnTo>
                  <a:pt x="100966" y="86169"/>
                </a:lnTo>
                <a:close/>
              </a:path>
              <a:path w="120014" h="107950">
                <a:moveTo>
                  <a:pt x="100966" y="0"/>
                </a:moveTo>
                <a:lnTo>
                  <a:pt x="66078" y="2643"/>
                </a:lnTo>
                <a:lnTo>
                  <a:pt x="66078" y="9870"/>
                </a:lnTo>
                <a:lnTo>
                  <a:pt x="82642" y="9870"/>
                </a:lnTo>
                <a:lnTo>
                  <a:pt x="84582" y="11633"/>
                </a:lnTo>
                <a:lnTo>
                  <a:pt x="84582" y="65554"/>
                </a:lnTo>
                <a:lnTo>
                  <a:pt x="82521" y="80005"/>
                </a:lnTo>
                <a:lnTo>
                  <a:pt x="76694" y="91699"/>
                </a:lnTo>
                <a:lnTo>
                  <a:pt x="67629" y="99527"/>
                </a:lnTo>
                <a:lnTo>
                  <a:pt x="55855" y="102382"/>
                </a:lnTo>
                <a:lnTo>
                  <a:pt x="72491" y="102382"/>
                </a:lnTo>
                <a:lnTo>
                  <a:pt x="79477" y="95773"/>
                </a:lnTo>
                <a:lnTo>
                  <a:pt x="85285" y="86169"/>
                </a:lnTo>
                <a:lnTo>
                  <a:pt x="100966" y="86169"/>
                </a:lnTo>
                <a:lnTo>
                  <a:pt x="100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549489" y="5650226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4" h="109220">
                <a:moveTo>
                  <a:pt x="5462" y="66077"/>
                </a:moveTo>
                <a:lnTo>
                  <a:pt x="0" y="66077"/>
                </a:lnTo>
                <a:lnTo>
                  <a:pt x="0" y="109076"/>
                </a:lnTo>
                <a:lnTo>
                  <a:pt x="3703" y="109076"/>
                </a:lnTo>
                <a:lnTo>
                  <a:pt x="8990" y="103790"/>
                </a:lnTo>
                <a:lnTo>
                  <a:pt x="8990" y="103262"/>
                </a:lnTo>
                <a:lnTo>
                  <a:pt x="13216" y="98855"/>
                </a:lnTo>
                <a:lnTo>
                  <a:pt x="23049" y="98855"/>
                </a:lnTo>
                <a:lnTo>
                  <a:pt x="17093" y="94494"/>
                </a:lnTo>
                <a:lnTo>
                  <a:pt x="10629" y="83866"/>
                </a:lnTo>
                <a:lnTo>
                  <a:pt x="6347" y="70133"/>
                </a:lnTo>
                <a:lnTo>
                  <a:pt x="5638" y="66962"/>
                </a:lnTo>
                <a:lnTo>
                  <a:pt x="5462" y="66077"/>
                </a:lnTo>
                <a:close/>
              </a:path>
              <a:path w="78104" h="109220">
                <a:moveTo>
                  <a:pt x="23049" y="98855"/>
                </a:moveTo>
                <a:lnTo>
                  <a:pt x="13216" y="98855"/>
                </a:lnTo>
                <a:lnTo>
                  <a:pt x="21061" y="104616"/>
                </a:lnTo>
                <a:lnTo>
                  <a:pt x="28394" y="107667"/>
                </a:lnTo>
                <a:lnTo>
                  <a:pt x="34701" y="108867"/>
                </a:lnTo>
                <a:lnTo>
                  <a:pt x="39471" y="109076"/>
                </a:lnTo>
                <a:lnTo>
                  <a:pt x="56970" y="106304"/>
                </a:lnTo>
                <a:lnTo>
                  <a:pt x="61010" y="103790"/>
                </a:lnTo>
                <a:lnTo>
                  <a:pt x="39471" y="103790"/>
                </a:lnTo>
                <a:lnTo>
                  <a:pt x="26465" y="101356"/>
                </a:lnTo>
                <a:lnTo>
                  <a:pt x="23049" y="98855"/>
                </a:lnTo>
                <a:close/>
              </a:path>
              <a:path w="78104" h="109220">
                <a:moveTo>
                  <a:pt x="51281" y="0"/>
                </a:moveTo>
                <a:lnTo>
                  <a:pt x="37887" y="0"/>
                </a:lnTo>
                <a:lnTo>
                  <a:pt x="19776" y="2687"/>
                </a:lnTo>
                <a:lnTo>
                  <a:pt x="8107" y="9603"/>
                </a:lnTo>
                <a:lnTo>
                  <a:pt x="1856" y="19030"/>
                </a:lnTo>
                <a:lnTo>
                  <a:pt x="0" y="29249"/>
                </a:lnTo>
                <a:lnTo>
                  <a:pt x="0" y="37531"/>
                </a:lnTo>
                <a:lnTo>
                  <a:pt x="41587" y="60262"/>
                </a:lnTo>
                <a:lnTo>
                  <a:pt x="47598" y="61720"/>
                </a:lnTo>
                <a:lnTo>
                  <a:pt x="55839" y="65176"/>
                </a:lnTo>
                <a:lnTo>
                  <a:pt x="63122" y="71638"/>
                </a:lnTo>
                <a:lnTo>
                  <a:pt x="66258" y="82114"/>
                </a:lnTo>
                <a:lnTo>
                  <a:pt x="64675" y="90630"/>
                </a:lnTo>
                <a:lnTo>
                  <a:pt x="59804" y="97511"/>
                </a:lnTo>
                <a:lnTo>
                  <a:pt x="51463" y="102112"/>
                </a:lnTo>
                <a:lnTo>
                  <a:pt x="39471" y="103790"/>
                </a:lnTo>
                <a:lnTo>
                  <a:pt x="61010" y="103790"/>
                </a:lnTo>
                <a:lnTo>
                  <a:pt x="68834" y="98922"/>
                </a:lnTo>
                <a:lnTo>
                  <a:pt x="75577" y="88335"/>
                </a:lnTo>
                <a:lnTo>
                  <a:pt x="77711" y="75948"/>
                </a:lnTo>
                <a:lnTo>
                  <a:pt x="77711" y="63434"/>
                </a:lnTo>
                <a:lnTo>
                  <a:pt x="30384" y="39802"/>
                </a:lnTo>
                <a:lnTo>
                  <a:pt x="20948" y="36476"/>
                </a:lnTo>
                <a:lnTo>
                  <a:pt x="13989" y="31035"/>
                </a:lnTo>
                <a:lnTo>
                  <a:pt x="11277" y="22555"/>
                </a:lnTo>
                <a:lnTo>
                  <a:pt x="12561" y="16225"/>
                </a:lnTo>
                <a:lnTo>
                  <a:pt x="16917" y="10375"/>
                </a:lnTo>
                <a:lnTo>
                  <a:pt x="25107" y="6078"/>
                </a:lnTo>
                <a:lnTo>
                  <a:pt x="37887" y="4407"/>
                </a:lnTo>
                <a:lnTo>
                  <a:pt x="57357" y="4407"/>
                </a:lnTo>
                <a:lnTo>
                  <a:pt x="51281" y="0"/>
                </a:lnTo>
                <a:close/>
              </a:path>
              <a:path w="78104" h="109220">
                <a:moveTo>
                  <a:pt x="57357" y="4407"/>
                </a:moveTo>
                <a:lnTo>
                  <a:pt x="37887" y="4407"/>
                </a:lnTo>
                <a:lnTo>
                  <a:pt x="53264" y="7881"/>
                </a:lnTo>
                <a:lnTo>
                  <a:pt x="61522" y="16080"/>
                </a:lnTo>
                <a:lnTo>
                  <a:pt x="64923" y="25666"/>
                </a:lnTo>
                <a:lnTo>
                  <a:pt x="65730" y="33304"/>
                </a:lnTo>
                <a:lnTo>
                  <a:pt x="66081" y="35420"/>
                </a:lnTo>
                <a:lnTo>
                  <a:pt x="71720" y="35420"/>
                </a:lnTo>
                <a:lnTo>
                  <a:pt x="71720" y="6518"/>
                </a:lnTo>
                <a:lnTo>
                  <a:pt x="60267" y="6518"/>
                </a:lnTo>
                <a:lnTo>
                  <a:pt x="57357" y="4407"/>
                </a:lnTo>
                <a:close/>
              </a:path>
              <a:path w="78104" h="109220">
                <a:moveTo>
                  <a:pt x="71720" y="0"/>
                </a:moveTo>
                <a:lnTo>
                  <a:pt x="67490" y="0"/>
                </a:lnTo>
                <a:lnTo>
                  <a:pt x="64319" y="2819"/>
                </a:lnTo>
                <a:lnTo>
                  <a:pt x="63614" y="3699"/>
                </a:lnTo>
                <a:lnTo>
                  <a:pt x="61323" y="5815"/>
                </a:lnTo>
                <a:lnTo>
                  <a:pt x="60267" y="6518"/>
                </a:lnTo>
                <a:lnTo>
                  <a:pt x="71720" y="6518"/>
                </a:lnTo>
                <a:lnTo>
                  <a:pt x="71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642881" y="5650226"/>
            <a:ext cx="90805" cy="109220"/>
          </a:xfrm>
          <a:custGeom>
            <a:avLst/>
            <a:gdLst/>
            <a:ahLst/>
            <a:cxnLst/>
            <a:rect l="l" t="t" r="r" b="b"/>
            <a:pathLst>
              <a:path w="90804" h="109220">
                <a:moveTo>
                  <a:pt x="51615" y="0"/>
                </a:moveTo>
                <a:lnTo>
                  <a:pt x="31068" y="4454"/>
                </a:lnTo>
                <a:lnTo>
                  <a:pt x="14712" y="16475"/>
                </a:lnTo>
                <a:lnTo>
                  <a:pt x="3904" y="34048"/>
                </a:lnTo>
                <a:lnTo>
                  <a:pt x="0" y="55156"/>
                </a:lnTo>
                <a:lnTo>
                  <a:pt x="4119" y="76366"/>
                </a:lnTo>
                <a:lnTo>
                  <a:pt x="15245" y="93481"/>
                </a:lnTo>
                <a:lnTo>
                  <a:pt x="31528" y="104913"/>
                </a:lnTo>
                <a:lnTo>
                  <a:pt x="51118" y="109076"/>
                </a:lnTo>
                <a:lnTo>
                  <a:pt x="70741" y="104578"/>
                </a:lnTo>
                <a:lnTo>
                  <a:pt x="72527" y="103086"/>
                </a:lnTo>
                <a:lnTo>
                  <a:pt x="53374" y="103086"/>
                </a:lnTo>
                <a:lnTo>
                  <a:pt x="42774" y="100891"/>
                </a:lnTo>
                <a:lnTo>
                  <a:pt x="31804" y="93195"/>
                </a:lnTo>
                <a:lnTo>
                  <a:pt x="23210" y="78329"/>
                </a:lnTo>
                <a:lnTo>
                  <a:pt x="19735" y="54624"/>
                </a:lnTo>
                <a:lnTo>
                  <a:pt x="22990" y="30644"/>
                </a:lnTo>
                <a:lnTo>
                  <a:pt x="31101" y="15683"/>
                </a:lnTo>
                <a:lnTo>
                  <a:pt x="41589" y="7990"/>
                </a:lnTo>
                <a:lnTo>
                  <a:pt x="51976" y="5815"/>
                </a:lnTo>
                <a:lnTo>
                  <a:pt x="74866" y="5815"/>
                </a:lnTo>
                <a:lnTo>
                  <a:pt x="65063" y="1684"/>
                </a:lnTo>
                <a:lnTo>
                  <a:pt x="51615" y="0"/>
                </a:lnTo>
                <a:close/>
              </a:path>
              <a:path w="90804" h="109220">
                <a:moveTo>
                  <a:pt x="90591" y="75772"/>
                </a:moveTo>
                <a:lnTo>
                  <a:pt x="85448" y="75772"/>
                </a:lnTo>
                <a:lnTo>
                  <a:pt x="84952" y="76651"/>
                </a:lnTo>
                <a:lnTo>
                  <a:pt x="84410" y="78063"/>
                </a:lnTo>
                <a:lnTo>
                  <a:pt x="77911" y="91340"/>
                </a:lnTo>
                <a:lnTo>
                  <a:pt x="69636" y="98901"/>
                </a:lnTo>
                <a:lnTo>
                  <a:pt x="60989" y="102299"/>
                </a:lnTo>
                <a:lnTo>
                  <a:pt x="53374" y="103086"/>
                </a:lnTo>
                <a:lnTo>
                  <a:pt x="72527" y="103086"/>
                </a:lnTo>
                <a:lnTo>
                  <a:pt x="82815" y="94495"/>
                </a:lnTo>
                <a:lnTo>
                  <a:pt x="88909" y="83950"/>
                </a:lnTo>
                <a:lnTo>
                  <a:pt x="90515" y="78329"/>
                </a:lnTo>
                <a:lnTo>
                  <a:pt x="90591" y="75772"/>
                </a:lnTo>
                <a:close/>
              </a:path>
              <a:path w="90804" h="109220">
                <a:moveTo>
                  <a:pt x="74866" y="5815"/>
                </a:moveTo>
                <a:lnTo>
                  <a:pt x="51976" y="5815"/>
                </a:lnTo>
                <a:lnTo>
                  <a:pt x="55671" y="6002"/>
                </a:lnTo>
                <a:lnTo>
                  <a:pt x="62357" y="7048"/>
                </a:lnTo>
                <a:lnTo>
                  <a:pt x="70201" y="9680"/>
                </a:lnTo>
                <a:lnTo>
                  <a:pt x="77373" y="14625"/>
                </a:lnTo>
                <a:lnTo>
                  <a:pt x="67674" y="15328"/>
                </a:lnTo>
                <a:lnTo>
                  <a:pt x="66095" y="22555"/>
                </a:lnTo>
                <a:lnTo>
                  <a:pt x="66095" y="31717"/>
                </a:lnTo>
                <a:lnTo>
                  <a:pt x="70471" y="36476"/>
                </a:lnTo>
                <a:lnTo>
                  <a:pt x="83372" y="36476"/>
                </a:lnTo>
                <a:lnTo>
                  <a:pt x="88110" y="32420"/>
                </a:lnTo>
                <a:lnTo>
                  <a:pt x="88110" y="25374"/>
                </a:lnTo>
                <a:lnTo>
                  <a:pt x="84989" y="14570"/>
                </a:lnTo>
                <a:lnTo>
                  <a:pt x="76747" y="6607"/>
                </a:lnTo>
                <a:lnTo>
                  <a:pt x="74866" y="58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748629" y="5591722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4" h="165100">
                <a:moveTo>
                  <a:pt x="52689" y="157535"/>
                </a:moveTo>
                <a:lnTo>
                  <a:pt x="0" y="157535"/>
                </a:lnTo>
                <a:lnTo>
                  <a:pt x="0" y="164937"/>
                </a:lnTo>
                <a:lnTo>
                  <a:pt x="20883" y="164315"/>
                </a:lnTo>
                <a:lnTo>
                  <a:pt x="26435" y="164229"/>
                </a:lnTo>
                <a:lnTo>
                  <a:pt x="52689" y="164229"/>
                </a:lnTo>
                <a:lnTo>
                  <a:pt x="52689" y="157535"/>
                </a:lnTo>
                <a:close/>
              </a:path>
              <a:path w="52704" h="165100">
                <a:moveTo>
                  <a:pt x="52689" y="164229"/>
                </a:moveTo>
                <a:lnTo>
                  <a:pt x="26435" y="164229"/>
                </a:lnTo>
                <a:lnTo>
                  <a:pt x="31755" y="164315"/>
                </a:lnTo>
                <a:lnTo>
                  <a:pt x="52689" y="164937"/>
                </a:lnTo>
                <a:lnTo>
                  <a:pt x="52689" y="164229"/>
                </a:lnTo>
                <a:close/>
              </a:path>
              <a:path w="52704" h="165100">
                <a:moveTo>
                  <a:pt x="34149" y="0"/>
                </a:moveTo>
                <a:lnTo>
                  <a:pt x="0" y="2643"/>
                </a:lnTo>
                <a:lnTo>
                  <a:pt x="0" y="10046"/>
                </a:lnTo>
                <a:lnTo>
                  <a:pt x="16555" y="10046"/>
                </a:lnTo>
                <a:lnTo>
                  <a:pt x="18496" y="11629"/>
                </a:lnTo>
                <a:lnTo>
                  <a:pt x="18496" y="157535"/>
                </a:lnTo>
                <a:lnTo>
                  <a:pt x="34149" y="157535"/>
                </a:lnTo>
                <a:lnTo>
                  <a:pt x="34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812911" y="5650226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531" y="0"/>
                </a:moveTo>
                <a:lnTo>
                  <a:pt x="30126" y="4289"/>
                </a:lnTo>
                <a:lnTo>
                  <a:pt x="14396" y="15947"/>
                </a:lnTo>
                <a:lnTo>
                  <a:pt x="3850" y="33155"/>
                </a:lnTo>
                <a:lnTo>
                  <a:pt x="0" y="54096"/>
                </a:lnTo>
                <a:lnTo>
                  <a:pt x="4339" y="76142"/>
                </a:lnTo>
                <a:lnTo>
                  <a:pt x="15935" y="93546"/>
                </a:lnTo>
                <a:lnTo>
                  <a:pt x="32657" y="104971"/>
                </a:lnTo>
                <a:lnTo>
                  <a:pt x="52373" y="109076"/>
                </a:lnTo>
                <a:lnTo>
                  <a:pt x="70741" y="104875"/>
                </a:lnTo>
                <a:lnTo>
                  <a:pt x="73029" y="103086"/>
                </a:lnTo>
                <a:lnTo>
                  <a:pt x="53771" y="103086"/>
                </a:lnTo>
                <a:lnTo>
                  <a:pt x="45366" y="101847"/>
                </a:lnTo>
                <a:lnTo>
                  <a:pt x="20660" y="68282"/>
                </a:lnTo>
                <a:lnTo>
                  <a:pt x="19758" y="51453"/>
                </a:lnTo>
                <a:lnTo>
                  <a:pt x="91979" y="51453"/>
                </a:lnTo>
                <a:lnTo>
                  <a:pt x="91979" y="46517"/>
                </a:lnTo>
                <a:lnTo>
                  <a:pt x="19938" y="46517"/>
                </a:lnTo>
                <a:lnTo>
                  <a:pt x="24087" y="25106"/>
                </a:lnTo>
                <a:lnTo>
                  <a:pt x="32282" y="12533"/>
                </a:lnTo>
                <a:lnTo>
                  <a:pt x="41704" y="6600"/>
                </a:lnTo>
                <a:lnTo>
                  <a:pt x="49531" y="5110"/>
                </a:lnTo>
                <a:lnTo>
                  <a:pt x="70116" y="5110"/>
                </a:lnTo>
                <a:lnTo>
                  <a:pt x="68648" y="3948"/>
                </a:lnTo>
                <a:lnTo>
                  <a:pt x="49531" y="0"/>
                </a:lnTo>
                <a:close/>
              </a:path>
              <a:path w="92075" h="109220">
                <a:moveTo>
                  <a:pt x="90040" y="75244"/>
                </a:moveTo>
                <a:lnTo>
                  <a:pt x="86702" y="75244"/>
                </a:lnTo>
                <a:lnTo>
                  <a:pt x="85845" y="78591"/>
                </a:lnTo>
                <a:lnTo>
                  <a:pt x="77655" y="92752"/>
                </a:lnTo>
                <a:lnTo>
                  <a:pt x="67558" y="100024"/>
                </a:lnTo>
                <a:lnTo>
                  <a:pt x="58586" y="102703"/>
                </a:lnTo>
                <a:lnTo>
                  <a:pt x="53771" y="103086"/>
                </a:lnTo>
                <a:lnTo>
                  <a:pt x="73029" y="103086"/>
                </a:lnTo>
                <a:lnTo>
                  <a:pt x="83003" y="95287"/>
                </a:lnTo>
                <a:lnTo>
                  <a:pt x="89851" y="84841"/>
                </a:lnTo>
                <a:lnTo>
                  <a:pt x="91979" y="78063"/>
                </a:lnTo>
                <a:lnTo>
                  <a:pt x="91979" y="75772"/>
                </a:lnTo>
                <a:lnTo>
                  <a:pt x="90040" y="75244"/>
                </a:lnTo>
                <a:close/>
              </a:path>
              <a:path w="92075" h="109220">
                <a:moveTo>
                  <a:pt x="70116" y="5110"/>
                </a:moveTo>
                <a:lnTo>
                  <a:pt x="49531" y="5110"/>
                </a:lnTo>
                <a:lnTo>
                  <a:pt x="64052" y="10267"/>
                </a:lnTo>
                <a:lnTo>
                  <a:pt x="72115" y="22312"/>
                </a:lnTo>
                <a:lnTo>
                  <a:pt x="75584" y="36108"/>
                </a:lnTo>
                <a:lnTo>
                  <a:pt x="76326" y="46517"/>
                </a:lnTo>
                <a:lnTo>
                  <a:pt x="91979" y="46517"/>
                </a:lnTo>
                <a:lnTo>
                  <a:pt x="89508" y="29288"/>
                </a:lnTo>
                <a:lnTo>
                  <a:pt x="81852" y="14404"/>
                </a:lnTo>
                <a:lnTo>
                  <a:pt x="70116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999353" y="5589079"/>
            <a:ext cx="1358952" cy="17022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6690317" y="5593662"/>
            <a:ext cx="170180" cy="163195"/>
          </a:xfrm>
          <a:custGeom>
            <a:avLst/>
            <a:gdLst/>
            <a:ahLst/>
            <a:cxnLst/>
            <a:rect l="l" t="t" r="r" b="b"/>
            <a:pathLst>
              <a:path w="170179" h="163195">
                <a:moveTo>
                  <a:pt x="141413" y="82466"/>
                </a:moveTo>
                <a:lnTo>
                  <a:pt x="102897" y="82466"/>
                </a:lnTo>
                <a:lnTo>
                  <a:pt x="107524" y="82626"/>
                </a:lnTo>
                <a:lnTo>
                  <a:pt x="113695" y="83744"/>
                </a:lnTo>
                <a:lnTo>
                  <a:pt x="134778" y="118767"/>
                </a:lnTo>
                <a:lnTo>
                  <a:pt x="134258" y="124984"/>
                </a:lnTo>
                <a:lnTo>
                  <a:pt x="130518" y="136300"/>
                </a:lnTo>
                <a:lnTo>
                  <a:pt x="120366" y="147088"/>
                </a:lnTo>
                <a:lnTo>
                  <a:pt x="100596" y="151896"/>
                </a:lnTo>
                <a:lnTo>
                  <a:pt x="0" y="151896"/>
                </a:lnTo>
                <a:lnTo>
                  <a:pt x="0" y="162998"/>
                </a:lnTo>
                <a:lnTo>
                  <a:pt x="110294" y="162998"/>
                </a:lnTo>
                <a:lnTo>
                  <a:pt x="136223" y="159357"/>
                </a:lnTo>
                <a:lnTo>
                  <a:pt x="154780" y="149604"/>
                </a:lnTo>
                <a:lnTo>
                  <a:pt x="165936" y="135490"/>
                </a:lnTo>
                <a:lnTo>
                  <a:pt x="169661" y="118767"/>
                </a:lnTo>
                <a:lnTo>
                  <a:pt x="166028" y="103087"/>
                </a:lnTo>
                <a:lnTo>
                  <a:pt x="155920" y="90595"/>
                </a:lnTo>
                <a:lnTo>
                  <a:pt x="141413" y="82466"/>
                </a:lnTo>
                <a:close/>
              </a:path>
              <a:path w="170179" h="163195">
                <a:moveTo>
                  <a:pt x="56884" y="11101"/>
                </a:moveTo>
                <a:lnTo>
                  <a:pt x="25713" y="11101"/>
                </a:lnTo>
                <a:lnTo>
                  <a:pt x="25713" y="151896"/>
                </a:lnTo>
                <a:lnTo>
                  <a:pt x="56884" y="151896"/>
                </a:lnTo>
                <a:lnTo>
                  <a:pt x="56884" y="82466"/>
                </a:lnTo>
                <a:lnTo>
                  <a:pt x="141413" y="82466"/>
                </a:lnTo>
                <a:lnTo>
                  <a:pt x="140526" y="81969"/>
                </a:lnTo>
                <a:lnTo>
                  <a:pt x="121034" y="77887"/>
                </a:lnTo>
                <a:lnTo>
                  <a:pt x="134656" y="73832"/>
                </a:lnTo>
                <a:lnTo>
                  <a:pt x="56884" y="73832"/>
                </a:lnTo>
                <a:lnTo>
                  <a:pt x="56884" y="11101"/>
                </a:lnTo>
                <a:close/>
              </a:path>
              <a:path w="170179" h="163195">
                <a:moveTo>
                  <a:pt x="103258" y="0"/>
                </a:moveTo>
                <a:lnTo>
                  <a:pt x="0" y="0"/>
                </a:lnTo>
                <a:lnTo>
                  <a:pt x="0" y="11101"/>
                </a:lnTo>
                <a:lnTo>
                  <a:pt x="100055" y="11101"/>
                </a:lnTo>
                <a:lnTo>
                  <a:pt x="114612" y="14218"/>
                </a:lnTo>
                <a:lnTo>
                  <a:pt x="123240" y="21895"/>
                </a:lnTo>
                <a:lnTo>
                  <a:pt x="127368" y="31619"/>
                </a:lnTo>
                <a:lnTo>
                  <a:pt x="128427" y="40879"/>
                </a:lnTo>
                <a:lnTo>
                  <a:pt x="126277" y="53760"/>
                </a:lnTo>
                <a:lnTo>
                  <a:pt x="119818" y="64229"/>
                </a:lnTo>
                <a:lnTo>
                  <a:pt x="109037" y="71260"/>
                </a:lnTo>
                <a:lnTo>
                  <a:pt x="93921" y="73832"/>
                </a:lnTo>
                <a:lnTo>
                  <a:pt x="134656" y="73832"/>
                </a:lnTo>
                <a:lnTo>
                  <a:pt x="138295" y="72749"/>
                </a:lnTo>
                <a:lnTo>
                  <a:pt x="151201" y="64538"/>
                </a:lnTo>
                <a:lnTo>
                  <a:pt x="159286" y="53749"/>
                </a:lnTo>
                <a:lnTo>
                  <a:pt x="162085" y="40879"/>
                </a:lnTo>
                <a:lnTo>
                  <a:pt x="158266" y="25275"/>
                </a:lnTo>
                <a:lnTo>
                  <a:pt x="147001" y="12247"/>
                </a:lnTo>
                <a:lnTo>
                  <a:pt x="128570" y="3315"/>
                </a:lnTo>
                <a:lnTo>
                  <a:pt x="10325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6882534" y="5648994"/>
            <a:ext cx="125730" cy="109220"/>
          </a:xfrm>
          <a:custGeom>
            <a:avLst/>
            <a:gdLst/>
            <a:ahLst/>
            <a:cxnLst/>
            <a:rect l="l" t="t" r="r" b="b"/>
            <a:pathLst>
              <a:path w="125729" h="109220">
                <a:moveTo>
                  <a:pt x="87460" y="8458"/>
                </a:moveTo>
                <a:lnTo>
                  <a:pt x="51107" y="8458"/>
                </a:lnTo>
                <a:lnTo>
                  <a:pt x="62729" y="10310"/>
                </a:lnTo>
                <a:lnTo>
                  <a:pt x="70920" y="15748"/>
                </a:lnTo>
                <a:lnTo>
                  <a:pt x="75770" y="24588"/>
                </a:lnTo>
                <a:lnTo>
                  <a:pt x="77367" y="36652"/>
                </a:lnTo>
                <a:lnTo>
                  <a:pt x="77367" y="44578"/>
                </a:lnTo>
                <a:lnTo>
                  <a:pt x="58139" y="45956"/>
                </a:lnTo>
                <a:lnTo>
                  <a:pt x="32338" y="50702"/>
                </a:lnTo>
                <a:lnTo>
                  <a:pt x="9709" y="61727"/>
                </a:lnTo>
                <a:lnTo>
                  <a:pt x="0" y="81938"/>
                </a:lnTo>
                <a:lnTo>
                  <a:pt x="4861" y="95842"/>
                </a:lnTo>
                <a:lnTo>
                  <a:pt x="16797" y="104095"/>
                </a:lnTo>
                <a:lnTo>
                  <a:pt x="31837" y="108054"/>
                </a:lnTo>
                <a:lnTo>
                  <a:pt x="46012" y="109072"/>
                </a:lnTo>
                <a:lnTo>
                  <a:pt x="58757" y="107401"/>
                </a:lnTo>
                <a:lnTo>
                  <a:pt x="68790" y="102971"/>
                </a:lnTo>
                <a:lnTo>
                  <a:pt x="71780" y="100438"/>
                </a:lnTo>
                <a:lnTo>
                  <a:pt x="49532" y="100438"/>
                </a:lnTo>
                <a:lnTo>
                  <a:pt x="41002" y="98981"/>
                </a:lnTo>
                <a:lnTo>
                  <a:pt x="34114" y="94998"/>
                </a:lnTo>
                <a:lnTo>
                  <a:pt x="29510" y="89065"/>
                </a:lnTo>
                <a:lnTo>
                  <a:pt x="27833" y="81763"/>
                </a:lnTo>
                <a:lnTo>
                  <a:pt x="33891" y="66353"/>
                </a:lnTo>
                <a:lnTo>
                  <a:pt x="48115" y="57486"/>
                </a:lnTo>
                <a:lnTo>
                  <a:pt x="64582" y="53312"/>
                </a:lnTo>
                <a:lnTo>
                  <a:pt x="77367" y="51980"/>
                </a:lnTo>
                <a:lnTo>
                  <a:pt x="104519" y="51980"/>
                </a:lnTo>
                <a:lnTo>
                  <a:pt x="104519" y="36652"/>
                </a:lnTo>
                <a:lnTo>
                  <a:pt x="101320" y="22003"/>
                </a:lnTo>
                <a:lnTo>
                  <a:pt x="91613" y="10395"/>
                </a:lnTo>
                <a:lnTo>
                  <a:pt x="87460" y="8458"/>
                </a:lnTo>
                <a:close/>
              </a:path>
              <a:path w="125729" h="109220">
                <a:moveTo>
                  <a:pt x="104519" y="89337"/>
                </a:moveTo>
                <a:lnTo>
                  <a:pt x="81244" y="89337"/>
                </a:lnTo>
                <a:lnTo>
                  <a:pt x="81632" y="95323"/>
                </a:lnTo>
                <a:lnTo>
                  <a:pt x="84351" y="101277"/>
                </a:lnTo>
                <a:lnTo>
                  <a:pt x="91730" y="105842"/>
                </a:lnTo>
                <a:lnTo>
                  <a:pt x="106100" y="107665"/>
                </a:lnTo>
                <a:lnTo>
                  <a:pt x="125140" y="107665"/>
                </a:lnTo>
                <a:lnTo>
                  <a:pt x="125140" y="96563"/>
                </a:lnTo>
                <a:lnTo>
                  <a:pt x="118959" y="96563"/>
                </a:lnTo>
                <a:lnTo>
                  <a:pt x="104519" y="96211"/>
                </a:lnTo>
                <a:lnTo>
                  <a:pt x="104519" y="89337"/>
                </a:lnTo>
                <a:close/>
              </a:path>
              <a:path w="125729" h="109220">
                <a:moveTo>
                  <a:pt x="104519" y="51980"/>
                </a:moveTo>
                <a:lnTo>
                  <a:pt x="77367" y="51980"/>
                </a:lnTo>
                <a:lnTo>
                  <a:pt x="77367" y="74535"/>
                </a:lnTo>
                <a:lnTo>
                  <a:pt x="73861" y="88247"/>
                </a:lnTo>
                <a:lnTo>
                  <a:pt x="65698" y="96077"/>
                </a:lnTo>
                <a:lnTo>
                  <a:pt x="56411" y="99612"/>
                </a:lnTo>
                <a:lnTo>
                  <a:pt x="49532" y="100438"/>
                </a:lnTo>
                <a:lnTo>
                  <a:pt x="71780" y="100438"/>
                </a:lnTo>
                <a:lnTo>
                  <a:pt x="76242" y="96658"/>
                </a:lnTo>
                <a:lnTo>
                  <a:pt x="81244" y="89337"/>
                </a:lnTo>
                <a:lnTo>
                  <a:pt x="104519" y="89337"/>
                </a:lnTo>
                <a:lnTo>
                  <a:pt x="104519" y="51980"/>
                </a:lnTo>
                <a:close/>
              </a:path>
              <a:path w="125729" h="109220">
                <a:moveTo>
                  <a:pt x="52014" y="0"/>
                </a:moveTo>
                <a:lnTo>
                  <a:pt x="39721" y="465"/>
                </a:lnTo>
                <a:lnTo>
                  <a:pt x="25742" y="3060"/>
                </a:lnTo>
                <a:lnTo>
                  <a:pt x="14277" y="9587"/>
                </a:lnTo>
                <a:lnTo>
                  <a:pt x="9522" y="21847"/>
                </a:lnTo>
                <a:lnTo>
                  <a:pt x="9522" y="32244"/>
                </a:lnTo>
                <a:lnTo>
                  <a:pt x="17820" y="36828"/>
                </a:lnTo>
                <a:lnTo>
                  <a:pt x="31711" y="36828"/>
                </a:lnTo>
                <a:lnTo>
                  <a:pt x="39288" y="31893"/>
                </a:lnTo>
                <a:lnTo>
                  <a:pt x="39288" y="14801"/>
                </a:lnTo>
                <a:lnTo>
                  <a:pt x="34735" y="10745"/>
                </a:lnTo>
                <a:lnTo>
                  <a:pt x="34014" y="10217"/>
                </a:lnTo>
                <a:lnTo>
                  <a:pt x="40737" y="8810"/>
                </a:lnTo>
                <a:lnTo>
                  <a:pt x="48315" y="8458"/>
                </a:lnTo>
                <a:lnTo>
                  <a:pt x="87460" y="8458"/>
                </a:lnTo>
                <a:lnTo>
                  <a:pt x="75232" y="2753"/>
                </a:lnTo>
                <a:lnTo>
                  <a:pt x="52014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7018765" y="5649698"/>
            <a:ext cx="135890" cy="107314"/>
          </a:xfrm>
          <a:custGeom>
            <a:avLst/>
            <a:gdLst/>
            <a:ahLst/>
            <a:cxnLst/>
            <a:rect l="l" t="t" r="r" b="b"/>
            <a:pathLst>
              <a:path w="135890" h="107314">
                <a:moveTo>
                  <a:pt x="59909" y="95859"/>
                </a:moveTo>
                <a:lnTo>
                  <a:pt x="0" y="95859"/>
                </a:lnTo>
                <a:lnTo>
                  <a:pt x="0" y="106961"/>
                </a:lnTo>
                <a:lnTo>
                  <a:pt x="22326" y="106338"/>
                </a:lnTo>
                <a:lnTo>
                  <a:pt x="29958" y="106252"/>
                </a:lnTo>
                <a:lnTo>
                  <a:pt x="59909" y="106252"/>
                </a:lnTo>
                <a:lnTo>
                  <a:pt x="59909" y="95859"/>
                </a:lnTo>
                <a:close/>
              </a:path>
              <a:path w="135890" h="107314">
                <a:moveTo>
                  <a:pt x="59909" y="106252"/>
                </a:moveTo>
                <a:lnTo>
                  <a:pt x="29958" y="106252"/>
                </a:lnTo>
                <a:lnTo>
                  <a:pt x="37560" y="106338"/>
                </a:lnTo>
                <a:lnTo>
                  <a:pt x="59909" y="106961"/>
                </a:lnTo>
                <a:lnTo>
                  <a:pt x="59909" y="106252"/>
                </a:lnTo>
                <a:close/>
              </a:path>
              <a:path w="135890" h="107314">
                <a:moveTo>
                  <a:pt x="135517" y="95859"/>
                </a:moveTo>
                <a:lnTo>
                  <a:pt x="75606" y="95859"/>
                </a:lnTo>
                <a:lnTo>
                  <a:pt x="75606" y="106961"/>
                </a:lnTo>
                <a:lnTo>
                  <a:pt x="97856" y="106338"/>
                </a:lnTo>
                <a:lnTo>
                  <a:pt x="105380" y="106252"/>
                </a:lnTo>
                <a:lnTo>
                  <a:pt x="135517" y="106252"/>
                </a:lnTo>
                <a:lnTo>
                  <a:pt x="135517" y="95859"/>
                </a:lnTo>
                <a:close/>
              </a:path>
              <a:path w="135890" h="107314">
                <a:moveTo>
                  <a:pt x="135517" y="106252"/>
                </a:moveTo>
                <a:lnTo>
                  <a:pt x="105380" y="106252"/>
                </a:lnTo>
                <a:lnTo>
                  <a:pt x="113083" y="106338"/>
                </a:lnTo>
                <a:lnTo>
                  <a:pt x="135517" y="106961"/>
                </a:lnTo>
                <a:lnTo>
                  <a:pt x="135517" y="106252"/>
                </a:lnTo>
                <a:close/>
              </a:path>
              <a:path w="135890" h="107314">
                <a:moveTo>
                  <a:pt x="40871" y="0"/>
                </a:moveTo>
                <a:lnTo>
                  <a:pt x="0" y="1935"/>
                </a:lnTo>
                <a:lnTo>
                  <a:pt x="0" y="13036"/>
                </a:lnTo>
                <a:lnTo>
                  <a:pt x="16379" y="13036"/>
                </a:lnTo>
                <a:lnTo>
                  <a:pt x="16379" y="95859"/>
                </a:lnTo>
                <a:lnTo>
                  <a:pt x="43530" y="95859"/>
                </a:lnTo>
                <a:lnTo>
                  <a:pt x="43530" y="46165"/>
                </a:lnTo>
                <a:lnTo>
                  <a:pt x="46954" y="29373"/>
                </a:lnTo>
                <a:lnTo>
                  <a:pt x="49652" y="25726"/>
                </a:lnTo>
                <a:lnTo>
                  <a:pt x="40871" y="25726"/>
                </a:lnTo>
                <a:lnTo>
                  <a:pt x="40871" y="0"/>
                </a:lnTo>
                <a:close/>
              </a:path>
              <a:path w="135890" h="107314">
                <a:moveTo>
                  <a:pt x="110194" y="8634"/>
                </a:moveTo>
                <a:lnTo>
                  <a:pt x="78764" y="8634"/>
                </a:lnTo>
                <a:lnTo>
                  <a:pt x="84255" y="9686"/>
                </a:lnTo>
                <a:lnTo>
                  <a:pt x="88419" y="13348"/>
                </a:lnTo>
                <a:lnTo>
                  <a:pt x="91061" y="20379"/>
                </a:lnTo>
                <a:lnTo>
                  <a:pt x="91986" y="31540"/>
                </a:lnTo>
                <a:lnTo>
                  <a:pt x="91986" y="95859"/>
                </a:lnTo>
                <a:lnTo>
                  <a:pt x="118959" y="95859"/>
                </a:lnTo>
                <a:lnTo>
                  <a:pt x="118959" y="34184"/>
                </a:lnTo>
                <a:lnTo>
                  <a:pt x="116600" y="18360"/>
                </a:lnTo>
                <a:lnTo>
                  <a:pt x="110194" y="8634"/>
                </a:lnTo>
                <a:close/>
              </a:path>
              <a:path w="135890" h="107314">
                <a:moveTo>
                  <a:pt x="82463" y="0"/>
                </a:moveTo>
                <a:lnTo>
                  <a:pt x="67165" y="2310"/>
                </a:lnTo>
                <a:lnTo>
                  <a:pt x="55391" y="8304"/>
                </a:lnTo>
                <a:lnTo>
                  <a:pt x="46754" y="16577"/>
                </a:lnTo>
                <a:lnTo>
                  <a:pt x="40871" y="25726"/>
                </a:lnTo>
                <a:lnTo>
                  <a:pt x="49652" y="25726"/>
                </a:lnTo>
                <a:lnTo>
                  <a:pt x="55598" y="17686"/>
                </a:lnTo>
                <a:lnTo>
                  <a:pt x="67015" y="10856"/>
                </a:lnTo>
                <a:lnTo>
                  <a:pt x="78764" y="8634"/>
                </a:lnTo>
                <a:lnTo>
                  <a:pt x="110194" y="8634"/>
                </a:lnTo>
                <a:lnTo>
                  <a:pt x="109627" y="7774"/>
                </a:lnTo>
                <a:lnTo>
                  <a:pt x="98197" y="1847"/>
                </a:lnTo>
                <a:lnTo>
                  <a:pt x="8246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7167134" y="5648994"/>
            <a:ext cx="125095" cy="109220"/>
          </a:xfrm>
          <a:custGeom>
            <a:avLst/>
            <a:gdLst/>
            <a:ahLst/>
            <a:cxnLst/>
            <a:rect l="l" t="t" r="r" b="b"/>
            <a:pathLst>
              <a:path w="125095" h="109220">
                <a:moveTo>
                  <a:pt x="87340" y="8458"/>
                </a:moveTo>
                <a:lnTo>
                  <a:pt x="51114" y="8458"/>
                </a:lnTo>
                <a:lnTo>
                  <a:pt x="62685" y="10310"/>
                </a:lnTo>
                <a:lnTo>
                  <a:pt x="70815" y="15748"/>
                </a:lnTo>
                <a:lnTo>
                  <a:pt x="75613" y="24588"/>
                </a:lnTo>
                <a:lnTo>
                  <a:pt x="77189" y="36652"/>
                </a:lnTo>
                <a:lnTo>
                  <a:pt x="77189" y="44578"/>
                </a:lnTo>
                <a:lnTo>
                  <a:pt x="58067" y="45956"/>
                </a:lnTo>
                <a:lnTo>
                  <a:pt x="32318" y="50702"/>
                </a:lnTo>
                <a:lnTo>
                  <a:pt x="9707" y="61727"/>
                </a:lnTo>
                <a:lnTo>
                  <a:pt x="0" y="81938"/>
                </a:lnTo>
                <a:lnTo>
                  <a:pt x="4852" y="95842"/>
                </a:lnTo>
                <a:lnTo>
                  <a:pt x="16760" y="104095"/>
                </a:lnTo>
                <a:lnTo>
                  <a:pt x="31746" y="108054"/>
                </a:lnTo>
                <a:lnTo>
                  <a:pt x="45834" y="109072"/>
                </a:lnTo>
                <a:lnTo>
                  <a:pt x="58656" y="107401"/>
                </a:lnTo>
                <a:lnTo>
                  <a:pt x="68733" y="102971"/>
                </a:lnTo>
                <a:lnTo>
                  <a:pt x="71735" y="100438"/>
                </a:lnTo>
                <a:lnTo>
                  <a:pt x="49533" y="100438"/>
                </a:lnTo>
                <a:lnTo>
                  <a:pt x="41003" y="98981"/>
                </a:lnTo>
                <a:lnTo>
                  <a:pt x="34114" y="94998"/>
                </a:lnTo>
                <a:lnTo>
                  <a:pt x="29510" y="89065"/>
                </a:lnTo>
                <a:lnTo>
                  <a:pt x="27833" y="81763"/>
                </a:lnTo>
                <a:lnTo>
                  <a:pt x="33883" y="66353"/>
                </a:lnTo>
                <a:lnTo>
                  <a:pt x="48078" y="57486"/>
                </a:lnTo>
                <a:lnTo>
                  <a:pt x="64490" y="53312"/>
                </a:lnTo>
                <a:lnTo>
                  <a:pt x="77189" y="51980"/>
                </a:lnTo>
                <a:lnTo>
                  <a:pt x="104294" y="51980"/>
                </a:lnTo>
                <a:lnTo>
                  <a:pt x="104294" y="36652"/>
                </a:lnTo>
                <a:lnTo>
                  <a:pt x="101123" y="22003"/>
                </a:lnTo>
                <a:lnTo>
                  <a:pt x="91478" y="10395"/>
                </a:lnTo>
                <a:lnTo>
                  <a:pt x="87340" y="8458"/>
                </a:lnTo>
                <a:close/>
              </a:path>
              <a:path w="125095" h="109220">
                <a:moveTo>
                  <a:pt x="104294" y="89337"/>
                </a:moveTo>
                <a:lnTo>
                  <a:pt x="81245" y="89337"/>
                </a:lnTo>
                <a:lnTo>
                  <a:pt x="81633" y="95323"/>
                </a:lnTo>
                <a:lnTo>
                  <a:pt x="84346" y="101277"/>
                </a:lnTo>
                <a:lnTo>
                  <a:pt x="91712" y="105842"/>
                </a:lnTo>
                <a:lnTo>
                  <a:pt x="106055" y="107665"/>
                </a:lnTo>
                <a:lnTo>
                  <a:pt x="125093" y="107665"/>
                </a:lnTo>
                <a:lnTo>
                  <a:pt x="125093" y="96563"/>
                </a:lnTo>
                <a:lnTo>
                  <a:pt x="118959" y="96563"/>
                </a:lnTo>
                <a:lnTo>
                  <a:pt x="104294" y="96211"/>
                </a:lnTo>
                <a:lnTo>
                  <a:pt x="104294" y="89337"/>
                </a:lnTo>
                <a:close/>
              </a:path>
              <a:path w="125095" h="109220">
                <a:moveTo>
                  <a:pt x="104294" y="51980"/>
                </a:moveTo>
                <a:lnTo>
                  <a:pt x="77189" y="51980"/>
                </a:lnTo>
                <a:lnTo>
                  <a:pt x="77189" y="74535"/>
                </a:lnTo>
                <a:lnTo>
                  <a:pt x="73705" y="88247"/>
                </a:lnTo>
                <a:lnTo>
                  <a:pt x="65594" y="96077"/>
                </a:lnTo>
                <a:lnTo>
                  <a:pt x="56367" y="99612"/>
                </a:lnTo>
                <a:lnTo>
                  <a:pt x="49533" y="100438"/>
                </a:lnTo>
                <a:lnTo>
                  <a:pt x="71735" y="100438"/>
                </a:lnTo>
                <a:lnTo>
                  <a:pt x="76214" y="96658"/>
                </a:lnTo>
                <a:lnTo>
                  <a:pt x="81245" y="89337"/>
                </a:lnTo>
                <a:lnTo>
                  <a:pt x="104294" y="89337"/>
                </a:lnTo>
                <a:lnTo>
                  <a:pt x="104294" y="51980"/>
                </a:lnTo>
                <a:close/>
              </a:path>
              <a:path w="125095" h="109220">
                <a:moveTo>
                  <a:pt x="51968" y="0"/>
                </a:moveTo>
                <a:lnTo>
                  <a:pt x="39685" y="465"/>
                </a:lnTo>
                <a:lnTo>
                  <a:pt x="25722" y="3060"/>
                </a:lnTo>
                <a:lnTo>
                  <a:pt x="14271" y="9587"/>
                </a:lnTo>
                <a:lnTo>
                  <a:pt x="9522" y="21847"/>
                </a:lnTo>
                <a:lnTo>
                  <a:pt x="9522" y="32244"/>
                </a:lnTo>
                <a:lnTo>
                  <a:pt x="17774" y="36828"/>
                </a:lnTo>
                <a:lnTo>
                  <a:pt x="31711" y="36828"/>
                </a:lnTo>
                <a:lnTo>
                  <a:pt x="39296" y="31893"/>
                </a:lnTo>
                <a:lnTo>
                  <a:pt x="39296" y="14801"/>
                </a:lnTo>
                <a:lnTo>
                  <a:pt x="34690" y="10745"/>
                </a:lnTo>
                <a:lnTo>
                  <a:pt x="34014" y="10217"/>
                </a:lnTo>
                <a:lnTo>
                  <a:pt x="40692" y="8810"/>
                </a:lnTo>
                <a:lnTo>
                  <a:pt x="48268" y="8458"/>
                </a:lnTo>
                <a:lnTo>
                  <a:pt x="87340" y="8458"/>
                </a:lnTo>
                <a:lnTo>
                  <a:pt x="75159" y="2753"/>
                </a:lnTo>
                <a:lnTo>
                  <a:pt x="5196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7300707" y="5591722"/>
            <a:ext cx="130810" cy="165100"/>
          </a:xfrm>
          <a:custGeom>
            <a:avLst/>
            <a:gdLst/>
            <a:ahLst/>
            <a:cxnLst/>
            <a:rect l="l" t="t" r="r" b="b"/>
            <a:pathLst>
              <a:path w="130809" h="165100">
                <a:moveTo>
                  <a:pt x="57249" y="153835"/>
                </a:moveTo>
                <a:lnTo>
                  <a:pt x="0" y="153835"/>
                </a:lnTo>
                <a:lnTo>
                  <a:pt x="0" y="164937"/>
                </a:lnTo>
                <a:lnTo>
                  <a:pt x="21678" y="164315"/>
                </a:lnTo>
                <a:lnTo>
                  <a:pt x="28554" y="164229"/>
                </a:lnTo>
                <a:lnTo>
                  <a:pt x="57249" y="164229"/>
                </a:lnTo>
                <a:lnTo>
                  <a:pt x="57249" y="153835"/>
                </a:lnTo>
                <a:close/>
              </a:path>
              <a:path w="130809" h="165100">
                <a:moveTo>
                  <a:pt x="57249" y="164229"/>
                </a:moveTo>
                <a:lnTo>
                  <a:pt x="28554" y="164229"/>
                </a:lnTo>
                <a:lnTo>
                  <a:pt x="35539" y="164315"/>
                </a:lnTo>
                <a:lnTo>
                  <a:pt x="57249" y="164937"/>
                </a:lnTo>
                <a:lnTo>
                  <a:pt x="57249" y="164229"/>
                </a:lnTo>
                <a:close/>
              </a:path>
              <a:path w="130809" h="165100">
                <a:moveTo>
                  <a:pt x="130732" y="153835"/>
                </a:moveTo>
                <a:lnTo>
                  <a:pt x="77002" y="153835"/>
                </a:lnTo>
                <a:lnTo>
                  <a:pt x="77002" y="164937"/>
                </a:lnTo>
                <a:lnTo>
                  <a:pt x="84341" y="164604"/>
                </a:lnTo>
                <a:lnTo>
                  <a:pt x="101992" y="164265"/>
                </a:lnTo>
                <a:lnTo>
                  <a:pt x="130732" y="164229"/>
                </a:lnTo>
                <a:lnTo>
                  <a:pt x="130732" y="153835"/>
                </a:lnTo>
                <a:close/>
              </a:path>
              <a:path w="130809" h="165100">
                <a:moveTo>
                  <a:pt x="130732" y="164229"/>
                </a:moveTo>
                <a:lnTo>
                  <a:pt x="114538" y="164229"/>
                </a:lnTo>
                <a:lnTo>
                  <a:pt x="122659" y="164409"/>
                </a:lnTo>
                <a:lnTo>
                  <a:pt x="130732" y="164937"/>
                </a:lnTo>
                <a:lnTo>
                  <a:pt x="130732" y="164229"/>
                </a:lnTo>
                <a:close/>
              </a:path>
              <a:path w="130809" h="165100">
                <a:moveTo>
                  <a:pt x="42087" y="0"/>
                </a:moveTo>
                <a:lnTo>
                  <a:pt x="0" y="1939"/>
                </a:lnTo>
                <a:lnTo>
                  <a:pt x="0" y="13041"/>
                </a:lnTo>
                <a:lnTo>
                  <a:pt x="16377" y="13041"/>
                </a:lnTo>
                <a:lnTo>
                  <a:pt x="16377" y="153835"/>
                </a:lnTo>
                <a:lnTo>
                  <a:pt x="40869" y="153835"/>
                </a:lnTo>
                <a:lnTo>
                  <a:pt x="40869" y="123526"/>
                </a:lnTo>
                <a:lnTo>
                  <a:pt x="47726" y="118063"/>
                </a:lnTo>
                <a:lnTo>
                  <a:pt x="49665" y="116655"/>
                </a:lnTo>
                <a:lnTo>
                  <a:pt x="54449" y="113304"/>
                </a:lnTo>
                <a:lnTo>
                  <a:pt x="83968" y="113304"/>
                </a:lnTo>
                <a:lnTo>
                  <a:pt x="80162" y="108549"/>
                </a:lnTo>
                <a:lnTo>
                  <a:pt x="42087" y="108549"/>
                </a:lnTo>
                <a:lnTo>
                  <a:pt x="42087" y="0"/>
                </a:lnTo>
                <a:close/>
              </a:path>
              <a:path w="130809" h="165100">
                <a:moveTo>
                  <a:pt x="83968" y="113304"/>
                </a:moveTo>
                <a:lnTo>
                  <a:pt x="54449" y="113304"/>
                </a:lnTo>
                <a:lnTo>
                  <a:pt x="78405" y="143262"/>
                </a:lnTo>
                <a:lnTo>
                  <a:pt x="80523" y="146081"/>
                </a:lnTo>
                <a:lnTo>
                  <a:pt x="84401" y="150840"/>
                </a:lnTo>
                <a:lnTo>
                  <a:pt x="84401" y="153835"/>
                </a:lnTo>
                <a:lnTo>
                  <a:pt x="116478" y="153835"/>
                </a:lnTo>
                <a:lnTo>
                  <a:pt x="115756" y="152775"/>
                </a:lnTo>
                <a:lnTo>
                  <a:pt x="112599" y="149076"/>
                </a:lnTo>
                <a:lnTo>
                  <a:pt x="83968" y="113304"/>
                </a:lnTo>
                <a:close/>
              </a:path>
              <a:path w="130809" h="165100">
                <a:moveTo>
                  <a:pt x="108899" y="70485"/>
                </a:moveTo>
                <a:lnTo>
                  <a:pt x="84401" y="70485"/>
                </a:lnTo>
                <a:lnTo>
                  <a:pt x="85123" y="71369"/>
                </a:lnTo>
                <a:lnTo>
                  <a:pt x="87062" y="73129"/>
                </a:lnTo>
                <a:lnTo>
                  <a:pt x="42087" y="108549"/>
                </a:lnTo>
                <a:lnTo>
                  <a:pt x="80162" y="108549"/>
                </a:lnTo>
                <a:lnTo>
                  <a:pt x="72403" y="98855"/>
                </a:lnTo>
                <a:lnTo>
                  <a:pt x="103440" y="74892"/>
                </a:lnTo>
                <a:lnTo>
                  <a:pt x="106597" y="72248"/>
                </a:lnTo>
                <a:lnTo>
                  <a:pt x="108899" y="70485"/>
                </a:lnTo>
                <a:close/>
              </a:path>
              <a:path w="130809" h="165100">
                <a:moveTo>
                  <a:pt x="78941" y="59383"/>
                </a:moveTo>
                <a:lnTo>
                  <a:pt x="78941" y="70485"/>
                </a:lnTo>
                <a:lnTo>
                  <a:pt x="124730" y="70485"/>
                </a:lnTo>
                <a:lnTo>
                  <a:pt x="124730" y="60092"/>
                </a:lnTo>
                <a:lnTo>
                  <a:pt x="106240" y="60092"/>
                </a:lnTo>
                <a:lnTo>
                  <a:pt x="100001" y="60006"/>
                </a:lnTo>
                <a:lnTo>
                  <a:pt x="78941" y="59383"/>
                </a:lnTo>
                <a:close/>
              </a:path>
              <a:path w="130809" h="165100">
                <a:moveTo>
                  <a:pt x="124730" y="59383"/>
                </a:moveTo>
                <a:lnTo>
                  <a:pt x="118416" y="60092"/>
                </a:lnTo>
                <a:lnTo>
                  <a:pt x="124730" y="60092"/>
                </a:lnTo>
                <a:lnTo>
                  <a:pt x="124730" y="59383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7446957" y="5591722"/>
            <a:ext cx="135890" cy="165100"/>
          </a:xfrm>
          <a:custGeom>
            <a:avLst/>
            <a:gdLst/>
            <a:ahLst/>
            <a:cxnLst/>
            <a:rect l="l" t="t" r="r" b="b"/>
            <a:pathLst>
              <a:path w="135890" h="165100">
                <a:moveTo>
                  <a:pt x="59903" y="153835"/>
                </a:moveTo>
                <a:lnTo>
                  <a:pt x="0" y="153835"/>
                </a:lnTo>
                <a:lnTo>
                  <a:pt x="0" y="164937"/>
                </a:lnTo>
                <a:lnTo>
                  <a:pt x="22251" y="164315"/>
                </a:lnTo>
                <a:lnTo>
                  <a:pt x="29772" y="164229"/>
                </a:lnTo>
                <a:lnTo>
                  <a:pt x="59903" y="164229"/>
                </a:lnTo>
                <a:lnTo>
                  <a:pt x="59903" y="153835"/>
                </a:lnTo>
                <a:close/>
              </a:path>
              <a:path w="135890" h="165100">
                <a:moveTo>
                  <a:pt x="59903" y="164229"/>
                </a:moveTo>
                <a:lnTo>
                  <a:pt x="29772" y="164229"/>
                </a:lnTo>
                <a:lnTo>
                  <a:pt x="37482" y="164315"/>
                </a:lnTo>
                <a:lnTo>
                  <a:pt x="59903" y="164937"/>
                </a:lnTo>
                <a:lnTo>
                  <a:pt x="59903" y="164229"/>
                </a:lnTo>
                <a:close/>
              </a:path>
              <a:path w="135890" h="165100">
                <a:moveTo>
                  <a:pt x="135332" y="153835"/>
                </a:moveTo>
                <a:lnTo>
                  <a:pt x="75606" y="153835"/>
                </a:lnTo>
                <a:lnTo>
                  <a:pt x="75606" y="164937"/>
                </a:lnTo>
                <a:lnTo>
                  <a:pt x="97853" y="164315"/>
                </a:lnTo>
                <a:lnTo>
                  <a:pt x="105380" y="164229"/>
                </a:lnTo>
                <a:lnTo>
                  <a:pt x="135332" y="164229"/>
                </a:lnTo>
                <a:lnTo>
                  <a:pt x="135332" y="153835"/>
                </a:lnTo>
                <a:close/>
              </a:path>
              <a:path w="135890" h="165100">
                <a:moveTo>
                  <a:pt x="135332" y="164229"/>
                </a:moveTo>
                <a:lnTo>
                  <a:pt x="105380" y="164229"/>
                </a:lnTo>
                <a:lnTo>
                  <a:pt x="113060" y="164315"/>
                </a:lnTo>
                <a:lnTo>
                  <a:pt x="135332" y="164937"/>
                </a:lnTo>
                <a:lnTo>
                  <a:pt x="135332" y="164229"/>
                </a:lnTo>
                <a:close/>
              </a:path>
              <a:path w="135890" h="165100">
                <a:moveTo>
                  <a:pt x="41949" y="0"/>
                </a:moveTo>
                <a:lnTo>
                  <a:pt x="0" y="1939"/>
                </a:lnTo>
                <a:lnTo>
                  <a:pt x="0" y="13041"/>
                </a:lnTo>
                <a:lnTo>
                  <a:pt x="16193" y="13041"/>
                </a:lnTo>
                <a:lnTo>
                  <a:pt x="16193" y="153835"/>
                </a:lnTo>
                <a:lnTo>
                  <a:pt x="43352" y="153835"/>
                </a:lnTo>
                <a:lnTo>
                  <a:pt x="43352" y="104142"/>
                </a:lnTo>
                <a:lnTo>
                  <a:pt x="46779" y="87350"/>
                </a:lnTo>
                <a:lnTo>
                  <a:pt x="51312" y="81235"/>
                </a:lnTo>
                <a:lnTo>
                  <a:pt x="41949" y="81235"/>
                </a:lnTo>
                <a:lnTo>
                  <a:pt x="41949" y="0"/>
                </a:lnTo>
                <a:close/>
              </a:path>
              <a:path w="135890" h="165100">
                <a:moveTo>
                  <a:pt x="110141" y="66610"/>
                </a:moveTo>
                <a:lnTo>
                  <a:pt x="78764" y="66610"/>
                </a:lnTo>
                <a:lnTo>
                  <a:pt x="84254" y="67662"/>
                </a:lnTo>
                <a:lnTo>
                  <a:pt x="88417" y="71324"/>
                </a:lnTo>
                <a:lnTo>
                  <a:pt x="91056" y="78356"/>
                </a:lnTo>
                <a:lnTo>
                  <a:pt x="91979" y="89517"/>
                </a:lnTo>
                <a:lnTo>
                  <a:pt x="91979" y="153835"/>
                </a:lnTo>
                <a:lnTo>
                  <a:pt x="118953" y="153835"/>
                </a:lnTo>
                <a:lnTo>
                  <a:pt x="118953" y="92160"/>
                </a:lnTo>
                <a:lnTo>
                  <a:pt x="116575" y="76337"/>
                </a:lnTo>
                <a:lnTo>
                  <a:pt x="110141" y="66610"/>
                </a:lnTo>
                <a:close/>
              </a:path>
              <a:path w="135890" h="165100">
                <a:moveTo>
                  <a:pt x="82463" y="57976"/>
                </a:moveTo>
                <a:lnTo>
                  <a:pt x="67232" y="60272"/>
                </a:lnTo>
                <a:lnTo>
                  <a:pt x="55659" y="66038"/>
                </a:lnTo>
                <a:lnTo>
                  <a:pt x="47360" y="73587"/>
                </a:lnTo>
                <a:lnTo>
                  <a:pt x="41949" y="81235"/>
                </a:lnTo>
                <a:lnTo>
                  <a:pt x="51312" y="81235"/>
                </a:lnTo>
                <a:lnTo>
                  <a:pt x="55442" y="75663"/>
                </a:lnTo>
                <a:lnTo>
                  <a:pt x="66913" y="68832"/>
                </a:lnTo>
                <a:lnTo>
                  <a:pt x="78764" y="66610"/>
                </a:lnTo>
                <a:lnTo>
                  <a:pt x="110141" y="66610"/>
                </a:lnTo>
                <a:lnTo>
                  <a:pt x="109572" y="65751"/>
                </a:lnTo>
                <a:lnTo>
                  <a:pt x="98137" y="59823"/>
                </a:lnTo>
                <a:lnTo>
                  <a:pt x="82463" y="57976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7705120" y="5649170"/>
            <a:ext cx="101600" cy="109855"/>
          </a:xfrm>
          <a:custGeom>
            <a:avLst/>
            <a:gdLst/>
            <a:ahLst/>
            <a:cxnLst/>
            <a:rect l="l" t="t" r="r" b="b"/>
            <a:pathLst>
              <a:path w="101600" h="109854">
                <a:moveTo>
                  <a:pt x="69427" y="0"/>
                </a:moveTo>
                <a:lnTo>
                  <a:pt x="41261" y="5446"/>
                </a:lnTo>
                <a:lnTo>
                  <a:pt x="19319" y="20176"/>
                </a:lnTo>
                <a:lnTo>
                  <a:pt x="5075" y="41778"/>
                </a:lnTo>
                <a:lnTo>
                  <a:pt x="0" y="67841"/>
                </a:lnTo>
                <a:lnTo>
                  <a:pt x="2967" y="85118"/>
                </a:lnTo>
                <a:lnTo>
                  <a:pt x="11729" y="98214"/>
                </a:lnTo>
                <a:lnTo>
                  <a:pt x="26073" y="106520"/>
                </a:lnTo>
                <a:lnTo>
                  <a:pt x="45788" y="109424"/>
                </a:lnTo>
                <a:lnTo>
                  <a:pt x="52358" y="109243"/>
                </a:lnTo>
                <a:lnTo>
                  <a:pt x="60683" y="108500"/>
                </a:lnTo>
                <a:lnTo>
                  <a:pt x="69928" y="106899"/>
                </a:lnTo>
                <a:lnTo>
                  <a:pt x="79260" y="104142"/>
                </a:lnTo>
                <a:lnTo>
                  <a:pt x="86042" y="100790"/>
                </a:lnTo>
                <a:lnTo>
                  <a:pt x="45974" y="100790"/>
                </a:lnTo>
                <a:lnTo>
                  <a:pt x="37155" y="99359"/>
                </a:lnTo>
                <a:lnTo>
                  <a:pt x="30819" y="95153"/>
                </a:lnTo>
                <a:lnTo>
                  <a:pt x="26996" y="88304"/>
                </a:lnTo>
                <a:lnTo>
                  <a:pt x="25788" y="79471"/>
                </a:lnTo>
                <a:lnTo>
                  <a:pt x="25716" y="72948"/>
                </a:lnTo>
                <a:lnTo>
                  <a:pt x="27477" y="63786"/>
                </a:lnTo>
                <a:lnTo>
                  <a:pt x="29594" y="55680"/>
                </a:lnTo>
                <a:lnTo>
                  <a:pt x="39110" y="55680"/>
                </a:lnTo>
                <a:lnTo>
                  <a:pt x="54706" y="55168"/>
                </a:lnTo>
                <a:lnTo>
                  <a:pt x="75112" y="51583"/>
                </a:lnTo>
                <a:lnTo>
                  <a:pt x="83381" y="47046"/>
                </a:lnTo>
                <a:lnTo>
                  <a:pt x="31719" y="47046"/>
                </a:lnTo>
                <a:lnTo>
                  <a:pt x="34114" y="38974"/>
                </a:lnTo>
                <a:lnTo>
                  <a:pt x="63084" y="9338"/>
                </a:lnTo>
                <a:lnTo>
                  <a:pt x="69427" y="8634"/>
                </a:lnTo>
                <a:lnTo>
                  <a:pt x="93815" y="8634"/>
                </a:lnTo>
                <a:lnTo>
                  <a:pt x="91520" y="6101"/>
                </a:lnTo>
                <a:lnTo>
                  <a:pt x="81692" y="1572"/>
                </a:lnTo>
                <a:lnTo>
                  <a:pt x="69427" y="0"/>
                </a:lnTo>
                <a:close/>
              </a:path>
              <a:path w="101600" h="109854">
                <a:moveTo>
                  <a:pt x="96539" y="79471"/>
                </a:moveTo>
                <a:lnTo>
                  <a:pt x="92482" y="79471"/>
                </a:lnTo>
                <a:lnTo>
                  <a:pt x="90901" y="81054"/>
                </a:lnTo>
                <a:lnTo>
                  <a:pt x="76908" y="92464"/>
                </a:lnTo>
                <a:lnTo>
                  <a:pt x="63039" y="98323"/>
                </a:lnTo>
                <a:lnTo>
                  <a:pt x="51870" y="100481"/>
                </a:lnTo>
                <a:lnTo>
                  <a:pt x="45974" y="100790"/>
                </a:lnTo>
                <a:lnTo>
                  <a:pt x="86042" y="100790"/>
                </a:lnTo>
                <a:lnTo>
                  <a:pt x="88076" y="99785"/>
                </a:lnTo>
                <a:lnTo>
                  <a:pt x="95064" y="94800"/>
                </a:lnTo>
                <a:lnTo>
                  <a:pt x="99666" y="90212"/>
                </a:lnTo>
                <a:lnTo>
                  <a:pt x="101324" y="87045"/>
                </a:lnTo>
                <a:lnTo>
                  <a:pt x="101324" y="85109"/>
                </a:lnTo>
                <a:lnTo>
                  <a:pt x="96539" y="79471"/>
                </a:lnTo>
                <a:close/>
              </a:path>
              <a:path w="101600" h="109854">
                <a:moveTo>
                  <a:pt x="93815" y="8634"/>
                </a:moveTo>
                <a:lnTo>
                  <a:pt x="79446" y="8634"/>
                </a:lnTo>
                <a:lnTo>
                  <a:pt x="84899" y="14976"/>
                </a:lnTo>
                <a:lnTo>
                  <a:pt x="84899" y="22555"/>
                </a:lnTo>
                <a:lnTo>
                  <a:pt x="78619" y="36713"/>
                </a:lnTo>
                <a:lnTo>
                  <a:pt x="63721" y="43984"/>
                </a:lnTo>
                <a:lnTo>
                  <a:pt x="46117" y="46663"/>
                </a:lnTo>
                <a:lnTo>
                  <a:pt x="31719" y="47046"/>
                </a:lnTo>
                <a:lnTo>
                  <a:pt x="83381" y="47046"/>
                </a:lnTo>
                <a:lnTo>
                  <a:pt x="92843" y="41854"/>
                </a:lnTo>
                <a:lnTo>
                  <a:pt x="100417" y="22907"/>
                </a:lnTo>
                <a:lnTo>
                  <a:pt x="98049" y="13306"/>
                </a:lnTo>
                <a:lnTo>
                  <a:pt x="93815" y="863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7827057" y="5603884"/>
            <a:ext cx="78105" cy="154940"/>
          </a:xfrm>
          <a:custGeom>
            <a:avLst/>
            <a:gdLst/>
            <a:ahLst/>
            <a:cxnLst/>
            <a:rect l="l" t="t" r="r" b="b"/>
            <a:pathLst>
              <a:path w="78104" h="154939">
                <a:moveTo>
                  <a:pt x="50209" y="58323"/>
                </a:moveTo>
                <a:lnTo>
                  <a:pt x="24677" y="58323"/>
                </a:lnTo>
                <a:lnTo>
                  <a:pt x="8006" y="125050"/>
                </a:lnTo>
                <a:lnTo>
                  <a:pt x="7213" y="128456"/>
                </a:lnTo>
                <a:lnTo>
                  <a:pt x="7213" y="131627"/>
                </a:lnTo>
                <a:lnTo>
                  <a:pt x="9530" y="141554"/>
                </a:lnTo>
                <a:lnTo>
                  <a:pt x="15695" y="148787"/>
                </a:lnTo>
                <a:lnTo>
                  <a:pt x="24534" y="153210"/>
                </a:lnTo>
                <a:lnTo>
                  <a:pt x="34869" y="154710"/>
                </a:lnTo>
                <a:lnTo>
                  <a:pt x="53223" y="149471"/>
                </a:lnTo>
                <a:lnTo>
                  <a:pt x="57112" y="146076"/>
                </a:lnTo>
                <a:lnTo>
                  <a:pt x="34015" y="146076"/>
                </a:lnTo>
                <a:lnTo>
                  <a:pt x="31169" y="145900"/>
                </a:lnTo>
                <a:lnTo>
                  <a:pt x="31169" y="134271"/>
                </a:lnTo>
                <a:lnTo>
                  <a:pt x="31711" y="132331"/>
                </a:lnTo>
                <a:lnTo>
                  <a:pt x="32566" y="128456"/>
                </a:lnTo>
                <a:lnTo>
                  <a:pt x="50209" y="58323"/>
                </a:lnTo>
                <a:close/>
              </a:path>
              <a:path w="78104" h="154939">
                <a:moveTo>
                  <a:pt x="78042" y="114183"/>
                </a:moveTo>
                <a:lnTo>
                  <a:pt x="66084" y="114183"/>
                </a:lnTo>
                <a:lnTo>
                  <a:pt x="63967" y="118234"/>
                </a:lnTo>
                <a:lnTo>
                  <a:pt x="56237" y="132547"/>
                </a:lnTo>
                <a:lnTo>
                  <a:pt x="48578" y="141011"/>
                </a:lnTo>
                <a:lnTo>
                  <a:pt x="41655" y="145047"/>
                </a:lnTo>
                <a:lnTo>
                  <a:pt x="36132" y="146076"/>
                </a:lnTo>
                <a:lnTo>
                  <a:pt x="57112" y="146076"/>
                </a:lnTo>
                <a:lnTo>
                  <a:pt x="66774" y="137641"/>
                </a:lnTo>
                <a:lnTo>
                  <a:pt x="75166" y="125050"/>
                </a:lnTo>
                <a:lnTo>
                  <a:pt x="78042" y="117530"/>
                </a:lnTo>
                <a:lnTo>
                  <a:pt x="78042" y="114183"/>
                </a:lnTo>
                <a:close/>
              </a:path>
              <a:path w="78104" h="154939">
                <a:moveTo>
                  <a:pt x="77182" y="47221"/>
                </a:moveTo>
                <a:lnTo>
                  <a:pt x="0" y="47221"/>
                </a:lnTo>
                <a:lnTo>
                  <a:pt x="0" y="58323"/>
                </a:lnTo>
                <a:lnTo>
                  <a:pt x="77182" y="58323"/>
                </a:lnTo>
                <a:lnTo>
                  <a:pt x="77182" y="47221"/>
                </a:lnTo>
                <a:close/>
              </a:path>
              <a:path w="78104" h="154939">
                <a:moveTo>
                  <a:pt x="57786" y="0"/>
                </a:moveTo>
                <a:lnTo>
                  <a:pt x="47905" y="0"/>
                </a:lnTo>
                <a:lnTo>
                  <a:pt x="38931" y="1407"/>
                </a:lnTo>
                <a:lnTo>
                  <a:pt x="36132" y="12508"/>
                </a:lnTo>
                <a:lnTo>
                  <a:pt x="27470" y="47221"/>
                </a:lnTo>
                <a:lnTo>
                  <a:pt x="53047" y="47221"/>
                </a:lnTo>
                <a:lnTo>
                  <a:pt x="55483" y="37004"/>
                </a:lnTo>
                <a:lnTo>
                  <a:pt x="56026" y="33833"/>
                </a:lnTo>
                <a:lnTo>
                  <a:pt x="57607" y="28545"/>
                </a:lnTo>
                <a:lnTo>
                  <a:pt x="59181" y="22198"/>
                </a:lnTo>
                <a:lnTo>
                  <a:pt x="61842" y="11805"/>
                </a:lnTo>
                <a:lnTo>
                  <a:pt x="61842" y="4402"/>
                </a:lnTo>
                <a:lnTo>
                  <a:pt x="5778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8019998" y="5649170"/>
            <a:ext cx="123825" cy="109855"/>
          </a:xfrm>
          <a:custGeom>
            <a:avLst/>
            <a:gdLst/>
            <a:ahLst/>
            <a:cxnLst/>
            <a:rect l="l" t="t" r="r" b="b"/>
            <a:pathLst>
              <a:path w="123825" h="109854">
                <a:moveTo>
                  <a:pt x="69783" y="0"/>
                </a:moveTo>
                <a:lnTo>
                  <a:pt x="63602" y="0"/>
                </a:lnTo>
                <a:lnTo>
                  <a:pt x="36802" y="6665"/>
                </a:lnTo>
                <a:lnTo>
                  <a:pt x="16812" y="23722"/>
                </a:lnTo>
                <a:lnTo>
                  <a:pt x="4317" y="46759"/>
                </a:lnTo>
                <a:lnTo>
                  <a:pt x="0" y="71364"/>
                </a:lnTo>
                <a:lnTo>
                  <a:pt x="3395" y="89205"/>
                </a:lnTo>
                <a:lnTo>
                  <a:pt x="12211" y="100967"/>
                </a:lnTo>
                <a:lnTo>
                  <a:pt x="24395" y="107442"/>
                </a:lnTo>
                <a:lnTo>
                  <a:pt x="37892" y="109424"/>
                </a:lnTo>
                <a:lnTo>
                  <a:pt x="48087" y="108144"/>
                </a:lnTo>
                <a:lnTo>
                  <a:pt x="56865" y="104998"/>
                </a:lnTo>
                <a:lnTo>
                  <a:pt x="64076" y="100967"/>
                </a:lnTo>
                <a:lnTo>
                  <a:pt x="64323" y="100790"/>
                </a:lnTo>
                <a:lnTo>
                  <a:pt x="33465" y="100790"/>
                </a:lnTo>
                <a:lnTo>
                  <a:pt x="25392" y="97443"/>
                </a:lnTo>
                <a:lnTo>
                  <a:pt x="29854" y="57310"/>
                </a:lnTo>
                <a:lnTo>
                  <a:pt x="43138" y="21345"/>
                </a:lnTo>
                <a:lnTo>
                  <a:pt x="63602" y="8634"/>
                </a:lnTo>
                <a:lnTo>
                  <a:pt x="86194" y="8634"/>
                </a:lnTo>
                <a:lnTo>
                  <a:pt x="79121" y="1231"/>
                </a:lnTo>
                <a:lnTo>
                  <a:pt x="69783" y="0"/>
                </a:lnTo>
                <a:close/>
              </a:path>
              <a:path w="123825" h="109854">
                <a:moveTo>
                  <a:pt x="90219" y="97267"/>
                </a:moveTo>
                <a:lnTo>
                  <a:pt x="69241" y="97267"/>
                </a:lnTo>
                <a:lnTo>
                  <a:pt x="73695" y="102660"/>
                </a:lnTo>
                <a:lnTo>
                  <a:pt x="79710" y="106451"/>
                </a:lnTo>
                <a:lnTo>
                  <a:pt x="86613" y="108689"/>
                </a:lnTo>
                <a:lnTo>
                  <a:pt x="93733" y="109424"/>
                </a:lnTo>
                <a:lnTo>
                  <a:pt x="105016" y="109424"/>
                </a:lnTo>
                <a:lnTo>
                  <a:pt x="111185" y="100790"/>
                </a:lnTo>
                <a:lnTo>
                  <a:pt x="91979" y="100790"/>
                </a:lnTo>
                <a:lnTo>
                  <a:pt x="90219" y="98855"/>
                </a:lnTo>
                <a:lnTo>
                  <a:pt x="90219" y="97267"/>
                </a:lnTo>
                <a:close/>
              </a:path>
              <a:path w="123825" h="109854">
                <a:moveTo>
                  <a:pt x="86194" y="8634"/>
                </a:moveTo>
                <a:lnTo>
                  <a:pt x="71901" y="8634"/>
                </a:lnTo>
                <a:lnTo>
                  <a:pt x="78578" y="13920"/>
                </a:lnTo>
                <a:lnTo>
                  <a:pt x="81239" y="23259"/>
                </a:lnTo>
                <a:lnTo>
                  <a:pt x="67123" y="79471"/>
                </a:lnTo>
                <a:lnTo>
                  <a:pt x="66633" y="81034"/>
                </a:lnTo>
                <a:lnTo>
                  <a:pt x="66562" y="82429"/>
                </a:lnTo>
                <a:lnTo>
                  <a:pt x="38925" y="100790"/>
                </a:lnTo>
                <a:lnTo>
                  <a:pt x="64323" y="100790"/>
                </a:lnTo>
                <a:lnTo>
                  <a:pt x="69241" y="97267"/>
                </a:lnTo>
                <a:lnTo>
                  <a:pt x="90219" y="97267"/>
                </a:lnTo>
                <a:lnTo>
                  <a:pt x="90306" y="88674"/>
                </a:lnTo>
                <a:lnTo>
                  <a:pt x="90761" y="87045"/>
                </a:lnTo>
                <a:lnTo>
                  <a:pt x="91615" y="83170"/>
                </a:lnTo>
                <a:lnTo>
                  <a:pt x="107676" y="19027"/>
                </a:lnTo>
                <a:lnTo>
                  <a:pt x="108530" y="15504"/>
                </a:lnTo>
                <a:lnTo>
                  <a:pt x="108530" y="9162"/>
                </a:lnTo>
                <a:lnTo>
                  <a:pt x="86699" y="9162"/>
                </a:lnTo>
                <a:lnTo>
                  <a:pt x="86194" y="8634"/>
                </a:lnTo>
                <a:close/>
              </a:path>
              <a:path w="123825" h="109854">
                <a:moveTo>
                  <a:pt x="123374" y="68896"/>
                </a:moveTo>
                <a:lnTo>
                  <a:pt x="110832" y="68896"/>
                </a:lnTo>
                <a:lnTo>
                  <a:pt x="110655" y="69249"/>
                </a:lnTo>
                <a:lnTo>
                  <a:pt x="108891" y="75078"/>
                </a:lnTo>
                <a:lnTo>
                  <a:pt x="107088" y="82429"/>
                </a:lnTo>
                <a:lnTo>
                  <a:pt x="104223" y="90900"/>
                </a:lnTo>
                <a:lnTo>
                  <a:pt x="100176" y="97885"/>
                </a:lnTo>
                <a:lnTo>
                  <a:pt x="94818" y="100790"/>
                </a:lnTo>
                <a:lnTo>
                  <a:pt x="111185" y="100790"/>
                </a:lnTo>
                <a:lnTo>
                  <a:pt x="123374" y="72244"/>
                </a:lnTo>
                <a:lnTo>
                  <a:pt x="123374" y="68896"/>
                </a:lnTo>
                <a:close/>
              </a:path>
              <a:path w="123825" h="109854">
                <a:moveTo>
                  <a:pt x="104519" y="4050"/>
                </a:moveTo>
                <a:lnTo>
                  <a:pt x="93733" y="4050"/>
                </a:lnTo>
                <a:lnTo>
                  <a:pt x="89675" y="5990"/>
                </a:lnTo>
                <a:lnTo>
                  <a:pt x="86699" y="9162"/>
                </a:lnTo>
                <a:lnTo>
                  <a:pt x="108530" y="9162"/>
                </a:lnTo>
                <a:lnTo>
                  <a:pt x="108530" y="8634"/>
                </a:lnTo>
                <a:lnTo>
                  <a:pt x="104519" y="405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8156540" y="5591371"/>
            <a:ext cx="59690" cy="167640"/>
          </a:xfrm>
          <a:custGeom>
            <a:avLst/>
            <a:gdLst/>
            <a:ahLst/>
            <a:cxnLst/>
            <a:rect l="l" t="t" r="r" b="b"/>
            <a:pathLst>
              <a:path w="59690" h="167639">
                <a:moveTo>
                  <a:pt x="59593" y="0"/>
                </a:moveTo>
                <a:lnTo>
                  <a:pt x="55172" y="351"/>
                </a:lnTo>
                <a:lnTo>
                  <a:pt x="22560" y="1939"/>
                </a:lnTo>
                <a:lnTo>
                  <a:pt x="19939" y="2291"/>
                </a:lnTo>
                <a:lnTo>
                  <a:pt x="15340" y="2291"/>
                </a:lnTo>
                <a:lnTo>
                  <a:pt x="15340" y="13392"/>
                </a:lnTo>
                <a:lnTo>
                  <a:pt x="24499" y="13392"/>
                </a:lnTo>
                <a:lnTo>
                  <a:pt x="28741" y="13568"/>
                </a:lnTo>
                <a:lnTo>
                  <a:pt x="31758" y="13921"/>
                </a:lnTo>
                <a:lnTo>
                  <a:pt x="1085" y="137271"/>
                </a:lnTo>
                <a:lnTo>
                  <a:pt x="0" y="140969"/>
                </a:lnTo>
                <a:lnTo>
                  <a:pt x="0" y="144140"/>
                </a:lnTo>
                <a:lnTo>
                  <a:pt x="2443" y="154142"/>
                </a:lnTo>
                <a:lnTo>
                  <a:pt x="8825" y="161366"/>
                </a:lnTo>
                <a:lnTo>
                  <a:pt x="17720" y="165748"/>
                </a:lnTo>
                <a:lnTo>
                  <a:pt x="27702" y="167224"/>
                </a:lnTo>
                <a:lnTo>
                  <a:pt x="38799" y="167224"/>
                </a:lnTo>
                <a:lnTo>
                  <a:pt x="44795" y="159122"/>
                </a:lnTo>
                <a:lnTo>
                  <a:pt x="45149" y="158590"/>
                </a:lnTo>
                <a:lnTo>
                  <a:pt x="25763" y="158590"/>
                </a:lnTo>
                <a:lnTo>
                  <a:pt x="24182" y="156655"/>
                </a:lnTo>
                <a:lnTo>
                  <a:pt x="24232" y="146474"/>
                </a:lnTo>
                <a:lnTo>
                  <a:pt x="24499" y="144845"/>
                </a:lnTo>
                <a:lnTo>
                  <a:pt x="25584" y="140969"/>
                </a:lnTo>
                <a:lnTo>
                  <a:pt x="58872" y="8458"/>
                </a:lnTo>
                <a:lnTo>
                  <a:pt x="59049" y="7226"/>
                </a:lnTo>
                <a:lnTo>
                  <a:pt x="59593" y="5814"/>
                </a:lnTo>
                <a:lnTo>
                  <a:pt x="59593" y="0"/>
                </a:lnTo>
                <a:close/>
              </a:path>
              <a:path w="59690" h="167639">
                <a:moveTo>
                  <a:pt x="57110" y="126696"/>
                </a:moveTo>
                <a:lnTo>
                  <a:pt x="44795" y="126696"/>
                </a:lnTo>
                <a:lnTo>
                  <a:pt x="44438" y="127048"/>
                </a:lnTo>
                <a:lnTo>
                  <a:pt x="42852" y="132878"/>
                </a:lnTo>
                <a:lnTo>
                  <a:pt x="41021" y="140228"/>
                </a:lnTo>
                <a:lnTo>
                  <a:pt x="38091" y="148700"/>
                </a:lnTo>
                <a:lnTo>
                  <a:pt x="33968" y="155685"/>
                </a:lnTo>
                <a:lnTo>
                  <a:pt x="28555" y="158590"/>
                </a:lnTo>
                <a:lnTo>
                  <a:pt x="45149" y="158590"/>
                </a:lnTo>
                <a:lnTo>
                  <a:pt x="57110" y="130043"/>
                </a:lnTo>
                <a:lnTo>
                  <a:pt x="57110" y="126696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8234808" y="5721767"/>
            <a:ext cx="36195" cy="34925"/>
          </a:xfrm>
          <a:custGeom>
            <a:avLst/>
            <a:gdLst/>
            <a:ahLst/>
            <a:cxnLst/>
            <a:rect l="l" t="t" r="r" b="b"/>
            <a:pathLst>
              <a:path w="36195" h="34925">
                <a:moveTo>
                  <a:pt x="29773" y="0"/>
                </a:moveTo>
                <a:lnTo>
                  <a:pt x="21156" y="0"/>
                </a:lnTo>
                <a:lnTo>
                  <a:pt x="13761" y="1589"/>
                </a:lnTo>
                <a:lnTo>
                  <a:pt x="6942" y="5971"/>
                </a:lnTo>
                <a:lnTo>
                  <a:pt x="1942" y="12566"/>
                </a:lnTo>
                <a:lnTo>
                  <a:pt x="0" y="20796"/>
                </a:lnTo>
                <a:lnTo>
                  <a:pt x="0" y="30661"/>
                </a:lnTo>
                <a:lnTo>
                  <a:pt x="7399" y="34893"/>
                </a:lnTo>
                <a:lnTo>
                  <a:pt x="14254" y="34893"/>
                </a:lnTo>
                <a:lnTo>
                  <a:pt x="22140" y="33202"/>
                </a:lnTo>
                <a:lnTo>
                  <a:pt x="28970" y="28636"/>
                </a:lnTo>
                <a:lnTo>
                  <a:pt x="33779" y="21955"/>
                </a:lnTo>
                <a:lnTo>
                  <a:pt x="35596" y="13920"/>
                </a:lnTo>
                <a:lnTo>
                  <a:pt x="35596" y="5638"/>
                </a:lnTo>
                <a:lnTo>
                  <a:pt x="2977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8425134" y="5600884"/>
            <a:ext cx="109855" cy="156210"/>
          </a:xfrm>
          <a:custGeom>
            <a:avLst/>
            <a:gdLst/>
            <a:ahLst/>
            <a:cxnLst/>
            <a:rect l="l" t="t" r="r" b="b"/>
            <a:pathLst>
              <a:path w="109854" h="156210">
                <a:moveTo>
                  <a:pt x="90857" y="11277"/>
                </a:moveTo>
                <a:lnTo>
                  <a:pt x="45290" y="11277"/>
                </a:lnTo>
                <a:lnTo>
                  <a:pt x="58810" y="14088"/>
                </a:lnTo>
                <a:lnTo>
                  <a:pt x="68628" y="21608"/>
                </a:lnTo>
                <a:lnTo>
                  <a:pt x="74614" y="32466"/>
                </a:lnTo>
                <a:lnTo>
                  <a:pt x="76639" y="45290"/>
                </a:lnTo>
                <a:lnTo>
                  <a:pt x="74949" y="57557"/>
                </a:lnTo>
                <a:lnTo>
                  <a:pt x="50929" y="94627"/>
                </a:lnTo>
                <a:lnTo>
                  <a:pt x="3155" y="143437"/>
                </a:lnTo>
                <a:lnTo>
                  <a:pt x="0" y="146257"/>
                </a:lnTo>
                <a:lnTo>
                  <a:pt x="0" y="155775"/>
                </a:lnTo>
                <a:lnTo>
                  <a:pt x="101992" y="155775"/>
                </a:lnTo>
                <a:lnTo>
                  <a:pt x="106160" y="125993"/>
                </a:lnTo>
                <a:lnTo>
                  <a:pt x="32750" y="125993"/>
                </a:lnTo>
                <a:lnTo>
                  <a:pt x="50138" y="111874"/>
                </a:lnTo>
                <a:lnTo>
                  <a:pt x="58807" y="105004"/>
                </a:lnTo>
                <a:lnTo>
                  <a:pt x="85106" y="85077"/>
                </a:lnTo>
                <a:lnTo>
                  <a:pt x="98371" y="72863"/>
                </a:lnTo>
                <a:lnTo>
                  <a:pt x="106579" y="60121"/>
                </a:lnTo>
                <a:lnTo>
                  <a:pt x="109390" y="44934"/>
                </a:lnTo>
                <a:lnTo>
                  <a:pt x="104989" y="26391"/>
                </a:lnTo>
                <a:lnTo>
                  <a:pt x="92795" y="12225"/>
                </a:lnTo>
                <a:lnTo>
                  <a:pt x="90857" y="11277"/>
                </a:lnTo>
                <a:close/>
              </a:path>
              <a:path w="109854" h="156210">
                <a:moveTo>
                  <a:pt x="109390" y="102910"/>
                </a:moveTo>
                <a:lnTo>
                  <a:pt x="98113" y="102910"/>
                </a:lnTo>
                <a:lnTo>
                  <a:pt x="95314" y="122997"/>
                </a:lnTo>
                <a:lnTo>
                  <a:pt x="91979" y="124585"/>
                </a:lnTo>
                <a:lnTo>
                  <a:pt x="89319" y="125993"/>
                </a:lnTo>
                <a:lnTo>
                  <a:pt x="106160" y="125993"/>
                </a:lnTo>
                <a:lnTo>
                  <a:pt x="109390" y="102910"/>
                </a:lnTo>
                <a:close/>
              </a:path>
              <a:path w="109854" h="156210">
                <a:moveTo>
                  <a:pt x="51061" y="0"/>
                </a:moveTo>
                <a:lnTo>
                  <a:pt x="30980" y="2649"/>
                </a:lnTo>
                <a:lnTo>
                  <a:pt x="14772" y="10089"/>
                </a:lnTo>
                <a:lnTo>
                  <a:pt x="3944" y="21559"/>
                </a:lnTo>
                <a:lnTo>
                  <a:pt x="0" y="36300"/>
                </a:lnTo>
                <a:lnTo>
                  <a:pt x="0" y="50221"/>
                </a:lnTo>
                <a:lnTo>
                  <a:pt x="11455" y="53748"/>
                </a:lnTo>
                <a:lnTo>
                  <a:pt x="24630" y="53748"/>
                </a:lnTo>
                <a:lnTo>
                  <a:pt x="34325" y="48638"/>
                </a:lnTo>
                <a:lnTo>
                  <a:pt x="34325" y="24318"/>
                </a:lnTo>
                <a:lnTo>
                  <a:pt x="24312" y="20444"/>
                </a:lnTo>
                <a:lnTo>
                  <a:pt x="20792" y="19559"/>
                </a:lnTo>
                <a:lnTo>
                  <a:pt x="26294" y="15886"/>
                </a:lnTo>
                <a:lnTo>
                  <a:pt x="32364" y="13303"/>
                </a:lnTo>
                <a:lnTo>
                  <a:pt x="38772" y="11778"/>
                </a:lnTo>
                <a:lnTo>
                  <a:pt x="45290" y="11277"/>
                </a:lnTo>
                <a:lnTo>
                  <a:pt x="90857" y="11277"/>
                </a:lnTo>
                <a:lnTo>
                  <a:pt x="74316" y="3180"/>
                </a:lnTo>
                <a:lnTo>
                  <a:pt x="5106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8558705" y="5600884"/>
            <a:ext cx="115570" cy="158750"/>
          </a:xfrm>
          <a:custGeom>
            <a:avLst/>
            <a:gdLst/>
            <a:ahLst/>
            <a:cxnLst/>
            <a:rect l="l" t="t" r="r" b="b"/>
            <a:pathLst>
              <a:path w="115570" h="158750">
                <a:moveTo>
                  <a:pt x="57421" y="0"/>
                </a:moveTo>
                <a:lnTo>
                  <a:pt x="24281" y="9204"/>
                </a:lnTo>
                <a:lnTo>
                  <a:pt x="7227" y="31213"/>
                </a:lnTo>
                <a:lnTo>
                  <a:pt x="915" y="57616"/>
                </a:lnTo>
                <a:lnTo>
                  <a:pt x="0" y="80003"/>
                </a:lnTo>
                <a:lnTo>
                  <a:pt x="873" y="101104"/>
                </a:lnTo>
                <a:lnTo>
                  <a:pt x="990" y="102446"/>
                </a:lnTo>
                <a:lnTo>
                  <a:pt x="7227" y="127998"/>
                </a:lnTo>
                <a:lnTo>
                  <a:pt x="24281" y="149461"/>
                </a:lnTo>
                <a:lnTo>
                  <a:pt x="57421" y="158418"/>
                </a:lnTo>
                <a:lnTo>
                  <a:pt x="89412" y="149784"/>
                </a:lnTo>
                <a:lnTo>
                  <a:pt x="57421" y="149784"/>
                </a:lnTo>
                <a:lnTo>
                  <a:pt x="50328" y="148713"/>
                </a:lnTo>
                <a:lnTo>
                  <a:pt x="30557" y="102446"/>
                </a:lnTo>
                <a:lnTo>
                  <a:pt x="30306" y="88693"/>
                </a:lnTo>
                <a:lnTo>
                  <a:pt x="30426" y="57616"/>
                </a:lnTo>
                <a:lnTo>
                  <a:pt x="36553" y="19638"/>
                </a:lnTo>
                <a:lnTo>
                  <a:pt x="57421" y="8638"/>
                </a:lnTo>
                <a:lnTo>
                  <a:pt x="88384" y="8638"/>
                </a:lnTo>
                <a:lnTo>
                  <a:pt x="57421" y="0"/>
                </a:lnTo>
                <a:close/>
              </a:path>
              <a:path w="115570" h="158750">
                <a:moveTo>
                  <a:pt x="88384" y="8638"/>
                </a:moveTo>
                <a:lnTo>
                  <a:pt x="57421" y="8638"/>
                </a:lnTo>
                <a:lnTo>
                  <a:pt x="64097" y="9516"/>
                </a:lnTo>
                <a:lnTo>
                  <a:pt x="70546" y="12227"/>
                </a:lnTo>
                <a:lnTo>
                  <a:pt x="84518" y="61726"/>
                </a:lnTo>
                <a:lnTo>
                  <a:pt x="84548" y="88693"/>
                </a:lnTo>
                <a:lnTo>
                  <a:pt x="84356" y="101104"/>
                </a:lnTo>
                <a:lnTo>
                  <a:pt x="71555" y="145355"/>
                </a:lnTo>
                <a:lnTo>
                  <a:pt x="57421" y="149784"/>
                </a:lnTo>
                <a:lnTo>
                  <a:pt x="89412" y="149784"/>
                </a:lnTo>
                <a:lnTo>
                  <a:pt x="114002" y="102446"/>
                </a:lnTo>
                <a:lnTo>
                  <a:pt x="115028" y="80003"/>
                </a:lnTo>
                <a:lnTo>
                  <a:pt x="114084" y="57764"/>
                </a:lnTo>
                <a:lnTo>
                  <a:pt x="107709" y="31345"/>
                </a:lnTo>
                <a:lnTo>
                  <a:pt x="90591" y="9254"/>
                </a:lnTo>
                <a:lnTo>
                  <a:pt x="88384" y="8638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8704407" y="5600884"/>
            <a:ext cx="97790" cy="156210"/>
          </a:xfrm>
          <a:custGeom>
            <a:avLst/>
            <a:gdLst/>
            <a:ahLst/>
            <a:cxnLst/>
            <a:rect l="l" t="t" r="r" b="b"/>
            <a:pathLst>
              <a:path w="97790" h="156210">
                <a:moveTo>
                  <a:pt x="97260" y="144673"/>
                </a:moveTo>
                <a:lnTo>
                  <a:pt x="2667" y="144673"/>
                </a:lnTo>
                <a:lnTo>
                  <a:pt x="2667" y="155775"/>
                </a:lnTo>
                <a:lnTo>
                  <a:pt x="12865" y="155365"/>
                </a:lnTo>
                <a:lnTo>
                  <a:pt x="25892" y="155155"/>
                </a:lnTo>
                <a:lnTo>
                  <a:pt x="97260" y="155077"/>
                </a:lnTo>
                <a:lnTo>
                  <a:pt x="97260" y="144673"/>
                </a:lnTo>
                <a:close/>
              </a:path>
              <a:path w="97790" h="156210">
                <a:moveTo>
                  <a:pt x="97260" y="155077"/>
                </a:moveTo>
                <a:lnTo>
                  <a:pt x="60861" y="155077"/>
                </a:lnTo>
                <a:lnTo>
                  <a:pt x="74119" y="155155"/>
                </a:lnTo>
                <a:lnTo>
                  <a:pt x="87140" y="155365"/>
                </a:lnTo>
                <a:lnTo>
                  <a:pt x="97260" y="155775"/>
                </a:lnTo>
                <a:lnTo>
                  <a:pt x="97260" y="155077"/>
                </a:lnTo>
                <a:close/>
              </a:path>
              <a:path w="97790" h="156210">
                <a:moveTo>
                  <a:pt x="63967" y="21675"/>
                </a:moveTo>
                <a:lnTo>
                  <a:pt x="35775" y="21675"/>
                </a:lnTo>
                <a:lnTo>
                  <a:pt x="35775" y="144673"/>
                </a:lnTo>
                <a:lnTo>
                  <a:pt x="63967" y="144673"/>
                </a:lnTo>
                <a:lnTo>
                  <a:pt x="63967" y="21675"/>
                </a:lnTo>
                <a:close/>
              </a:path>
              <a:path w="97790" h="156210">
                <a:moveTo>
                  <a:pt x="63967" y="0"/>
                </a:moveTo>
                <a:lnTo>
                  <a:pt x="54630" y="0"/>
                </a:lnTo>
                <a:lnTo>
                  <a:pt x="52511" y="1763"/>
                </a:lnTo>
                <a:lnTo>
                  <a:pt x="38121" y="9608"/>
                </a:lnTo>
                <a:lnTo>
                  <a:pt x="23754" y="13637"/>
                </a:lnTo>
                <a:lnTo>
                  <a:pt x="11822" y="15121"/>
                </a:lnTo>
                <a:lnTo>
                  <a:pt x="4738" y="15333"/>
                </a:lnTo>
                <a:lnTo>
                  <a:pt x="0" y="15333"/>
                </a:lnTo>
                <a:lnTo>
                  <a:pt x="0" y="26434"/>
                </a:lnTo>
                <a:lnTo>
                  <a:pt x="4738" y="26434"/>
                </a:lnTo>
                <a:lnTo>
                  <a:pt x="9238" y="26335"/>
                </a:lnTo>
                <a:lnTo>
                  <a:pt x="16415" y="25773"/>
                </a:lnTo>
                <a:lnTo>
                  <a:pt x="25513" y="24352"/>
                </a:lnTo>
                <a:lnTo>
                  <a:pt x="35775" y="21675"/>
                </a:lnTo>
                <a:lnTo>
                  <a:pt x="63967" y="21675"/>
                </a:lnTo>
                <a:lnTo>
                  <a:pt x="6396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8835862" y="5595953"/>
            <a:ext cx="117475" cy="163830"/>
          </a:xfrm>
          <a:custGeom>
            <a:avLst/>
            <a:gdLst/>
            <a:ahLst/>
            <a:cxnLst/>
            <a:rect l="l" t="t" r="r" b="b"/>
            <a:pathLst>
              <a:path w="117475" h="163829">
                <a:moveTo>
                  <a:pt x="99142" y="37356"/>
                </a:moveTo>
                <a:lnTo>
                  <a:pt x="83548" y="37356"/>
                </a:lnTo>
                <a:lnTo>
                  <a:pt x="70504" y="52860"/>
                </a:lnTo>
                <a:lnTo>
                  <a:pt x="54690" y="73803"/>
                </a:lnTo>
                <a:lnTo>
                  <a:pt x="42064" y="96563"/>
                </a:lnTo>
                <a:lnTo>
                  <a:pt x="33699" y="120908"/>
                </a:lnTo>
                <a:lnTo>
                  <a:pt x="30673" y="146609"/>
                </a:lnTo>
                <a:lnTo>
                  <a:pt x="30673" y="163349"/>
                </a:lnTo>
                <a:lnTo>
                  <a:pt x="49169" y="163349"/>
                </a:lnTo>
                <a:lnTo>
                  <a:pt x="60266" y="162113"/>
                </a:lnTo>
                <a:lnTo>
                  <a:pt x="60266" y="135507"/>
                </a:lnTo>
                <a:lnTo>
                  <a:pt x="60406" y="126922"/>
                </a:lnTo>
                <a:lnTo>
                  <a:pt x="68098" y="79360"/>
                </a:lnTo>
                <a:lnTo>
                  <a:pt x="78088" y="61851"/>
                </a:lnTo>
                <a:lnTo>
                  <a:pt x="99142" y="37356"/>
                </a:lnTo>
                <a:close/>
              </a:path>
              <a:path w="117475" h="163829">
                <a:moveTo>
                  <a:pt x="19395" y="0"/>
                </a:moveTo>
                <a:lnTo>
                  <a:pt x="8298" y="0"/>
                </a:lnTo>
                <a:lnTo>
                  <a:pt x="0" y="60438"/>
                </a:lnTo>
                <a:lnTo>
                  <a:pt x="11097" y="60438"/>
                </a:lnTo>
                <a:lnTo>
                  <a:pt x="13578" y="42291"/>
                </a:lnTo>
                <a:lnTo>
                  <a:pt x="16556" y="39295"/>
                </a:lnTo>
                <a:lnTo>
                  <a:pt x="99142" y="37356"/>
                </a:lnTo>
                <a:lnTo>
                  <a:pt x="114895" y="19027"/>
                </a:lnTo>
                <a:lnTo>
                  <a:pt x="117377" y="16388"/>
                </a:lnTo>
                <a:lnTo>
                  <a:pt x="117377" y="7574"/>
                </a:lnTo>
                <a:lnTo>
                  <a:pt x="68883" y="7574"/>
                </a:lnTo>
                <a:lnTo>
                  <a:pt x="60223" y="7392"/>
                </a:lnTo>
                <a:lnTo>
                  <a:pt x="20077" y="4578"/>
                </a:lnTo>
                <a:lnTo>
                  <a:pt x="19892" y="2467"/>
                </a:lnTo>
                <a:lnTo>
                  <a:pt x="19395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89812" y="5950314"/>
            <a:ext cx="113664" cy="158750"/>
          </a:xfrm>
          <a:custGeom>
            <a:avLst/>
            <a:gdLst/>
            <a:ahLst/>
            <a:cxnLst/>
            <a:rect l="l" t="t" r="r" b="b"/>
            <a:pathLst>
              <a:path w="113665" h="158750">
                <a:moveTo>
                  <a:pt x="31189" y="113484"/>
                </a:moveTo>
                <a:lnTo>
                  <a:pt x="12511" y="113484"/>
                </a:lnTo>
                <a:lnTo>
                  <a:pt x="6872" y="119651"/>
                </a:lnTo>
                <a:lnTo>
                  <a:pt x="6872" y="128636"/>
                </a:lnTo>
                <a:lnTo>
                  <a:pt x="9182" y="140129"/>
                </a:lnTo>
                <a:lnTo>
                  <a:pt x="16233" y="149606"/>
                </a:lnTo>
                <a:lnTo>
                  <a:pt x="28207" y="156043"/>
                </a:lnTo>
                <a:lnTo>
                  <a:pt x="45286" y="158417"/>
                </a:lnTo>
                <a:lnTo>
                  <a:pt x="69053" y="154328"/>
                </a:lnTo>
                <a:lnTo>
                  <a:pt x="79026" y="148196"/>
                </a:lnTo>
                <a:lnTo>
                  <a:pt x="40705" y="148196"/>
                </a:lnTo>
                <a:lnTo>
                  <a:pt x="32070" y="147668"/>
                </a:lnTo>
                <a:lnTo>
                  <a:pt x="25022" y="142909"/>
                </a:lnTo>
                <a:lnTo>
                  <a:pt x="27841" y="142206"/>
                </a:lnTo>
                <a:lnTo>
                  <a:pt x="36652" y="138859"/>
                </a:lnTo>
                <a:lnTo>
                  <a:pt x="36652" y="120002"/>
                </a:lnTo>
                <a:lnTo>
                  <a:pt x="31189" y="113484"/>
                </a:lnTo>
                <a:close/>
              </a:path>
              <a:path w="113665" h="158750">
                <a:moveTo>
                  <a:pt x="112668" y="83526"/>
                </a:moveTo>
                <a:lnTo>
                  <a:pt x="81234" y="83526"/>
                </a:lnTo>
                <a:lnTo>
                  <a:pt x="81190" y="90063"/>
                </a:lnTo>
                <a:lnTo>
                  <a:pt x="80848" y="101024"/>
                </a:lnTo>
                <a:lnTo>
                  <a:pt x="64890" y="141654"/>
                </a:lnTo>
                <a:lnTo>
                  <a:pt x="44934" y="148196"/>
                </a:lnTo>
                <a:lnTo>
                  <a:pt x="79026" y="148196"/>
                </a:lnTo>
                <a:lnTo>
                  <a:pt x="91102" y="140773"/>
                </a:lnTo>
                <a:lnTo>
                  <a:pt x="107335" y="115819"/>
                </a:lnTo>
                <a:lnTo>
                  <a:pt x="112668" y="83526"/>
                </a:lnTo>
                <a:close/>
              </a:path>
              <a:path w="113665" h="158750">
                <a:moveTo>
                  <a:pt x="57269" y="0"/>
                </a:moveTo>
                <a:lnTo>
                  <a:pt x="34047" y="3524"/>
                </a:lnTo>
                <a:lnTo>
                  <a:pt x="15947" y="13657"/>
                </a:lnTo>
                <a:lnTo>
                  <a:pt x="4190" y="29737"/>
                </a:lnTo>
                <a:lnTo>
                  <a:pt x="0" y="51105"/>
                </a:lnTo>
                <a:lnTo>
                  <a:pt x="4119" y="72935"/>
                </a:lnTo>
                <a:lnTo>
                  <a:pt x="15374" y="88836"/>
                </a:lnTo>
                <a:lnTo>
                  <a:pt x="32114" y="98558"/>
                </a:lnTo>
                <a:lnTo>
                  <a:pt x="52687" y="101854"/>
                </a:lnTo>
                <a:lnTo>
                  <a:pt x="59452" y="101320"/>
                </a:lnTo>
                <a:lnTo>
                  <a:pt x="66762" y="98902"/>
                </a:lnTo>
                <a:lnTo>
                  <a:pt x="74172" y="93378"/>
                </a:lnTo>
                <a:lnTo>
                  <a:pt x="74288" y="93216"/>
                </a:lnTo>
                <a:lnTo>
                  <a:pt x="54802" y="93216"/>
                </a:lnTo>
                <a:lnTo>
                  <a:pt x="41762" y="90063"/>
                </a:lnTo>
                <a:lnTo>
                  <a:pt x="35066" y="81344"/>
                </a:lnTo>
                <a:lnTo>
                  <a:pt x="32599" y="68165"/>
                </a:lnTo>
                <a:lnTo>
                  <a:pt x="32299" y="54100"/>
                </a:lnTo>
                <a:lnTo>
                  <a:pt x="32356" y="47118"/>
                </a:lnTo>
                <a:lnTo>
                  <a:pt x="32646" y="35211"/>
                </a:lnTo>
                <a:lnTo>
                  <a:pt x="35441" y="21764"/>
                </a:lnTo>
                <a:lnTo>
                  <a:pt x="43026" y="12678"/>
                </a:lnTo>
                <a:lnTo>
                  <a:pt x="57797" y="9342"/>
                </a:lnTo>
                <a:lnTo>
                  <a:pt x="88080" y="9342"/>
                </a:lnTo>
                <a:lnTo>
                  <a:pt x="57269" y="0"/>
                </a:lnTo>
                <a:close/>
              </a:path>
              <a:path w="113665" h="158750">
                <a:moveTo>
                  <a:pt x="88080" y="9342"/>
                </a:moveTo>
                <a:lnTo>
                  <a:pt x="71718" y="9342"/>
                </a:lnTo>
                <a:lnTo>
                  <a:pt x="77181" y="21851"/>
                </a:lnTo>
                <a:lnTo>
                  <a:pt x="78238" y="24318"/>
                </a:lnTo>
                <a:lnTo>
                  <a:pt x="79868" y="31103"/>
                </a:lnTo>
                <a:lnTo>
                  <a:pt x="80705" y="39078"/>
                </a:lnTo>
                <a:lnTo>
                  <a:pt x="81013" y="47118"/>
                </a:lnTo>
                <a:lnTo>
                  <a:pt x="81058" y="54100"/>
                </a:lnTo>
                <a:lnTo>
                  <a:pt x="79780" y="66456"/>
                </a:lnTo>
                <a:lnTo>
                  <a:pt x="75463" y="79208"/>
                </a:lnTo>
                <a:lnTo>
                  <a:pt x="67379" y="89185"/>
                </a:lnTo>
                <a:lnTo>
                  <a:pt x="54802" y="93216"/>
                </a:lnTo>
                <a:lnTo>
                  <a:pt x="74288" y="93216"/>
                </a:lnTo>
                <a:lnTo>
                  <a:pt x="81234" y="83526"/>
                </a:lnTo>
                <a:lnTo>
                  <a:pt x="112668" y="83526"/>
                </a:lnTo>
                <a:lnTo>
                  <a:pt x="113657" y="77535"/>
                </a:lnTo>
                <a:lnTo>
                  <a:pt x="112776" y="58729"/>
                </a:lnTo>
                <a:lnTo>
                  <a:pt x="106609" y="32820"/>
                </a:lnTo>
                <a:lnTo>
                  <a:pt x="89868" y="9884"/>
                </a:lnTo>
                <a:lnTo>
                  <a:pt x="88080" y="9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2513176" y="5941152"/>
            <a:ext cx="1217101" cy="1675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4200767" y="5943796"/>
            <a:ext cx="146685" cy="162560"/>
          </a:xfrm>
          <a:custGeom>
            <a:avLst/>
            <a:gdLst/>
            <a:ahLst/>
            <a:cxnLst/>
            <a:rect l="l" t="t" r="r" b="b"/>
            <a:pathLst>
              <a:path w="146685" h="162560">
                <a:moveTo>
                  <a:pt x="112461" y="80531"/>
                </a:moveTo>
                <a:lnTo>
                  <a:pt x="88808" y="80531"/>
                </a:lnTo>
                <a:lnTo>
                  <a:pt x="104002" y="84222"/>
                </a:lnTo>
                <a:lnTo>
                  <a:pt x="114404" y="93547"/>
                </a:lnTo>
                <a:lnTo>
                  <a:pt x="120379" y="105878"/>
                </a:lnTo>
                <a:lnTo>
                  <a:pt x="122289" y="118590"/>
                </a:lnTo>
                <a:lnTo>
                  <a:pt x="119979" y="131325"/>
                </a:lnTo>
                <a:lnTo>
                  <a:pt x="113061" y="143018"/>
                </a:lnTo>
                <a:lnTo>
                  <a:pt x="101550" y="151573"/>
                </a:lnTo>
                <a:lnTo>
                  <a:pt x="85462" y="154891"/>
                </a:lnTo>
                <a:lnTo>
                  <a:pt x="0" y="154891"/>
                </a:lnTo>
                <a:lnTo>
                  <a:pt x="0" y="162292"/>
                </a:lnTo>
                <a:lnTo>
                  <a:pt x="93215" y="162292"/>
                </a:lnTo>
                <a:lnTo>
                  <a:pt x="114781" y="158638"/>
                </a:lnTo>
                <a:lnTo>
                  <a:pt x="131474" y="148921"/>
                </a:lnTo>
                <a:lnTo>
                  <a:pt x="142252" y="135009"/>
                </a:lnTo>
                <a:lnTo>
                  <a:pt x="146076" y="118766"/>
                </a:lnTo>
                <a:lnTo>
                  <a:pt x="142635" y="103996"/>
                </a:lnTo>
                <a:lnTo>
                  <a:pt x="133082" y="91389"/>
                </a:lnTo>
                <a:lnTo>
                  <a:pt x="118572" y="82120"/>
                </a:lnTo>
                <a:lnTo>
                  <a:pt x="112461" y="80531"/>
                </a:lnTo>
                <a:close/>
              </a:path>
              <a:path w="146685" h="162560">
                <a:moveTo>
                  <a:pt x="44577" y="7226"/>
                </a:moveTo>
                <a:lnTo>
                  <a:pt x="23962" y="7226"/>
                </a:lnTo>
                <a:lnTo>
                  <a:pt x="24490" y="9870"/>
                </a:lnTo>
                <a:lnTo>
                  <a:pt x="24490" y="152248"/>
                </a:lnTo>
                <a:lnTo>
                  <a:pt x="23962" y="154891"/>
                </a:lnTo>
                <a:lnTo>
                  <a:pt x="44577" y="154891"/>
                </a:lnTo>
                <a:lnTo>
                  <a:pt x="44226" y="153305"/>
                </a:lnTo>
                <a:lnTo>
                  <a:pt x="44226" y="80531"/>
                </a:lnTo>
                <a:lnTo>
                  <a:pt x="112461" y="80531"/>
                </a:lnTo>
                <a:lnTo>
                  <a:pt x="100262" y="77359"/>
                </a:lnTo>
                <a:lnTo>
                  <a:pt x="106714" y="75244"/>
                </a:lnTo>
                <a:lnTo>
                  <a:pt x="44226" y="75244"/>
                </a:lnTo>
                <a:lnTo>
                  <a:pt x="44226" y="8986"/>
                </a:lnTo>
                <a:lnTo>
                  <a:pt x="44577" y="7226"/>
                </a:lnTo>
                <a:close/>
              </a:path>
              <a:path w="146685" h="162560">
                <a:moveTo>
                  <a:pt x="86869" y="0"/>
                </a:moveTo>
                <a:lnTo>
                  <a:pt x="0" y="0"/>
                </a:lnTo>
                <a:lnTo>
                  <a:pt x="0" y="7226"/>
                </a:lnTo>
                <a:lnTo>
                  <a:pt x="85285" y="7226"/>
                </a:lnTo>
                <a:lnTo>
                  <a:pt x="99924" y="10591"/>
                </a:lnTo>
                <a:lnTo>
                  <a:pt x="109624" y="18944"/>
                </a:lnTo>
                <a:lnTo>
                  <a:pt x="114995" y="29675"/>
                </a:lnTo>
                <a:lnTo>
                  <a:pt x="116650" y="40175"/>
                </a:lnTo>
                <a:lnTo>
                  <a:pt x="114420" y="52049"/>
                </a:lnTo>
                <a:lnTo>
                  <a:pt x="107532" y="63393"/>
                </a:lnTo>
                <a:lnTo>
                  <a:pt x="95688" y="71896"/>
                </a:lnTo>
                <a:lnTo>
                  <a:pt x="78591" y="75244"/>
                </a:lnTo>
                <a:lnTo>
                  <a:pt x="106714" y="75244"/>
                </a:lnTo>
                <a:lnTo>
                  <a:pt x="116167" y="72144"/>
                </a:lnTo>
                <a:lnTo>
                  <a:pt x="128653" y="63658"/>
                </a:lnTo>
                <a:lnTo>
                  <a:pt x="136811" y="52726"/>
                </a:lnTo>
                <a:lnTo>
                  <a:pt x="139733" y="40175"/>
                </a:lnTo>
                <a:lnTo>
                  <a:pt x="135834" y="25126"/>
                </a:lnTo>
                <a:lnTo>
                  <a:pt x="124931" y="12290"/>
                </a:lnTo>
                <a:lnTo>
                  <a:pt x="108213" y="3353"/>
                </a:lnTo>
                <a:lnTo>
                  <a:pt x="86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4366936" y="6001063"/>
            <a:ext cx="80010" cy="105410"/>
          </a:xfrm>
          <a:custGeom>
            <a:avLst/>
            <a:gdLst/>
            <a:ahLst/>
            <a:cxnLst/>
            <a:rect l="l" t="t" r="r" b="b"/>
            <a:pathLst>
              <a:path w="80010" h="105410">
                <a:moveTo>
                  <a:pt x="57266" y="97624"/>
                </a:moveTo>
                <a:lnTo>
                  <a:pt x="0" y="97624"/>
                </a:lnTo>
                <a:lnTo>
                  <a:pt x="0" y="105024"/>
                </a:lnTo>
                <a:lnTo>
                  <a:pt x="14491" y="104540"/>
                </a:lnTo>
                <a:lnTo>
                  <a:pt x="21358" y="104380"/>
                </a:lnTo>
                <a:lnTo>
                  <a:pt x="27133" y="104319"/>
                </a:lnTo>
                <a:lnTo>
                  <a:pt x="57266" y="104319"/>
                </a:lnTo>
                <a:lnTo>
                  <a:pt x="57266" y="97624"/>
                </a:lnTo>
                <a:close/>
              </a:path>
              <a:path w="80010" h="105410">
                <a:moveTo>
                  <a:pt x="57266" y="104319"/>
                </a:moveTo>
                <a:lnTo>
                  <a:pt x="27133" y="104319"/>
                </a:lnTo>
                <a:lnTo>
                  <a:pt x="42201" y="104407"/>
                </a:lnTo>
                <a:lnTo>
                  <a:pt x="49883" y="104617"/>
                </a:lnTo>
                <a:lnTo>
                  <a:pt x="57266" y="105024"/>
                </a:lnTo>
                <a:lnTo>
                  <a:pt x="57266" y="104319"/>
                </a:lnTo>
                <a:close/>
              </a:path>
              <a:path w="80010" h="105410">
                <a:moveTo>
                  <a:pt x="32948" y="0"/>
                </a:moveTo>
                <a:lnTo>
                  <a:pt x="0" y="2467"/>
                </a:lnTo>
                <a:lnTo>
                  <a:pt x="0" y="9870"/>
                </a:lnTo>
                <a:lnTo>
                  <a:pt x="16559" y="9870"/>
                </a:lnTo>
                <a:lnTo>
                  <a:pt x="18498" y="11633"/>
                </a:lnTo>
                <a:lnTo>
                  <a:pt x="18498" y="97624"/>
                </a:lnTo>
                <a:lnTo>
                  <a:pt x="34711" y="97624"/>
                </a:lnTo>
                <a:lnTo>
                  <a:pt x="34183" y="94980"/>
                </a:lnTo>
                <a:lnTo>
                  <a:pt x="34183" y="49869"/>
                </a:lnTo>
                <a:lnTo>
                  <a:pt x="36033" y="32915"/>
                </a:lnTo>
                <a:lnTo>
                  <a:pt x="38625" y="26082"/>
                </a:lnTo>
                <a:lnTo>
                  <a:pt x="32948" y="26082"/>
                </a:lnTo>
                <a:lnTo>
                  <a:pt x="32948" y="0"/>
                </a:lnTo>
                <a:close/>
              </a:path>
              <a:path w="80010" h="105410">
                <a:moveTo>
                  <a:pt x="72419" y="0"/>
                </a:moveTo>
                <a:lnTo>
                  <a:pt x="62202" y="0"/>
                </a:lnTo>
                <a:lnTo>
                  <a:pt x="50816" y="2637"/>
                </a:lnTo>
                <a:lnTo>
                  <a:pt x="42354" y="9208"/>
                </a:lnTo>
                <a:lnTo>
                  <a:pt x="36503" y="17695"/>
                </a:lnTo>
                <a:lnTo>
                  <a:pt x="32948" y="26082"/>
                </a:lnTo>
                <a:lnTo>
                  <a:pt x="38625" y="26082"/>
                </a:lnTo>
                <a:lnTo>
                  <a:pt x="41451" y="18636"/>
                </a:lnTo>
                <a:lnTo>
                  <a:pt x="50240" y="8784"/>
                </a:lnTo>
                <a:lnTo>
                  <a:pt x="62202" y="5110"/>
                </a:lnTo>
                <a:lnTo>
                  <a:pt x="77922" y="5110"/>
                </a:lnTo>
                <a:lnTo>
                  <a:pt x="72419" y="0"/>
                </a:lnTo>
                <a:close/>
              </a:path>
              <a:path w="80010" h="105410">
                <a:moveTo>
                  <a:pt x="77922" y="5110"/>
                </a:moveTo>
                <a:lnTo>
                  <a:pt x="64314" y="5110"/>
                </a:lnTo>
                <a:lnTo>
                  <a:pt x="64846" y="5462"/>
                </a:lnTo>
                <a:lnTo>
                  <a:pt x="64137" y="5638"/>
                </a:lnTo>
                <a:lnTo>
                  <a:pt x="59382" y="8458"/>
                </a:lnTo>
                <a:lnTo>
                  <a:pt x="59382" y="21323"/>
                </a:lnTo>
                <a:lnTo>
                  <a:pt x="64314" y="24846"/>
                </a:lnTo>
                <a:lnTo>
                  <a:pt x="73831" y="24846"/>
                </a:lnTo>
                <a:lnTo>
                  <a:pt x="79822" y="22027"/>
                </a:lnTo>
                <a:lnTo>
                  <a:pt x="79822" y="6874"/>
                </a:lnTo>
                <a:lnTo>
                  <a:pt x="77922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4459620" y="5999656"/>
            <a:ext cx="92075" cy="109220"/>
          </a:xfrm>
          <a:custGeom>
            <a:avLst/>
            <a:gdLst/>
            <a:ahLst/>
            <a:cxnLst/>
            <a:rect l="l" t="t" r="r" b="b"/>
            <a:pathLst>
              <a:path w="92075" h="109220">
                <a:moveTo>
                  <a:pt x="49342" y="0"/>
                </a:moveTo>
                <a:lnTo>
                  <a:pt x="30034" y="4265"/>
                </a:lnTo>
                <a:lnTo>
                  <a:pt x="14362" y="15881"/>
                </a:lnTo>
                <a:lnTo>
                  <a:pt x="3843" y="33081"/>
                </a:lnTo>
                <a:lnTo>
                  <a:pt x="0" y="54096"/>
                </a:lnTo>
                <a:lnTo>
                  <a:pt x="4309" y="76141"/>
                </a:lnTo>
                <a:lnTo>
                  <a:pt x="15837" y="93545"/>
                </a:lnTo>
                <a:lnTo>
                  <a:pt x="32487" y="104969"/>
                </a:lnTo>
                <a:lnTo>
                  <a:pt x="52161" y="109075"/>
                </a:lnTo>
                <a:lnTo>
                  <a:pt x="70648" y="104873"/>
                </a:lnTo>
                <a:lnTo>
                  <a:pt x="72949" y="103084"/>
                </a:lnTo>
                <a:lnTo>
                  <a:pt x="53568" y="103084"/>
                </a:lnTo>
                <a:lnTo>
                  <a:pt x="45171" y="101820"/>
                </a:lnTo>
                <a:lnTo>
                  <a:pt x="20617" y="68281"/>
                </a:lnTo>
                <a:lnTo>
                  <a:pt x="19735" y="51452"/>
                </a:lnTo>
                <a:lnTo>
                  <a:pt x="91984" y="51452"/>
                </a:lnTo>
                <a:lnTo>
                  <a:pt x="91984" y="46517"/>
                </a:lnTo>
                <a:lnTo>
                  <a:pt x="19916" y="46517"/>
                </a:lnTo>
                <a:lnTo>
                  <a:pt x="23967" y="25106"/>
                </a:lnTo>
                <a:lnTo>
                  <a:pt x="32116" y="12533"/>
                </a:lnTo>
                <a:lnTo>
                  <a:pt x="41522" y="6600"/>
                </a:lnTo>
                <a:lnTo>
                  <a:pt x="49342" y="5110"/>
                </a:lnTo>
                <a:lnTo>
                  <a:pt x="70043" y="5110"/>
                </a:lnTo>
                <a:lnTo>
                  <a:pt x="68569" y="3948"/>
                </a:lnTo>
                <a:lnTo>
                  <a:pt x="49342" y="0"/>
                </a:lnTo>
                <a:close/>
              </a:path>
              <a:path w="92075" h="109220">
                <a:moveTo>
                  <a:pt x="90044" y="75244"/>
                </a:moveTo>
                <a:lnTo>
                  <a:pt x="86697" y="75244"/>
                </a:lnTo>
                <a:lnTo>
                  <a:pt x="86170" y="76651"/>
                </a:lnTo>
                <a:lnTo>
                  <a:pt x="85817" y="78591"/>
                </a:lnTo>
                <a:lnTo>
                  <a:pt x="77557" y="92751"/>
                </a:lnTo>
                <a:lnTo>
                  <a:pt x="67446" y="100022"/>
                </a:lnTo>
                <a:lnTo>
                  <a:pt x="58459" y="102701"/>
                </a:lnTo>
                <a:lnTo>
                  <a:pt x="53568" y="103084"/>
                </a:lnTo>
                <a:lnTo>
                  <a:pt x="72949" y="103084"/>
                </a:lnTo>
                <a:lnTo>
                  <a:pt x="82975" y="95286"/>
                </a:lnTo>
                <a:lnTo>
                  <a:pt x="89850" y="84840"/>
                </a:lnTo>
                <a:lnTo>
                  <a:pt x="91984" y="78063"/>
                </a:lnTo>
                <a:lnTo>
                  <a:pt x="91984" y="75772"/>
                </a:lnTo>
                <a:lnTo>
                  <a:pt x="90044" y="75244"/>
                </a:lnTo>
                <a:close/>
              </a:path>
              <a:path w="92075" h="109220">
                <a:moveTo>
                  <a:pt x="70043" y="5110"/>
                </a:moveTo>
                <a:lnTo>
                  <a:pt x="49342" y="5110"/>
                </a:lnTo>
                <a:lnTo>
                  <a:pt x="63888" y="10267"/>
                </a:lnTo>
                <a:lnTo>
                  <a:pt x="72008" y="22312"/>
                </a:lnTo>
                <a:lnTo>
                  <a:pt x="75535" y="36108"/>
                </a:lnTo>
                <a:lnTo>
                  <a:pt x="76304" y="46517"/>
                </a:lnTo>
                <a:lnTo>
                  <a:pt x="91984" y="46517"/>
                </a:lnTo>
                <a:lnTo>
                  <a:pt x="89509" y="29288"/>
                </a:lnTo>
                <a:lnTo>
                  <a:pt x="81831" y="14404"/>
                </a:lnTo>
                <a:lnTo>
                  <a:pt x="70043" y="5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4568697" y="5999656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4096" y="5110"/>
                </a:moveTo>
                <a:lnTo>
                  <a:pt x="42466" y="5110"/>
                </a:lnTo>
                <a:lnTo>
                  <a:pt x="51282" y="6900"/>
                </a:lnTo>
                <a:lnTo>
                  <a:pt x="59338" y="12423"/>
                </a:lnTo>
                <a:lnTo>
                  <a:pt x="65214" y="21911"/>
                </a:lnTo>
                <a:lnTo>
                  <a:pt x="67489" y="35596"/>
                </a:lnTo>
                <a:lnTo>
                  <a:pt x="67489" y="44406"/>
                </a:lnTo>
                <a:lnTo>
                  <a:pt x="57712" y="45033"/>
                </a:lnTo>
                <a:lnTo>
                  <a:pt x="46763" y="46255"/>
                </a:lnTo>
                <a:lnTo>
                  <a:pt x="5220" y="67446"/>
                </a:lnTo>
                <a:lnTo>
                  <a:pt x="0" y="83878"/>
                </a:lnTo>
                <a:lnTo>
                  <a:pt x="3840" y="95917"/>
                </a:lnTo>
                <a:lnTo>
                  <a:pt x="13413" y="103679"/>
                </a:lnTo>
                <a:lnTo>
                  <a:pt x="25823" y="107841"/>
                </a:lnTo>
                <a:lnTo>
                  <a:pt x="38063" y="109075"/>
                </a:lnTo>
                <a:lnTo>
                  <a:pt x="48907" y="107412"/>
                </a:lnTo>
                <a:lnTo>
                  <a:pt x="56076" y="103788"/>
                </a:lnTo>
                <a:lnTo>
                  <a:pt x="39823" y="103788"/>
                </a:lnTo>
                <a:lnTo>
                  <a:pt x="31557" y="102307"/>
                </a:lnTo>
                <a:lnTo>
                  <a:pt x="24713" y="98150"/>
                </a:lnTo>
                <a:lnTo>
                  <a:pt x="20050" y="91747"/>
                </a:lnTo>
                <a:lnTo>
                  <a:pt x="18327" y="83526"/>
                </a:lnTo>
                <a:lnTo>
                  <a:pt x="20507" y="72881"/>
                </a:lnTo>
                <a:lnTo>
                  <a:pt x="28238" y="62070"/>
                </a:lnTo>
                <a:lnTo>
                  <a:pt x="43303" y="53441"/>
                </a:lnTo>
                <a:lnTo>
                  <a:pt x="67489" y="49337"/>
                </a:lnTo>
                <a:lnTo>
                  <a:pt x="84053" y="49337"/>
                </a:lnTo>
                <a:lnTo>
                  <a:pt x="83953" y="35596"/>
                </a:lnTo>
                <a:lnTo>
                  <a:pt x="67997" y="7062"/>
                </a:lnTo>
                <a:lnTo>
                  <a:pt x="64096" y="5110"/>
                </a:lnTo>
                <a:close/>
              </a:path>
              <a:path w="107314" h="109220">
                <a:moveTo>
                  <a:pt x="84053" y="88281"/>
                </a:moveTo>
                <a:lnTo>
                  <a:pt x="69253" y="88281"/>
                </a:lnTo>
                <a:lnTo>
                  <a:pt x="70953" y="95352"/>
                </a:lnTo>
                <a:lnTo>
                  <a:pt x="74669" y="101630"/>
                </a:lnTo>
                <a:lnTo>
                  <a:pt x="80301" y="106123"/>
                </a:lnTo>
                <a:lnTo>
                  <a:pt x="87769" y="107839"/>
                </a:lnTo>
                <a:lnTo>
                  <a:pt x="92890" y="107018"/>
                </a:lnTo>
                <a:lnTo>
                  <a:pt x="99339" y="103788"/>
                </a:lnTo>
                <a:lnTo>
                  <a:pt x="102084" y="100441"/>
                </a:lnTo>
                <a:lnTo>
                  <a:pt x="84933" y="100441"/>
                </a:lnTo>
                <a:lnTo>
                  <a:pt x="84053" y="89693"/>
                </a:lnTo>
                <a:lnTo>
                  <a:pt x="84053" y="88281"/>
                </a:lnTo>
                <a:close/>
              </a:path>
              <a:path w="107314" h="109220">
                <a:moveTo>
                  <a:pt x="84053" y="49337"/>
                </a:moveTo>
                <a:lnTo>
                  <a:pt x="67489" y="49337"/>
                </a:lnTo>
                <a:lnTo>
                  <a:pt x="67489" y="73128"/>
                </a:lnTo>
                <a:lnTo>
                  <a:pt x="64653" y="87434"/>
                </a:lnTo>
                <a:lnTo>
                  <a:pt x="57621" y="96916"/>
                </a:lnTo>
                <a:lnTo>
                  <a:pt x="48606" y="102169"/>
                </a:lnTo>
                <a:lnTo>
                  <a:pt x="39823" y="103788"/>
                </a:lnTo>
                <a:lnTo>
                  <a:pt x="56076" y="103788"/>
                </a:lnTo>
                <a:lnTo>
                  <a:pt x="57819" y="102907"/>
                </a:lnTo>
                <a:lnTo>
                  <a:pt x="64651" y="96288"/>
                </a:lnTo>
                <a:lnTo>
                  <a:pt x="69253" y="88281"/>
                </a:lnTo>
                <a:lnTo>
                  <a:pt x="84053" y="88281"/>
                </a:lnTo>
                <a:lnTo>
                  <a:pt x="84053" y="49337"/>
                </a:lnTo>
                <a:close/>
              </a:path>
              <a:path w="107314" h="109220">
                <a:moveTo>
                  <a:pt x="107312" y="71892"/>
                </a:moveTo>
                <a:lnTo>
                  <a:pt x="101321" y="71892"/>
                </a:lnTo>
                <a:lnTo>
                  <a:pt x="101321" y="99031"/>
                </a:lnTo>
                <a:lnTo>
                  <a:pt x="95331" y="100441"/>
                </a:lnTo>
                <a:lnTo>
                  <a:pt x="102084" y="100441"/>
                </a:lnTo>
                <a:lnTo>
                  <a:pt x="104950" y="96913"/>
                </a:lnTo>
                <a:lnTo>
                  <a:pt x="107312" y="85285"/>
                </a:lnTo>
                <a:lnTo>
                  <a:pt x="107312" y="71892"/>
                </a:lnTo>
                <a:close/>
              </a:path>
              <a:path w="107314" h="109220">
                <a:moveTo>
                  <a:pt x="42818" y="0"/>
                </a:moveTo>
                <a:lnTo>
                  <a:pt x="7101" y="26586"/>
                </a:lnTo>
                <a:lnTo>
                  <a:pt x="7049" y="33832"/>
                </a:lnTo>
                <a:lnTo>
                  <a:pt x="11804" y="37883"/>
                </a:lnTo>
                <a:lnTo>
                  <a:pt x="24494" y="37883"/>
                </a:lnTo>
                <a:lnTo>
                  <a:pt x="28897" y="33129"/>
                </a:lnTo>
                <a:lnTo>
                  <a:pt x="28897" y="24138"/>
                </a:lnTo>
                <a:lnTo>
                  <a:pt x="27665" y="16388"/>
                </a:lnTo>
                <a:lnTo>
                  <a:pt x="16739" y="16036"/>
                </a:lnTo>
                <a:lnTo>
                  <a:pt x="22344" y="10835"/>
                </a:lnTo>
                <a:lnTo>
                  <a:pt x="29073" y="7468"/>
                </a:lnTo>
                <a:lnTo>
                  <a:pt x="36066" y="5653"/>
                </a:lnTo>
                <a:lnTo>
                  <a:pt x="42466" y="5110"/>
                </a:lnTo>
                <a:lnTo>
                  <a:pt x="64096" y="5110"/>
                </a:lnTo>
                <a:lnTo>
                  <a:pt x="59912" y="3017"/>
                </a:lnTo>
                <a:lnTo>
                  <a:pt x="51430" y="723"/>
                </a:lnTo>
                <a:lnTo>
                  <a:pt x="428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4685172" y="5999656"/>
            <a:ext cx="78105" cy="109220"/>
          </a:xfrm>
          <a:custGeom>
            <a:avLst/>
            <a:gdLst/>
            <a:ahLst/>
            <a:cxnLst/>
            <a:rect l="l" t="t" r="r" b="b"/>
            <a:pathLst>
              <a:path w="78104" h="109220">
                <a:moveTo>
                  <a:pt x="5445" y="66077"/>
                </a:moveTo>
                <a:lnTo>
                  <a:pt x="0" y="66077"/>
                </a:lnTo>
                <a:lnTo>
                  <a:pt x="0" y="109075"/>
                </a:lnTo>
                <a:lnTo>
                  <a:pt x="3703" y="109075"/>
                </a:lnTo>
                <a:lnTo>
                  <a:pt x="3879" y="108722"/>
                </a:lnTo>
                <a:lnTo>
                  <a:pt x="9009" y="103788"/>
                </a:lnTo>
                <a:lnTo>
                  <a:pt x="9009" y="103260"/>
                </a:lnTo>
                <a:lnTo>
                  <a:pt x="13204" y="98855"/>
                </a:lnTo>
                <a:lnTo>
                  <a:pt x="23008" y="98855"/>
                </a:lnTo>
                <a:lnTo>
                  <a:pt x="17077" y="94471"/>
                </a:lnTo>
                <a:lnTo>
                  <a:pt x="10636" y="83792"/>
                </a:lnTo>
                <a:lnTo>
                  <a:pt x="6347" y="69957"/>
                </a:lnTo>
                <a:lnTo>
                  <a:pt x="5624" y="66961"/>
                </a:lnTo>
                <a:lnTo>
                  <a:pt x="5445" y="66077"/>
                </a:lnTo>
                <a:close/>
              </a:path>
              <a:path w="78104" h="109220">
                <a:moveTo>
                  <a:pt x="23008" y="98855"/>
                </a:moveTo>
                <a:lnTo>
                  <a:pt x="13204" y="98855"/>
                </a:lnTo>
                <a:lnTo>
                  <a:pt x="20982" y="104614"/>
                </a:lnTo>
                <a:lnTo>
                  <a:pt x="28304" y="107665"/>
                </a:lnTo>
                <a:lnTo>
                  <a:pt x="34594" y="108866"/>
                </a:lnTo>
                <a:lnTo>
                  <a:pt x="39277" y="109075"/>
                </a:lnTo>
                <a:lnTo>
                  <a:pt x="56892" y="106302"/>
                </a:lnTo>
                <a:lnTo>
                  <a:pt x="60952" y="103788"/>
                </a:lnTo>
                <a:lnTo>
                  <a:pt x="39277" y="103788"/>
                </a:lnTo>
                <a:lnTo>
                  <a:pt x="26386" y="101352"/>
                </a:lnTo>
                <a:lnTo>
                  <a:pt x="23008" y="98855"/>
                </a:lnTo>
                <a:close/>
              </a:path>
              <a:path w="78104" h="109220">
                <a:moveTo>
                  <a:pt x="51277" y="0"/>
                </a:moveTo>
                <a:lnTo>
                  <a:pt x="37879" y="0"/>
                </a:lnTo>
                <a:lnTo>
                  <a:pt x="19781" y="2684"/>
                </a:lnTo>
                <a:lnTo>
                  <a:pt x="8113" y="9581"/>
                </a:lnTo>
                <a:lnTo>
                  <a:pt x="1858" y="18956"/>
                </a:lnTo>
                <a:lnTo>
                  <a:pt x="0" y="29073"/>
                </a:lnTo>
                <a:lnTo>
                  <a:pt x="0" y="37531"/>
                </a:lnTo>
                <a:lnTo>
                  <a:pt x="41578" y="60263"/>
                </a:lnTo>
                <a:lnTo>
                  <a:pt x="47603" y="61720"/>
                </a:lnTo>
                <a:lnTo>
                  <a:pt x="55844" y="65176"/>
                </a:lnTo>
                <a:lnTo>
                  <a:pt x="63122" y="71638"/>
                </a:lnTo>
                <a:lnTo>
                  <a:pt x="66254" y="82114"/>
                </a:lnTo>
                <a:lnTo>
                  <a:pt x="64672" y="90629"/>
                </a:lnTo>
                <a:lnTo>
                  <a:pt x="59786" y="97510"/>
                </a:lnTo>
                <a:lnTo>
                  <a:pt x="51390" y="102111"/>
                </a:lnTo>
                <a:lnTo>
                  <a:pt x="39277" y="103788"/>
                </a:lnTo>
                <a:lnTo>
                  <a:pt x="60952" y="103788"/>
                </a:lnTo>
                <a:lnTo>
                  <a:pt x="68814" y="98921"/>
                </a:lnTo>
                <a:lnTo>
                  <a:pt x="75576" y="88334"/>
                </a:lnTo>
                <a:lnTo>
                  <a:pt x="77712" y="75947"/>
                </a:lnTo>
                <a:lnTo>
                  <a:pt x="77712" y="63434"/>
                </a:lnTo>
                <a:lnTo>
                  <a:pt x="30390" y="39728"/>
                </a:lnTo>
                <a:lnTo>
                  <a:pt x="20946" y="36410"/>
                </a:lnTo>
                <a:lnTo>
                  <a:pt x="13980" y="31010"/>
                </a:lnTo>
                <a:lnTo>
                  <a:pt x="11264" y="22555"/>
                </a:lnTo>
                <a:lnTo>
                  <a:pt x="12549" y="16224"/>
                </a:lnTo>
                <a:lnTo>
                  <a:pt x="16909" y="10373"/>
                </a:lnTo>
                <a:lnTo>
                  <a:pt x="25099" y="6074"/>
                </a:lnTo>
                <a:lnTo>
                  <a:pt x="37879" y="4402"/>
                </a:lnTo>
                <a:lnTo>
                  <a:pt x="57341" y="4402"/>
                </a:lnTo>
                <a:lnTo>
                  <a:pt x="51277" y="0"/>
                </a:lnTo>
                <a:close/>
              </a:path>
              <a:path w="78104" h="109220">
                <a:moveTo>
                  <a:pt x="57341" y="4402"/>
                </a:moveTo>
                <a:lnTo>
                  <a:pt x="37879" y="4402"/>
                </a:lnTo>
                <a:lnTo>
                  <a:pt x="53234" y="7875"/>
                </a:lnTo>
                <a:lnTo>
                  <a:pt x="61455" y="16055"/>
                </a:lnTo>
                <a:lnTo>
                  <a:pt x="64846" y="25591"/>
                </a:lnTo>
                <a:lnTo>
                  <a:pt x="65712" y="33129"/>
                </a:lnTo>
                <a:lnTo>
                  <a:pt x="65892" y="35416"/>
                </a:lnTo>
                <a:lnTo>
                  <a:pt x="71711" y="35416"/>
                </a:lnTo>
                <a:lnTo>
                  <a:pt x="71711" y="6518"/>
                </a:lnTo>
                <a:lnTo>
                  <a:pt x="60255" y="6518"/>
                </a:lnTo>
                <a:lnTo>
                  <a:pt x="57341" y="4402"/>
                </a:lnTo>
                <a:close/>
              </a:path>
              <a:path w="78104" h="109220">
                <a:moveTo>
                  <a:pt x="71711" y="0"/>
                </a:moveTo>
                <a:lnTo>
                  <a:pt x="67471" y="0"/>
                </a:lnTo>
                <a:lnTo>
                  <a:pt x="64314" y="2819"/>
                </a:lnTo>
                <a:lnTo>
                  <a:pt x="63637" y="3699"/>
                </a:lnTo>
                <a:lnTo>
                  <a:pt x="61337" y="5814"/>
                </a:lnTo>
                <a:lnTo>
                  <a:pt x="60255" y="6518"/>
                </a:lnTo>
                <a:lnTo>
                  <a:pt x="71711" y="6518"/>
                </a:lnTo>
                <a:lnTo>
                  <a:pt x="71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4775741" y="5959833"/>
            <a:ext cx="74930" cy="149225"/>
          </a:xfrm>
          <a:custGeom>
            <a:avLst/>
            <a:gdLst/>
            <a:ahLst/>
            <a:cxnLst/>
            <a:rect l="l" t="t" r="r" b="b"/>
            <a:pathLst>
              <a:path w="74929" h="149225">
                <a:moveTo>
                  <a:pt x="36675" y="51101"/>
                </a:moveTo>
                <a:lnTo>
                  <a:pt x="20253" y="51101"/>
                </a:lnTo>
                <a:lnTo>
                  <a:pt x="20326" y="117178"/>
                </a:lnTo>
                <a:lnTo>
                  <a:pt x="23835" y="134104"/>
                </a:lnTo>
                <a:lnTo>
                  <a:pt x="32360" y="143766"/>
                </a:lnTo>
                <a:lnTo>
                  <a:pt x="42501" y="147976"/>
                </a:lnTo>
                <a:lnTo>
                  <a:pt x="50929" y="148898"/>
                </a:lnTo>
                <a:lnTo>
                  <a:pt x="61655" y="146019"/>
                </a:lnTo>
                <a:lnTo>
                  <a:pt x="64686" y="142907"/>
                </a:lnTo>
                <a:lnTo>
                  <a:pt x="52508" y="142907"/>
                </a:lnTo>
                <a:lnTo>
                  <a:pt x="43354" y="139457"/>
                </a:lnTo>
                <a:lnTo>
                  <a:pt x="38654" y="131564"/>
                </a:lnTo>
                <a:lnTo>
                  <a:pt x="36922" y="122909"/>
                </a:lnTo>
                <a:lnTo>
                  <a:pt x="36675" y="117178"/>
                </a:lnTo>
                <a:lnTo>
                  <a:pt x="36675" y="51101"/>
                </a:lnTo>
                <a:close/>
              </a:path>
              <a:path w="74929" h="149225">
                <a:moveTo>
                  <a:pt x="74387" y="103257"/>
                </a:moveTo>
                <a:lnTo>
                  <a:pt x="68386" y="103257"/>
                </a:lnTo>
                <a:lnTo>
                  <a:pt x="68293" y="117178"/>
                </a:lnTo>
                <a:lnTo>
                  <a:pt x="67149" y="127890"/>
                </a:lnTo>
                <a:lnTo>
                  <a:pt x="63763" y="136210"/>
                </a:lnTo>
                <a:lnTo>
                  <a:pt x="58719" y="141227"/>
                </a:lnTo>
                <a:lnTo>
                  <a:pt x="52508" y="142907"/>
                </a:lnTo>
                <a:lnTo>
                  <a:pt x="64686" y="142907"/>
                </a:lnTo>
                <a:lnTo>
                  <a:pt x="68934" y="138546"/>
                </a:lnTo>
                <a:lnTo>
                  <a:pt x="73075" y="128232"/>
                </a:lnTo>
                <a:lnTo>
                  <a:pt x="74347" y="117178"/>
                </a:lnTo>
                <a:lnTo>
                  <a:pt x="74387" y="103257"/>
                </a:lnTo>
                <a:close/>
              </a:path>
              <a:path w="74929" h="149225">
                <a:moveTo>
                  <a:pt x="36675" y="0"/>
                </a:moveTo>
                <a:lnTo>
                  <a:pt x="30674" y="0"/>
                </a:lnTo>
                <a:lnTo>
                  <a:pt x="29078" y="15289"/>
                </a:lnTo>
                <a:lnTo>
                  <a:pt x="23998" y="29934"/>
                </a:lnTo>
                <a:lnTo>
                  <a:pt x="14587" y="41109"/>
                </a:lnTo>
                <a:lnTo>
                  <a:pt x="0" y="45990"/>
                </a:lnTo>
                <a:lnTo>
                  <a:pt x="0" y="51101"/>
                </a:lnTo>
                <a:lnTo>
                  <a:pt x="70506" y="51101"/>
                </a:lnTo>
                <a:lnTo>
                  <a:pt x="70506" y="43698"/>
                </a:lnTo>
                <a:lnTo>
                  <a:pt x="36675" y="43698"/>
                </a:lnTo>
                <a:lnTo>
                  <a:pt x="366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950543" y="5938509"/>
            <a:ext cx="1358771" cy="17022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6690317" y="5943092"/>
            <a:ext cx="162560" cy="163195"/>
          </a:xfrm>
          <a:custGeom>
            <a:avLst/>
            <a:gdLst/>
            <a:ahLst/>
            <a:cxnLst/>
            <a:rect l="l" t="t" r="r" b="b"/>
            <a:pathLst>
              <a:path w="162559" h="163195">
                <a:moveTo>
                  <a:pt x="85078" y="151720"/>
                </a:moveTo>
                <a:lnTo>
                  <a:pt x="0" y="151720"/>
                </a:lnTo>
                <a:lnTo>
                  <a:pt x="0" y="162996"/>
                </a:lnTo>
                <a:lnTo>
                  <a:pt x="9084" y="162588"/>
                </a:lnTo>
                <a:lnTo>
                  <a:pt x="20909" y="162379"/>
                </a:lnTo>
                <a:lnTo>
                  <a:pt x="85078" y="162302"/>
                </a:lnTo>
                <a:lnTo>
                  <a:pt x="85078" y="151720"/>
                </a:lnTo>
                <a:close/>
              </a:path>
              <a:path w="162559" h="163195">
                <a:moveTo>
                  <a:pt x="85078" y="162302"/>
                </a:moveTo>
                <a:lnTo>
                  <a:pt x="52301" y="162302"/>
                </a:lnTo>
                <a:lnTo>
                  <a:pt x="64311" y="162379"/>
                </a:lnTo>
                <a:lnTo>
                  <a:pt x="76092" y="162588"/>
                </a:lnTo>
                <a:lnTo>
                  <a:pt x="85078" y="162996"/>
                </a:lnTo>
                <a:lnTo>
                  <a:pt x="85078" y="162302"/>
                </a:lnTo>
                <a:close/>
              </a:path>
              <a:path w="162559" h="163195">
                <a:moveTo>
                  <a:pt x="57967" y="11101"/>
                </a:moveTo>
                <a:lnTo>
                  <a:pt x="25713" y="11101"/>
                </a:lnTo>
                <a:lnTo>
                  <a:pt x="25713" y="151720"/>
                </a:lnTo>
                <a:lnTo>
                  <a:pt x="59546" y="151720"/>
                </a:lnTo>
                <a:lnTo>
                  <a:pt x="59546" y="91276"/>
                </a:lnTo>
                <a:lnTo>
                  <a:pt x="101499" y="91276"/>
                </a:lnTo>
                <a:lnTo>
                  <a:pt x="124933" y="88146"/>
                </a:lnTo>
                <a:lnTo>
                  <a:pt x="139419" y="81410"/>
                </a:lnTo>
                <a:lnTo>
                  <a:pt x="57967" y="81410"/>
                </a:lnTo>
                <a:lnTo>
                  <a:pt x="57967" y="11101"/>
                </a:lnTo>
                <a:close/>
              </a:path>
              <a:path w="162559" h="163195">
                <a:moveTo>
                  <a:pt x="99198" y="0"/>
                </a:moveTo>
                <a:lnTo>
                  <a:pt x="0" y="0"/>
                </a:lnTo>
                <a:lnTo>
                  <a:pt x="0" y="11101"/>
                </a:lnTo>
                <a:lnTo>
                  <a:pt x="90222" y="11101"/>
                </a:lnTo>
                <a:lnTo>
                  <a:pt x="110797" y="14179"/>
                </a:lnTo>
                <a:lnTo>
                  <a:pt x="121363" y="22246"/>
                </a:lnTo>
                <a:lnTo>
                  <a:pt x="125256" y="33550"/>
                </a:lnTo>
                <a:lnTo>
                  <a:pt x="125812" y="46342"/>
                </a:lnTo>
                <a:lnTo>
                  <a:pt x="125250" y="58883"/>
                </a:lnTo>
                <a:lnTo>
                  <a:pt x="121318" y="70154"/>
                </a:lnTo>
                <a:lnTo>
                  <a:pt x="110645" y="78285"/>
                </a:lnTo>
                <a:lnTo>
                  <a:pt x="89861" y="81410"/>
                </a:lnTo>
                <a:lnTo>
                  <a:pt x="139419" y="81410"/>
                </a:lnTo>
                <a:lnTo>
                  <a:pt x="144208" y="79184"/>
                </a:lnTo>
                <a:lnTo>
                  <a:pt x="157274" y="65034"/>
                </a:lnTo>
                <a:lnTo>
                  <a:pt x="162085" y="46342"/>
                </a:lnTo>
                <a:lnTo>
                  <a:pt x="157809" y="28025"/>
                </a:lnTo>
                <a:lnTo>
                  <a:pt x="145444" y="13325"/>
                </a:lnTo>
                <a:lnTo>
                  <a:pt x="125677" y="3548"/>
                </a:lnTo>
                <a:lnTo>
                  <a:pt x="99198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6867379" y="5998420"/>
            <a:ext cx="125095" cy="109220"/>
          </a:xfrm>
          <a:custGeom>
            <a:avLst/>
            <a:gdLst/>
            <a:ahLst/>
            <a:cxnLst/>
            <a:rect l="l" t="t" r="r" b="b"/>
            <a:pathLst>
              <a:path w="125095" h="109220">
                <a:moveTo>
                  <a:pt x="87310" y="8458"/>
                </a:moveTo>
                <a:lnTo>
                  <a:pt x="51108" y="8458"/>
                </a:lnTo>
                <a:lnTo>
                  <a:pt x="62700" y="10311"/>
                </a:lnTo>
                <a:lnTo>
                  <a:pt x="70827" y="15749"/>
                </a:lnTo>
                <a:lnTo>
                  <a:pt x="75613" y="24590"/>
                </a:lnTo>
                <a:lnTo>
                  <a:pt x="77181" y="36652"/>
                </a:lnTo>
                <a:lnTo>
                  <a:pt x="77181" y="44582"/>
                </a:lnTo>
                <a:lnTo>
                  <a:pt x="57985" y="45886"/>
                </a:lnTo>
                <a:lnTo>
                  <a:pt x="32247" y="50641"/>
                </a:lnTo>
                <a:lnTo>
                  <a:pt x="9680" y="61707"/>
                </a:lnTo>
                <a:lnTo>
                  <a:pt x="0" y="81943"/>
                </a:lnTo>
                <a:lnTo>
                  <a:pt x="4858" y="95846"/>
                </a:lnTo>
                <a:lnTo>
                  <a:pt x="16774" y="104100"/>
                </a:lnTo>
                <a:lnTo>
                  <a:pt x="31762" y="108059"/>
                </a:lnTo>
                <a:lnTo>
                  <a:pt x="45834" y="109078"/>
                </a:lnTo>
                <a:lnTo>
                  <a:pt x="58653" y="107406"/>
                </a:lnTo>
                <a:lnTo>
                  <a:pt x="68696" y="102976"/>
                </a:lnTo>
                <a:lnTo>
                  <a:pt x="71691" y="100443"/>
                </a:lnTo>
                <a:lnTo>
                  <a:pt x="49348" y="100443"/>
                </a:lnTo>
                <a:lnTo>
                  <a:pt x="40931" y="98986"/>
                </a:lnTo>
                <a:lnTo>
                  <a:pt x="34112" y="95002"/>
                </a:lnTo>
                <a:lnTo>
                  <a:pt x="29542" y="89068"/>
                </a:lnTo>
                <a:lnTo>
                  <a:pt x="27873" y="81762"/>
                </a:lnTo>
                <a:lnTo>
                  <a:pt x="33922" y="66355"/>
                </a:lnTo>
                <a:lnTo>
                  <a:pt x="48112" y="57490"/>
                </a:lnTo>
                <a:lnTo>
                  <a:pt x="64510" y="53317"/>
                </a:lnTo>
                <a:lnTo>
                  <a:pt x="77181" y="51985"/>
                </a:lnTo>
                <a:lnTo>
                  <a:pt x="104340" y="51985"/>
                </a:lnTo>
                <a:lnTo>
                  <a:pt x="104340" y="36652"/>
                </a:lnTo>
                <a:lnTo>
                  <a:pt x="101143" y="22005"/>
                </a:lnTo>
                <a:lnTo>
                  <a:pt x="91453" y="10397"/>
                </a:lnTo>
                <a:lnTo>
                  <a:pt x="87310" y="8458"/>
                </a:lnTo>
                <a:close/>
              </a:path>
              <a:path w="125095" h="109220">
                <a:moveTo>
                  <a:pt x="104340" y="89341"/>
                </a:moveTo>
                <a:lnTo>
                  <a:pt x="81245" y="89341"/>
                </a:lnTo>
                <a:lnTo>
                  <a:pt x="81634" y="95327"/>
                </a:lnTo>
                <a:lnTo>
                  <a:pt x="84352" y="101280"/>
                </a:lnTo>
                <a:lnTo>
                  <a:pt x="91731" y="105845"/>
                </a:lnTo>
                <a:lnTo>
                  <a:pt x="106100" y="107668"/>
                </a:lnTo>
                <a:lnTo>
                  <a:pt x="124955" y="107668"/>
                </a:lnTo>
                <a:lnTo>
                  <a:pt x="124955" y="96392"/>
                </a:lnTo>
                <a:lnTo>
                  <a:pt x="118774" y="96392"/>
                </a:lnTo>
                <a:lnTo>
                  <a:pt x="104340" y="96216"/>
                </a:lnTo>
                <a:lnTo>
                  <a:pt x="104340" y="89341"/>
                </a:lnTo>
                <a:close/>
              </a:path>
              <a:path w="125095" h="109220">
                <a:moveTo>
                  <a:pt x="104340" y="51985"/>
                </a:moveTo>
                <a:lnTo>
                  <a:pt x="77181" y="51985"/>
                </a:lnTo>
                <a:lnTo>
                  <a:pt x="77181" y="74540"/>
                </a:lnTo>
                <a:lnTo>
                  <a:pt x="73676" y="88252"/>
                </a:lnTo>
                <a:lnTo>
                  <a:pt x="65515" y="96082"/>
                </a:lnTo>
                <a:lnTo>
                  <a:pt x="56229" y="99617"/>
                </a:lnTo>
                <a:lnTo>
                  <a:pt x="49348" y="100443"/>
                </a:lnTo>
                <a:lnTo>
                  <a:pt x="71691" y="100443"/>
                </a:lnTo>
                <a:lnTo>
                  <a:pt x="76160" y="96662"/>
                </a:lnTo>
                <a:lnTo>
                  <a:pt x="81245" y="89341"/>
                </a:lnTo>
                <a:lnTo>
                  <a:pt x="104340" y="89341"/>
                </a:lnTo>
                <a:lnTo>
                  <a:pt x="104340" y="51985"/>
                </a:lnTo>
                <a:close/>
              </a:path>
              <a:path w="125095" h="109220">
                <a:moveTo>
                  <a:pt x="52007" y="0"/>
                </a:moveTo>
                <a:lnTo>
                  <a:pt x="39642" y="465"/>
                </a:lnTo>
                <a:lnTo>
                  <a:pt x="25672" y="3063"/>
                </a:lnTo>
                <a:lnTo>
                  <a:pt x="14246" y="9591"/>
                </a:lnTo>
                <a:lnTo>
                  <a:pt x="9516" y="21851"/>
                </a:lnTo>
                <a:lnTo>
                  <a:pt x="9516" y="32249"/>
                </a:lnTo>
                <a:lnTo>
                  <a:pt x="17814" y="36832"/>
                </a:lnTo>
                <a:lnTo>
                  <a:pt x="31572" y="36832"/>
                </a:lnTo>
                <a:lnTo>
                  <a:pt x="39288" y="31897"/>
                </a:lnTo>
                <a:lnTo>
                  <a:pt x="39288" y="14629"/>
                </a:lnTo>
                <a:lnTo>
                  <a:pt x="34735" y="10749"/>
                </a:lnTo>
                <a:lnTo>
                  <a:pt x="34014" y="10222"/>
                </a:lnTo>
                <a:lnTo>
                  <a:pt x="40731" y="8814"/>
                </a:lnTo>
                <a:lnTo>
                  <a:pt x="48309" y="8458"/>
                </a:lnTo>
                <a:lnTo>
                  <a:pt x="87310" y="8458"/>
                </a:lnTo>
                <a:lnTo>
                  <a:pt x="75123" y="2753"/>
                </a:lnTo>
                <a:lnTo>
                  <a:pt x="5200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7001671" y="5999128"/>
            <a:ext cx="96520" cy="107314"/>
          </a:xfrm>
          <a:custGeom>
            <a:avLst/>
            <a:gdLst/>
            <a:ahLst/>
            <a:cxnLst/>
            <a:rect l="l" t="t" r="r" b="b"/>
            <a:pathLst>
              <a:path w="96520" h="107314">
                <a:moveTo>
                  <a:pt x="62749" y="95683"/>
                </a:moveTo>
                <a:lnTo>
                  <a:pt x="0" y="95683"/>
                </a:lnTo>
                <a:lnTo>
                  <a:pt x="0" y="106960"/>
                </a:lnTo>
                <a:lnTo>
                  <a:pt x="13904" y="106475"/>
                </a:lnTo>
                <a:lnTo>
                  <a:pt x="21682" y="106315"/>
                </a:lnTo>
                <a:lnTo>
                  <a:pt x="62749" y="106254"/>
                </a:lnTo>
                <a:lnTo>
                  <a:pt x="62749" y="95683"/>
                </a:lnTo>
                <a:close/>
              </a:path>
              <a:path w="96520" h="107314">
                <a:moveTo>
                  <a:pt x="62749" y="106254"/>
                </a:moveTo>
                <a:lnTo>
                  <a:pt x="29773" y="106254"/>
                </a:lnTo>
                <a:lnTo>
                  <a:pt x="46447" y="106343"/>
                </a:lnTo>
                <a:lnTo>
                  <a:pt x="55230" y="106552"/>
                </a:lnTo>
                <a:lnTo>
                  <a:pt x="62749" y="106960"/>
                </a:lnTo>
                <a:lnTo>
                  <a:pt x="62749" y="106254"/>
                </a:lnTo>
                <a:close/>
              </a:path>
              <a:path w="96520" h="107314">
                <a:moveTo>
                  <a:pt x="39289" y="0"/>
                </a:moveTo>
                <a:lnTo>
                  <a:pt x="0" y="1935"/>
                </a:lnTo>
                <a:lnTo>
                  <a:pt x="0" y="13036"/>
                </a:lnTo>
                <a:lnTo>
                  <a:pt x="16372" y="13036"/>
                </a:lnTo>
                <a:lnTo>
                  <a:pt x="16372" y="95683"/>
                </a:lnTo>
                <a:lnTo>
                  <a:pt x="41950" y="95683"/>
                </a:lnTo>
                <a:lnTo>
                  <a:pt x="41950" y="54096"/>
                </a:lnTo>
                <a:lnTo>
                  <a:pt x="43253" y="39977"/>
                </a:lnTo>
                <a:lnTo>
                  <a:pt x="47369" y="26782"/>
                </a:lnTo>
                <a:lnTo>
                  <a:pt x="39289" y="26782"/>
                </a:lnTo>
                <a:lnTo>
                  <a:pt x="39289" y="0"/>
                </a:lnTo>
                <a:close/>
              </a:path>
              <a:path w="96520" h="107314">
                <a:moveTo>
                  <a:pt x="91532" y="8458"/>
                </a:moveTo>
                <a:lnTo>
                  <a:pt x="71723" y="8458"/>
                </a:lnTo>
                <a:lnTo>
                  <a:pt x="71544" y="8810"/>
                </a:lnTo>
                <a:lnTo>
                  <a:pt x="67123" y="12509"/>
                </a:lnTo>
                <a:lnTo>
                  <a:pt x="67123" y="29249"/>
                </a:lnTo>
                <a:lnTo>
                  <a:pt x="74701" y="34008"/>
                </a:lnTo>
                <a:lnTo>
                  <a:pt x="88644" y="34008"/>
                </a:lnTo>
                <a:lnTo>
                  <a:pt x="96221" y="28897"/>
                </a:lnTo>
                <a:lnTo>
                  <a:pt x="96221" y="19384"/>
                </a:lnTo>
                <a:lnTo>
                  <a:pt x="94019" y="11076"/>
                </a:lnTo>
                <a:lnTo>
                  <a:pt x="91532" y="8458"/>
                </a:lnTo>
                <a:close/>
              </a:path>
              <a:path w="96520" h="107314">
                <a:moveTo>
                  <a:pt x="71001" y="0"/>
                </a:moveTo>
                <a:lnTo>
                  <a:pt x="59779" y="2078"/>
                </a:lnTo>
                <a:lnTo>
                  <a:pt x="50983" y="7774"/>
                </a:lnTo>
                <a:lnTo>
                  <a:pt x="44269" y="16279"/>
                </a:lnTo>
                <a:lnTo>
                  <a:pt x="39289" y="26782"/>
                </a:lnTo>
                <a:lnTo>
                  <a:pt x="47369" y="26782"/>
                </a:lnTo>
                <a:lnTo>
                  <a:pt x="47905" y="25065"/>
                </a:lnTo>
                <a:lnTo>
                  <a:pt x="57023" y="13259"/>
                </a:lnTo>
                <a:lnTo>
                  <a:pt x="71723" y="8458"/>
                </a:lnTo>
                <a:lnTo>
                  <a:pt x="91532" y="8458"/>
                </a:lnTo>
                <a:lnTo>
                  <a:pt x="88247" y="4999"/>
                </a:lnTo>
                <a:lnTo>
                  <a:pt x="80157" y="1269"/>
                </a:lnTo>
                <a:lnTo>
                  <a:pt x="7100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7111472" y="6000536"/>
            <a:ext cx="132080" cy="106680"/>
          </a:xfrm>
          <a:custGeom>
            <a:avLst/>
            <a:gdLst/>
            <a:ahLst/>
            <a:cxnLst/>
            <a:rect l="l" t="t" r="r" b="b"/>
            <a:pathLst>
              <a:path w="132079" h="106679">
                <a:moveTo>
                  <a:pt x="43663" y="11101"/>
                </a:moveTo>
                <a:lnTo>
                  <a:pt x="15107" y="11101"/>
                </a:lnTo>
                <a:lnTo>
                  <a:pt x="56879" y="100442"/>
                </a:lnTo>
                <a:lnTo>
                  <a:pt x="59724" y="106433"/>
                </a:lnTo>
                <a:lnTo>
                  <a:pt x="69916" y="106433"/>
                </a:lnTo>
                <a:lnTo>
                  <a:pt x="72218" y="105728"/>
                </a:lnTo>
                <a:lnTo>
                  <a:pt x="74700" y="100794"/>
                </a:lnTo>
                <a:lnTo>
                  <a:pt x="86160" y="76123"/>
                </a:lnTo>
                <a:lnTo>
                  <a:pt x="73800" y="76123"/>
                </a:lnTo>
                <a:lnTo>
                  <a:pt x="43663" y="11101"/>
                </a:lnTo>
                <a:close/>
              </a:path>
              <a:path w="132079" h="106679">
                <a:moveTo>
                  <a:pt x="116471" y="11101"/>
                </a:moveTo>
                <a:lnTo>
                  <a:pt x="95857" y="11101"/>
                </a:lnTo>
                <a:lnTo>
                  <a:pt x="102713" y="11805"/>
                </a:lnTo>
                <a:lnTo>
                  <a:pt x="102713" y="14097"/>
                </a:lnTo>
                <a:lnTo>
                  <a:pt x="102355" y="14448"/>
                </a:lnTo>
                <a:lnTo>
                  <a:pt x="101495" y="16564"/>
                </a:lnTo>
                <a:lnTo>
                  <a:pt x="73800" y="76123"/>
                </a:lnTo>
                <a:lnTo>
                  <a:pt x="86160" y="76123"/>
                </a:lnTo>
                <a:lnTo>
                  <a:pt x="113990" y="16212"/>
                </a:lnTo>
                <a:lnTo>
                  <a:pt x="115571" y="12865"/>
                </a:lnTo>
                <a:lnTo>
                  <a:pt x="116471" y="11101"/>
                </a:lnTo>
                <a:close/>
              </a:path>
              <a:path w="132079" h="106679">
                <a:moveTo>
                  <a:pt x="0" y="0"/>
                </a:moveTo>
                <a:lnTo>
                  <a:pt x="0" y="11101"/>
                </a:lnTo>
                <a:lnTo>
                  <a:pt x="56521" y="11101"/>
                </a:lnTo>
                <a:lnTo>
                  <a:pt x="56521" y="703"/>
                </a:lnTo>
                <a:lnTo>
                  <a:pt x="27105" y="703"/>
                </a:lnTo>
                <a:lnTo>
                  <a:pt x="21439" y="618"/>
                </a:lnTo>
                <a:lnTo>
                  <a:pt x="0" y="0"/>
                </a:lnTo>
                <a:close/>
              </a:path>
              <a:path w="132079" h="106679">
                <a:moveTo>
                  <a:pt x="91258" y="0"/>
                </a:moveTo>
                <a:lnTo>
                  <a:pt x="91258" y="11101"/>
                </a:lnTo>
                <a:lnTo>
                  <a:pt x="131585" y="11101"/>
                </a:lnTo>
                <a:lnTo>
                  <a:pt x="131585" y="703"/>
                </a:lnTo>
                <a:lnTo>
                  <a:pt x="106955" y="703"/>
                </a:lnTo>
                <a:lnTo>
                  <a:pt x="96174" y="176"/>
                </a:lnTo>
                <a:lnTo>
                  <a:pt x="91258" y="0"/>
                </a:lnTo>
                <a:close/>
              </a:path>
              <a:path w="132079" h="106679">
                <a:moveTo>
                  <a:pt x="56521" y="0"/>
                </a:moveTo>
                <a:lnTo>
                  <a:pt x="48695" y="332"/>
                </a:lnTo>
                <a:lnTo>
                  <a:pt x="27105" y="703"/>
                </a:lnTo>
                <a:lnTo>
                  <a:pt x="56521" y="703"/>
                </a:lnTo>
                <a:lnTo>
                  <a:pt x="56521" y="0"/>
                </a:lnTo>
                <a:close/>
              </a:path>
              <a:path w="132079" h="106679">
                <a:moveTo>
                  <a:pt x="131585" y="0"/>
                </a:moveTo>
                <a:lnTo>
                  <a:pt x="125808" y="527"/>
                </a:lnTo>
                <a:lnTo>
                  <a:pt x="118728" y="703"/>
                </a:lnTo>
                <a:lnTo>
                  <a:pt x="131585" y="703"/>
                </a:lnTo>
                <a:lnTo>
                  <a:pt x="131585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7259973" y="5940800"/>
            <a:ext cx="57150" cy="165735"/>
          </a:xfrm>
          <a:custGeom>
            <a:avLst/>
            <a:gdLst/>
            <a:ahLst/>
            <a:cxnLst/>
            <a:rect l="l" t="t" r="r" b="b"/>
            <a:pathLst>
              <a:path w="57150" h="165735">
                <a:moveTo>
                  <a:pt x="56932" y="154011"/>
                </a:moveTo>
                <a:lnTo>
                  <a:pt x="0" y="154011"/>
                </a:lnTo>
                <a:lnTo>
                  <a:pt x="0" y="165287"/>
                </a:lnTo>
                <a:lnTo>
                  <a:pt x="6272" y="165029"/>
                </a:lnTo>
                <a:lnTo>
                  <a:pt x="13568" y="164803"/>
                </a:lnTo>
                <a:lnTo>
                  <a:pt x="21355" y="164643"/>
                </a:lnTo>
                <a:lnTo>
                  <a:pt x="56932" y="164582"/>
                </a:lnTo>
                <a:lnTo>
                  <a:pt x="56932" y="154011"/>
                </a:lnTo>
                <a:close/>
              </a:path>
              <a:path w="57150" h="165735">
                <a:moveTo>
                  <a:pt x="56932" y="164582"/>
                </a:moveTo>
                <a:lnTo>
                  <a:pt x="29098" y="164582"/>
                </a:lnTo>
                <a:lnTo>
                  <a:pt x="35203" y="164643"/>
                </a:lnTo>
                <a:lnTo>
                  <a:pt x="42422" y="164803"/>
                </a:lnTo>
                <a:lnTo>
                  <a:pt x="56932" y="165287"/>
                </a:lnTo>
                <a:lnTo>
                  <a:pt x="56932" y="164582"/>
                </a:lnTo>
                <a:close/>
              </a:path>
              <a:path w="57150" h="165735">
                <a:moveTo>
                  <a:pt x="42134" y="58327"/>
                </a:moveTo>
                <a:lnTo>
                  <a:pt x="900" y="60263"/>
                </a:lnTo>
                <a:lnTo>
                  <a:pt x="900" y="71364"/>
                </a:lnTo>
                <a:lnTo>
                  <a:pt x="16597" y="71364"/>
                </a:lnTo>
                <a:lnTo>
                  <a:pt x="16597" y="154011"/>
                </a:lnTo>
                <a:lnTo>
                  <a:pt x="42134" y="154011"/>
                </a:lnTo>
                <a:lnTo>
                  <a:pt x="42134" y="58327"/>
                </a:lnTo>
                <a:close/>
              </a:path>
              <a:path w="57150" h="165735">
                <a:moveTo>
                  <a:pt x="25941" y="0"/>
                </a:moveTo>
                <a:lnTo>
                  <a:pt x="18729" y="1481"/>
                </a:lnTo>
                <a:lnTo>
                  <a:pt x="12851" y="5506"/>
                </a:lnTo>
                <a:lnTo>
                  <a:pt x="8894" y="11449"/>
                </a:lnTo>
                <a:lnTo>
                  <a:pt x="7444" y="18680"/>
                </a:lnTo>
                <a:lnTo>
                  <a:pt x="8894" y="25881"/>
                </a:lnTo>
                <a:lnTo>
                  <a:pt x="12851" y="31761"/>
                </a:lnTo>
                <a:lnTo>
                  <a:pt x="18729" y="35726"/>
                </a:lnTo>
                <a:lnTo>
                  <a:pt x="25941" y="37180"/>
                </a:lnTo>
                <a:lnTo>
                  <a:pt x="33054" y="35751"/>
                </a:lnTo>
                <a:lnTo>
                  <a:pt x="38940" y="31827"/>
                </a:lnTo>
                <a:lnTo>
                  <a:pt x="42949" y="25955"/>
                </a:lnTo>
                <a:lnTo>
                  <a:pt x="44430" y="18680"/>
                </a:lnTo>
                <a:lnTo>
                  <a:pt x="42949" y="11300"/>
                </a:lnTo>
                <a:lnTo>
                  <a:pt x="38940" y="5374"/>
                </a:lnTo>
                <a:lnTo>
                  <a:pt x="33054" y="1431"/>
                </a:lnTo>
                <a:lnTo>
                  <a:pt x="2594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7335759" y="5999128"/>
            <a:ext cx="135890" cy="107314"/>
          </a:xfrm>
          <a:custGeom>
            <a:avLst/>
            <a:gdLst/>
            <a:ahLst/>
            <a:cxnLst/>
            <a:rect l="l" t="t" r="r" b="b"/>
            <a:pathLst>
              <a:path w="135890" h="107314">
                <a:moveTo>
                  <a:pt x="59903" y="95683"/>
                </a:moveTo>
                <a:lnTo>
                  <a:pt x="0" y="95683"/>
                </a:lnTo>
                <a:lnTo>
                  <a:pt x="0" y="106960"/>
                </a:lnTo>
                <a:lnTo>
                  <a:pt x="6147" y="106701"/>
                </a:lnTo>
                <a:lnTo>
                  <a:pt x="22251" y="106315"/>
                </a:lnTo>
                <a:lnTo>
                  <a:pt x="59903" y="106254"/>
                </a:lnTo>
                <a:lnTo>
                  <a:pt x="59903" y="95683"/>
                </a:lnTo>
                <a:close/>
              </a:path>
              <a:path w="135890" h="107314">
                <a:moveTo>
                  <a:pt x="59903" y="106254"/>
                </a:moveTo>
                <a:lnTo>
                  <a:pt x="29772" y="106254"/>
                </a:lnTo>
                <a:lnTo>
                  <a:pt x="37482" y="106315"/>
                </a:lnTo>
                <a:lnTo>
                  <a:pt x="53694" y="106701"/>
                </a:lnTo>
                <a:lnTo>
                  <a:pt x="59903" y="106960"/>
                </a:lnTo>
                <a:lnTo>
                  <a:pt x="59903" y="106254"/>
                </a:lnTo>
                <a:close/>
              </a:path>
              <a:path w="135890" h="107314">
                <a:moveTo>
                  <a:pt x="135332" y="95683"/>
                </a:moveTo>
                <a:lnTo>
                  <a:pt x="75606" y="95683"/>
                </a:lnTo>
                <a:lnTo>
                  <a:pt x="75606" y="106960"/>
                </a:lnTo>
                <a:lnTo>
                  <a:pt x="81735" y="106701"/>
                </a:lnTo>
                <a:lnTo>
                  <a:pt x="97853" y="106315"/>
                </a:lnTo>
                <a:lnTo>
                  <a:pt x="135332" y="106254"/>
                </a:lnTo>
                <a:lnTo>
                  <a:pt x="135332" y="95683"/>
                </a:lnTo>
                <a:close/>
              </a:path>
              <a:path w="135890" h="107314">
                <a:moveTo>
                  <a:pt x="135332" y="106254"/>
                </a:moveTo>
                <a:lnTo>
                  <a:pt x="105380" y="106254"/>
                </a:lnTo>
                <a:lnTo>
                  <a:pt x="113085" y="106315"/>
                </a:lnTo>
                <a:lnTo>
                  <a:pt x="129223" y="106701"/>
                </a:lnTo>
                <a:lnTo>
                  <a:pt x="135332" y="106960"/>
                </a:lnTo>
                <a:lnTo>
                  <a:pt x="135332" y="106254"/>
                </a:lnTo>
                <a:close/>
              </a:path>
              <a:path w="135890" h="107314">
                <a:moveTo>
                  <a:pt x="40732" y="0"/>
                </a:moveTo>
                <a:lnTo>
                  <a:pt x="0" y="1935"/>
                </a:lnTo>
                <a:lnTo>
                  <a:pt x="0" y="13036"/>
                </a:lnTo>
                <a:lnTo>
                  <a:pt x="16239" y="13036"/>
                </a:lnTo>
                <a:lnTo>
                  <a:pt x="16239" y="95683"/>
                </a:lnTo>
                <a:lnTo>
                  <a:pt x="43352" y="95683"/>
                </a:lnTo>
                <a:lnTo>
                  <a:pt x="43352" y="46166"/>
                </a:lnTo>
                <a:lnTo>
                  <a:pt x="46779" y="29272"/>
                </a:lnTo>
                <a:lnTo>
                  <a:pt x="49396" y="25726"/>
                </a:lnTo>
                <a:lnTo>
                  <a:pt x="40732" y="25726"/>
                </a:lnTo>
                <a:lnTo>
                  <a:pt x="40732" y="0"/>
                </a:lnTo>
                <a:close/>
              </a:path>
              <a:path w="135890" h="107314">
                <a:moveTo>
                  <a:pt x="110069" y="8458"/>
                </a:moveTo>
                <a:lnTo>
                  <a:pt x="78764" y="8458"/>
                </a:lnTo>
                <a:lnTo>
                  <a:pt x="84254" y="9537"/>
                </a:lnTo>
                <a:lnTo>
                  <a:pt x="88417" y="13260"/>
                </a:lnTo>
                <a:lnTo>
                  <a:pt x="91056" y="20352"/>
                </a:lnTo>
                <a:lnTo>
                  <a:pt x="91979" y="31541"/>
                </a:lnTo>
                <a:lnTo>
                  <a:pt x="91979" y="95683"/>
                </a:lnTo>
                <a:lnTo>
                  <a:pt x="118953" y="95683"/>
                </a:lnTo>
                <a:lnTo>
                  <a:pt x="118953" y="34184"/>
                </a:lnTo>
                <a:lnTo>
                  <a:pt x="116575" y="18286"/>
                </a:lnTo>
                <a:lnTo>
                  <a:pt x="110069" y="8458"/>
                </a:lnTo>
                <a:close/>
              </a:path>
              <a:path w="135890" h="107314">
                <a:moveTo>
                  <a:pt x="82463" y="0"/>
                </a:moveTo>
                <a:lnTo>
                  <a:pt x="67163" y="2310"/>
                </a:lnTo>
                <a:lnTo>
                  <a:pt x="55374" y="8304"/>
                </a:lnTo>
                <a:lnTo>
                  <a:pt x="46696" y="16577"/>
                </a:lnTo>
                <a:lnTo>
                  <a:pt x="40732" y="25726"/>
                </a:lnTo>
                <a:lnTo>
                  <a:pt x="49396" y="25726"/>
                </a:lnTo>
                <a:lnTo>
                  <a:pt x="55442" y="17532"/>
                </a:lnTo>
                <a:lnTo>
                  <a:pt x="66913" y="10682"/>
                </a:lnTo>
                <a:lnTo>
                  <a:pt x="78764" y="8458"/>
                </a:lnTo>
                <a:lnTo>
                  <a:pt x="110069" y="8458"/>
                </a:lnTo>
                <a:lnTo>
                  <a:pt x="109572" y="7708"/>
                </a:lnTo>
                <a:lnTo>
                  <a:pt x="98137" y="1822"/>
                </a:lnTo>
                <a:lnTo>
                  <a:pt x="82463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7484129" y="5997892"/>
            <a:ext cx="125095" cy="156210"/>
          </a:xfrm>
          <a:custGeom>
            <a:avLst/>
            <a:gdLst/>
            <a:ahLst/>
            <a:cxnLst/>
            <a:rect l="l" t="t" r="r" b="b"/>
            <a:pathLst>
              <a:path w="125095" h="156210">
                <a:moveTo>
                  <a:pt x="53047" y="1235"/>
                </a:moveTo>
                <a:lnTo>
                  <a:pt x="31214" y="4388"/>
                </a:lnTo>
                <a:lnTo>
                  <a:pt x="16520" y="12578"/>
                </a:lnTo>
                <a:lnTo>
                  <a:pt x="8238" y="23907"/>
                </a:lnTo>
                <a:lnTo>
                  <a:pt x="5638" y="36476"/>
                </a:lnTo>
                <a:lnTo>
                  <a:pt x="6506" y="43680"/>
                </a:lnTo>
                <a:lnTo>
                  <a:pt x="8997" y="50486"/>
                </a:lnTo>
                <a:lnTo>
                  <a:pt x="12944" y="56499"/>
                </a:lnTo>
                <a:lnTo>
                  <a:pt x="18178" y="61323"/>
                </a:lnTo>
                <a:lnTo>
                  <a:pt x="11455" y="69605"/>
                </a:lnTo>
                <a:lnTo>
                  <a:pt x="10058" y="77535"/>
                </a:lnTo>
                <a:lnTo>
                  <a:pt x="10097" y="86521"/>
                </a:lnTo>
                <a:lnTo>
                  <a:pt x="10913" y="97623"/>
                </a:lnTo>
                <a:lnTo>
                  <a:pt x="20435" y="105376"/>
                </a:lnTo>
                <a:lnTo>
                  <a:pt x="15910" y="106788"/>
                </a:lnTo>
                <a:lnTo>
                  <a:pt x="9033" y="110332"/>
                </a:lnTo>
                <a:lnTo>
                  <a:pt x="2749" y="116552"/>
                </a:lnTo>
                <a:lnTo>
                  <a:pt x="0" y="125993"/>
                </a:lnTo>
                <a:lnTo>
                  <a:pt x="2780" y="135803"/>
                </a:lnTo>
                <a:lnTo>
                  <a:pt x="12466" y="145530"/>
                </a:lnTo>
                <a:lnTo>
                  <a:pt x="31075" y="152978"/>
                </a:lnTo>
                <a:lnTo>
                  <a:pt x="60624" y="155949"/>
                </a:lnTo>
                <a:lnTo>
                  <a:pt x="87873" y="153488"/>
                </a:lnTo>
                <a:lnTo>
                  <a:pt x="105366" y="147315"/>
                </a:lnTo>
                <a:lnTo>
                  <a:pt x="60624" y="147315"/>
                </a:lnTo>
                <a:lnTo>
                  <a:pt x="42298" y="145437"/>
                </a:lnTo>
                <a:lnTo>
                  <a:pt x="29822" y="140486"/>
                </a:lnTo>
                <a:lnTo>
                  <a:pt x="22699" y="133487"/>
                </a:lnTo>
                <a:lnTo>
                  <a:pt x="20435" y="125464"/>
                </a:lnTo>
                <a:lnTo>
                  <a:pt x="20435" y="111191"/>
                </a:lnTo>
                <a:lnTo>
                  <a:pt x="118508" y="111191"/>
                </a:lnTo>
                <a:lnTo>
                  <a:pt x="118301" y="110486"/>
                </a:lnTo>
                <a:lnTo>
                  <a:pt x="81745" y="89298"/>
                </a:lnTo>
                <a:lnTo>
                  <a:pt x="35953" y="88461"/>
                </a:lnTo>
                <a:lnTo>
                  <a:pt x="34737" y="88285"/>
                </a:lnTo>
                <a:lnTo>
                  <a:pt x="24314" y="86521"/>
                </a:lnTo>
                <a:lnTo>
                  <a:pt x="21699" y="77535"/>
                </a:lnTo>
                <a:lnTo>
                  <a:pt x="21762" y="70574"/>
                </a:lnTo>
                <a:lnTo>
                  <a:pt x="22552" y="67313"/>
                </a:lnTo>
                <a:lnTo>
                  <a:pt x="23949" y="65374"/>
                </a:lnTo>
                <a:lnTo>
                  <a:pt x="80261" y="65374"/>
                </a:lnTo>
                <a:lnTo>
                  <a:pt x="84356" y="63086"/>
                </a:lnTo>
                <a:lnTo>
                  <a:pt x="53047" y="63086"/>
                </a:lnTo>
                <a:lnTo>
                  <a:pt x="40920" y="60415"/>
                </a:lnTo>
                <a:lnTo>
                  <a:pt x="34692" y="53746"/>
                </a:lnTo>
                <a:lnTo>
                  <a:pt x="32397" y="45095"/>
                </a:lnTo>
                <a:lnTo>
                  <a:pt x="32070" y="36476"/>
                </a:lnTo>
                <a:lnTo>
                  <a:pt x="32397" y="27756"/>
                </a:lnTo>
                <a:lnTo>
                  <a:pt x="34692" y="19054"/>
                </a:lnTo>
                <a:lnTo>
                  <a:pt x="40920" y="12367"/>
                </a:lnTo>
                <a:lnTo>
                  <a:pt x="53047" y="9694"/>
                </a:lnTo>
                <a:lnTo>
                  <a:pt x="97981" y="9694"/>
                </a:lnTo>
                <a:lnTo>
                  <a:pt x="102899" y="9342"/>
                </a:lnTo>
                <a:lnTo>
                  <a:pt x="105558" y="8986"/>
                </a:lnTo>
                <a:lnTo>
                  <a:pt x="84945" y="8986"/>
                </a:lnTo>
                <a:lnTo>
                  <a:pt x="80573" y="6585"/>
                </a:lnTo>
                <a:lnTo>
                  <a:pt x="73950" y="4053"/>
                </a:lnTo>
                <a:lnTo>
                  <a:pt x="64849" y="2050"/>
                </a:lnTo>
                <a:lnTo>
                  <a:pt x="53047" y="1235"/>
                </a:lnTo>
                <a:close/>
              </a:path>
              <a:path w="125095" h="156210">
                <a:moveTo>
                  <a:pt x="118508" y="111191"/>
                </a:moveTo>
                <a:lnTo>
                  <a:pt x="66448" y="111191"/>
                </a:lnTo>
                <a:lnTo>
                  <a:pt x="75016" y="111422"/>
                </a:lnTo>
                <a:lnTo>
                  <a:pt x="86476" y="113041"/>
                </a:lnTo>
                <a:lnTo>
                  <a:pt x="96516" y="117435"/>
                </a:lnTo>
                <a:lnTo>
                  <a:pt x="100821" y="125993"/>
                </a:lnTo>
                <a:lnTo>
                  <a:pt x="98880" y="132967"/>
                </a:lnTo>
                <a:lnTo>
                  <a:pt x="92295" y="139892"/>
                </a:lnTo>
                <a:lnTo>
                  <a:pt x="79923" y="145197"/>
                </a:lnTo>
                <a:lnTo>
                  <a:pt x="60624" y="147315"/>
                </a:lnTo>
                <a:lnTo>
                  <a:pt x="105366" y="147315"/>
                </a:lnTo>
                <a:lnTo>
                  <a:pt x="106740" y="146830"/>
                </a:lnTo>
                <a:lnTo>
                  <a:pt x="117707" y="137067"/>
                </a:lnTo>
                <a:lnTo>
                  <a:pt x="121255" y="125288"/>
                </a:lnTo>
                <a:lnTo>
                  <a:pt x="120704" y="118647"/>
                </a:lnTo>
                <a:lnTo>
                  <a:pt x="118508" y="111191"/>
                </a:lnTo>
                <a:close/>
              </a:path>
              <a:path w="125095" h="156210">
                <a:moveTo>
                  <a:pt x="80261" y="65374"/>
                </a:moveTo>
                <a:lnTo>
                  <a:pt x="23949" y="65374"/>
                </a:lnTo>
                <a:lnTo>
                  <a:pt x="32279" y="68717"/>
                </a:lnTo>
                <a:lnTo>
                  <a:pt x="40362" y="70574"/>
                </a:lnTo>
                <a:lnTo>
                  <a:pt x="47513" y="71373"/>
                </a:lnTo>
                <a:lnTo>
                  <a:pt x="53047" y="71545"/>
                </a:lnTo>
                <a:lnTo>
                  <a:pt x="74852" y="68394"/>
                </a:lnTo>
                <a:lnTo>
                  <a:pt x="80261" y="65374"/>
                </a:lnTo>
                <a:close/>
              </a:path>
              <a:path w="125095" h="156210">
                <a:moveTo>
                  <a:pt x="97981" y="9694"/>
                </a:moveTo>
                <a:lnTo>
                  <a:pt x="53047" y="9694"/>
                </a:lnTo>
                <a:lnTo>
                  <a:pt x="65175" y="12367"/>
                </a:lnTo>
                <a:lnTo>
                  <a:pt x="71403" y="19054"/>
                </a:lnTo>
                <a:lnTo>
                  <a:pt x="73697" y="27756"/>
                </a:lnTo>
                <a:lnTo>
                  <a:pt x="74025" y="36476"/>
                </a:lnTo>
                <a:lnTo>
                  <a:pt x="73697" y="45095"/>
                </a:lnTo>
                <a:lnTo>
                  <a:pt x="71403" y="53746"/>
                </a:lnTo>
                <a:lnTo>
                  <a:pt x="65175" y="60415"/>
                </a:lnTo>
                <a:lnTo>
                  <a:pt x="53047" y="63086"/>
                </a:lnTo>
                <a:lnTo>
                  <a:pt x="84356" y="63086"/>
                </a:lnTo>
                <a:lnTo>
                  <a:pt x="89485" y="60222"/>
                </a:lnTo>
                <a:lnTo>
                  <a:pt x="97706" y="48943"/>
                </a:lnTo>
                <a:lnTo>
                  <a:pt x="100277" y="36476"/>
                </a:lnTo>
                <a:lnTo>
                  <a:pt x="100277" y="25198"/>
                </a:lnTo>
                <a:lnTo>
                  <a:pt x="94461" y="17444"/>
                </a:lnTo>
                <a:lnTo>
                  <a:pt x="90761" y="13569"/>
                </a:lnTo>
                <a:lnTo>
                  <a:pt x="97981" y="9694"/>
                </a:lnTo>
                <a:close/>
              </a:path>
              <a:path w="125095" h="156210">
                <a:moveTo>
                  <a:pt x="121077" y="0"/>
                </a:moveTo>
                <a:lnTo>
                  <a:pt x="110158" y="0"/>
                </a:lnTo>
                <a:lnTo>
                  <a:pt x="106123" y="239"/>
                </a:lnTo>
                <a:lnTo>
                  <a:pt x="100070" y="1388"/>
                </a:lnTo>
                <a:lnTo>
                  <a:pt x="92759" y="4089"/>
                </a:lnTo>
                <a:lnTo>
                  <a:pt x="84945" y="8986"/>
                </a:lnTo>
                <a:lnTo>
                  <a:pt x="105558" y="8986"/>
                </a:lnTo>
                <a:lnTo>
                  <a:pt x="105016" y="10221"/>
                </a:lnTo>
                <a:lnTo>
                  <a:pt x="104519" y="12337"/>
                </a:lnTo>
                <a:lnTo>
                  <a:pt x="104519" y="19735"/>
                </a:lnTo>
                <a:lnTo>
                  <a:pt x="108536" y="23967"/>
                </a:lnTo>
                <a:lnTo>
                  <a:pt x="121077" y="23967"/>
                </a:lnTo>
                <a:lnTo>
                  <a:pt x="124955" y="19559"/>
                </a:lnTo>
                <a:lnTo>
                  <a:pt x="124955" y="8282"/>
                </a:lnTo>
                <a:lnTo>
                  <a:pt x="121077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7730294" y="5998600"/>
            <a:ext cx="101600" cy="109855"/>
          </a:xfrm>
          <a:custGeom>
            <a:avLst/>
            <a:gdLst/>
            <a:ahLst/>
            <a:cxnLst/>
            <a:rect l="l" t="t" r="r" b="b"/>
            <a:pathLst>
              <a:path w="101600" h="109854">
                <a:moveTo>
                  <a:pt x="69427" y="0"/>
                </a:moveTo>
                <a:lnTo>
                  <a:pt x="41261" y="5446"/>
                </a:lnTo>
                <a:lnTo>
                  <a:pt x="19319" y="20176"/>
                </a:lnTo>
                <a:lnTo>
                  <a:pt x="5075" y="41778"/>
                </a:lnTo>
                <a:lnTo>
                  <a:pt x="0" y="67841"/>
                </a:lnTo>
                <a:lnTo>
                  <a:pt x="2972" y="85118"/>
                </a:lnTo>
                <a:lnTo>
                  <a:pt x="11730" y="98215"/>
                </a:lnTo>
                <a:lnTo>
                  <a:pt x="26036" y="106521"/>
                </a:lnTo>
                <a:lnTo>
                  <a:pt x="45655" y="109426"/>
                </a:lnTo>
                <a:lnTo>
                  <a:pt x="52322" y="109244"/>
                </a:lnTo>
                <a:lnTo>
                  <a:pt x="60679" y="108501"/>
                </a:lnTo>
                <a:lnTo>
                  <a:pt x="69893" y="106898"/>
                </a:lnTo>
                <a:lnTo>
                  <a:pt x="79128" y="104139"/>
                </a:lnTo>
                <a:lnTo>
                  <a:pt x="85960" y="100791"/>
                </a:lnTo>
                <a:lnTo>
                  <a:pt x="45834" y="100791"/>
                </a:lnTo>
                <a:lnTo>
                  <a:pt x="37121" y="99360"/>
                </a:lnTo>
                <a:lnTo>
                  <a:pt x="30839" y="95153"/>
                </a:lnTo>
                <a:lnTo>
                  <a:pt x="27035" y="88304"/>
                </a:lnTo>
                <a:lnTo>
                  <a:pt x="25828" y="79471"/>
                </a:lnTo>
                <a:lnTo>
                  <a:pt x="25756" y="72948"/>
                </a:lnTo>
                <a:lnTo>
                  <a:pt x="27338" y="63786"/>
                </a:lnTo>
                <a:lnTo>
                  <a:pt x="29455" y="55679"/>
                </a:lnTo>
                <a:lnTo>
                  <a:pt x="38978" y="55679"/>
                </a:lnTo>
                <a:lnTo>
                  <a:pt x="54571" y="55167"/>
                </a:lnTo>
                <a:lnTo>
                  <a:pt x="74977" y="51583"/>
                </a:lnTo>
                <a:lnTo>
                  <a:pt x="83247" y="47045"/>
                </a:lnTo>
                <a:lnTo>
                  <a:pt x="31711" y="47045"/>
                </a:lnTo>
                <a:lnTo>
                  <a:pt x="34052" y="38973"/>
                </a:lnTo>
                <a:lnTo>
                  <a:pt x="63026" y="9338"/>
                </a:lnTo>
                <a:lnTo>
                  <a:pt x="69427" y="8634"/>
                </a:lnTo>
                <a:lnTo>
                  <a:pt x="93745" y="8634"/>
                </a:lnTo>
                <a:lnTo>
                  <a:pt x="91469" y="6101"/>
                </a:lnTo>
                <a:lnTo>
                  <a:pt x="81688" y="1572"/>
                </a:lnTo>
                <a:lnTo>
                  <a:pt x="69427" y="0"/>
                </a:lnTo>
                <a:close/>
              </a:path>
              <a:path w="101600" h="109854">
                <a:moveTo>
                  <a:pt x="96586" y="79471"/>
                </a:moveTo>
                <a:lnTo>
                  <a:pt x="92522" y="79471"/>
                </a:lnTo>
                <a:lnTo>
                  <a:pt x="90761" y="81054"/>
                </a:lnTo>
                <a:lnTo>
                  <a:pt x="76770" y="92465"/>
                </a:lnTo>
                <a:lnTo>
                  <a:pt x="62935" y="98324"/>
                </a:lnTo>
                <a:lnTo>
                  <a:pt x="51781" y="100483"/>
                </a:lnTo>
                <a:lnTo>
                  <a:pt x="45834" y="100791"/>
                </a:lnTo>
                <a:lnTo>
                  <a:pt x="85960" y="100791"/>
                </a:lnTo>
                <a:lnTo>
                  <a:pt x="88017" y="99783"/>
                </a:lnTo>
                <a:lnTo>
                  <a:pt x="95041" y="94799"/>
                </a:lnTo>
                <a:lnTo>
                  <a:pt x="99657" y="90211"/>
                </a:lnTo>
                <a:lnTo>
                  <a:pt x="101316" y="87045"/>
                </a:lnTo>
                <a:lnTo>
                  <a:pt x="101316" y="85109"/>
                </a:lnTo>
                <a:lnTo>
                  <a:pt x="96586" y="79471"/>
                </a:lnTo>
                <a:close/>
              </a:path>
              <a:path w="101600" h="109854">
                <a:moveTo>
                  <a:pt x="93745" y="8634"/>
                </a:moveTo>
                <a:lnTo>
                  <a:pt x="79485" y="8634"/>
                </a:lnTo>
                <a:lnTo>
                  <a:pt x="84945" y="14976"/>
                </a:lnTo>
                <a:lnTo>
                  <a:pt x="84945" y="22555"/>
                </a:lnTo>
                <a:lnTo>
                  <a:pt x="78663" y="36713"/>
                </a:lnTo>
                <a:lnTo>
                  <a:pt x="63758" y="43984"/>
                </a:lnTo>
                <a:lnTo>
                  <a:pt x="46138" y="46663"/>
                </a:lnTo>
                <a:lnTo>
                  <a:pt x="31711" y="47045"/>
                </a:lnTo>
                <a:lnTo>
                  <a:pt x="83247" y="47045"/>
                </a:lnTo>
                <a:lnTo>
                  <a:pt x="92710" y="41853"/>
                </a:lnTo>
                <a:lnTo>
                  <a:pt x="100285" y="22907"/>
                </a:lnTo>
                <a:lnTo>
                  <a:pt x="97943" y="13306"/>
                </a:lnTo>
                <a:lnTo>
                  <a:pt x="93745" y="863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7852226" y="5953309"/>
            <a:ext cx="78105" cy="154940"/>
          </a:xfrm>
          <a:custGeom>
            <a:avLst/>
            <a:gdLst/>
            <a:ahLst/>
            <a:cxnLst/>
            <a:rect l="l" t="t" r="r" b="b"/>
            <a:pathLst>
              <a:path w="78104" h="154939">
                <a:moveTo>
                  <a:pt x="50255" y="58327"/>
                </a:moveTo>
                <a:lnTo>
                  <a:pt x="24677" y="58327"/>
                </a:lnTo>
                <a:lnTo>
                  <a:pt x="8038" y="125055"/>
                </a:lnTo>
                <a:lnTo>
                  <a:pt x="7087" y="128461"/>
                </a:lnTo>
                <a:lnTo>
                  <a:pt x="7087" y="131632"/>
                </a:lnTo>
                <a:lnTo>
                  <a:pt x="9425" y="141558"/>
                </a:lnTo>
                <a:lnTo>
                  <a:pt x="15641" y="148791"/>
                </a:lnTo>
                <a:lnTo>
                  <a:pt x="24539" y="153216"/>
                </a:lnTo>
                <a:lnTo>
                  <a:pt x="34921" y="154717"/>
                </a:lnTo>
                <a:lnTo>
                  <a:pt x="53152" y="149477"/>
                </a:lnTo>
                <a:lnTo>
                  <a:pt x="57026" y="146082"/>
                </a:lnTo>
                <a:lnTo>
                  <a:pt x="34014" y="146082"/>
                </a:lnTo>
                <a:lnTo>
                  <a:pt x="31037" y="145906"/>
                </a:lnTo>
                <a:lnTo>
                  <a:pt x="31037" y="134275"/>
                </a:lnTo>
                <a:lnTo>
                  <a:pt x="31579" y="132336"/>
                </a:lnTo>
                <a:lnTo>
                  <a:pt x="32618" y="128461"/>
                </a:lnTo>
                <a:lnTo>
                  <a:pt x="50255" y="58327"/>
                </a:lnTo>
                <a:close/>
              </a:path>
              <a:path w="78104" h="154939">
                <a:moveTo>
                  <a:pt x="77910" y="114188"/>
                </a:moveTo>
                <a:lnTo>
                  <a:pt x="66090" y="114188"/>
                </a:lnTo>
                <a:lnTo>
                  <a:pt x="63967" y="118239"/>
                </a:lnTo>
                <a:lnTo>
                  <a:pt x="56263" y="132552"/>
                </a:lnTo>
                <a:lnTo>
                  <a:pt x="48614" y="141016"/>
                </a:lnTo>
                <a:lnTo>
                  <a:pt x="41684" y="145052"/>
                </a:lnTo>
                <a:lnTo>
                  <a:pt x="36139" y="146082"/>
                </a:lnTo>
                <a:lnTo>
                  <a:pt x="57026" y="146082"/>
                </a:lnTo>
                <a:lnTo>
                  <a:pt x="66650" y="137647"/>
                </a:lnTo>
                <a:lnTo>
                  <a:pt x="75031" y="125055"/>
                </a:lnTo>
                <a:lnTo>
                  <a:pt x="77910" y="117535"/>
                </a:lnTo>
                <a:lnTo>
                  <a:pt x="77910" y="114188"/>
                </a:lnTo>
                <a:close/>
              </a:path>
              <a:path w="78104" h="154939">
                <a:moveTo>
                  <a:pt x="77189" y="47226"/>
                </a:moveTo>
                <a:lnTo>
                  <a:pt x="0" y="47226"/>
                </a:lnTo>
                <a:lnTo>
                  <a:pt x="0" y="58327"/>
                </a:lnTo>
                <a:lnTo>
                  <a:pt x="77189" y="58327"/>
                </a:lnTo>
                <a:lnTo>
                  <a:pt x="77189" y="47226"/>
                </a:lnTo>
                <a:close/>
              </a:path>
              <a:path w="78104" h="154939">
                <a:moveTo>
                  <a:pt x="57831" y="0"/>
                </a:moveTo>
                <a:lnTo>
                  <a:pt x="47959" y="0"/>
                </a:lnTo>
                <a:lnTo>
                  <a:pt x="38978" y="1411"/>
                </a:lnTo>
                <a:lnTo>
                  <a:pt x="36139" y="12513"/>
                </a:lnTo>
                <a:lnTo>
                  <a:pt x="27523" y="47226"/>
                </a:lnTo>
                <a:lnTo>
                  <a:pt x="53054" y="47226"/>
                </a:lnTo>
                <a:lnTo>
                  <a:pt x="56078" y="33832"/>
                </a:lnTo>
                <a:lnTo>
                  <a:pt x="57475" y="28374"/>
                </a:lnTo>
                <a:lnTo>
                  <a:pt x="59235" y="22203"/>
                </a:lnTo>
                <a:lnTo>
                  <a:pt x="61849" y="11809"/>
                </a:lnTo>
                <a:lnTo>
                  <a:pt x="61849" y="4407"/>
                </a:lnTo>
                <a:lnTo>
                  <a:pt x="5783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8045032" y="5998600"/>
            <a:ext cx="123825" cy="109855"/>
          </a:xfrm>
          <a:custGeom>
            <a:avLst/>
            <a:gdLst/>
            <a:ahLst/>
            <a:cxnLst/>
            <a:rect l="l" t="t" r="r" b="b"/>
            <a:pathLst>
              <a:path w="123825" h="109854">
                <a:moveTo>
                  <a:pt x="69963" y="0"/>
                </a:moveTo>
                <a:lnTo>
                  <a:pt x="63781" y="0"/>
                </a:lnTo>
                <a:lnTo>
                  <a:pt x="36936" y="6665"/>
                </a:lnTo>
                <a:lnTo>
                  <a:pt x="16887" y="23722"/>
                </a:lnTo>
                <a:lnTo>
                  <a:pt x="4339" y="46759"/>
                </a:lnTo>
                <a:lnTo>
                  <a:pt x="0" y="71364"/>
                </a:lnTo>
                <a:lnTo>
                  <a:pt x="3392" y="89206"/>
                </a:lnTo>
                <a:lnTo>
                  <a:pt x="12218" y="100968"/>
                </a:lnTo>
                <a:lnTo>
                  <a:pt x="24454" y="107443"/>
                </a:lnTo>
                <a:lnTo>
                  <a:pt x="38072" y="109426"/>
                </a:lnTo>
                <a:lnTo>
                  <a:pt x="48266" y="108145"/>
                </a:lnTo>
                <a:lnTo>
                  <a:pt x="57045" y="104998"/>
                </a:lnTo>
                <a:lnTo>
                  <a:pt x="64256" y="100968"/>
                </a:lnTo>
                <a:lnTo>
                  <a:pt x="64503" y="100791"/>
                </a:lnTo>
                <a:lnTo>
                  <a:pt x="33473" y="100791"/>
                </a:lnTo>
                <a:lnTo>
                  <a:pt x="25353" y="97443"/>
                </a:lnTo>
                <a:lnTo>
                  <a:pt x="29901" y="57244"/>
                </a:lnTo>
                <a:lnTo>
                  <a:pt x="43141" y="21344"/>
                </a:lnTo>
                <a:lnTo>
                  <a:pt x="63781" y="8634"/>
                </a:lnTo>
                <a:lnTo>
                  <a:pt x="86532" y="8634"/>
                </a:lnTo>
                <a:lnTo>
                  <a:pt x="79122" y="1231"/>
                </a:lnTo>
                <a:lnTo>
                  <a:pt x="69963" y="0"/>
                </a:lnTo>
                <a:close/>
              </a:path>
              <a:path w="123825" h="109854">
                <a:moveTo>
                  <a:pt x="90219" y="97267"/>
                </a:moveTo>
                <a:lnTo>
                  <a:pt x="69427" y="97267"/>
                </a:lnTo>
                <a:lnTo>
                  <a:pt x="73861" y="102661"/>
                </a:lnTo>
                <a:lnTo>
                  <a:pt x="79879" y="106452"/>
                </a:lnTo>
                <a:lnTo>
                  <a:pt x="86793" y="108691"/>
                </a:lnTo>
                <a:lnTo>
                  <a:pt x="93919" y="109426"/>
                </a:lnTo>
                <a:lnTo>
                  <a:pt x="105017" y="109426"/>
                </a:lnTo>
                <a:lnTo>
                  <a:pt x="111013" y="101320"/>
                </a:lnTo>
                <a:lnTo>
                  <a:pt x="111364" y="100791"/>
                </a:lnTo>
                <a:lnTo>
                  <a:pt x="91979" y="100791"/>
                </a:lnTo>
                <a:lnTo>
                  <a:pt x="90219" y="98853"/>
                </a:lnTo>
                <a:lnTo>
                  <a:pt x="90219" y="97267"/>
                </a:lnTo>
                <a:close/>
              </a:path>
              <a:path w="123825" h="109854">
                <a:moveTo>
                  <a:pt x="86532" y="8634"/>
                </a:moveTo>
                <a:lnTo>
                  <a:pt x="72040" y="8634"/>
                </a:lnTo>
                <a:lnTo>
                  <a:pt x="78578" y="13740"/>
                </a:lnTo>
                <a:lnTo>
                  <a:pt x="81245" y="23259"/>
                </a:lnTo>
                <a:lnTo>
                  <a:pt x="67302" y="79471"/>
                </a:lnTo>
                <a:lnTo>
                  <a:pt x="66767" y="81034"/>
                </a:lnTo>
                <a:lnTo>
                  <a:pt x="66698" y="82429"/>
                </a:lnTo>
                <a:lnTo>
                  <a:pt x="38933" y="100791"/>
                </a:lnTo>
                <a:lnTo>
                  <a:pt x="64503" y="100791"/>
                </a:lnTo>
                <a:lnTo>
                  <a:pt x="69427" y="97267"/>
                </a:lnTo>
                <a:lnTo>
                  <a:pt x="90219" y="97267"/>
                </a:lnTo>
                <a:lnTo>
                  <a:pt x="90306" y="88674"/>
                </a:lnTo>
                <a:lnTo>
                  <a:pt x="91801" y="83170"/>
                </a:lnTo>
                <a:lnTo>
                  <a:pt x="107676" y="19027"/>
                </a:lnTo>
                <a:lnTo>
                  <a:pt x="108715" y="15504"/>
                </a:lnTo>
                <a:lnTo>
                  <a:pt x="108715" y="8986"/>
                </a:lnTo>
                <a:lnTo>
                  <a:pt x="86884" y="8986"/>
                </a:lnTo>
                <a:lnTo>
                  <a:pt x="86532" y="8634"/>
                </a:lnTo>
                <a:close/>
              </a:path>
              <a:path w="123825" h="109854">
                <a:moveTo>
                  <a:pt x="123328" y="68897"/>
                </a:moveTo>
                <a:lnTo>
                  <a:pt x="111013" y="68897"/>
                </a:lnTo>
                <a:lnTo>
                  <a:pt x="110834" y="69249"/>
                </a:lnTo>
                <a:lnTo>
                  <a:pt x="109070" y="75078"/>
                </a:lnTo>
                <a:lnTo>
                  <a:pt x="107163" y="82429"/>
                </a:lnTo>
                <a:lnTo>
                  <a:pt x="104241" y="90901"/>
                </a:lnTo>
                <a:lnTo>
                  <a:pt x="100162" y="97886"/>
                </a:lnTo>
                <a:lnTo>
                  <a:pt x="94778" y="100791"/>
                </a:lnTo>
                <a:lnTo>
                  <a:pt x="111364" y="100791"/>
                </a:lnTo>
                <a:lnTo>
                  <a:pt x="123328" y="72244"/>
                </a:lnTo>
                <a:lnTo>
                  <a:pt x="123328" y="68897"/>
                </a:lnTo>
                <a:close/>
              </a:path>
              <a:path w="123825" h="109854">
                <a:moveTo>
                  <a:pt x="104653" y="4050"/>
                </a:moveTo>
                <a:lnTo>
                  <a:pt x="93919" y="4050"/>
                </a:lnTo>
                <a:lnTo>
                  <a:pt x="89856" y="5990"/>
                </a:lnTo>
                <a:lnTo>
                  <a:pt x="86884" y="8986"/>
                </a:lnTo>
                <a:lnTo>
                  <a:pt x="108715" y="8986"/>
                </a:lnTo>
                <a:lnTo>
                  <a:pt x="108715" y="8634"/>
                </a:lnTo>
                <a:lnTo>
                  <a:pt x="104653" y="405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8181761" y="5940800"/>
            <a:ext cx="59690" cy="167640"/>
          </a:xfrm>
          <a:custGeom>
            <a:avLst/>
            <a:gdLst/>
            <a:ahLst/>
            <a:cxnLst/>
            <a:rect l="l" t="t" r="r" b="b"/>
            <a:pathLst>
              <a:path w="59690" h="167639">
                <a:moveTo>
                  <a:pt x="59367" y="0"/>
                </a:moveTo>
                <a:lnTo>
                  <a:pt x="55171" y="351"/>
                </a:lnTo>
                <a:lnTo>
                  <a:pt x="22552" y="1939"/>
                </a:lnTo>
                <a:lnTo>
                  <a:pt x="19892" y="2291"/>
                </a:lnTo>
                <a:lnTo>
                  <a:pt x="15339" y="2291"/>
                </a:lnTo>
                <a:lnTo>
                  <a:pt x="15339" y="13393"/>
                </a:lnTo>
                <a:lnTo>
                  <a:pt x="24491" y="13393"/>
                </a:lnTo>
                <a:lnTo>
                  <a:pt x="28733" y="13569"/>
                </a:lnTo>
                <a:lnTo>
                  <a:pt x="31711" y="13921"/>
                </a:lnTo>
                <a:lnTo>
                  <a:pt x="899" y="137271"/>
                </a:lnTo>
                <a:lnTo>
                  <a:pt x="0" y="140970"/>
                </a:lnTo>
                <a:lnTo>
                  <a:pt x="0" y="144141"/>
                </a:lnTo>
                <a:lnTo>
                  <a:pt x="2433" y="154142"/>
                </a:lnTo>
                <a:lnTo>
                  <a:pt x="8779" y="161367"/>
                </a:lnTo>
                <a:lnTo>
                  <a:pt x="17602" y="165750"/>
                </a:lnTo>
                <a:lnTo>
                  <a:pt x="27470" y="167226"/>
                </a:lnTo>
                <a:lnTo>
                  <a:pt x="38746" y="167226"/>
                </a:lnTo>
                <a:lnTo>
                  <a:pt x="44748" y="159120"/>
                </a:lnTo>
                <a:lnTo>
                  <a:pt x="45084" y="158591"/>
                </a:lnTo>
                <a:lnTo>
                  <a:pt x="25709" y="158591"/>
                </a:lnTo>
                <a:lnTo>
                  <a:pt x="23956" y="156653"/>
                </a:lnTo>
                <a:lnTo>
                  <a:pt x="24041" y="146474"/>
                </a:lnTo>
                <a:lnTo>
                  <a:pt x="24491" y="144845"/>
                </a:lnTo>
                <a:lnTo>
                  <a:pt x="25398" y="140970"/>
                </a:lnTo>
                <a:lnTo>
                  <a:pt x="58685" y="8458"/>
                </a:lnTo>
                <a:lnTo>
                  <a:pt x="59049" y="7226"/>
                </a:lnTo>
                <a:lnTo>
                  <a:pt x="59367" y="5814"/>
                </a:lnTo>
                <a:lnTo>
                  <a:pt x="59367" y="0"/>
                </a:lnTo>
                <a:close/>
              </a:path>
              <a:path w="59690" h="167639">
                <a:moveTo>
                  <a:pt x="57110" y="126697"/>
                </a:moveTo>
                <a:lnTo>
                  <a:pt x="44748" y="126697"/>
                </a:lnTo>
                <a:lnTo>
                  <a:pt x="44391" y="127049"/>
                </a:lnTo>
                <a:lnTo>
                  <a:pt x="42805" y="132878"/>
                </a:lnTo>
                <a:lnTo>
                  <a:pt x="40906" y="140229"/>
                </a:lnTo>
                <a:lnTo>
                  <a:pt x="38000" y="148701"/>
                </a:lnTo>
                <a:lnTo>
                  <a:pt x="33935" y="155686"/>
                </a:lnTo>
                <a:lnTo>
                  <a:pt x="28554" y="158591"/>
                </a:lnTo>
                <a:lnTo>
                  <a:pt x="45084" y="158591"/>
                </a:lnTo>
                <a:lnTo>
                  <a:pt x="57110" y="130044"/>
                </a:lnTo>
                <a:lnTo>
                  <a:pt x="57110" y="126697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8259981" y="6071197"/>
            <a:ext cx="36195" cy="34925"/>
          </a:xfrm>
          <a:custGeom>
            <a:avLst/>
            <a:gdLst/>
            <a:ahLst/>
            <a:cxnLst/>
            <a:rect l="l" t="t" r="r" b="b"/>
            <a:pathLst>
              <a:path w="36195" h="34925">
                <a:moveTo>
                  <a:pt x="29640" y="0"/>
                </a:moveTo>
                <a:lnTo>
                  <a:pt x="21156" y="0"/>
                </a:lnTo>
                <a:lnTo>
                  <a:pt x="13682" y="1588"/>
                </a:lnTo>
                <a:lnTo>
                  <a:pt x="6873" y="5969"/>
                </a:lnTo>
                <a:lnTo>
                  <a:pt x="1916" y="12564"/>
                </a:lnTo>
                <a:lnTo>
                  <a:pt x="0" y="20795"/>
                </a:lnTo>
                <a:lnTo>
                  <a:pt x="0" y="30662"/>
                </a:lnTo>
                <a:lnTo>
                  <a:pt x="7444" y="34891"/>
                </a:lnTo>
                <a:lnTo>
                  <a:pt x="14301" y="34891"/>
                </a:lnTo>
                <a:lnTo>
                  <a:pt x="22087" y="33201"/>
                </a:lnTo>
                <a:lnTo>
                  <a:pt x="28926" y="28635"/>
                </a:lnTo>
                <a:lnTo>
                  <a:pt x="33786" y="21955"/>
                </a:lnTo>
                <a:lnTo>
                  <a:pt x="35636" y="13921"/>
                </a:lnTo>
                <a:lnTo>
                  <a:pt x="35636" y="5638"/>
                </a:lnTo>
                <a:lnTo>
                  <a:pt x="29640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8450300" y="5950314"/>
            <a:ext cx="109855" cy="156210"/>
          </a:xfrm>
          <a:custGeom>
            <a:avLst/>
            <a:gdLst/>
            <a:ahLst/>
            <a:cxnLst/>
            <a:rect l="l" t="t" r="r" b="b"/>
            <a:pathLst>
              <a:path w="109854" h="156210">
                <a:moveTo>
                  <a:pt x="90894" y="11277"/>
                </a:moveTo>
                <a:lnTo>
                  <a:pt x="45112" y="11277"/>
                </a:lnTo>
                <a:lnTo>
                  <a:pt x="58639" y="14064"/>
                </a:lnTo>
                <a:lnTo>
                  <a:pt x="68473" y="21542"/>
                </a:lnTo>
                <a:lnTo>
                  <a:pt x="74475" y="32390"/>
                </a:lnTo>
                <a:lnTo>
                  <a:pt x="76507" y="45286"/>
                </a:lnTo>
                <a:lnTo>
                  <a:pt x="74839" y="57531"/>
                </a:lnTo>
                <a:lnTo>
                  <a:pt x="50930" y="94628"/>
                </a:lnTo>
                <a:lnTo>
                  <a:pt x="3025" y="143437"/>
                </a:lnTo>
                <a:lnTo>
                  <a:pt x="0" y="146258"/>
                </a:lnTo>
                <a:lnTo>
                  <a:pt x="0" y="155774"/>
                </a:lnTo>
                <a:lnTo>
                  <a:pt x="101860" y="155774"/>
                </a:lnTo>
                <a:lnTo>
                  <a:pt x="106133" y="125993"/>
                </a:lnTo>
                <a:lnTo>
                  <a:pt x="32797" y="125993"/>
                </a:lnTo>
                <a:lnTo>
                  <a:pt x="41334" y="118975"/>
                </a:lnTo>
                <a:lnTo>
                  <a:pt x="50098" y="111874"/>
                </a:lnTo>
                <a:lnTo>
                  <a:pt x="58795" y="105004"/>
                </a:lnTo>
                <a:lnTo>
                  <a:pt x="85121" y="85053"/>
                </a:lnTo>
                <a:lnTo>
                  <a:pt x="98402" y="72798"/>
                </a:lnTo>
                <a:lnTo>
                  <a:pt x="106626" y="60047"/>
                </a:lnTo>
                <a:lnTo>
                  <a:pt x="109444" y="44934"/>
                </a:lnTo>
                <a:lnTo>
                  <a:pt x="105037" y="26392"/>
                </a:lnTo>
                <a:lnTo>
                  <a:pt x="92832" y="12226"/>
                </a:lnTo>
                <a:lnTo>
                  <a:pt x="90894" y="11277"/>
                </a:lnTo>
                <a:close/>
              </a:path>
              <a:path w="109854" h="156210">
                <a:moveTo>
                  <a:pt x="109444" y="102910"/>
                </a:moveTo>
                <a:lnTo>
                  <a:pt x="98160" y="102910"/>
                </a:lnTo>
                <a:lnTo>
                  <a:pt x="97439" y="107669"/>
                </a:lnTo>
                <a:lnTo>
                  <a:pt x="95322" y="122998"/>
                </a:lnTo>
                <a:lnTo>
                  <a:pt x="91979" y="124586"/>
                </a:lnTo>
                <a:lnTo>
                  <a:pt x="89366" y="125993"/>
                </a:lnTo>
                <a:lnTo>
                  <a:pt x="106133" y="125993"/>
                </a:lnTo>
                <a:lnTo>
                  <a:pt x="109444" y="102910"/>
                </a:lnTo>
                <a:close/>
              </a:path>
              <a:path w="109854" h="156210">
                <a:moveTo>
                  <a:pt x="51116" y="0"/>
                </a:moveTo>
                <a:lnTo>
                  <a:pt x="31004" y="2646"/>
                </a:lnTo>
                <a:lnTo>
                  <a:pt x="14780" y="10067"/>
                </a:lnTo>
                <a:lnTo>
                  <a:pt x="3945" y="21485"/>
                </a:lnTo>
                <a:lnTo>
                  <a:pt x="0" y="36124"/>
                </a:lnTo>
                <a:lnTo>
                  <a:pt x="0" y="50221"/>
                </a:lnTo>
                <a:lnTo>
                  <a:pt x="11463" y="53744"/>
                </a:lnTo>
                <a:lnTo>
                  <a:pt x="24677" y="53744"/>
                </a:lnTo>
                <a:lnTo>
                  <a:pt x="34194" y="48638"/>
                </a:lnTo>
                <a:lnTo>
                  <a:pt x="34194" y="24318"/>
                </a:lnTo>
                <a:lnTo>
                  <a:pt x="24320" y="20443"/>
                </a:lnTo>
                <a:lnTo>
                  <a:pt x="20620" y="19559"/>
                </a:lnTo>
                <a:lnTo>
                  <a:pt x="26173" y="15886"/>
                </a:lnTo>
                <a:lnTo>
                  <a:pt x="32291" y="13304"/>
                </a:lnTo>
                <a:lnTo>
                  <a:pt x="38697" y="11778"/>
                </a:lnTo>
                <a:lnTo>
                  <a:pt x="45112" y="11277"/>
                </a:lnTo>
                <a:lnTo>
                  <a:pt x="90894" y="11277"/>
                </a:lnTo>
                <a:lnTo>
                  <a:pt x="74351" y="3180"/>
                </a:lnTo>
                <a:lnTo>
                  <a:pt x="5111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8583872" y="5950314"/>
            <a:ext cx="114935" cy="158750"/>
          </a:xfrm>
          <a:custGeom>
            <a:avLst/>
            <a:gdLst/>
            <a:ahLst/>
            <a:cxnLst/>
            <a:rect l="l" t="t" r="r" b="b"/>
            <a:pathLst>
              <a:path w="114934" h="158750">
                <a:moveTo>
                  <a:pt x="57475" y="0"/>
                </a:moveTo>
                <a:lnTo>
                  <a:pt x="24325" y="9204"/>
                </a:lnTo>
                <a:lnTo>
                  <a:pt x="7253" y="31211"/>
                </a:lnTo>
                <a:lnTo>
                  <a:pt x="924" y="57614"/>
                </a:lnTo>
                <a:lnTo>
                  <a:pt x="0" y="80003"/>
                </a:lnTo>
                <a:lnTo>
                  <a:pt x="880" y="101103"/>
                </a:lnTo>
                <a:lnTo>
                  <a:pt x="998" y="102446"/>
                </a:lnTo>
                <a:lnTo>
                  <a:pt x="7253" y="127998"/>
                </a:lnTo>
                <a:lnTo>
                  <a:pt x="24325" y="149460"/>
                </a:lnTo>
                <a:lnTo>
                  <a:pt x="57475" y="158417"/>
                </a:lnTo>
                <a:lnTo>
                  <a:pt x="89419" y="149782"/>
                </a:lnTo>
                <a:lnTo>
                  <a:pt x="57475" y="149782"/>
                </a:lnTo>
                <a:lnTo>
                  <a:pt x="50352" y="148687"/>
                </a:lnTo>
                <a:lnTo>
                  <a:pt x="30581" y="102446"/>
                </a:lnTo>
                <a:lnTo>
                  <a:pt x="30349" y="88694"/>
                </a:lnTo>
                <a:lnTo>
                  <a:pt x="30471" y="57614"/>
                </a:lnTo>
                <a:lnTo>
                  <a:pt x="36583" y="19489"/>
                </a:lnTo>
                <a:lnTo>
                  <a:pt x="57475" y="8634"/>
                </a:lnTo>
                <a:lnTo>
                  <a:pt x="88376" y="8634"/>
                </a:lnTo>
                <a:lnTo>
                  <a:pt x="57475" y="0"/>
                </a:lnTo>
                <a:close/>
              </a:path>
              <a:path w="114934" h="158750">
                <a:moveTo>
                  <a:pt x="88376" y="8634"/>
                </a:moveTo>
                <a:lnTo>
                  <a:pt x="57475" y="8634"/>
                </a:lnTo>
                <a:lnTo>
                  <a:pt x="64146" y="9512"/>
                </a:lnTo>
                <a:lnTo>
                  <a:pt x="70590" y="12225"/>
                </a:lnTo>
                <a:lnTo>
                  <a:pt x="84523" y="61726"/>
                </a:lnTo>
                <a:lnTo>
                  <a:pt x="84554" y="88694"/>
                </a:lnTo>
                <a:lnTo>
                  <a:pt x="84367" y="101103"/>
                </a:lnTo>
                <a:lnTo>
                  <a:pt x="71535" y="145355"/>
                </a:lnTo>
                <a:lnTo>
                  <a:pt x="57475" y="149782"/>
                </a:lnTo>
                <a:lnTo>
                  <a:pt x="89419" y="149782"/>
                </a:lnTo>
                <a:lnTo>
                  <a:pt x="113892" y="102446"/>
                </a:lnTo>
                <a:lnTo>
                  <a:pt x="114896" y="80003"/>
                </a:lnTo>
                <a:lnTo>
                  <a:pt x="113974" y="57764"/>
                </a:lnTo>
                <a:lnTo>
                  <a:pt x="107652" y="31345"/>
                </a:lnTo>
                <a:lnTo>
                  <a:pt x="90596" y="9254"/>
                </a:lnTo>
                <a:lnTo>
                  <a:pt x="88376" y="8634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8729628" y="5950314"/>
            <a:ext cx="97790" cy="156210"/>
          </a:xfrm>
          <a:custGeom>
            <a:avLst/>
            <a:gdLst/>
            <a:ahLst/>
            <a:cxnLst/>
            <a:rect l="l" t="t" r="r" b="b"/>
            <a:pathLst>
              <a:path w="97790" h="156210">
                <a:moveTo>
                  <a:pt x="97260" y="144497"/>
                </a:moveTo>
                <a:lnTo>
                  <a:pt x="2613" y="144497"/>
                </a:lnTo>
                <a:lnTo>
                  <a:pt x="2613" y="155774"/>
                </a:lnTo>
                <a:lnTo>
                  <a:pt x="12754" y="155366"/>
                </a:lnTo>
                <a:lnTo>
                  <a:pt x="25774" y="155157"/>
                </a:lnTo>
                <a:lnTo>
                  <a:pt x="97260" y="155079"/>
                </a:lnTo>
                <a:lnTo>
                  <a:pt x="97260" y="144497"/>
                </a:lnTo>
                <a:close/>
              </a:path>
              <a:path w="97790" h="156210">
                <a:moveTo>
                  <a:pt x="97260" y="155079"/>
                </a:moveTo>
                <a:lnTo>
                  <a:pt x="60672" y="155079"/>
                </a:lnTo>
                <a:lnTo>
                  <a:pt x="73941" y="155157"/>
                </a:lnTo>
                <a:lnTo>
                  <a:pt x="87015" y="155366"/>
                </a:lnTo>
                <a:lnTo>
                  <a:pt x="97260" y="155774"/>
                </a:lnTo>
                <a:lnTo>
                  <a:pt x="97260" y="155079"/>
                </a:lnTo>
                <a:close/>
              </a:path>
              <a:path w="97790" h="156210">
                <a:moveTo>
                  <a:pt x="63966" y="21675"/>
                </a:moveTo>
                <a:lnTo>
                  <a:pt x="35589" y="21675"/>
                </a:lnTo>
                <a:lnTo>
                  <a:pt x="35589" y="144497"/>
                </a:lnTo>
                <a:lnTo>
                  <a:pt x="63966" y="144497"/>
                </a:lnTo>
                <a:lnTo>
                  <a:pt x="63966" y="21675"/>
                </a:lnTo>
                <a:close/>
              </a:path>
              <a:path w="97790" h="156210">
                <a:moveTo>
                  <a:pt x="63966" y="0"/>
                </a:moveTo>
                <a:lnTo>
                  <a:pt x="54629" y="0"/>
                </a:lnTo>
                <a:lnTo>
                  <a:pt x="52504" y="1763"/>
                </a:lnTo>
                <a:lnTo>
                  <a:pt x="38012" y="9608"/>
                </a:lnTo>
                <a:lnTo>
                  <a:pt x="23647" y="13636"/>
                </a:lnTo>
                <a:lnTo>
                  <a:pt x="11769" y="15120"/>
                </a:lnTo>
                <a:lnTo>
                  <a:pt x="4738" y="15332"/>
                </a:lnTo>
                <a:lnTo>
                  <a:pt x="0" y="15332"/>
                </a:lnTo>
                <a:lnTo>
                  <a:pt x="0" y="26434"/>
                </a:lnTo>
                <a:lnTo>
                  <a:pt x="4738" y="26434"/>
                </a:lnTo>
                <a:lnTo>
                  <a:pt x="9234" y="26335"/>
                </a:lnTo>
                <a:lnTo>
                  <a:pt x="16391" y="25773"/>
                </a:lnTo>
                <a:lnTo>
                  <a:pt x="25434" y="24352"/>
                </a:lnTo>
                <a:lnTo>
                  <a:pt x="35589" y="21675"/>
                </a:lnTo>
                <a:lnTo>
                  <a:pt x="63966" y="21675"/>
                </a:lnTo>
                <a:lnTo>
                  <a:pt x="63966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8859322" y="5950314"/>
            <a:ext cx="109220" cy="156210"/>
          </a:xfrm>
          <a:custGeom>
            <a:avLst/>
            <a:gdLst/>
            <a:ahLst/>
            <a:cxnLst/>
            <a:rect l="l" t="t" r="r" b="b"/>
            <a:pathLst>
              <a:path w="109220" h="156210">
                <a:moveTo>
                  <a:pt x="90775" y="11277"/>
                </a:moveTo>
                <a:lnTo>
                  <a:pt x="45106" y="11277"/>
                </a:lnTo>
                <a:lnTo>
                  <a:pt x="58626" y="14064"/>
                </a:lnTo>
                <a:lnTo>
                  <a:pt x="68446" y="21542"/>
                </a:lnTo>
                <a:lnTo>
                  <a:pt x="74435" y="32390"/>
                </a:lnTo>
                <a:lnTo>
                  <a:pt x="76460" y="45286"/>
                </a:lnTo>
                <a:lnTo>
                  <a:pt x="74795" y="57531"/>
                </a:lnTo>
                <a:lnTo>
                  <a:pt x="50744" y="94628"/>
                </a:lnTo>
                <a:lnTo>
                  <a:pt x="2978" y="143437"/>
                </a:lnTo>
                <a:lnTo>
                  <a:pt x="0" y="146258"/>
                </a:lnTo>
                <a:lnTo>
                  <a:pt x="0" y="155774"/>
                </a:lnTo>
                <a:lnTo>
                  <a:pt x="101813" y="155774"/>
                </a:lnTo>
                <a:lnTo>
                  <a:pt x="105981" y="125993"/>
                </a:lnTo>
                <a:lnTo>
                  <a:pt x="32750" y="125993"/>
                </a:lnTo>
                <a:lnTo>
                  <a:pt x="41291" y="118975"/>
                </a:lnTo>
                <a:lnTo>
                  <a:pt x="50051" y="111874"/>
                </a:lnTo>
                <a:lnTo>
                  <a:pt x="58709" y="105004"/>
                </a:lnTo>
                <a:lnTo>
                  <a:pt x="66944" y="98678"/>
                </a:lnTo>
                <a:lnTo>
                  <a:pt x="85003" y="85053"/>
                </a:lnTo>
                <a:lnTo>
                  <a:pt x="98260" y="72798"/>
                </a:lnTo>
                <a:lnTo>
                  <a:pt x="106426" y="60047"/>
                </a:lnTo>
                <a:lnTo>
                  <a:pt x="109212" y="44934"/>
                </a:lnTo>
                <a:lnTo>
                  <a:pt x="104839" y="26392"/>
                </a:lnTo>
                <a:lnTo>
                  <a:pt x="92706" y="12226"/>
                </a:lnTo>
                <a:lnTo>
                  <a:pt x="90775" y="11277"/>
                </a:lnTo>
                <a:close/>
              </a:path>
              <a:path w="109220" h="156210">
                <a:moveTo>
                  <a:pt x="109212" y="102910"/>
                </a:moveTo>
                <a:lnTo>
                  <a:pt x="98113" y="102910"/>
                </a:lnTo>
                <a:lnTo>
                  <a:pt x="95314" y="122998"/>
                </a:lnTo>
                <a:lnTo>
                  <a:pt x="91979" y="124586"/>
                </a:lnTo>
                <a:lnTo>
                  <a:pt x="89319" y="125993"/>
                </a:lnTo>
                <a:lnTo>
                  <a:pt x="105981" y="125993"/>
                </a:lnTo>
                <a:lnTo>
                  <a:pt x="109212" y="102910"/>
                </a:lnTo>
                <a:close/>
              </a:path>
              <a:path w="109220" h="156210">
                <a:moveTo>
                  <a:pt x="51061" y="0"/>
                </a:moveTo>
                <a:lnTo>
                  <a:pt x="30981" y="2646"/>
                </a:lnTo>
                <a:lnTo>
                  <a:pt x="14773" y="10067"/>
                </a:lnTo>
                <a:lnTo>
                  <a:pt x="3944" y="21485"/>
                </a:lnTo>
                <a:lnTo>
                  <a:pt x="0" y="36124"/>
                </a:lnTo>
                <a:lnTo>
                  <a:pt x="0" y="50221"/>
                </a:lnTo>
                <a:lnTo>
                  <a:pt x="11455" y="53744"/>
                </a:lnTo>
                <a:lnTo>
                  <a:pt x="24630" y="53744"/>
                </a:lnTo>
                <a:lnTo>
                  <a:pt x="34147" y="48638"/>
                </a:lnTo>
                <a:lnTo>
                  <a:pt x="34147" y="24318"/>
                </a:lnTo>
                <a:lnTo>
                  <a:pt x="24135" y="20443"/>
                </a:lnTo>
                <a:lnTo>
                  <a:pt x="20614" y="19559"/>
                </a:lnTo>
                <a:lnTo>
                  <a:pt x="26141" y="15886"/>
                </a:lnTo>
                <a:lnTo>
                  <a:pt x="32252" y="13304"/>
                </a:lnTo>
                <a:lnTo>
                  <a:pt x="38667" y="11778"/>
                </a:lnTo>
                <a:lnTo>
                  <a:pt x="45106" y="11277"/>
                </a:lnTo>
                <a:lnTo>
                  <a:pt x="90775" y="11277"/>
                </a:lnTo>
                <a:lnTo>
                  <a:pt x="74288" y="3180"/>
                </a:lnTo>
                <a:lnTo>
                  <a:pt x="51061" y="0"/>
                </a:lnTo>
                <a:close/>
              </a:path>
            </a:pathLst>
          </a:custGeom>
          <a:solidFill>
            <a:srgbClr val="B222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30429" y="6299746"/>
            <a:ext cx="97790" cy="156210"/>
          </a:xfrm>
          <a:custGeom>
            <a:avLst/>
            <a:gdLst/>
            <a:ahLst/>
            <a:cxnLst/>
            <a:rect l="l" t="t" r="r" b="b"/>
            <a:pathLst>
              <a:path w="97790" h="156210">
                <a:moveTo>
                  <a:pt x="97269" y="144494"/>
                </a:moveTo>
                <a:lnTo>
                  <a:pt x="2642" y="144494"/>
                </a:lnTo>
                <a:lnTo>
                  <a:pt x="2642" y="155771"/>
                </a:lnTo>
                <a:lnTo>
                  <a:pt x="12772" y="155364"/>
                </a:lnTo>
                <a:lnTo>
                  <a:pt x="25792" y="155155"/>
                </a:lnTo>
                <a:lnTo>
                  <a:pt x="97269" y="155078"/>
                </a:lnTo>
                <a:lnTo>
                  <a:pt x="97269" y="144494"/>
                </a:lnTo>
                <a:close/>
              </a:path>
              <a:path w="97790" h="156210">
                <a:moveTo>
                  <a:pt x="97269" y="155078"/>
                </a:moveTo>
                <a:lnTo>
                  <a:pt x="60694" y="155078"/>
                </a:lnTo>
                <a:lnTo>
                  <a:pt x="73965" y="155155"/>
                </a:lnTo>
                <a:lnTo>
                  <a:pt x="87037" y="155364"/>
                </a:lnTo>
                <a:lnTo>
                  <a:pt x="97269" y="155771"/>
                </a:lnTo>
                <a:lnTo>
                  <a:pt x="97269" y="155078"/>
                </a:lnTo>
                <a:close/>
              </a:path>
              <a:path w="97790" h="156210">
                <a:moveTo>
                  <a:pt x="63965" y="21674"/>
                </a:moveTo>
                <a:lnTo>
                  <a:pt x="35594" y="21674"/>
                </a:lnTo>
                <a:lnTo>
                  <a:pt x="35594" y="144494"/>
                </a:lnTo>
                <a:lnTo>
                  <a:pt x="63965" y="144494"/>
                </a:lnTo>
                <a:lnTo>
                  <a:pt x="63965" y="21674"/>
                </a:lnTo>
                <a:close/>
              </a:path>
              <a:path w="97790" h="156210">
                <a:moveTo>
                  <a:pt x="63965" y="0"/>
                </a:moveTo>
                <a:lnTo>
                  <a:pt x="54626" y="0"/>
                </a:lnTo>
                <a:lnTo>
                  <a:pt x="52511" y="1761"/>
                </a:lnTo>
                <a:lnTo>
                  <a:pt x="38012" y="9606"/>
                </a:lnTo>
                <a:lnTo>
                  <a:pt x="23612" y="13634"/>
                </a:lnTo>
                <a:lnTo>
                  <a:pt x="11723" y="15118"/>
                </a:lnTo>
                <a:lnTo>
                  <a:pt x="4757" y="15330"/>
                </a:lnTo>
                <a:lnTo>
                  <a:pt x="0" y="15330"/>
                </a:lnTo>
                <a:lnTo>
                  <a:pt x="0" y="26431"/>
                </a:lnTo>
                <a:lnTo>
                  <a:pt x="4757" y="26431"/>
                </a:lnTo>
                <a:lnTo>
                  <a:pt x="9253" y="26332"/>
                </a:lnTo>
                <a:lnTo>
                  <a:pt x="16409" y="25770"/>
                </a:lnTo>
                <a:lnTo>
                  <a:pt x="25448" y="24350"/>
                </a:lnTo>
                <a:lnTo>
                  <a:pt x="35594" y="21674"/>
                </a:lnTo>
                <a:lnTo>
                  <a:pt x="63965" y="21674"/>
                </a:lnTo>
                <a:lnTo>
                  <a:pt x="639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457302" y="6299746"/>
            <a:ext cx="114935" cy="158750"/>
          </a:xfrm>
          <a:custGeom>
            <a:avLst/>
            <a:gdLst/>
            <a:ahLst/>
            <a:cxnLst/>
            <a:rect l="l" t="t" r="r" b="b"/>
            <a:pathLst>
              <a:path w="114934" h="158750">
                <a:moveTo>
                  <a:pt x="57445" y="0"/>
                </a:moveTo>
                <a:lnTo>
                  <a:pt x="24308" y="9201"/>
                </a:lnTo>
                <a:lnTo>
                  <a:pt x="7246" y="31189"/>
                </a:lnTo>
                <a:lnTo>
                  <a:pt x="922" y="57538"/>
                </a:lnTo>
                <a:lnTo>
                  <a:pt x="0" y="79824"/>
                </a:lnTo>
                <a:lnTo>
                  <a:pt x="882" y="101101"/>
                </a:lnTo>
                <a:lnTo>
                  <a:pt x="998" y="102379"/>
                </a:lnTo>
                <a:lnTo>
                  <a:pt x="7246" y="127974"/>
                </a:lnTo>
                <a:lnTo>
                  <a:pt x="24308" y="149455"/>
                </a:lnTo>
                <a:lnTo>
                  <a:pt x="57445" y="158415"/>
                </a:lnTo>
                <a:lnTo>
                  <a:pt x="89396" y="149780"/>
                </a:lnTo>
                <a:lnTo>
                  <a:pt x="57445" y="149780"/>
                </a:lnTo>
                <a:lnTo>
                  <a:pt x="50413" y="148684"/>
                </a:lnTo>
                <a:lnTo>
                  <a:pt x="30572" y="102379"/>
                </a:lnTo>
                <a:lnTo>
                  <a:pt x="30341" y="88618"/>
                </a:lnTo>
                <a:lnTo>
                  <a:pt x="30465" y="57538"/>
                </a:lnTo>
                <a:lnTo>
                  <a:pt x="36580" y="19487"/>
                </a:lnTo>
                <a:lnTo>
                  <a:pt x="57445" y="8634"/>
                </a:lnTo>
                <a:lnTo>
                  <a:pt x="88371" y="8634"/>
                </a:lnTo>
                <a:lnTo>
                  <a:pt x="57445" y="0"/>
                </a:lnTo>
                <a:close/>
              </a:path>
              <a:path w="114934" h="158750">
                <a:moveTo>
                  <a:pt x="88371" y="8634"/>
                </a:moveTo>
                <a:lnTo>
                  <a:pt x="57445" y="8634"/>
                </a:lnTo>
                <a:lnTo>
                  <a:pt x="64124" y="9487"/>
                </a:lnTo>
                <a:lnTo>
                  <a:pt x="70573" y="12158"/>
                </a:lnTo>
                <a:lnTo>
                  <a:pt x="84518" y="61723"/>
                </a:lnTo>
                <a:lnTo>
                  <a:pt x="84550" y="88618"/>
                </a:lnTo>
                <a:lnTo>
                  <a:pt x="84361" y="101101"/>
                </a:lnTo>
                <a:lnTo>
                  <a:pt x="71586" y="145353"/>
                </a:lnTo>
                <a:lnTo>
                  <a:pt x="57445" y="149780"/>
                </a:lnTo>
                <a:lnTo>
                  <a:pt x="89396" y="149780"/>
                </a:lnTo>
                <a:lnTo>
                  <a:pt x="113884" y="102379"/>
                </a:lnTo>
                <a:lnTo>
                  <a:pt x="114890" y="79824"/>
                </a:lnTo>
                <a:lnTo>
                  <a:pt x="113968" y="57687"/>
                </a:lnTo>
                <a:lnTo>
                  <a:pt x="107643" y="31321"/>
                </a:lnTo>
                <a:lnTo>
                  <a:pt x="90581" y="9251"/>
                </a:lnTo>
                <a:lnTo>
                  <a:pt x="88371" y="8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2511769" y="6293226"/>
            <a:ext cx="162560" cy="162560"/>
          </a:xfrm>
          <a:custGeom>
            <a:avLst/>
            <a:gdLst/>
            <a:ahLst/>
            <a:cxnLst/>
            <a:rect l="l" t="t" r="r" b="b"/>
            <a:pathLst>
              <a:path w="162560" h="162560">
                <a:moveTo>
                  <a:pt x="44933" y="0"/>
                </a:moveTo>
                <a:lnTo>
                  <a:pt x="0" y="0"/>
                </a:lnTo>
                <a:lnTo>
                  <a:pt x="0" y="7224"/>
                </a:lnTo>
                <a:lnTo>
                  <a:pt x="10568" y="7224"/>
                </a:lnTo>
                <a:lnTo>
                  <a:pt x="15327" y="7576"/>
                </a:lnTo>
                <a:lnTo>
                  <a:pt x="18851" y="7753"/>
                </a:lnTo>
                <a:lnTo>
                  <a:pt x="24314" y="8458"/>
                </a:lnTo>
                <a:lnTo>
                  <a:pt x="24489" y="8634"/>
                </a:lnTo>
                <a:lnTo>
                  <a:pt x="24489" y="137269"/>
                </a:lnTo>
                <a:lnTo>
                  <a:pt x="24106" y="142773"/>
                </a:lnTo>
                <a:lnTo>
                  <a:pt x="21428" y="148525"/>
                </a:lnTo>
                <a:lnTo>
                  <a:pt x="14157" y="153054"/>
                </a:lnTo>
                <a:lnTo>
                  <a:pt x="0" y="154890"/>
                </a:lnTo>
                <a:lnTo>
                  <a:pt x="0" y="162291"/>
                </a:lnTo>
                <a:lnTo>
                  <a:pt x="14183" y="161807"/>
                </a:lnTo>
                <a:lnTo>
                  <a:pt x="21407" y="161647"/>
                </a:lnTo>
                <a:lnTo>
                  <a:pt x="55679" y="161586"/>
                </a:lnTo>
                <a:lnTo>
                  <a:pt x="55679" y="154890"/>
                </a:lnTo>
                <a:lnTo>
                  <a:pt x="41520" y="153054"/>
                </a:lnTo>
                <a:lnTo>
                  <a:pt x="34249" y="148525"/>
                </a:lnTo>
                <a:lnTo>
                  <a:pt x="31571" y="142773"/>
                </a:lnTo>
                <a:lnTo>
                  <a:pt x="31188" y="137269"/>
                </a:lnTo>
                <a:lnTo>
                  <a:pt x="31188" y="13744"/>
                </a:lnTo>
                <a:lnTo>
                  <a:pt x="54705" y="13744"/>
                </a:lnTo>
                <a:lnTo>
                  <a:pt x="47396" y="2995"/>
                </a:lnTo>
                <a:lnTo>
                  <a:pt x="45285" y="175"/>
                </a:lnTo>
                <a:lnTo>
                  <a:pt x="44933" y="0"/>
                </a:lnTo>
                <a:close/>
              </a:path>
              <a:path w="162560" h="162560">
                <a:moveTo>
                  <a:pt x="55679" y="161586"/>
                </a:moveTo>
                <a:lnTo>
                  <a:pt x="27837" y="161586"/>
                </a:lnTo>
                <a:lnTo>
                  <a:pt x="34368" y="161647"/>
                </a:lnTo>
                <a:lnTo>
                  <a:pt x="41625" y="161807"/>
                </a:lnTo>
                <a:lnTo>
                  <a:pt x="55679" y="162291"/>
                </a:lnTo>
                <a:lnTo>
                  <a:pt x="55679" y="161586"/>
                </a:lnTo>
                <a:close/>
              </a:path>
              <a:path w="162560" h="162560">
                <a:moveTo>
                  <a:pt x="54705" y="13744"/>
                </a:moveTo>
                <a:lnTo>
                  <a:pt x="31188" y="13744"/>
                </a:lnTo>
                <a:lnTo>
                  <a:pt x="32420" y="14801"/>
                </a:lnTo>
                <a:lnTo>
                  <a:pt x="32595" y="15153"/>
                </a:lnTo>
                <a:lnTo>
                  <a:pt x="33656" y="16563"/>
                </a:lnTo>
                <a:lnTo>
                  <a:pt x="130571" y="159119"/>
                </a:lnTo>
                <a:lnTo>
                  <a:pt x="132687" y="161939"/>
                </a:lnTo>
                <a:lnTo>
                  <a:pt x="132863" y="162291"/>
                </a:lnTo>
                <a:lnTo>
                  <a:pt x="137974" y="162291"/>
                </a:lnTo>
                <a:lnTo>
                  <a:pt x="137974" y="126344"/>
                </a:lnTo>
                <a:lnTo>
                  <a:pt x="131276" y="126344"/>
                </a:lnTo>
                <a:lnTo>
                  <a:pt x="54705" y="13744"/>
                </a:lnTo>
                <a:close/>
              </a:path>
              <a:path w="162560" h="162560">
                <a:moveTo>
                  <a:pt x="106780" y="0"/>
                </a:moveTo>
                <a:lnTo>
                  <a:pt x="106780" y="7224"/>
                </a:lnTo>
                <a:lnTo>
                  <a:pt x="120941" y="9085"/>
                </a:lnTo>
                <a:lnTo>
                  <a:pt x="128214" y="13656"/>
                </a:lnTo>
                <a:lnTo>
                  <a:pt x="130893" y="19416"/>
                </a:lnTo>
                <a:lnTo>
                  <a:pt x="131276" y="24845"/>
                </a:lnTo>
                <a:lnTo>
                  <a:pt x="131276" y="126344"/>
                </a:lnTo>
                <a:lnTo>
                  <a:pt x="137974" y="126344"/>
                </a:lnTo>
                <a:lnTo>
                  <a:pt x="137974" y="24845"/>
                </a:lnTo>
                <a:lnTo>
                  <a:pt x="138356" y="19416"/>
                </a:lnTo>
                <a:lnTo>
                  <a:pt x="141035" y="13656"/>
                </a:lnTo>
                <a:lnTo>
                  <a:pt x="148306" y="9085"/>
                </a:lnTo>
                <a:lnTo>
                  <a:pt x="162464" y="7224"/>
                </a:lnTo>
                <a:lnTo>
                  <a:pt x="162464" y="704"/>
                </a:lnTo>
                <a:lnTo>
                  <a:pt x="134622" y="704"/>
                </a:lnTo>
                <a:lnTo>
                  <a:pt x="128093" y="619"/>
                </a:lnTo>
                <a:lnTo>
                  <a:pt x="106780" y="0"/>
                </a:lnTo>
                <a:close/>
              </a:path>
              <a:path w="162560" h="162560">
                <a:moveTo>
                  <a:pt x="162464" y="0"/>
                </a:moveTo>
                <a:lnTo>
                  <a:pt x="141054" y="619"/>
                </a:lnTo>
                <a:lnTo>
                  <a:pt x="134622" y="704"/>
                </a:lnTo>
                <a:lnTo>
                  <a:pt x="162464" y="704"/>
                </a:lnTo>
                <a:lnTo>
                  <a:pt x="162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2692034" y="6349086"/>
            <a:ext cx="107314" cy="109220"/>
          </a:xfrm>
          <a:custGeom>
            <a:avLst/>
            <a:gdLst/>
            <a:ahLst/>
            <a:cxnLst/>
            <a:rect l="l" t="t" r="r" b="b"/>
            <a:pathLst>
              <a:path w="107314" h="109220">
                <a:moveTo>
                  <a:pt x="63998" y="5109"/>
                </a:moveTo>
                <a:lnTo>
                  <a:pt x="42290" y="5109"/>
                </a:lnTo>
                <a:lnTo>
                  <a:pt x="51133" y="6899"/>
                </a:lnTo>
                <a:lnTo>
                  <a:pt x="59249" y="12422"/>
                </a:lnTo>
                <a:lnTo>
                  <a:pt x="65184" y="21910"/>
                </a:lnTo>
                <a:lnTo>
                  <a:pt x="67485" y="35594"/>
                </a:lnTo>
                <a:lnTo>
                  <a:pt x="67485" y="44405"/>
                </a:lnTo>
                <a:lnTo>
                  <a:pt x="57634" y="45033"/>
                </a:lnTo>
                <a:lnTo>
                  <a:pt x="46692" y="46255"/>
                </a:lnTo>
                <a:lnTo>
                  <a:pt x="5154" y="67445"/>
                </a:lnTo>
                <a:lnTo>
                  <a:pt x="0" y="83876"/>
                </a:lnTo>
                <a:lnTo>
                  <a:pt x="3840" y="95917"/>
                </a:lnTo>
                <a:lnTo>
                  <a:pt x="13413" y="103678"/>
                </a:lnTo>
                <a:lnTo>
                  <a:pt x="25820" y="107841"/>
                </a:lnTo>
                <a:lnTo>
                  <a:pt x="38059" y="109075"/>
                </a:lnTo>
                <a:lnTo>
                  <a:pt x="48902" y="107412"/>
                </a:lnTo>
                <a:lnTo>
                  <a:pt x="56056" y="103789"/>
                </a:lnTo>
                <a:lnTo>
                  <a:pt x="39648" y="103789"/>
                </a:lnTo>
                <a:lnTo>
                  <a:pt x="31407" y="102307"/>
                </a:lnTo>
                <a:lnTo>
                  <a:pt x="24622" y="98150"/>
                </a:lnTo>
                <a:lnTo>
                  <a:pt x="20019" y="91746"/>
                </a:lnTo>
                <a:lnTo>
                  <a:pt x="18323" y="83524"/>
                </a:lnTo>
                <a:lnTo>
                  <a:pt x="20479" y="72880"/>
                </a:lnTo>
                <a:lnTo>
                  <a:pt x="28170" y="62070"/>
                </a:lnTo>
                <a:lnTo>
                  <a:pt x="43227" y="53441"/>
                </a:lnTo>
                <a:lnTo>
                  <a:pt x="67485" y="49339"/>
                </a:lnTo>
                <a:lnTo>
                  <a:pt x="83874" y="49339"/>
                </a:lnTo>
                <a:lnTo>
                  <a:pt x="83774" y="35594"/>
                </a:lnTo>
                <a:lnTo>
                  <a:pt x="67894" y="7062"/>
                </a:lnTo>
                <a:lnTo>
                  <a:pt x="63998" y="5109"/>
                </a:lnTo>
                <a:close/>
              </a:path>
              <a:path w="107314" h="109220">
                <a:moveTo>
                  <a:pt x="83874" y="88282"/>
                </a:moveTo>
                <a:lnTo>
                  <a:pt x="69072" y="88282"/>
                </a:lnTo>
                <a:lnTo>
                  <a:pt x="70848" y="95353"/>
                </a:lnTo>
                <a:lnTo>
                  <a:pt x="74558" y="101630"/>
                </a:lnTo>
                <a:lnTo>
                  <a:pt x="80151" y="106123"/>
                </a:lnTo>
                <a:lnTo>
                  <a:pt x="87594" y="107839"/>
                </a:lnTo>
                <a:lnTo>
                  <a:pt x="92788" y="107018"/>
                </a:lnTo>
                <a:lnTo>
                  <a:pt x="99228" y="103789"/>
                </a:lnTo>
                <a:lnTo>
                  <a:pt x="101954" y="100441"/>
                </a:lnTo>
                <a:lnTo>
                  <a:pt x="84758" y="100441"/>
                </a:lnTo>
                <a:lnTo>
                  <a:pt x="83874" y="89692"/>
                </a:lnTo>
                <a:lnTo>
                  <a:pt x="83874" y="88282"/>
                </a:lnTo>
                <a:close/>
              </a:path>
              <a:path w="107314" h="109220">
                <a:moveTo>
                  <a:pt x="83874" y="49339"/>
                </a:moveTo>
                <a:lnTo>
                  <a:pt x="67485" y="49339"/>
                </a:lnTo>
                <a:lnTo>
                  <a:pt x="67485" y="73128"/>
                </a:lnTo>
                <a:lnTo>
                  <a:pt x="64646" y="87434"/>
                </a:lnTo>
                <a:lnTo>
                  <a:pt x="57596" y="96916"/>
                </a:lnTo>
                <a:lnTo>
                  <a:pt x="48530" y="102170"/>
                </a:lnTo>
                <a:lnTo>
                  <a:pt x="39648" y="103789"/>
                </a:lnTo>
                <a:lnTo>
                  <a:pt x="56056" y="103789"/>
                </a:lnTo>
                <a:lnTo>
                  <a:pt x="57795" y="102908"/>
                </a:lnTo>
                <a:lnTo>
                  <a:pt x="64573" y="96289"/>
                </a:lnTo>
                <a:lnTo>
                  <a:pt x="69072" y="88282"/>
                </a:lnTo>
                <a:lnTo>
                  <a:pt x="83874" y="88282"/>
                </a:lnTo>
                <a:lnTo>
                  <a:pt x="83874" y="49339"/>
                </a:lnTo>
                <a:close/>
              </a:path>
              <a:path w="107314" h="109220">
                <a:moveTo>
                  <a:pt x="107137" y="71894"/>
                </a:moveTo>
                <a:lnTo>
                  <a:pt x="101142" y="71894"/>
                </a:lnTo>
                <a:lnTo>
                  <a:pt x="101142" y="99031"/>
                </a:lnTo>
                <a:lnTo>
                  <a:pt x="95327" y="100441"/>
                </a:lnTo>
                <a:lnTo>
                  <a:pt x="101954" y="100441"/>
                </a:lnTo>
                <a:lnTo>
                  <a:pt x="104799" y="96913"/>
                </a:lnTo>
                <a:lnTo>
                  <a:pt x="107137" y="85286"/>
                </a:lnTo>
                <a:lnTo>
                  <a:pt x="107137" y="71894"/>
                </a:lnTo>
                <a:close/>
              </a:path>
              <a:path w="107314" h="109220">
                <a:moveTo>
                  <a:pt x="42819" y="0"/>
                </a:moveTo>
                <a:lnTo>
                  <a:pt x="6923" y="26585"/>
                </a:lnTo>
                <a:lnTo>
                  <a:pt x="6870" y="33832"/>
                </a:lnTo>
                <a:lnTo>
                  <a:pt x="11629" y="37885"/>
                </a:lnTo>
                <a:lnTo>
                  <a:pt x="24490" y="37885"/>
                </a:lnTo>
                <a:lnTo>
                  <a:pt x="28722" y="33127"/>
                </a:lnTo>
                <a:lnTo>
                  <a:pt x="28722" y="24140"/>
                </a:lnTo>
                <a:lnTo>
                  <a:pt x="27486" y="16387"/>
                </a:lnTo>
                <a:lnTo>
                  <a:pt x="16560" y="16035"/>
                </a:lnTo>
                <a:lnTo>
                  <a:pt x="22267" y="10834"/>
                </a:lnTo>
                <a:lnTo>
                  <a:pt x="29030" y="7466"/>
                </a:lnTo>
                <a:lnTo>
                  <a:pt x="35990" y="5652"/>
                </a:lnTo>
                <a:lnTo>
                  <a:pt x="42290" y="5109"/>
                </a:lnTo>
                <a:lnTo>
                  <a:pt x="63998" y="5109"/>
                </a:lnTo>
                <a:lnTo>
                  <a:pt x="59823" y="3017"/>
                </a:lnTo>
                <a:lnTo>
                  <a:pt x="51354" y="724"/>
                </a:lnTo>
                <a:lnTo>
                  <a:pt x="428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2809213" y="6290583"/>
            <a:ext cx="117475" cy="167640"/>
          </a:xfrm>
          <a:custGeom>
            <a:avLst/>
            <a:gdLst/>
            <a:ahLst/>
            <a:cxnLst/>
            <a:rect l="l" t="t" r="r" b="b"/>
            <a:pathLst>
              <a:path w="117475" h="167639">
                <a:moveTo>
                  <a:pt x="53041" y="59912"/>
                </a:moveTo>
                <a:lnTo>
                  <a:pt x="32933" y="64026"/>
                </a:lnTo>
                <a:lnTo>
                  <a:pt x="16013" y="75375"/>
                </a:lnTo>
                <a:lnTo>
                  <a:pt x="4347" y="92473"/>
                </a:lnTo>
                <a:lnTo>
                  <a:pt x="0" y="113833"/>
                </a:lnTo>
                <a:lnTo>
                  <a:pt x="4058" y="134943"/>
                </a:lnTo>
                <a:lnTo>
                  <a:pt x="15021" y="152005"/>
                </a:lnTo>
                <a:lnTo>
                  <a:pt x="31073" y="163418"/>
                </a:lnTo>
                <a:lnTo>
                  <a:pt x="50397" y="167578"/>
                </a:lnTo>
                <a:lnTo>
                  <a:pt x="60930" y="166193"/>
                </a:lnTo>
                <a:lnTo>
                  <a:pt x="69779" y="162578"/>
                </a:lnTo>
                <a:lnTo>
                  <a:pt x="70184" y="162292"/>
                </a:lnTo>
                <a:lnTo>
                  <a:pt x="51629" y="162292"/>
                </a:lnTo>
                <a:lnTo>
                  <a:pt x="43979" y="161187"/>
                </a:lnTo>
                <a:lnTo>
                  <a:pt x="20858" y="130507"/>
                </a:lnTo>
                <a:lnTo>
                  <a:pt x="19740" y="113833"/>
                </a:lnTo>
                <a:lnTo>
                  <a:pt x="19925" y="106520"/>
                </a:lnTo>
                <a:lnTo>
                  <a:pt x="37555" y="69912"/>
                </a:lnTo>
                <a:lnTo>
                  <a:pt x="53920" y="65022"/>
                </a:lnTo>
                <a:lnTo>
                  <a:pt x="71721" y="65022"/>
                </a:lnTo>
                <a:lnTo>
                  <a:pt x="70264" y="64053"/>
                </a:lnTo>
                <a:lnTo>
                  <a:pt x="62180" y="61008"/>
                </a:lnTo>
                <a:lnTo>
                  <a:pt x="53041" y="59912"/>
                </a:lnTo>
                <a:close/>
              </a:path>
              <a:path w="117475" h="167639">
                <a:moveTo>
                  <a:pt x="98678" y="151895"/>
                </a:moveTo>
                <a:lnTo>
                  <a:pt x="82290" y="151895"/>
                </a:lnTo>
                <a:lnTo>
                  <a:pt x="82290" y="167578"/>
                </a:lnTo>
                <a:lnTo>
                  <a:pt x="117184" y="164935"/>
                </a:lnTo>
                <a:lnTo>
                  <a:pt x="117184" y="157534"/>
                </a:lnTo>
                <a:lnTo>
                  <a:pt x="100619" y="157534"/>
                </a:lnTo>
                <a:lnTo>
                  <a:pt x="98678" y="155948"/>
                </a:lnTo>
                <a:lnTo>
                  <a:pt x="98678" y="151895"/>
                </a:lnTo>
                <a:close/>
              </a:path>
              <a:path w="117475" h="167639">
                <a:moveTo>
                  <a:pt x="71721" y="65022"/>
                </a:moveTo>
                <a:lnTo>
                  <a:pt x="53920" y="65022"/>
                </a:lnTo>
                <a:lnTo>
                  <a:pt x="60393" y="65741"/>
                </a:lnTo>
                <a:lnTo>
                  <a:pt x="67115" y="68128"/>
                </a:lnTo>
                <a:lnTo>
                  <a:pt x="73670" y="72530"/>
                </a:lnTo>
                <a:lnTo>
                  <a:pt x="79646" y="79295"/>
                </a:lnTo>
                <a:lnTo>
                  <a:pt x="82290" y="83348"/>
                </a:lnTo>
                <a:lnTo>
                  <a:pt x="82290" y="141675"/>
                </a:lnTo>
                <a:lnTo>
                  <a:pt x="51629" y="162292"/>
                </a:lnTo>
                <a:lnTo>
                  <a:pt x="70184" y="162292"/>
                </a:lnTo>
                <a:lnTo>
                  <a:pt x="76918" y="157534"/>
                </a:lnTo>
                <a:lnTo>
                  <a:pt x="82290" y="151895"/>
                </a:lnTo>
                <a:lnTo>
                  <a:pt x="98678" y="151895"/>
                </a:lnTo>
                <a:lnTo>
                  <a:pt x="98678" y="74538"/>
                </a:lnTo>
                <a:lnTo>
                  <a:pt x="82998" y="74538"/>
                </a:lnTo>
                <a:lnTo>
                  <a:pt x="77225" y="68684"/>
                </a:lnTo>
                <a:lnTo>
                  <a:pt x="71721" y="65022"/>
                </a:lnTo>
                <a:close/>
              </a:path>
              <a:path w="117475" h="167639">
                <a:moveTo>
                  <a:pt x="98678" y="0"/>
                </a:moveTo>
                <a:lnTo>
                  <a:pt x="64317" y="2643"/>
                </a:lnTo>
                <a:lnTo>
                  <a:pt x="64317" y="9867"/>
                </a:lnTo>
                <a:lnTo>
                  <a:pt x="81059" y="9867"/>
                </a:lnTo>
                <a:lnTo>
                  <a:pt x="82998" y="11629"/>
                </a:lnTo>
                <a:lnTo>
                  <a:pt x="82998" y="74538"/>
                </a:lnTo>
                <a:lnTo>
                  <a:pt x="98678" y="74538"/>
                </a:lnTo>
                <a:lnTo>
                  <a:pt x="98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2939434" y="6349086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865" y="0"/>
                </a:moveTo>
                <a:lnTo>
                  <a:pt x="32040" y="4509"/>
                </a:lnTo>
                <a:lnTo>
                  <a:pt x="15263" y="16652"/>
                </a:lnTo>
                <a:lnTo>
                  <a:pt x="4071" y="34344"/>
                </a:lnTo>
                <a:lnTo>
                  <a:pt x="0" y="55507"/>
                </a:lnTo>
                <a:lnTo>
                  <a:pt x="4314" y="76812"/>
                </a:lnTo>
                <a:lnTo>
                  <a:pt x="15881" y="93789"/>
                </a:lnTo>
                <a:lnTo>
                  <a:pt x="32636" y="105017"/>
                </a:lnTo>
                <a:lnTo>
                  <a:pt x="52513" y="109075"/>
                </a:lnTo>
                <a:lnTo>
                  <a:pt x="72964" y="104942"/>
                </a:lnTo>
                <a:lnTo>
                  <a:pt x="75718" y="103084"/>
                </a:lnTo>
                <a:lnTo>
                  <a:pt x="52865" y="103084"/>
                </a:lnTo>
                <a:lnTo>
                  <a:pt x="45204" y="102139"/>
                </a:lnTo>
                <a:lnTo>
                  <a:pt x="20484" y="69647"/>
                </a:lnTo>
                <a:lnTo>
                  <a:pt x="19829" y="46065"/>
                </a:lnTo>
                <a:lnTo>
                  <a:pt x="20462" y="37819"/>
                </a:lnTo>
                <a:lnTo>
                  <a:pt x="45179" y="6054"/>
                </a:lnTo>
                <a:lnTo>
                  <a:pt x="52513" y="5109"/>
                </a:lnTo>
                <a:lnTo>
                  <a:pt x="74200" y="5109"/>
                </a:lnTo>
                <a:lnTo>
                  <a:pt x="73186" y="4385"/>
                </a:lnTo>
                <a:lnTo>
                  <a:pt x="52865" y="0"/>
                </a:lnTo>
                <a:close/>
              </a:path>
              <a:path w="105410" h="109220">
                <a:moveTo>
                  <a:pt x="74200" y="5109"/>
                </a:moveTo>
                <a:lnTo>
                  <a:pt x="52513" y="5109"/>
                </a:lnTo>
                <a:lnTo>
                  <a:pt x="60318" y="6095"/>
                </a:lnTo>
                <a:lnTo>
                  <a:pt x="67644" y="9030"/>
                </a:lnTo>
                <a:lnTo>
                  <a:pt x="85544" y="46065"/>
                </a:lnTo>
                <a:lnTo>
                  <a:pt x="85540" y="60980"/>
                </a:lnTo>
                <a:lnTo>
                  <a:pt x="69054" y="98304"/>
                </a:lnTo>
                <a:lnTo>
                  <a:pt x="52865" y="103084"/>
                </a:lnTo>
                <a:lnTo>
                  <a:pt x="75718" y="103084"/>
                </a:lnTo>
                <a:lnTo>
                  <a:pt x="89782" y="93590"/>
                </a:lnTo>
                <a:lnTo>
                  <a:pt x="101181" y="76589"/>
                </a:lnTo>
                <a:lnTo>
                  <a:pt x="105378" y="55507"/>
                </a:lnTo>
                <a:lnTo>
                  <a:pt x="101211" y="33973"/>
                </a:lnTo>
                <a:lnTo>
                  <a:pt x="89892" y="16321"/>
                </a:lnTo>
                <a:lnTo>
                  <a:pt x="74200" y="5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3059084" y="6290583"/>
            <a:ext cx="53340" cy="165100"/>
          </a:xfrm>
          <a:custGeom>
            <a:avLst/>
            <a:gdLst/>
            <a:ahLst/>
            <a:cxnLst/>
            <a:rect l="l" t="t" r="r" b="b"/>
            <a:pathLst>
              <a:path w="53339" h="165100">
                <a:moveTo>
                  <a:pt x="52859" y="157534"/>
                </a:moveTo>
                <a:lnTo>
                  <a:pt x="0" y="157534"/>
                </a:lnTo>
                <a:lnTo>
                  <a:pt x="0" y="164935"/>
                </a:lnTo>
                <a:lnTo>
                  <a:pt x="13942" y="164450"/>
                </a:lnTo>
                <a:lnTo>
                  <a:pt x="20888" y="164291"/>
                </a:lnTo>
                <a:lnTo>
                  <a:pt x="26431" y="164230"/>
                </a:lnTo>
                <a:lnTo>
                  <a:pt x="52859" y="164230"/>
                </a:lnTo>
                <a:lnTo>
                  <a:pt x="52859" y="157534"/>
                </a:lnTo>
                <a:close/>
              </a:path>
              <a:path w="53339" h="165100">
                <a:moveTo>
                  <a:pt x="52859" y="164230"/>
                </a:moveTo>
                <a:lnTo>
                  <a:pt x="26431" y="164230"/>
                </a:lnTo>
                <a:lnTo>
                  <a:pt x="31848" y="164291"/>
                </a:lnTo>
                <a:lnTo>
                  <a:pt x="38587" y="164450"/>
                </a:lnTo>
                <a:lnTo>
                  <a:pt x="52859" y="164935"/>
                </a:lnTo>
                <a:lnTo>
                  <a:pt x="52859" y="164230"/>
                </a:lnTo>
                <a:close/>
              </a:path>
              <a:path w="53339" h="165100">
                <a:moveTo>
                  <a:pt x="34184" y="0"/>
                </a:moveTo>
                <a:lnTo>
                  <a:pt x="0" y="2643"/>
                </a:lnTo>
                <a:lnTo>
                  <a:pt x="0" y="9867"/>
                </a:lnTo>
                <a:lnTo>
                  <a:pt x="16739" y="9867"/>
                </a:lnTo>
                <a:lnTo>
                  <a:pt x="18500" y="11629"/>
                </a:lnTo>
                <a:lnTo>
                  <a:pt x="18500" y="157534"/>
                </a:lnTo>
                <a:lnTo>
                  <a:pt x="34184" y="157534"/>
                </a:lnTo>
                <a:lnTo>
                  <a:pt x="34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124107" y="6349086"/>
            <a:ext cx="105410" cy="109220"/>
          </a:xfrm>
          <a:custGeom>
            <a:avLst/>
            <a:gdLst/>
            <a:ahLst/>
            <a:cxnLst/>
            <a:rect l="l" t="t" r="r" b="b"/>
            <a:pathLst>
              <a:path w="105410" h="109220">
                <a:moveTo>
                  <a:pt x="52683" y="0"/>
                </a:moveTo>
                <a:lnTo>
                  <a:pt x="31964" y="4509"/>
                </a:lnTo>
                <a:lnTo>
                  <a:pt x="15241" y="16652"/>
                </a:lnTo>
                <a:lnTo>
                  <a:pt x="4069" y="34344"/>
                </a:lnTo>
                <a:lnTo>
                  <a:pt x="0" y="55507"/>
                </a:lnTo>
                <a:lnTo>
                  <a:pt x="4289" y="76812"/>
                </a:lnTo>
                <a:lnTo>
                  <a:pt x="15815" y="93789"/>
                </a:lnTo>
                <a:lnTo>
                  <a:pt x="32559" y="105017"/>
                </a:lnTo>
                <a:lnTo>
                  <a:pt x="52508" y="109075"/>
                </a:lnTo>
                <a:lnTo>
                  <a:pt x="72887" y="104942"/>
                </a:lnTo>
                <a:lnTo>
                  <a:pt x="75642" y="103084"/>
                </a:lnTo>
                <a:lnTo>
                  <a:pt x="52683" y="103084"/>
                </a:lnTo>
                <a:lnTo>
                  <a:pt x="45053" y="102139"/>
                </a:lnTo>
                <a:lnTo>
                  <a:pt x="20484" y="69647"/>
                </a:lnTo>
                <a:lnTo>
                  <a:pt x="19826" y="46065"/>
                </a:lnTo>
                <a:lnTo>
                  <a:pt x="20440" y="37819"/>
                </a:lnTo>
                <a:lnTo>
                  <a:pt x="45171" y="6054"/>
                </a:lnTo>
                <a:lnTo>
                  <a:pt x="52508" y="5109"/>
                </a:lnTo>
                <a:lnTo>
                  <a:pt x="74125" y="5109"/>
                </a:lnTo>
                <a:lnTo>
                  <a:pt x="73109" y="4385"/>
                </a:lnTo>
                <a:lnTo>
                  <a:pt x="52683" y="0"/>
                </a:lnTo>
                <a:close/>
              </a:path>
              <a:path w="105410" h="109220">
                <a:moveTo>
                  <a:pt x="74125" y="5109"/>
                </a:moveTo>
                <a:lnTo>
                  <a:pt x="52508" y="5109"/>
                </a:lnTo>
                <a:lnTo>
                  <a:pt x="60216" y="6095"/>
                </a:lnTo>
                <a:lnTo>
                  <a:pt x="67510" y="9030"/>
                </a:lnTo>
                <a:lnTo>
                  <a:pt x="85541" y="46065"/>
                </a:lnTo>
                <a:lnTo>
                  <a:pt x="85537" y="60980"/>
                </a:lnTo>
                <a:lnTo>
                  <a:pt x="69029" y="98304"/>
                </a:lnTo>
                <a:lnTo>
                  <a:pt x="52683" y="103084"/>
                </a:lnTo>
                <a:lnTo>
                  <a:pt x="75642" y="103084"/>
                </a:lnTo>
                <a:lnTo>
                  <a:pt x="89712" y="93590"/>
                </a:lnTo>
                <a:lnTo>
                  <a:pt x="101152" y="76589"/>
                </a:lnTo>
                <a:lnTo>
                  <a:pt x="105373" y="55507"/>
                </a:lnTo>
                <a:lnTo>
                  <a:pt x="101204" y="33973"/>
                </a:lnTo>
                <a:lnTo>
                  <a:pt x="89866" y="16321"/>
                </a:lnTo>
                <a:lnTo>
                  <a:pt x="74125" y="5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243752" y="6290583"/>
            <a:ext cx="52705" cy="165100"/>
          </a:xfrm>
          <a:custGeom>
            <a:avLst/>
            <a:gdLst/>
            <a:ahLst/>
            <a:cxnLst/>
            <a:rect l="l" t="t" r="r" b="b"/>
            <a:pathLst>
              <a:path w="52704" h="165100">
                <a:moveTo>
                  <a:pt x="52689" y="157534"/>
                </a:moveTo>
                <a:lnTo>
                  <a:pt x="0" y="157534"/>
                </a:lnTo>
                <a:lnTo>
                  <a:pt x="0" y="164935"/>
                </a:lnTo>
                <a:lnTo>
                  <a:pt x="13943" y="164450"/>
                </a:lnTo>
                <a:lnTo>
                  <a:pt x="20890" y="164291"/>
                </a:lnTo>
                <a:lnTo>
                  <a:pt x="26435" y="164230"/>
                </a:lnTo>
                <a:lnTo>
                  <a:pt x="52689" y="164230"/>
                </a:lnTo>
                <a:lnTo>
                  <a:pt x="52689" y="157534"/>
                </a:lnTo>
                <a:close/>
              </a:path>
              <a:path w="52704" h="165100">
                <a:moveTo>
                  <a:pt x="52689" y="164230"/>
                </a:moveTo>
                <a:lnTo>
                  <a:pt x="26435" y="164230"/>
                </a:lnTo>
                <a:lnTo>
                  <a:pt x="31776" y="164291"/>
                </a:lnTo>
                <a:lnTo>
                  <a:pt x="38505" y="164450"/>
                </a:lnTo>
                <a:lnTo>
                  <a:pt x="52689" y="164935"/>
                </a:lnTo>
                <a:lnTo>
                  <a:pt x="52689" y="164230"/>
                </a:lnTo>
                <a:close/>
              </a:path>
              <a:path w="52704" h="165100">
                <a:moveTo>
                  <a:pt x="34185" y="0"/>
                </a:moveTo>
                <a:lnTo>
                  <a:pt x="0" y="2643"/>
                </a:lnTo>
                <a:lnTo>
                  <a:pt x="0" y="9867"/>
                </a:lnTo>
                <a:lnTo>
                  <a:pt x="16565" y="9867"/>
                </a:lnTo>
                <a:lnTo>
                  <a:pt x="18505" y="11629"/>
                </a:lnTo>
                <a:lnTo>
                  <a:pt x="18505" y="157534"/>
                </a:lnTo>
                <a:lnTo>
                  <a:pt x="34185" y="157534"/>
                </a:lnTo>
                <a:lnTo>
                  <a:pt x="34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4200058" y="6290583"/>
            <a:ext cx="1454118" cy="16757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 txBox="1">
            <a:spLocks noGrp="1"/>
          </p:cNvSpPr>
          <p:nvPr>
            <p:ph type="title"/>
          </p:nvPr>
        </p:nvSpPr>
        <p:spPr>
          <a:xfrm>
            <a:off x="2152459" y="313435"/>
            <a:ext cx="48393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New</a:t>
            </a:r>
            <a:r>
              <a:rPr dirty="0" spc="-100"/>
              <a:t> </a:t>
            </a:r>
            <a:r>
              <a:rPr dirty="0" spc="-85"/>
              <a:t>Predictions</a:t>
            </a:r>
          </a:p>
        </p:txBody>
      </p:sp>
      <p:sp>
        <p:nvSpPr>
          <p:cNvPr id="246" name="object 246"/>
          <p:cNvSpPr/>
          <p:nvPr/>
        </p:nvSpPr>
        <p:spPr>
          <a:xfrm>
            <a:off x="264770" y="4495800"/>
            <a:ext cx="4936490" cy="961390"/>
          </a:xfrm>
          <a:custGeom>
            <a:avLst/>
            <a:gdLst/>
            <a:ahLst/>
            <a:cxnLst/>
            <a:rect l="l" t="t" r="r" b="b"/>
            <a:pathLst>
              <a:path w="4936490" h="961389">
                <a:moveTo>
                  <a:pt x="2056656" y="745340"/>
                </a:moveTo>
                <a:lnTo>
                  <a:pt x="822662" y="745340"/>
                </a:lnTo>
                <a:lnTo>
                  <a:pt x="1401371" y="961106"/>
                </a:lnTo>
                <a:lnTo>
                  <a:pt x="2056656" y="745340"/>
                </a:lnTo>
                <a:close/>
              </a:path>
              <a:path w="4936490" h="961389">
                <a:moveTo>
                  <a:pt x="4935975" y="0"/>
                </a:moveTo>
                <a:lnTo>
                  <a:pt x="0" y="0"/>
                </a:lnTo>
                <a:lnTo>
                  <a:pt x="0" y="745340"/>
                </a:lnTo>
                <a:lnTo>
                  <a:pt x="4935975" y="745340"/>
                </a:lnTo>
                <a:lnTo>
                  <a:pt x="49359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264770" y="4495800"/>
            <a:ext cx="4936490" cy="961390"/>
          </a:xfrm>
          <a:custGeom>
            <a:avLst/>
            <a:gdLst/>
            <a:ahLst/>
            <a:cxnLst/>
            <a:rect l="l" t="t" r="r" b="b"/>
            <a:pathLst>
              <a:path w="4936490" h="961389">
                <a:moveTo>
                  <a:pt x="0" y="0"/>
                </a:moveTo>
                <a:lnTo>
                  <a:pt x="822662" y="0"/>
                </a:lnTo>
                <a:lnTo>
                  <a:pt x="2056657" y="0"/>
                </a:lnTo>
                <a:lnTo>
                  <a:pt x="4935976" y="0"/>
                </a:lnTo>
                <a:lnTo>
                  <a:pt x="4935976" y="434783"/>
                </a:lnTo>
                <a:lnTo>
                  <a:pt x="4935976" y="621119"/>
                </a:lnTo>
                <a:lnTo>
                  <a:pt x="4935976" y="745340"/>
                </a:lnTo>
                <a:lnTo>
                  <a:pt x="2056657" y="745340"/>
                </a:lnTo>
                <a:lnTo>
                  <a:pt x="1401371" y="961106"/>
                </a:lnTo>
                <a:lnTo>
                  <a:pt x="822662" y="745340"/>
                </a:lnTo>
                <a:lnTo>
                  <a:pt x="0" y="745340"/>
                </a:lnTo>
                <a:lnTo>
                  <a:pt x="0" y="621119"/>
                </a:lnTo>
                <a:lnTo>
                  <a:pt x="0" y="43478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308005" y="4544922"/>
            <a:ext cx="4849504" cy="6385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6507005" y="2952181"/>
            <a:ext cx="2590800" cy="3625850"/>
          </a:xfrm>
          <a:custGeom>
            <a:avLst/>
            <a:gdLst/>
            <a:ahLst/>
            <a:cxnLst/>
            <a:rect l="l" t="t" r="r" b="b"/>
            <a:pathLst>
              <a:path w="2590800" h="3625850">
                <a:moveTo>
                  <a:pt x="0" y="0"/>
                </a:moveTo>
                <a:lnTo>
                  <a:pt x="2590800" y="0"/>
                </a:lnTo>
                <a:lnTo>
                  <a:pt x="2590800" y="3625699"/>
                </a:lnTo>
                <a:lnTo>
                  <a:pt x="0" y="36256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5486401" y="2404135"/>
            <a:ext cx="1280160" cy="2152015"/>
          </a:xfrm>
          <a:custGeom>
            <a:avLst/>
            <a:gdLst/>
            <a:ahLst/>
            <a:cxnLst/>
            <a:rect l="l" t="t" r="r" b="b"/>
            <a:pathLst>
              <a:path w="1280159" h="2152015">
                <a:moveTo>
                  <a:pt x="1066800" y="0"/>
                </a:moveTo>
                <a:lnTo>
                  <a:pt x="0" y="0"/>
                </a:lnTo>
                <a:lnTo>
                  <a:pt x="0" y="2151733"/>
                </a:lnTo>
                <a:lnTo>
                  <a:pt x="1066800" y="2151733"/>
                </a:lnTo>
                <a:lnTo>
                  <a:pt x="1066800" y="1793111"/>
                </a:lnTo>
                <a:lnTo>
                  <a:pt x="1279956" y="1272383"/>
                </a:lnTo>
                <a:lnTo>
                  <a:pt x="1066800" y="1255177"/>
                </a:lnTo>
                <a:lnTo>
                  <a:pt x="106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5486401" y="2404135"/>
            <a:ext cx="1280160" cy="2152015"/>
          </a:xfrm>
          <a:custGeom>
            <a:avLst/>
            <a:gdLst/>
            <a:ahLst/>
            <a:cxnLst/>
            <a:rect l="l" t="t" r="r" b="b"/>
            <a:pathLst>
              <a:path w="1280159" h="2152015">
                <a:moveTo>
                  <a:pt x="0" y="0"/>
                </a:moveTo>
                <a:lnTo>
                  <a:pt x="622299" y="0"/>
                </a:lnTo>
                <a:lnTo>
                  <a:pt x="888999" y="0"/>
                </a:lnTo>
                <a:lnTo>
                  <a:pt x="1066800" y="0"/>
                </a:lnTo>
                <a:lnTo>
                  <a:pt x="1066800" y="1255178"/>
                </a:lnTo>
                <a:lnTo>
                  <a:pt x="1279957" y="1272384"/>
                </a:lnTo>
                <a:lnTo>
                  <a:pt x="1066800" y="1793111"/>
                </a:lnTo>
                <a:lnTo>
                  <a:pt x="1066800" y="2151733"/>
                </a:lnTo>
                <a:lnTo>
                  <a:pt x="888999" y="2151733"/>
                </a:lnTo>
                <a:lnTo>
                  <a:pt x="622299" y="2151733"/>
                </a:lnTo>
                <a:lnTo>
                  <a:pt x="0" y="2151733"/>
                </a:lnTo>
                <a:lnTo>
                  <a:pt x="0" y="1793111"/>
                </a:lnTo>
                <a:lnTo>
                  <a:pt x="0" y="125517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5634563" y="2638182"/>
            <a:ext cx="813407" cy="16617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 txBox="1"/>
          <p:nvPr/>
        </p:nvSpPr>
        <p:spPr>
          <a:xfrm>
            <a:off x="286834" y="1193480"/>
            <a:ext cx="7252334" cy="113411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150" spc="0">
                <a:solidFill>
                  <a:srgbClr val="C00000"/>
                </a:solidFill>
                <a:latin typeface="Arial"/>
                <a:cs typeface="Arial"/>
              </a:rPr>
              <a:t>Approach:</a:t>
            </a:r>
            <a:endParaRPr sz="21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dirty="0" sz="2200" spc="-120">
                <a:latin typeface="Arial"/>
                <a:cs typeface="Arial"/>
              </a:rPr>
              <a:t>Train </a:t>
            </a:r>
            <a:r>
              <a:rPr dirty="0" sz="2200" spc="-25">
                <a:latin typeface="Arial"/>
                <a:cs typeface="Arial"/>
              </a:rPr>
              <a:t>deep </a:t>
            </a:r>
            <a:r>
              <a:rPr dirty="0" sz="2200" spc="-30">
                <a:latin typeface="Arial"/>
                <a:cs typeface="Arial"/>
              </a:rPr>
              <a:t>model </a:t>
            </a:r>
            <a:r>
              <a:rPr dirty="0" sz="2200" spc="-25">
                <a:latin typeface="Arial"/>
                <a:cs typeface="Arial"/>
              </a:rPr>
              <a:t>on data </a:t>
            </a:r>
            <a:r>
              <a:rPr dirty="0" sz="2200" spc="-40">
                <a:latin typeface="Arial"/>
                <a:cs typeface="Arial"/>
              </a:rPr>
              <a:t>generated </a:t>
            </a:r>
            <a:r>
              <a:rPr dirty="0" baseline="1291" sz="3225" spc="-15">
                <a:latin typeface="Arial"/>
                <a:cs typeface="Arial"/>
              </a:rPr>
              <a:t>prior </a:t>
            </a:r>
            <a:r>
              <a:rPr dirty="0" baseline="1291" sz="3225" spc="44">
                <a:latin typeface="Arial"/>
                <a:cs typeface="Arial"/>
              </a:rPr>
              <a:t>to</a:t>
            </a:r>
            <a:r>
              <a:rPr dirty="0" baseline="1291" sz="3225" spc="465">
                <a:latin typeface="Arial"/>
                <a:cs typeface="Arial"/>
              </a:rPr>
              <a:t> </a:t>
            </a:r>
            <a:r>
              <a:rPr dirty="0" baseline="1291" sz="3225" spc="37">
                <a:latin typeface="Arial"/>
                <a:cs typeface="Arial"/>
              </a:rPr>
              <a:t>2012</a:t>
            </a:r>
            <a:endParaRPr baseline="1291" sz="3225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60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dirty="0" sz="2200">
                <a:latin typeface="Arial"/>
                <a:cs typeface="Arial"/>
              </a:rPr>
              <a:t>How </a:t>
            </a:r>
            <a:r>
              <a:rPr dirty="0" sz="2200" spc="-55">
                <a:latin typeface="Arial"/>
                <a:cs typeface="Arial"/>
              </a:rPr>
              <a:t>many </a:t>
            </a:r>
            <a:r>
              <a:rPr dirty="0" baseline="1291" sz="3225" spc="-7">
                <a:latin typeface="Arial"/>
                <a:cs typeface="Arial"/>
              </a:rPr>
              <a:t>predictions </a:t>
            </a:r>
            <a:r>
              <a:rPr dirty="0" sz="2200" spc="-80">
                <a:latin typeface="Arial"/>
                <a:cs typeface="Arial"/>
              </a:rPr>
              <a:t>have </a:t>
            </a:r>
            <a:r>
              <a:rPr dirty="0" sz="2200" spc="-50">
                <a:latin typeface="Arial"/>
                <a:cs typeface="Arial"/>
              </a:rPr>
              <a:t>been </a:t>
            </a:r>
            <a:r>
              <a:rPr dirty="0" baseline="1291" sz="3225">
                <a:latin typeface="Arial"/>
                <a:cs typeface="Arial"/>
              </a:rPr>
              <a:t>confirmed </a:t>
            </a:r>
            <a:r>
              <a:rPr dirty="0" baseline="1291" sz="3225" spc="-37">
                <a:latin typeface="Arial"/>
                <a:cs typeface="Arial"/>
              </a:rPr>
              <a:t>after</a:t>
            </a:r>
            <a:r>
              <a:rPr dirty="0" baseline="1291" sz="3225" spc="494">
                <a:latin typeface="Arial"/>
                <a:cs typeface="Arial"/>
              </a:rPr>
              <a:t> </a:t>
            </a:r>
            <a:r>
              <a:rPr dirty="0" baseline="1291" sz="3225" spc="7">
                <a:latin typeface="Arial"/>
                <a:cs typeface="Arial"/>
              </a:rPr>
              <a:t>2012</a:t>
            </a:r>
            <a:r>
              <a:rPr dirty="0" sz="2200" spc="5">
                <a:latin typeface="Arial"/>
                <a:cs typeface="Arial"/>
              </a:rPr>
              <a:t>?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537487" y="6630873"/>
            <a:ext cx="621728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Modeling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Polypharmacy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Side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Effects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with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Convolutional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</a:t>
            </a:r>
            <a:r>
              <a:rPr dirty="0" sz="1200" spc="2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Bioinformatics,</a:t>
            </a:r>
            <a:r>
              <a:rPr dirty="0" sz="1200" spc="2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6" name="object 2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16</a:t>
            </a:fld>
          </a:p>
        </p:txBody>
      </p:sp>
      <p:sp>
        <p:nvSpPr>
          <p:cNvPr id="254" name="object 25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925955" marR="5080" indent="-1913889">
              <a:lnSpc>
                <a:spcPts val="5500"/>
              </a:lnSpc>
              <a:spcBef>
                <a:spcPts val="300"/>
              </a:spcBef>
            </a:pPr>
            <a:r>
              <a:rPr dirty="0" spc="-60"/>
              <a:t>Follow-Up: </a:t>
            </a:r>
            <a:r>
              <a:rPr dirty="0" spc="-125"/>
              <a:t>Adverse </a:t>
            </a:r>
            <a:r>
              <a:rPr dirty="0" spc="-140"/>
              <a:t>Events </a:t>
            </a:r>
            <a:r>
              <a:rPr dirty="0" spc="-65"/>
              <a:t>for  </a:t>
            </a:r>
            <a:r>
              <a:rPr dirty="0" spc="-100"/>
              <a:t>Patient</a:t>
            </a:r>
            <a:r>
              <a:rPr dirty="0" spc="-85"/>
              <a:t> 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22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6984" y="3657600"/>
            <a:ext cx="6123015" cy="2810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75942" y="6430771"/>
            <a:ext cx="595122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08405" marR="5080" indent="-1196340">
              <a:lnSpc>
                <a:spcPts val="1390"/>
              </a:lnSpc>
              <a:spcBef>
                <a:spcPts val="185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Population-scale patient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safety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data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reveal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inequalities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in adverse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events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before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 during 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COVID-19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pandemic, </a:t>
            </a:r>
            <a:r>
              <a:rPr dirty="0" sz="1200" spc="-35" i="1">
                <a:solidFill>
                  <a:srgbClr val="7F7F7F"/>
                </a:solidFill>
                <a:latin typeface="Arial"/>
                <a:cs typeface="Arial"/>
              </a:rPr>
              <a:t>medRxiv:</a:t>
            </a:r>
            <a:r>
              <a:rPr dirty="0" sz="1200" spc="1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 i="1">
                <a:solidFill>
                  <a:srgbClr val="7F7F7F"/>
                </a:solidFill>
                <a:latin typeface="Arial"/>
                <a:cs typeface="Arial"/>
              </a:rPr>
              <a:t>2021.01.17.21249988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Plan </a:t>
            </a:r>
            <a:r>
              <a:rPr dirty="0" spc="-70"/>
              <a:t>for</a:t>
            </a:r>
            <a:r>
              <a:rPr dirty="0" spc="80"/>
              <a:t> </a:t>
            </a:r>
            <a:r>
              <a:rPr dirty="0" spc="-245"/>
              <a:t>Today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763905" indent="-421005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14"/>
              <a:t>Safe </a:t>
            </a:r>
            <a:r>
              <a:rPr dirty="0" spc="-30"/>
              <a:t>drugs </a:t>
            </a:r>
            <a:r>
              <a:rPr dirty="0" spc="-50"/>
              <a:t>and </a:t>
            </a:r>
            <a:r>
              <a:rPr dirty="0" spc="-20"/>
              <a:t>drug</a:t>
            </a:r>
            <a:r>
              <a:rPr dirty="0" spc="190"/>
              <a:t> </a:t>
            </a:r>
            <a:r>
              <a:rPr dirty="0" spc="-40"/>
              <a:t>combinations</a:t>
            </a:r>
          </a:p>
          <a:p>
            <a:pPr marL="749300">
              <a:lnSpc>
                <a:spcPct val="100000"/>
              </a:lnSpc>
              <a:spcBef>
                <a:spcPts val="83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65">
                <a:solidFill>
                  <a:srgbClr val="C00000"/>
                </a:solidFill>
              </a:rPr>
              <a:t>Multi-relational </a:t>
            </a:r>
            <a:r>
              <a:rPr dirty="0" sz="3000" spc="-80">
                <a:solidFill>
                  <a:srgbClr val="C00000"/>
                </a:solidFill>
              </a:rPr>
              <a:t>link </a:t>
            </a:r>
            <a:r>
              <a:rPr dirty="0" sz="3000" spc="-35">
                <a:solidFill>
                  <a:srgbClr val="C00000"/>
                </a:solidFill>
              </a:rPr>
              <a:t>prediction on</a:t>
            </a:r>
            <a:r>
              <a:rPr dirty="0" sz="3000" spc="275">
                <a:solidFill>
                  <a:srgbClr val="C00000"/>
                </a:solidFill>
              </a:rPr>
              <a:t> </a:t>
            </a:r>
            <a:r>
              <a:rPr dirty="0" sz="3000" spc="-75">
                <a:solidFill>
                  <a:srgbClr val="C00000"/>
                </a:solidFill>
              </a:rPr>
              <a:t>KGs</a:t>
            </a:r>
            <a:endParaRPr sz="3000"/>
          </a:p>
          <a:p>
            <a:pPr marL="330200"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70"/>
              <a:t>Patient </a:t>
            </a:r>
            <a:r>
              <a:rPr dirty="0" spc="-20"/>
              <a:t>outcomes </a:t>
            </a:r>
            <a:r>
              <a:rPr dirty="0" spc="-195"/>
              <a:t>&amp; </a:t>
            </a:r>
            <a:r>
              <a:rPr dirty="0" spc="-90"/>
              <a:t>disease</a:t>
            </a:r>
            <a:r>
              <a:rPr dirty="0" spc="350"/>
              <a:t> </a:t>
            </a:r>
            <a:r>
              <a:rPr dirty="0" spc="-80"/>
              <a:t>classification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Subgraph</a:t>
            </a:r>
            <a:r>
              <a:rPr dirty="0" sz="3000" spc="25">
                <a:solidFill>
                  <a:srgbClr val="C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embeddings</a:t>
            </a:r>
            <a:endParaRPr sz="3000"/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00"/>
              <a:t>Effective </a:t>
            </a:r>
            <a:r>
              <a:rPr dirty="0" spc="-85"/>
              <a:t>disease</a:t>
            </a:r>
            <a:r>
              <a:rPr dirty="0" spc="100"/>
              <a:t> </a:t>
            </a:r>
            <a:r>
              <a:rPr dirty="0" spc="-50"/>
              <a:t>treatments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Few-shot </a:t>
            </a:r>
            <a:r>
              <a:rPr dirty="0" sz="3000" spc="-75">
                <a:solidFill>
                  <a:srgbClr val="C00000"/>
                </a:solidFill>
              </a:rPr>
              <a:t>learning </a:t>
            </a:r>
            <a:r>
              <a:rPr dirty="0" sz="3000" spc="-45">
                <a:solidFill>
                  <a:srgbClr val="C00000"/>
                </a:solidFill>
              </a:rPr>
              <a:t>for</a:t>
            </a:r>
            <a:r>
              <a:rPr dirty="0" sz="3000" spc="150">
                <a:solidFill>
                  <a:srgbClr val="C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graphs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23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257" y="1736921"/>
            <a:ext cx="948742" cy="898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663140"/>
            <a:ext cx="464650" cy="12951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200400"/>
            <a:ext cx="872606" cy="3870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200400"/>
            <a:ext cx="1448615" cy="1757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4650" y="4533017"/>
            <a:ext cx="983965" cy="4253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2606" y="3200400"/>
            <a:ext cx="576008" cy="13326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7268" y="375411"/>
            <a:ext cx="459041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60"/>
              <a:t>Disease</a:t>
            </a:r>
            <a:r>
              <a:rPr dirty="0" sz="4600" spc="-80"/>
              <a:t> </a:t>
            </a:r>
            <a:r>
              <a:rPr dirty="0" sz="4600" spc="-120"/>
              <a:t>Diagnosis</a:t>
            </a:r>
            <a:endParaRPr sz="4600"/>
          </a:p>
        </p:txBody>
      </p:sp>
      <p:sp>
        <p:nvSpPr>
          <p:cNvPr id="3" name="object 3"/>
          <p:cNvSpPr/>
          <p:nvPr/>
        </p:nvSpPr>
        <p:spPr>
          <a:xfrm>
            <a:off x="685800" y="4901183"/>
            <a:ext cx="3163824" cy="1780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52800" y="5685967"/>
            <a:ext cx="1524000" cy="171450"/>
          </a:xfrm>
          <a:custGeom>
            <a:avLst/>
            <a:gdLst/>
            <a:ahLst/>
            <a:cxnLst/>
            <a:rect l="l" t="t" r="r" b="b"/>
            <a:pathLst>
              <a:path w="1524000" h="171450">
                <a:moveTo>
                  <a:pt x="1352551" y="114299"/>
                </a:moveTo>
                <a:lnTo>
                  <a:pt x="1352551" y="171450"/>
                </a:lnTo>
                <a:lnTo>
                  <a:pt x="1466851" y="114300"/>
                </a:lnTo>
                <a:lnTo>
                  <a:pt x="1352551" y="114299"/>
                </a:lnTo>
                <a:close/>
              </a:path>
              <a:path w="1524000" h="171450">
                <a:moveTo>
                  <a:pt x="1352551" y="57149"/>
                </a:moveTo>
                <a:lnTo>
                  <a:pt x="1352551" y="114299"/>
                </a:lnTo>
                <a:lnTo>
                  <a:pt x="1381127" y="114300"/>
                </a:lnTo>
                <a:lnTo>
                  <a:pt x="1381127" y="57150"/>
                </a:lnTo>
                <a:lnTo>
                  <a:pt x="1352551" y="57149"/>
                </a:lnTo>
                <a:close/>
              </a:path>
              <a:path w="1524000" h="171450">
                <a:moveTo>
                  <a:pt x="1352551" y="0"/>
                </a:moveTo>
                <a:lnTo>
                  <a:pt x="1352551" y="57149"/>
                </a:lnTo>
                <a:lnTo>
                  <a:pt x="1381127" y="57150"/>
                </a:lnTo>
                <a:lnTo>
                  <a:pt x="1381127" y="114300"/>
                </a:lnTo>
                <a:lnTo>
                  <a:pt x="1466853" y="114299"/>
                </a:lnTo>
                <a:lnTo>
                  <a:pt x="1524001" y="85725"/>
                </a:lnTo>
                <a:lnTo>
                  <a:pt x="1352551" y="0"/>
                </a:lnTo>
                <a:close/>
              </a:path>
              <a:path w="1524000" h="171450">
                <a:moveTo>
                  <a:pt x="0" y="57149"/>
                </a:moveTo>
                <a:lnTo>
                  <a:pt x="0" y="114299"/>
                </a:lnTo>
                <a:lnTo>
                  <a:pt x="1352551" y="114299"/>
                </a:lnTo>
                <a:lnTo>
                  <a:pt x="1352551" y="57149"/>
                </a:lnTo>
                <a:lnTo>
                  <a:pt x="0" y="571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7003" y="5029200"/>
            <a:ext cx="1336516" cy="1269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6416" y="1634235"/>
            <a:ext cx="7891780" cy="491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65">
                <a:latin typeface="Arial"/>
                <a:cs typeface="Arial"/>
              </a:rPr>
              <a:t>Phenotypes </a:t>
            </a:r>
            <a:r>
              <a:rPr dirty="0" sz="2800" spc="-114">
                <a:latin typeface="Arial"/>
                <a:cs typeface="Arial"/>
              </a:rPr>
              <a:t>are </a:t>
            </a:r>
            <a:r>
              <a:rPr dirty="0" sz="2800" spc="-70">
                <a:latin typeface="Arial"/>
                <a:cs typeface="Arial"/>
              </a:rPr>
              <a:t>observable </a:t>
            </a:r>
            <a:r>
              <a:rPr dirty="0" sz="2800" spc="-50">
                <a:latin typeface="Arial"/>
                <a:cs typeface="Arial"/>
              </a:rPr>
              <a:t>characteristics  </a:t>
            </a:r>
            <a:r>
              <a:rPr dirty="0" sz="2800" spc="-70">
                <a:latin typeface="Arial"/>
                <a:cs typeface="Arial"/>
              </a:rPr>
              <a:t>resulting </a:t>
            </a:r>
            <a:r>
              <a:rPr dirty="0" sz="2800" spc="-55">
                <a:latin typeface="Arial"/>
                <a:cs typeface="Arial"/>
              </a:rPr>
              <a:t>from interactions </a:t>
            </a:r>
            <a:r>
              <a:rPr dirty="0" sz="2800" spc="-50">
                <a:latin typeface="Arial"/>
                <a:cs typeface="Arial"/>
              </a:rPr>
              <a:t>between genotypes, </a:t>
            </a:r>
            <a:r>
              <a:rPr dirty="0" sz="2800" spc="-90">
                <a:latin typeface="Arial"/>
                <a:cs typeface="Arial"/>
              </a:rPr>
              <a:t>as  </a:t>
            </a:r>
            <a:r>
              <a:rPr dirty="0" sz="2800" spc="-80">
                <a:latin typeface="Arial"/>
                <a:cs typeface="Arial"/>
              </a:rPr>
              <a:t>well </a:t>
            </a:r>
            <a:r>
              <a:rPr dirty="0" sz="2800" spc="-90">
                <a:latin typeface="Arial"/>
                <a:cs typeface="Arial"/>
              </a:rPr>
              <a:t>as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environment</a:t>
            </a:r>
            <a:endParaRPr sz="2800">
              <a:latin typeface="Arial"/>
              <a:cs typeface="Arial"/>
            </a:endParaRPr>
          </a:p>
          <a:p>
            <a:pPr lvl="1" marL="755650" marR="1327150" indent="-285750">
              <a:lnSpc>
                <a:spcPct val="100800"/>
              </a:lnSpc>
              <a:spcBef>
                <a:spcPts val="49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60">
                <a:latin typeface="Arial"/>
                <a:cs typeface="Arial"/>
              </a:rPr>
              <a:t>Physicians </a:t>
            </a:r>
            <a:r>
              <a:rPr dirty="0" sz="2400" spc="-65">
                <a:latin typeface="Arial"/>
                <a:cs typeface="Arial"/>
              </a:rPr>
              <a:t>utilize </a:t>
            </a:r>
            <a:r>
              <a:rPr dirty="0" sz="2400" spc="-40">
                <a:latin typeface="Arial"/>
                <a:cs typeface="Arial"/>
              </a:rPr>
              <a:t>standardized </a:t>
            </a:r>
            <a:r>
              <a:rPr dirty="0" sz="2400" spc="-50">
                <a:latin typeface="Arial"/>
                <a:cs typeface="Arial"/>
              </a:rPr>
              <a:t>vocabulary </a:t>
            </a:r>
            <a:r>
              <a:rPr dirty="0" sz="2400" spc="-285">
                <a:latin typeface="Arial"/>
                <a:cs typeface="Arial"/>
              </a:rPr>
              <a:t>of  </a:t>
            </a:r>
            <a:r>
              <a:rPr dirty="0" sz="2400" spc="-30">
                <a:latin typeface="Arial"/>
                <a:cs typeface="Arial"/>
              </a:rPr>
              <a:t>phenotypes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35">
                <a:latin typeface="Arial"/>
                <a:cs typeface="Arial"/>
              </a:rPr>
              <a:t>describe </a:t>
            </a:r>
            <a:r>
              <a:rPr dirty="0" sz="2400" spc="-50">
                <a:latin typeface="Arial"/>
                <a:cs typeface="Arial"/>
              </a:rPr>
              <a:t>human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diseases.</a:t>
            </a:r>
            <a:endParaRPr sz="2400">
              <a:latin typeface="Arial"/>
              <a:cs typeface="Arial"/>
            </a:endParaRPr>
          </a:p>
          <a:p>
            <a:pPr lvl="1" marL="755650" marR="81915" indent="-285750">
              <a:lnSpc>
                <a:spcPct val="99500"/>
              </a:lnSpc>
              <a:spcBef>
                <a:spcPts val="63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50">
                <a:latin typeface="Arial"/>
                <a:cs typeface="Arial"/>
              </a:rPr>
              <a:t>By </a:t>
            </a:r>
            <a:r>
              <a:rPr dirty="0" sz="2400" spc="-40">
                <a:latin typeface="Arial"/>
                <a:cs typeface="Arial"/>
              </a:rPr>
              <a:t>modeling </a:t>
            </a:r>
            <a:r>
              <a:rPr dirty="0" baseline="1182" sz="3525" spc="-52">
                <a:solidFill>
                  <a:srgbClr val="C00000"/>
                </a:solidFill>
                <a:latin typeface="Arial"/>
                <a:cs typeface="Arial"/>
              </a:rPr>
              <a:t>diseases </a:t>
            </a:r>
            <a:r>
              <a:rPr dirty="0" baseline="1182" sz="3525" spc="-67">
                <a:solidFill>
                  <a:srgbClr val="C00000"/>
                </a:solidFill>
                <a:latin typeface="Arial"/>
                <a:cs typeface="Arial"/>
              </a:rPr>
              <a:t>as </a:t>
            </a:r>
            <a:r>
              <a:rPr dirty="0" baseline="1182" sz="3525" spc="-15">
                <a:solidFill>
                  <a:srgbClr val="C00000"/>
                </a:solidFill>
                <a:latin typeface="Arial"/>
                <a:cs typeface="Arial"/>
              </a:rPr>
              <a:t>collections </a:t>
            </a:r>
            <a:r>
              <a:rPr dirty="0" baseline="1182" sz="3525" spc="-7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dirty="0" baseline="1182" sz="3525" spc="-15">
                <a:solidFill>
                  <a:srgbClr val="C00000"/>
                </a:solidFill>
                <a:latin typeface="Arial"/>
                <a:cs typeface="Arial"/>
              </a:rPr>
              <a:t>associated  </a:t>
            </a:r>
            <a:r>
              <a:rPr dirty="0" baseline="1182" sz="3525" spc="-7">
                <a:solidFill>
                  <a:srgbClr val="C00000"/>
                </a:solidFill>
                <a:latin typeface="Arial"/>
                <a:cs typeface="Arial"/>
              </a:rPr>
              <a:t>phenotypes</a:t>
            </a:r>
            <a:r>
              <a:rPr dirty="0" sz="2400" spc="-5">
                <a:latin typeface="Arial"/>
                <a:cs typeface="Arial"/>
              </a:rPr>
              <a:t>, </a:t>
            </a:r>
            <a:r>
              <a:rPr dirty="0" baseline="1182" sz="3525" spc="0">
                <a:latin typeface="Arial"/>
                <a:cs typeface="Arial"/>
              </a:rPr>
              <a:t>we </a:t>
            </a:r>
            <a:r>
              <a:rPr dirty="0" baseline="1182" sz="3525" spc="-7">
                <a:latin typeface="Arial"/>
                <a:cs typeface="Arial"/>
              </a:rPr>
              <a:t>can </a:t>
            </a:r>
            <a:r>
              <a:rPr dirty="0" baseline="1182" sz="3525" spc="-30">
                <a:latin typeface="Arial"/>
                <a:cs typeface="Arial"/>
              </a:rPr>
              <a:t>diagnose </a:t>
            </a:r>
            <a:r>
              <a:rPr dirty="0" baseline="1182" sz="3525" spc="-15">
                <a:latin typeface="Arial"/>
                <a:cs typeface="Arial"/>
              </a:rPr>
              <a:t>patients </a:t>
            </a:r>
            <a:r>
              <a:rPr dirty="0" baseline="1182" sz="3525" spc="-7">
                <a:latin typeface="Arial"/>
                <a:cs typeface="Arial"/>
              </a:rPr>
              <a:t>based </a:t>
            </a:r>
            <a:r>
              <a:rPr dirty="0" baseline="1182" sz="3525">
                <a:latin typeface="Arial"/>
                <a:cs typeface="Arial"/>
              </a:rPr>
              <a:t>on </a:t>
            </a:r>
            <a:r>
              <a:rPr dirty="0" baseline="1182" sz="3525" spc="-44">
                <a:latin typeface="Arial"/>
                <a:cs typeface="Arial"/>
              </a:rPr>
              <a:t>their </a:t>
            </a:r>
            <a:r>
              <a:rPr dirty="0" sz="2350" spc="-30">
                <a:latin typeface="Arial"/>
                <a:cs typeface="Arial"/>
              </a:rPr>
              <a:t> </a:t>
            </a:r>
            <a:r>
              <a:rPr dirty="0" sz="2350" spc="-20">
                <a:latin typeface="Arial"/>
                <a:cs typeface="Arial"/>
              </a:rPr>
              <a:t>presenting</a:t>
            </a:r>
            <a:r>
              <a:rPr dirty="0" sz="2350" spc="-10">
                <a:latin typeface="Arial"/>
                <a:cs typeface="Arial"/>
              </a:rPr>
              <a:t> </a:t>
            </a:r>
            <a:r>
              <a:rPr dirty="0" sz="2350" spc="5">
                <a:latin typeface="Arial"/>
                <a:cs typeface="Arial"/>
              </a:rPr>
              <a:t>symptoms</a:t>
            </a:r>
            <a:endParaRPr sz="2350">
              <a:latin typeface="Arial"/>
              <a:cs typeface="Arial"/>
            </a:endParaRPr>
          </a:p>
          <a:p>
            <a:pPr algn="r" marR="575310">
              <a:lnSpc>
                <a:spcPts val="1370"/>
              </a:lnSpc>
              <a:spcBef>
                <a:spcPts val="1460"/>
              </a:spcBef>
            </a:pPr>
            <a:r>
              <a:rPr dirty="0" sz="1150">
                <a:solidFill>
                  <a:srgbClr val="C00000"/>
                </a:solidFill>
                <a:latin typeface="Arial"/>
                <a:cs typeface="Arial"/>
              </a:rPr>
              <a:t>Medical</a:t>
            </a:r>
            <a:r>
              <a:rPr dirty="0" sz="1150" spc="-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C00000"/>
                </a:solidFill>
                <a:latin typeface="Arial"/>
                <a:cs typeface="Arial"/>
              </a:rPr>
              <a:t>History:</a:t>
            </a:r>
            <a:endParaRPr sz="1150">
              <a:latin typeface="Arial"/>
              <a:cs typeface="Arial"/>
            </a:endParaRPr>
          </a:p>
          <a:p>
            <a:pPr algn="r" marR="756920">
              <a:lnSpc>
                <a:spcPts val="1430"/>
              </a:lnSpc>
            </a:pPr>
            <a:r>
              <a:rPr dirty="0" sz="1200" spc="-30">
                <a:latin typeface="Arial"/>
                <a:cs typeface="Arial"/>
              </a:rPr>
              <a:t>Has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asthma?</a:t>
            </a:r>
            <a:endParaRPr sz="1200">
              <a:latin typeface="Arial"/>
              <a:cs typeface="Arial"/>
            </a:endParaRPr>
          </a:p>
          <a:p>
            <a:pPr algn="r" marR="201930">
              <a:lnSpc>
                <a:spcPts val="1415"/>
              </a:lnSpc>
              <a:spcBef>
                <a:spcPts val="75"/>
              </a:spcBef>
            </a:pPr>
            <a:r>
              <a:rPr dirty="0" sz="1200" spc="-30">
                <a:latin typeface="Arial"/>
                <a:cs typeface="Arial"/>
              </a:rPr>
              <a:t>Other </a:t>
            </a:r>
            <a:r>
              <a:rPr dirty="0" sz="1200" spc="-15">
                <a:latin typeface="Arial"/>
                <a:cs typeface="Arial"/>
              </a:rPr>
              <a:t>chronic</a:t>
            </a:r>
            <a:r>
              <a:rPr dirty="0" sz="1200">
                <a:latin typeface="Arial"/>
                <a:cs typeface="Arial"/>
              </a:rPr>
              <a:t> </a:t>
            </a:r>
            <a:r>
              <a:rPr dirty="0" sz="1200" spc="-35">
                <a:latin typeface="Arial"/>
                <a:cs typeface="Arial"/>
              </a:rPr>
              <a:t>issues?</a:t>
            </a:r>
            <a:endParaRPr sz="1200">
              <a:latin typeface="Arial"/>
              <a:cs typeface="Arial"/>
            </a:endParaRPr>
          </a:p>
          <a:p>
            <a:pPr algn="r" marR="1322705">
              <a:lnSpc>
                <a:spcPts val="1410"/>
              </a:lnSpc>
            </a:pPr>
            <a:r>
              <a:rPr dirty="0" sz="1200">
                <a:latin typeface="Arial"/>
                <a:cs typeface="Arial"/>
              </a:rPr>
              <a:t>……</a:t>
            </a:r>
            <a:endParaRPr sz="1200">
              <a:latin typeface="Arial"/>
              <a:cs typeface="Arial"/>
            </a:endParaRPr>
          </a:p>
          <a:p>
            <a:pPr marL="6256020">
              <a:lnSpc>
                <a:spcPts val="1370"/>
              </a:lnSpc>
            </a:pPr>
            <a:r>
              <a:rPr dirty="0" sz="1150" spc="10">
                <a:solidFill>
                  <a:srgbClr val="C00000"/>
                </a:solidFill>
                <a:latin typeface="Arial"/>
                <a:cs typeface="Arial"/>
              </a:rPr>
              <a:t>Symptoms:</a:t>
            </a:r>
            <a:endParaRPr sz="1150">
              <a:latin typeface="Arial"/>
              <a:cs typeface="Arial"/>
            </a:endParaRPr>
          </a:p>
          <a:p>
            <a:pPr marL="6256020" marR="692785">
              <a:lnSpc>
                <a:spcPct val="100899"/>
              </a:lnSpc>
              <a:spcBef>
                <a:spcPts val="120"/>
              </a:spcBef>
            </a:pPr>
            <a:r>
              <a:rPr dirty="0" sz="1150" spc="-20">
                <a:latin typeface="Arial"/>
                <a:cs typeface="Arial"/>
              </a:rPr>
              <a:t>Severe </a:t>
            </a:r>
            <a:r>
              <a:rPr dirty="0" sz="1150" spc="5">
                <a:latin typeface="Arial"/>
                <a:cs typeface="Arial"/>
              </a:rPr>
              <a:t>Cough  </a:t>
            </a:r>
            <a:r>
              <a:rPr dirty="0" sz="1150" spc="-10">
                <a:latin typeface="Arial"/>
                <a:cs typeface="Arial"/>
              </a:rPr>
              <a:t>Wheezing</a:t>
            </a:r>
            <a:endParaRPr sz="1150">
              <a:latin typeface="Arial"/>
              <a:cs typeface="Arial"/>
            </a:endParaRPr>
          </a:p>
          <a:p>
            <a:pPr algn="r" marR="13893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….</a:t>
            </a:r>
            <a:r>
              <a:rPr dirty="0" sz="120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1793" y="6633921"/>
            <a:ext cx="700087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24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7670" y="375411"/>
            <a:ext cx="374777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20"/>
              <a:t>Diagnosis</a:t>
            </a:r>
            <a:r>
              <a:rPr dirty="0" sz="4600" spc="-80"/>
              <a:t> </a:t>
            </a:r>
            <a:r>
              <a:rPr dirty="0" sz="4600" spc="-275"/>
              <a:t>Task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1253235"/>
            <a:ext cx="7381875" cy="30581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55600" marR="833119" indent="-342900">
              <a:lnSpc>
                <a:spcPct val="101400"/>
              </a:lnSpc>
              <a:spcBef>
                <a:spcPts val="50"/>
              </a:spcBef>
              <a:buClr>
                <a:srgbClr val="C00000"/>
              </a:buClr>
              <a:buSzPct val="101818"/>
              <a:buFont typeface="Malgun Gothic"/>
              <a:buChar char="▪"/>
              <a:tabLst>
                <a:tab pos="355600" algn="l"/>
              </a:tabLst>
            </a:pPr>
            <a:r>
              <a:rPr dirty="0" baseline="1010" sz="4125" spc="-52">
                <a:latin typeface="Arial"/>
                <a:cs typeface="Arial"/>
              </a:rPr>
              <a:t>Graph: </a:t>
            </a:r>
            <a:r>
              <a:rPr dirty="0" sz="2800" spc="-65">
                <a:latin typeface="Arial"/>
                <a:cs typeface="Arial"/>
              </a:rPr>
              <a:t>Consider </a:t>
            </a:r>
            <a:r>
              <a:rPr dirty="0" sz="2800" spc="-105">
                <a:latin typeface="Arial"/>
                <a:cs typeface="Arial"/>
              </a:rPr>
              <a:t>a </a:t>
            </a:r>
            <a:r>
              <a:rPr dirty="0" sz="2800" spc="-50">
                <a:latin typeface="Arial"/>
                <a:cs typeface="Arial"/>
              </a:rPr>
              <a:t>graph </a:t>
            </a:r>
            <a:r>
              <a:rPr dirty="0" sz="2800">
                <a:latin typeface="Cambria Math"/>
                <a:cs typeface="Cambria Math"/>
              </a:rPr>
              <a:t>𝐺 </a:t>
            </a:r>
            <a:r>
              <a:rPr dirty="0" sz="2800" spc="-45">
                <a:latin typeface="Arial"/>
                <a:cs typeface="Arial"/>
              </a:rPr>
              <a:t>built </a:t>
            </a:r>
            <a:r>
              <a:rPr dirty="0" sz="2800" spc="-50">
                <a:latin typeface="Arial"/>
                <a:cs typeface="Arial"/>
              </a:rPr>
              <a:t>from </a:t>
            </a:r>
            <a:r>
              <a:rPr dirty="0" sz="2800" spc="-250">
                <a:latin typeface="Arial"/>
                <a:cs typeface="Arial"/>
              </a:rPr>
              <a:t>the  </a:t>
            </a:r>
            <a:r>
              <a:rPr dirty="0" sz="2800" spc="-60">
                <a:latin typeface="Arial"/>
                <a:cs typeface="Arial"/>
              </a:rPr>
              <a:t>standardized </a:t>
            </a:r>
            <a:r>
              <a:rPr dirty="0" sz="2800" spc="-70">
                <a:latin typeface="Arial"/>
                <a:cs typeface="Arial"/>
              </a:rPr>
              <a:t>vocabulary </a:t>
            </a:r>
            <a:r>
              <a:rPr dirty="0" sz="2800" spc="-40">
                <a:latin typeface="Arial"/>
                <a:cs typeface="Arial"/>
              </a:rPr>
              <a:t>of</a:t>
            </a:r>
            <a:r>
              <a:rPr dirty="0" sz="2800" spc="5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phenotypes:</a:t>
            </a:r>
            <a:endParaRPr sz="2800">
              <a:latin typeface="Arial"/>
              <a:cs typeface="Arial"/>
            </a:endParaRPr>
          </a:p>
          <a:p>
            <a:pPr lvl="1" marL="755650" marR="52069" indent="-285750">
              <a:lnSpc>
                <a:spcPct val="100800"/>
              </a:lnSpc>
              <a:spcBef>
                <a:spcPts val="51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30">
                <a:latin typeface="Arial"/>
                <a:cs typeface="Arial"/>
              </a:rPr>
              <a:t>Nodes: phenotypes; </a:t>
            </a:r>
            <a:r>
              <a:rPr dirty="0" sz="2400" spc="-35">
                <a:latin typeface="Arial"/>
                <a:cs typeface="Arial"/>
              </a:rPr>
              <a:t>edges: </a:t>
            </a:r>
            <a:r>
              <a:rPr dirty="0" sz="2400" spc="-55">
                <a:latin typeface="Arial"/>
                <a:cs typeface="Arial"/>
              </a:rPr>
              <a:t>relationships </a:t>
            </a:r>
            <a:r>
              <a:rPr dirty="0" sz="2400" spc="-105">
                <a:latin typeface="Arial"/>
                <a:cs typeface="Arial"/>
              </a:rPr>
              <a:t>between  </a:t>
            </a:r>
            <a:r>
              <a:rPr dirty="0" sz="2400" spc="-30">
                <a:latin typeface="Arial"/>
                <a:cs typeface="Arial"/>
              </a:rPr>
              <a:t>phenotypes</a:t>
            </a:r>
            <a:endParaRPr sz="24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50">
                <a:latin typeface="Arial"/>
                <a:cs typeface="Arial"/>
              </a:rPr>
              <a:t>Patient </a:t>
            </a:r>
            <a:r>
              <a:rPr dirty="0" sz="2400" spc="-70">
                <a:latin typeface="Arial"/>
                <a:cs typeface="Arial"/>
              </a:rPr>
              <a:t>is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35">
                <a:latin typeface="Arial"/>
                <a:cs typeface="Arial"/>
              </a:rPr>
              <a:t>set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30">
                <a:latin typeface="Arial"/>
                <a:cs typeface="Arial"/>
              </a:rPr>
              <a:t>phenotypes, 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subgraph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𝑆 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400" spc="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endParaRPr sz="2400">
              <a:latin typeface="Cambria Math"/>
              <a:cs typeface="Cambria Math"/>
            </a:endParaRPr>
          </a:p>
          <a:p>
            <a:pPr marL="355600" marR="5080" indent="-342900">
              <a:lnSpc>
                <a:spcPct val="101400"/>
              </a:lnSpc>
              <a:spcBef>
                <a:spcPts val="580"/>
              </a:spcBef>
              <a:buClr>
                <a:srgbClr val="C00000"/>
              </a:buClr>
              <a:buSzPct val="101818"/>
              <a:buFont typeface="Malgun Gothic"/>
              <a:buChar char="▪"/>
              <a:tabLst>
                <a:tab pos="355600" algn="l"/>
              </a:tabLst>
            </a:pPr>
            <a:r>
              <a:rPr dirty="0" baseline="1010" sz="4125" spc="-82">
                <a:latin typeface="Arial"/>
                <a:cs typeface="Arial"/>
              </a:rPr>
              <a:t>Learning </a:t>
            </a:r>
            <a:r>
              <a:rPr dirty="0" baseline="1010" sz="4125" spc="-172">
                <a:latin typeface="Arial"/>
                <a:cs typeface="Arial"/>
              </a:rPr>
              <a:t>Task</a:t>
            </a:r>
            <a:r>
              <a:rPr dirty="0" sz="2800" spc="-114">
                <a:latin typeface="Arial"/>
                <a:cs typeface="Arial"/>
              </a:rPr>
              <a:t>: </a:t>
            </a:r>
            <a:r>
              <a:rPr dirty="0" sz="2800" spc="-55">
                <a:latin typeface="Arial"/>
                <a:cs typeface="Arial"/>
              </a:rPr>
              <a:t>Predict </a:t>
            </a:r>
            <a:r>
              <a:rPr dirty="0" sz="2800" spc="-45">
                <a:latin typeface="Arial"/>
                <a:cs typeface="Arial"/>
              </a:rPr>
              <a:t>the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disease </a:t>
            </a:r>
            <a:r>
              <a:rPr dirty="0" sz="2800" spc="-140">
                <a:solidFill>
                  <a:srgbClr val="C00000"/>
                </a:solidFill>
                <a:latin typeface="Arial"/>
                <a:cs typeface="Arial"/>
              </a:rPr>
              <a:t>(label) </a:t>
            </a:r>
            <a:r>
              <a:rPr dirty="0" sz="2800" spc="-160">
                <a:latin typeface="Arial"/>
                <a:cs typeface="Arial"/>
              </a:rPr>
              <a:t>most  </a:t>
            </a:r>
            <a:r>
              <a:rPr dirty="0" sz="2800" spc="-45">
                <a:latin typeface="Arial"/>
                <a:cs typeface="Arial"/>
              </a:rPr>
              <a:t>consistent </a:t>
            </a:r>
            <a:r>
              <a:rPr dirty="0" sz="2800" spc="-20">
                <a:latin typeface="Arial"/>
                <a:cs typeface="Arial"/>
              </a:rPr>
              <a:t>with </a:t>
            </a:r>
            <a:r>
              <a:rPr dirty="0" sz="2800" spc="-45">
                <a:latin typeface="Arial"/>
                <a:cs typeface="Arial"/>
              </a:rPr>
              <a:t>the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phenotype subgraph</a:t>
            </a:r>
            <a:r>
              <a:rPr dirty="0" sz="280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𝑆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96395" y="4955183"/>
          <a:ext cx="808355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834"/>
              </a:tblGrid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800" spc="5">
                          <a:latin typeface="Arial"/>
                          <a:cs typeface="Arial"/>
                        </a:rPr>
                        <a:t>Lysosomal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L w="9525">
                      <a:solidFill>
                        <a:srgbClr val="2E75B6"/>
                      </a:solidFill>
                      <a:prstDash val="solid"/>
                    </a:lnL>
                    <a:lnR w="9525">
                      <a:solidFill>
                        <a:srgbClr val="2E75B6"/>
                      </a:solidFill>
                      <a:prstDash val="solid"/>
                    </a:lnR>
                    <a:lnT w="9525">
                      <a:solidFill>
                        <a:srgbClr val="2E75B6"/>
                      </a:solidFill>
                      <a:prstDash val="solid"/>
                    </a:lnT>
                    <a:lnB w="12700">
                      <a:solidFill>
                        <a:srgbClr val="7030A0"/>
                      </a:solidFill>
                      <a:prstDash val="solid"/>
                    </a:lnB>
                    <a:solidFill>
                      <a:srgbClr val="2E75B6">
                        <a:alpha val="25099"/>
                      </a:srgb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800" spc="5">
                          <a:latin typeface="Arial"/>
                          <a:cs typeface="Arial"/>
                        </a:rPr>
                        <a:t>Glycosylation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9525">
                      <a:solidFill>
                        <a:srgbClr val="7030A0"/>
                      </a:solidFill>
                      <a:prstDash val="solid"/>
                    </a:lnL>
                    <a:lnR w="9525">
                      <a:solidFill>
                        <a:srgbClr val="7030A0"/>
                      </a:solidFill>
                      <a:prstDash val="solid"/>
                    </a:lnR>
                    <a:lnT w="12700">
                      <a:solidFill>
                        <a:srgbClr val="7030A0"/>
                      </a:solidFill>
                      <a:prstDash val="solid"/>
                    </a:lnT>
                    <a:lnB w="9525">
                      <a:solidFill>
                        <a:srgbClr val="C55A11"/>
                      </a:solidFill>
                      <a:prstDash val="solid"/>
                    </a:lnB>
                    <a:solidFill>
                      <a:srgbClr val="7030A0">
                        <a:alpha val="25099"/>
                      </a:srgb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00" spc="5">
                          <a:latin typeface="Arial"/>
                          <a:cs typeface="Arial"/>
                        </a:rPr>
                        <a:t>Carbohydrate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085">
                    <a:lnL w="9525">
                      <a:solidFill>
                        <a:srgbClr val="C55A11"/>
                      </a:solidFill>
                      <a:prstDash val="solid"/>
                    </a:lnL>
                    <a:lnR w="9525">
                      <a:solidFill>
                        <a:srgbClr val="C55A11"/>
                      </a:solidFill>
                      <a:prstDash val="solid"/>
                    </a:lnR>
                    <a:lnT w="9525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C55A11">
                        <a:alpha val="25099"/>
                      </a:srgb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800" spc="0">
                          <a:latin typeface="Arial"/>
                          <a:cs typeface="Arial"/>
                        </a:rPr>
                        <a:t>Lipid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FFC000"/>
                      </a:solidFill>
                      <a:prstDash val="solid"/>
                    </a:lnB>
                    <a:solidFill>
                      <a:srgbClr val="FF0000">
                        <a:alpha val="25099"/>
                      </a:srgb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5">
                          <a:latin typeface="Arial"/>
                          <a:cs typeface="Arial"/>
                        </a:rPr>
                        <a:t>Carbohydrate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9525">
                      <a:solidFill>
                        <a:srgbClr val="FFC000"/>
                      </a:solidFill>
                      <a:prstDash val="solid"/>
                    </a:lnL>
                    <a:lnR w="9525">
                      <a:solidFill>
                        <a:srgbClr val="FFC000"/>
                      </a:solidFill>
                      <a:prstDash val="solid"/>
                    </a:lnR>
                    <a:lnT w="9525">
                      <a:solidFill>
                        <a:srgbClr val="FFC000"/>
                      </a:solidFill>
                      <a:prstDash val="solid"/>
                    </a:lnT>
                    <a:lnB w="9525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50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298300" y="6372528"/>
            <a:ext cx="795020" cy="219075"/>
          </a:xfrm>
          <a:prstGeom prst="rect">
            <a:avLst/>
          </a:prstGeom>
          <a:solidFill>
            <a:srgbClr val="767171">
              <a:alpha val="25099"/>
            </a:srgbClr>
          </a:solidFill>
          <a:ln w="8792">
            <a:solidFill>
              <a:srgbClr val="767171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355"/>
              </a:spcBef>
            </a:pPr>
            <a:r>
              <a:rPr dirty="0" sz="800" spc="5">
                <a:latin typeface="Arial"/>
                <a:cs typeface="Arial"/>
              </a:rPr>
              <a:t>Disease</a:t>
            </a:r>
            <a:r>
              <a:rPr dirty="0" sz="800" spc="-75">
                <a:latin typeface="Arial"/>
                <a:cs typeface="Arial"/>
              </a:rPr>
              <a:t> </a:t>
            </a:r>
            <a:r>
              <a:rPr dirty="0" sz="800" spc="15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95718" y="611578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566" y="0"/>
                </a:moveTo>
                <a:lnTo>
                  <a:pt x="7085" y="0"/>
                </a:lnTo>
                <a:lnTo>
                  <a:pt x="0" y="7085"/>
                </a:lnTo>
                <a:lnTo>
                  <a:pt x="0" y="24566"/>
                </a:lnTo>
                <a:lnTo>
                  <a:pt x="7085" y="31652"/>
                </a:lnTo>
                <a:lnTo>
                  <a:pt x="24566" y="31652"/>
                </a:lnTo>
                <a:lnTo>
                  <a:pt x="31652" y="24566"/>
                </a:lnTo>
                <a:lnTo>
                  <a:pt x="31652" y="7085"/>
                </a:lnTo>
                <a:lnTo>
                  <a:pt x="2456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95718" y="6115787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5826" y="0"/>
                </a:moveTo>
                <a:lnTo>
                  <a:pt x="24566" y="0"/>
                </a:lnTo>
                <a:lnTo>
                  <a:pt x="31652" y="7085"/>
                </a:lnTo>
                <a:lnTo>
                  <a:pt x="31652" y="15826"/>
                </a:lnTo>
                <a:lnTo>
                  <a:pt x="31652" y="24566"/>
                </a:lnTo>
                <a:lnTo>
                  <a:pt x="24566" y="31652"/>
                </a:lnTo>
                <a:lnTo>
                  <a:pt x="15826" y="31652"/>
                </a:lnTo>
                <a:lnTo>
                  <a:pt x="7085" y="31652"/>
                </a:lnTo>
                <a:lnTo>
                  <a:pt x="0" y="24566"/>
                </a:lnTo>
                <a:lnTo>
                  <a:pt x="0" y="15826"/>
                </a:lnTo>
                <a:lnTo>
                  <a:pt x="0" y="7085"/>
                </a:lnTo>
                <a:lnTo>
                  <a:pt x="7085" y="0"/>
                </a:lnTo>
                <a:lnTo>
                  <a:pt x="15826" y="0"/>
                </a:lnTo>
                <a:close/>
              </a:path>
            </a:pathLst>
          </a:custGeom>
          <a:ln w="8792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95718" y="628648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566" y="0"/>
                </a:moveTo>
                <a:lnTo>
                  <a:pt x="7085" y="0"/>
                </a:lnTo>
                <a:lnTo>
                  <a:pt x="0" y="7085"/>
                </a:lnTo>
                <a:lnTo>
                  <a:pt x="0" y="24566"/>
                </a:lnTo>
                <a:lnTo>
                  <a:pt x="7085" y="31652"/>
                </a:lnTo>
                <a:lnTo>
                  <a:pt x="24566" y="31652"/>
                </a:lnTo>
                <a:lnTo>
                  <a:pt x="31652" y="24566"/>
                </a:lnTo>
                <a:lnTo>
                  <a:pt x="31652" y="7085"/>
                </a:lnTo>
                <a:lnTo>
                  <a:pt x="2456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95718" y="628648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5826" y="0"/>
                </a:moveTo>
                <a:lnTo>
                  <a:pt x="24566" y="0"/>
                </a:lnTo>
                <a:lnTo>
                  <a:pt x="31652" y="7085"/>
                </a:lnTo>
                <a:lnTo>
                  <a:pt x="31652" y="15826"/>
                </a:lnTo>
                <a:lnTo>
                  <a:pt x="31652" y="24566"/>
                </a:lnTo>
                <a:lnTo>
                  <a:pt x="24566" y="31652"/>
                </a:lnTo>
                <a:lnTo>
                  <a:pt x="15826" y="31652"/>
                </a:lnTo>
                <a:lnTo>
                  <a:pt x="7085" y="31652"/>
                </a:lnTo>
                <a:lnTo>
                  <a:pt x="0" y="24566"/>
                </a:lnTo>
                <a:lnTo>
                  <a:pt x="0" y="15826"/>
                </a:lnTo>
                <a:lnTo>
                  <a:pt x="0" y="7085"/>
                </a:lnTo>
                <a:lnTo>
                  <a:pt x="7085" y="0"/>
                </a:lnTo>
                <a:lnTo>
                  <a:pt x="15826" y="0"/>
                </a:lnTo>
                <a:close/>
              </a:path>
            </a:pathLst>
          </a:custGeom>
          <a:ln w="8792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95718" y="620230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24566" y="0"/>
                </a:moveTo>
                <a:lnTo>
                  <a:pt x="7085" y="0"/>
                </a:lnTo>
                <a:lnTo>
                  <a:pt x="0" y="7085"/>
                </a:lnTo>
                <a:lnTo>
                  <a:pt x="0" y="24566"/>
                </a:lnTo>
                <a:lnTo>
                  <a:pt x="7085" y="31652"/>
                </a:lnTo>
                <a:lnTo>
                  <a:pt x="24566" y="31652"/>
                </a:lnTo>
                <a:lnTo>
                  <a:pt x="31652" y="24566"/>
                </a:lnTo>
                <a:lnTo>
                  <a:pt x="31652" y="7085"/>
                </a:lnTo>
                <a:lnTo>
                  <a:pt x="2456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95718" y="620230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5826" y="0"/>
                </a:moveTo>
                <a:lnTo>
                  <a:pt x="24566" y="0"/>
                </a:lnTo>
                <a:lnTo>
                  <a:pt x="31652" y="7085"/>
                </a:lnTo>
                <a:lnTo>
                  <a:pt x="31652" y="15826"/>
                </a:lnTo>
                <a:lnTo>
                  <a:pt x="31652" y="24566"/>
                </a:lnTo>
                <a:lnTo>
                  <a:pt x="24566" y="31652"/>
                </a:lnTo>
                <a:lnTo>
                  <a:pt x="15826" y="31652"/>
                </a:lnTo>
                <a:lnTo>
                  <a:pt x="7085" y="31652"/>
                </a:lnTo>
                <a:lnTo>
                  <a:pt x="0" y="24566"/>
                </a:lnTo>
                <a:lnTo>
                  <a:pt x="0" y="15826"/>
                </a:lnTo>
                <a:lnTo>
                  <a:pt x="0" y="7085"/>
                </a:lnTo>
                <a:lnTo>
                  <a:pt x="7085" y="0"/>
                </a:lnTo>
                <a:lnTo>
                  <a:pt x="15826" y="0"/>
                </a:lnTo>
                <a:close/>
              </a:path>
            </a:pathLst>
          </a:custGeom>
          <a:ln w="8792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79942" y="5176710"/>
            <a:ext cx="795020" cy="718185"/>
          </a:xfrm>
          <a:custGeom>
            <a:avLst/>
            <a:gdLst/>
            <a:ahLst/>
            <a:cxnLst/>
            <a:rect l="l" t="t" r="r" b="b"/>
            <a:pathLst>
              <a:path w="795020" h="718185">
                <a:moveTo>
                  <a:pt x="0" y="119663"/>
                </a:moveTo>
                <a:lnTo>
                  <a:pt x="9403" y="73085"/>
                </a:lnTo>
                <a:lnTo>
                  <a:pt x="35048" y="35048"/>
                </a:lnTo>
                <a:lnTo>
                  <a:pt x="73085" y="9403"/>
                </a:lnTo>
                <a:lnTo>
                  <a:pt x="119663" y="0"/>
                </a:lnTo>
                <a:lnTo>
                  <a:pt x="675172" y="0"/>
                </a:lnTo>
                <a:lnTo>
                  <a:pt x="721750" y="9403"/>
                </a:lnTo>
                <a:lnTo>
                  <a:pt x="759787" y="35048"/>
                </a:lnTo>
                <a:lnTo>
                  <a:pt x="785432" y="73085"/>
                </a:lnTo>
                <a:lnTo>
                  <a:pt x="794835" y="119663"/>
                </a:lnTo>
                <a:lnTo>
                  <a:pt x="794835" y="598303"/>
                </a:lnTo>
                <a:lnTo>
                  <a:pt x="785432" y="644881"/>
                </a:lnTo>
                <a:lnTo>
                  <a:pt x="759787" y="682918"/>
                </a:lnTo>
                <a:lnTo>
                  <a:pt x="721750" y="708562"/>
                </a:lnTo>
                <a:lnTo>
                  <a:pt x="675172" y="717966"/>
                </a:lnTo>
                <a:lnTo>
                  <a:pt x="119663" y="717966"/>
                </a:lnTo>
                <a:lnTo>
                  <a:pt x="73085" y="708562"/>
                </a:lnTo>
                <a:lnTo>
                  <a:pt x="35048" y="682918"/>
                </a:lnTo>
                <a:lnTo>
                  <a:pt x="9403" y="644881"/>
                </a:lnTo>
                <a:lnTo>
                  <a:pt x="0" y="598303"/>
                </a:lnTo>
                <a:lnTo>
                  <a:pt x="0" y="119663"/>
                </a:lnTo>
                <a:close/>
              </a:path>
            </a:pathLst>
          </a:custGeom>
          <a:ln w="13188">
            <a:solidFill>
              <a:srgbClr val="2626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265722" y="5238770"/>
            <a:ext cx="623570" cy="5930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>
              <a:lnSpc>
                <a:spcPct val="99100"/>
              </a:lnSpc>
              <a:spcBef>
                <a:spcPts val="110"/>
              </a:spcBef>
            </a:pPr>
            <a:r>
              <a:rPr dirty="0" sz="1250" spc="-10">
                <a:solidFill>
                  <a:srgbClr val="262626"/>
                </a:solidFill>
                <a:latin typeface="Arial"/>
                <a:cs typeface="Arial"/>
              </a:rPr>
              <a:t>Graph  </a:t>
            </a:r>
            <a:r>
              <a:rPr dirty="0" sz="1250" spc="-5">
                <a:solidFill>
                  <a:srgbClr val="262626"/>
                </a:solidFill>
                <a:latin typeface="Arial"/>
                <a:cs typeface="Arial"/>
              </a:rPr>
              <a:t>m</a:t>
            </a:r>
            <a:r>
              <a:rPr dirty="0" sz="1250" spc="-10">
                <a:solidFill>
                  <a:srgbClr val="262626"/>
                </a:solidFill>
                <a:latin typeface="Arial"/>
                <a:cs typeface="Arial"/>
              </a:rPr>
              <a:t>a</a:t>
            </a:r>
            <a:r>
              <a:rPr dirty="0" sz="1250" spc="-5">
                <a:solidFill>
                  <a:srgbClr val="262626"/>
                </a:solidFill>
                <a:latin typeface="Arial"/>
                <a:cs typeface="Arial"/>
              </a:rPr>
              <a:t>c</a:t>
            </a:r>
            <a:r>
              <a:rPr dirty="0" sz="1250" spc="-10">
                <a:solidFill>
                  <a:srgbClr val="262626"/>
                </a:solidFill>
                <a:latin typeface="Arial"/>
                <a:cs typeface="Arial"/>
              </a:rPr>
              <a:t>h</a:t>
            </a:r>
            <a:r>
              <a:rPr dirty="0" sz="1250" spc="-5">
                <a:solidFill>
                  <a:srgbClr val="262626"/>
                </a:solidFill>
                <a:latin typeface="Arial"/>
                <a:cs typeface="Arial"/>
              </a:rPr>
              <a:t>i</a:t>
            </a:r>
            <a:r>
              <a:rPr dirty="0" sz="1250" spc="-10">
                <a:solidFill>
                  <a:srgbClr val="262626"/>
                </a:solidFill>
                <a:latin typeface="Arial"/>
                <a:cs typeface="Arial"/>
              </a:rPr>
              <a:t>n</a:t>
            </a:r>
            <a:r>
              <a:rPr dirty="0" sz="1250" spc="-5">
                <a:solidFill>
                  <a:srgbClr val="262626"/>
                </a:solidFill>
                <a:latin typeface="Arial"/>
                <a:cs typeface="Arial"/>
              </a:rPr>
              <a:t>e  </a:t>
            </a:r>
            <a:r>
              <a:rPr dirty="0" sz="1250" spc="-5">
                <a:solidFill>
                  <a:srgbClr val="262626"/>
                </a:solidFill>
                <a:latin typeface="Arial"/>
                <a:cs typeface="Arial"/>
              </a:rPr>
              <a:t>learning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75278" y="5503932"/>
            <a:ext cx="426084" cy="66040"/>
          </a:xfrm>
          <a:custGeom>
            <a:avLst/>
            <a:gdLst/>
            <a:ahLst/>
            <a:cxnLst/>
            <a:rect l="l" t="t" r="r" b="b"/>
            <a:pathLst>
              <a:path w="426085" h="66039">
                <a:moveTo>
                  <a:pt x="359553" y="43961"/>
                </a:moveTo>
                <a:lnTo>
                  <a:pt x="359553" y="65942"/>
                </a:lnTo>
                <a:lnTo>
                  <a:pt x="403514" y="43961"/>
                </a:lnTo>
                <a:lnTo>
                  <a:pt x="359553" y="43961"/>
                </a:lnTo>
                <a:close/>
              </a:path>
              <a:path w="426085" h="66039">
                <a:moveTo>
                  <a:pt x="359553" y="0"/>
                </a:moveTo>
                <a:lnTo>
                  <a:pt x="359553" y="43961"/>
                </a:lnTo>
                <a:lnTo>
                  <a:pt x="370542" y="43961"/>
                </a:lnTo>
                <a:lnTo>
                  <a:pt x="370542" y="21979"/>
                </a:lnTo>
                <a:lnTo>
                  <a:pt x="403514" y="21979"/>
                </a:lnTo>
                <a:lnTo>
                  <a:pt x="359553" y="0"/>
                </a:lnTo>
                <a:close/>
              </a:path>
              <a:path w="426085" h="66039">
                <a:moveTo>
                  <a:pt x="403514" y="21979"/>
                </a:moveTo>
                <a:lnTo>
                  <a:pt x="370542" y="21979"/>
                </a:lnTo>
                <a:lnTo>
                  <a:pt x="370542" y="43961"/>
                </a:lnTo>
                <a:lnTo>
                  <a:pt x="403517" y="43959"/>
                </a:lnTo>
                <a:lnTo>
                  <a:pt x="425495" y="32970"/>
                </a:lnTo>
                <a:lnTo>
                  <a:pt x="403514" y="21979"/>
                </a:lnTo>
                <a:close/>
              </a:path>
              <a:path w="426085" h="66039">
                <a:moveTo>
                  <a:pt x="359553" y="21979"/>
                </a:moveTo>
                <a:lnTo>
                  <a:pt x="0" y="21979"/>
                </a:lnTo>
                <a:lnTo>
                  <a:pt x="0" y="43959"/>
                </a:lnTo>
                <a:lnTo>
                  <a:pt x="359553" y="43961"/>
                </a:lnTo>
                <a:lnTo>
                  <a:pt x="359553" y="2197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67844" y="5483984"/>
            <a:ext cx="426084" cy="66040"/>
          </a:xfrm>
          <a:custGeom>
            <a:avLst/>
            <a:gdLst/>
            <a:ahLst/>
            <a:cxnLst/>
            <a:rect l="l" t="t" r="r" b="b"/>
            <a:pathLst>
              <a:path w="426084" h="66039">
                <a:moveTo>
                  <a:pt x="359553" y="43962"/>
                </a:moveTo>
                <a:lnTo>
                  <a:pt x="359553" y="65942"/>
                </a:lnTo>
                <a:lnTo>
                  <a:pt x="403514" y="43962"/>
                </a:lnTo>
                <a:lnTo>
                  <a:pt x="359553" y="43962"/>
                </a:lnTo>
                <a:close/>
              </a:path>
              <a:path w="426084" h="66039">
                <a:moveTo>
                  <a:pt x="359553" y="21981"/>
                </a:moveTo>
                <a:lnTo>
                  <a:pt x="359553" y="43962"/>
                </a:lnTo>
                <a:lnTo>
                  <a:pt x="370544" y="43962"/>
                </a:lnTo>
                <a:lnTo>
                  <a:pt x="370544" y="21981"/>
                </a:lnTo>
                <a:lnTo>
                  <a:pt x="359553" y="21981"/>
                </a:lnTo>
                <a:close/>
              </a:path>
              <a:path w="426084" h="66039">
                <a:moveTo>
                  <a:pt x="359553" y="0"/>
                </a:moveTo>
                <a:lnTo>
                  <a:pt x="359553" y="21981"/>
                </a:lnTo>
                <a:lnTo>
                  <a:pt x="370544" y="21981"/>
                </a:lnTo>
                <a:lnTo>
                  <a:pt x="370544" y="43962"/>
                </a:lnTo>
                <a:lnTo>
                  <a:pt x="403516" y="43961"/>
                </a:lnTo>
                <a:lnTo>
                  <a:pt x="425495" y="32971"/>
                </a:lnTo>
                <a:lnTo>
                  <a:pt x="359553" y="0"/>
                </a:lnTo>
                <a:close/>
              </a:path>
              <a:path w="426084" h="66039">
                <a:moveTo>
                  <a:pt x="0" y="21979"/>
                </a:moveTo>
                <a:lnTo>
                  <a:pt x="0" y="43961"/>
                </a:lnTo>
                <a:lnTo>
                  <a:pt x="359553" y="43962"/>
                </a:lnTo>
                <a:lnTo>
                  <a:pt x="359553" y="21981"/>
                </a:lnTo>
                <a:lnTo>
                  <a:pt x="0" y="2197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866318" y="4704901"/>
            <a:ext cx="966469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5">
                <a:latin typeface="Arial"/>
                <a:cs typeface="Arial"/>
              </a:rPr>
              <a:t>HPO</a:t>
            </a:r>
            <a:r>
              <a:rPr dirty="0" sz="1250" spc="-105">
                <a:latin typeface="Arial"/>
                <a:cs typeface="Arial"/>
              </a:rPr>
              <a:t> </a:t>
            </a:r>
            <a:r>
              <a:rPr dirty="0" sz="1250" spc="-5">
                <a:latin typeface="Arial"/>
                <a:cs typeface="Arial"/>
              </a:rPr>
              <a:t>network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8520" y="4704901"/>
            <a:ext cx="119761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latin typeface="Arial"/>
                <a:cs typeface="Arial"/>
              </a:rPr>
              <a:t>Graph </a:t>
            </a:r>
            <a:r>
              <a:rPr dirty="0" sz="1250" spc="-5">
                <a:latin typeface="Arial"/>
                <a:cs typeface="Arial"/>
              </a:rPr>
              <a:t>ML</a:t>
            </a:r>
            <a:r>
              <a:rPr dirty="0" sz="1250" spc="-95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model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42376" y="4704901"/>
            <a:ext cx="210947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5">
                <a:latin typeface="Arial"/>
                <a:cs typeface="Arial"/>
              </a:rPr>
              <a:t>Disease </a:t>
            </a:r>
            <a:r>
              <a:rPr dirty="0" sz="1250" spc="-10">
                <a:latin typeface="Arial"/>
                <a:cs typeface="Arial"/>
              </a:rPr>
              <a:t>subgraph</a:t>
            </a:r>
            <a:r>
              <a:rPr dirty="0" sz="1250" spc="-50">
                <a:latin typeface="Arial"/>
                <a:cs typeface="Arial"/>
              </a:rPr>
              <a:t> </a:t>
            </a:r>
            <a:r>
              <a:rPr dirty="0" sz="1250" spc="-5">
                <a:latin typeface="Arial"/>
                <a:cs typeface="Arial"/>
              </a:rPr>
              <a:t>predictions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719" y="4704901"/>
            <a:ext cx="145923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5">
                <a:latin typeface="Arial"/>
                <a:cs typeface="Arial"/>
              </a:rPr>
              <a:t>Disease</a:t>
            </a:r>
            <a:r>
              <a:rPr dirty="0" sz="1250" spc="-55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phenotypes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736" y="5077470"/>
            <a:ext cx="1210310" cy="1214120"/>
          </a:xfrm>
          <a:prstGeom prst="rect">
            <a:avLst/>
          </a:prstGeom>
          <a:solidFill>
            <a:srgbClr val="DBDBDB">
              <a:alpha val="25099"/>
            </a:srgbClr>
          </a:solidFill>
          <a:ln w="21980">
            <a:solidFill>
              <a:srgbClr val="767171"/>
            </a:solidFill>
          </a:ln>
        </p:spPr>
        <p:txBody>
          <a:bodyPr wrap="square" lIns="0" tIns="80010" rIns="0" bIns="0" rtlCol="0" vert="horz">
            <a:spAutoFit/>
          </a:bodyPr>
          <a:lstStyle/>
          <a:p>
            <a:pPr marL="71120">
              <a:lnSpc>
                <a:spcPts val="1125"/>
              </a:lnSpc>
              <a:spcBef>
                <a:spcPts val="630"/>
              </a:spcBef>
            </a:pPr>
            <a:r>
              <a:rPr dirty="0" sz="950" spc="0">
                <a:solidFill>
                  <a:srgbClr val="2F5597"/>
                </a:solidFill>
                <a:latin typeface="Arial"/>
                <a:cs typeface="Arial"/>
              </a:rPr>
              <a:t>Disease 1:</a:t>
            </a:r>
            <a:r>
              <a:rPr dirty="0" sz="950" spc="-75">
                <a:solidFill>
                  <a:srgbClr val="2F5597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2F5597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  <a:p>
            <a:pPr marL="71120">
              <a:lnSpc>
                <a:spcPts val="1125"/>
              </a:lnSpc>
            </a:pPr>
            <a:r>
              <a:rPr dirty="0" sz="950" spc="0">
                <a:solidFill>
                  <a:srgbClr val="7030A0"/>
                </a:solidFill>
                <a:latin typeface="Arial"/>
                <a:cs typeface="Arial"/>
              </a:rPr>
              <a:t>Disease 2:</a:t>
            </a:r>
            <a:r>
              <a:rPr dirty="0" sz="950" spc="-75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7030A0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40"/>
              </a:spcBef>
            </a:pPr>
            <a:r>
              <a:rPr dirty="0" sz="950" spc="0">
                <a:solidFill>
                  <a:srgbClr val="C55A11"/>
                </a:solidFill>
                <a:latin typeface="Arial"/>
                <a:cs typeface="Arial"/>
              </a:rPr>
              <a:t>Disease 3:</a:t>
            </a:r>
            <a:r>
              <a:rPr dirty="0" sz="950" spc="-75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C55A11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35"/>
              </a:spcBef>
            </a:pPr>
            <a:r>
              <a:rPr dirty="0" sz="950" spc="0">
                <a:solidFill>
                  <a:srgbClr val="FF0000"/>
                </a:solidFill>
                <a:latin typeface="Arial"/>
                <a:cs typeface="Arial"/>
              </a:rPr>
              <a:t>Disease 4:</a:t>
            </a:r>
            <a:r>
              <a:rPr dirty="0" sz="950" spc="-7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FF0000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35"/>
              </a:spcBef>
            </a:pPr>
            <a:r>
              <a:rPr dirty="0" sz="950" spc="0">
                <a:solidFill>
                  <a:srgbClr val="D4A200"/>
                </a:solidFill>
                <a:latin typeface="Arial"/>
                <a:cs typeface="Arial"/>
              </a:rPr>
              <a:t>Disease 5:</a:t>
            </a:r>
            <a:r>
              <a:rPr dirty="0" sz="950" spc="-75">
                <a:solidFill>
                  <a:srgbClr val="D4A200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D4A200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  <a:p>
            <a:pPr marL="60325" marR="52705" indent="471170">
              <a:lnSpc>
                <a:spcPts val="1110"/>
              </a:lnSpc>
              <a:spcBef>
                <a:spcPts val="80"/>
              </a:spcBef>
            </a:pPr>
            <a:r>
              <a:rPr dirty="0" sz="950" spc="10">
                <a:solidFill>
                  <a:srgbClr val="404040"/>
                </a:solidFill>
                <a:latin typeface="Arial"/>
                <a:cs typeface="Arial"/>
              </a:rPr>
              <a:t>… </a:t>
            </a:r>
            <a:r>
              <a:rPr dirty="0" sz="950" spc="0">
                <a:solidFill>
                  <a:srgbClr val="404040"/>
                </a:solidFill>
                <a:latin typeface="Arial"/>
                <a:cs typeface="Arial"/>
              </a:rPr>
              <a:t>Disease  N:</a:t>
            </a:r>
            <a:r>
              <a:rPr dirty="0" sz="950" spc="-8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404040"/>
                </a:solidFill>
                <a:latin typeface="Arial"/>
                <a:cs typeface="Arial"/>
              </a:rPr>
              <a:t>HPO-…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0189" y="5494866"/>
            <a:ext cx="426084" cy="66040"/>
          </a:xfrm>
          <a:custGeom>
            <a:avLst/>
            <a:gdLst/>
            <a:ahLst/>
            <a:cxnLst/>
            <a:rect l="l" t="t" r="r" b="b"/>
            <a:pathLst>
              <a:path w="426085" h="66039">
                <a:moveTo>
                  <a:pt x="359553" y="21981"/>
                </a:moveTo>
                <a:lnTo>
                  <a:pt x="359553" y="65942"/>
                </a:lnTo>
                <a:lnTo>
                  <a:pt x="403515" y="43961"/>
                </a:lnTo>
                <a:lnTo>
                  <a:pt x="370544" y="43961"/>
                </a:lnTo>
                <a:lnTo>
                  <a:pt x="370544" y="21981"/>
                </a:lnTo>
                <a:lnTo>
                  <a:pt x="359553" y="21981"/>
                </a:lnTo>
                <a:close/>
              </a:path>
              <a:path w="426085" h="66039">
                <a:moveTo>
                  <a:pt x="0" y="21979"/>
                </a:moveTo>
                <a:lnTo>
                  <a:pt x="0" y="43961"/>
                </a:lnTo>
                <a:lnTo>
                  <a:pt x="359553" y="43961"/>
                </a:lnTo>
                <a:lnTo>
                  <a:pt x="359553" y="21981"/>
                </a:lnTo>
                <a:lnTo>
                  <a:pt x="0" y="21979"/>
                </a:lnTo>
                <a:close/>
              </a:path>
              <a:path w="426085" h="66039">
                <a:moveTo>
                  <a:pt x="359553" y="0"/>
                </a:moveTo>
                <a:lnTo>
                  <a:pt x="359553" y="21981"/>
                </a:lnTo>
                <a:lnTo>
                  <a:pt x="370544" y="21981"/>
                </a:lnTo>
                <a:lnTo>
                  <a:pt x="370544" y="43961"/>
                </a:lnTo>
                <a:lnTo>
                  <a:pt x="403515" y="43961"/>
                </a:lnTo>
                <a:lnTo>
                  <a:pt x="425496" y="32970"/>
                </a:lnTo>
                <a:lnTo>
                  <a:pt x="359553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12942" y="5975214"/>
            <a:ext cx="1129665" cy="2749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800" spc="5" b="1">
                <a:solidFill>
                  <a:srgbClr val="262626"/>
                </a:solidFill>
                <a:latin typeface="Arial"/>
                <a:cs typeface="Arial"/>
              </a:rPr>
              <a:t>Prediction</a:t>
            </a:r>
            <a:r>
              <a:rPr dirty="0" sz="800" spc="-55" b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62626"/>
                </a:solidFill>
                <a:latin typeface="Arial"/>
                <a:cs typeface="Arial"/>
              </a:rPr>
              <a:t>Task: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 spc="5">
                <a:solidFill>
                  <a:srgbClr val="262626"/>
                </a:solidFill>
                <a:latin typeface="Arial"/>
                <a:cs typeface="Arial"/>
              </a:rPr>
              <a:t>Subgraph</a:t>
            </a:r>
            <a:r>
              <a:rPr dirty="0" sz="800" spc="-7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800" spc="5">
                <a:solidFill>
                  <a:srgbClr val="262626"/>
                </a:solidFill>
                <a:latin typeface="Arial"/>
                <a:cs typeface="Arial"/>
              </a:rPr>
              <a:t>Classification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85251" y="4952687"/>
            <a:ext cx="1826290" cy="1520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71793" y="6633921"/>
            <a:ext cx="700087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Machine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biomedical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networks: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Advancements,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challenges,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dirty="0" sz="1200" spc="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opportunities,</a:t>
            </a:r>
            <a:r>
              <a:rPr dirty="0" sz="1200" spc="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7F7F7F"/>
                </a:solidFill>
                <a:latin typeface="Arial"/>
                <a:cs typeface="Arial"/>
              </a:rPr>
              <a:t>2021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(to</a:t>
            </a:r>
            <a:r>
              <a:rPr dirty="0" sz="1200" spc="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appear)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24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09" y="313435"/>
            <a:ext cx="61474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Problem</a:t>
            </a:r>
            <a:r>
              <a:rPr dirty="0" spc="-50"/>
              <a:t> </a:t>
            </a:r>
            <a:r>
              <a:rPr dirty="0" spc="-114"/>
              <a:t>Formulation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90871" y="3657600"/>
            <a:ext cx="2757385" cy="2725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73477" y="3803301"/>
            <a:ext cx="2630170" cy="2743200"/>
          </a:xfrm>
          <a:custGeom>
            <a:avLst/>
            <a:gdLst/>
            <a:ahLst/>
            <a:cxnLst/>
            <a:rect l="l" t="t" r="r" b="b"/>
            <a:pathLst>
              <a:path w="2630170" h="2743200">
                <a:moveTo>
                  <a:pt x="1440377" y="0"/>
                </a:moveTo>
                <a:lnTo>
                  <a:pt x="1396355" y="560"/>
                </a:lnTo>
                <a:lnTo>
                  <a:pt x="1352311" y="2661"/>
                </a:lnTo>
                <a:lnTo>
                  <a:pt x="1308283" y="6293"/>
                </a:lnTo>
                <a:lnTo>
                  <a:pt x="1264312" y="11444"/>
                </a:lnTo>
                <a:lnTo>
                  <a:pt x="1220434" y="18104"/>
                </a:lnTo>
                <a:lnTo>
                  <a:pt x="1176690" y="26262"/>
                </a:lnTo>
                <a:lnTo>
                  <a:pt x="1133118" y="35908"/>
                </a:lnTo>
                <a:lnTo>
                  <a:pt x="1089756" y="47031"/>
                </a:lnTo>
                <a:lnTo>
                  <a:pt x="1046644" y="59621"/>
                </a:lnTo>
                <a:lnTo>
                  <a:pt x="1003820" y="73666"/>
                </a:lnTo>
                <a:lnTo>
                  <a:pt x="961323" y="89156"/>
                </a:lnTo>
                <a:lnTo>
                  <a:pt x="919191" y="106081"/>
                </a:lnTo>
                <a:lnTo>
                  <a:pt x="877464" y="124430"/>
                </a:lnTo>
                <a:lnTo>
                  <a:pt x="836180" y="144192"/>
                </a:lnTo>
                <a:lnTo>
                  <a:pt x="795378" y="165356"/>
                </a:lnTo>
                <a:lnTo>
                  <a:pt x="755096" y="187913"/>
                </a:lnTo>
                <a:lnTo>
                  <a:pt x="715374" y="211851"/>
                </a:lnTo>
                <a:lnTo>
                  <a:pt x="676250" y="237160"/>
                </a:lnTo>
                <a:lnTo>
                  <a:pt x="637763" y="263829"/>
                </a:lnTo>
                <a:lnTo>
                  <a:pt x="599951" y="291848"/>
                </a:lnTo>
                <a:lnTo>
                  <a:pt x="562854" y="321205"/>
                </a:lnTo>
                <a:lnTo>
                  <a:pt x="526510" y="351891"/>
                </a:lnTo>
                <a:lnTo>
                  <a:pt x="490958" y="383894"/>
                </a:lnTo>
                <a:lnTo>
                  <a:pt x="456237" y="417204"/>
                </a:lnTo>
                <a:lnTo>
                  <a:pt x="422385" y="451811"/>
                </a:lnTo>
                <a:lnTo>
                  <a:pt x="389441" y="487704"/>
                </a:lnTo>
                <a:lnTo>
                  <a:pt x="357444" y="524871"/>
                </a:lnTo>
                <a:lnTo>
                  <a:pt x="326433" y="563303"/>
                </a:lnTo>
                <a:lnTo>
                  <a:pt x="296446" y="602990"/>
                </a:lnTo>
                <a:lnTo>
                  <a:pt x="267522" y="643919"/>
                </a:lnTo>
                <a:lnTo>
                  <a:pt x="239700" y="686081"/>
                </a:lnTo>
                <a:lnTo>
                  <a:pt x="213236" y="729108"/>
                </a:lnTo>
                <a:lnTo>
                  <a:pt x="188354" y="772613"/>
                </a:lnTo>
                <a:lnTo>
                  <a:pt x="165049" y="816556"/>
                </a:lnTo>
                <a:lnTo>
                  <a:pt x="143312" y="860899"/>
                </a:lnTo>
                <a:lnTo>
                  <a:pt x="123138" y="905601"/>
                </a:lnTo>
                <a:lnTo>
                  <a:pt x="104520" y="950622"/>
                </a:lnTo>
                <a:lnTo>
                  <a:pt x="87451" y="995924"/>
                </a:lnTo>
                <a:lnTo>
                  <a:pt x="71924" y="1041466"/>
                </a:lnTo>
                <a:lnTo>
                  <a:pt x="57933" y="1087209"/>
                </a:lnTo>
                <a:lnTo>
                  <a:pt x="45470" y="1133113"/>
                </a:lnTo>
                <a:lnTo>
                  <a:pt x="34530" y="1179138"/>
                </a:lnTo>
                <a:lnTo>
                  <a:pt x="25105" y="1225246"/>
                </a:lnTo>
                <a:lnTo>
                  <a:pt x="17188" y="1271396"/>
                </a:lnTo>
                <a:lnTo>
                  <a:pt x="10774" y="1317549"/>
                </a:lnTo>
                <a:lnTo>
                  <a:pt x="5854" y="1363665"/>
                </a:lnTo>
                <a:lnTo>
                  <a:pt x="2423" y="1409705"/>
                </a:lnTo>
                <a:lnTo>
                  <a:pt x="474" y="1455628"/>
                </a:lnTo>
                <a:lnTo>
                  <a:pt x="0" y="1501396"/>
                </a:lnTo>
                <a:lnTo>
                  <a:pt x="993" y="1546968"/>
                </a:lnTo>
                <a:lnTo>
                  <a:pt x="3448" y="1592306"/>
                </a:lnTo>
                <a:lnTo>
                  <a:pt x="7358" y="1637369"/>
                </a:lnTo>
                <a:lnTo>
                  <a:pt x="12716" y="1682118"/>
                </a:lnTo>
                <a:lnTo>
                  <a:pt x="19515" y="1726513"/>
                </a:lnTo>
                <a:lnTo>
                  <a:pt x="27749" y="1770515"/>
                </a:lnTo>
                <a:lnTo>
                  <a:pt x="37411" y="1814084"/>
                </a:lnTo>
                <a:lnTo>
                  <a:pt x="48493" y="1857180"/>
                </a:lnTo>
                <a:lnTo>
                  <a:pt x="60990" y="1899764"/>
                </a:lnTo>
                <a:lnTo>
                  <a:pt x="74894" y="1941796"/>
                </a:lnTo>
                <a:lnTo>
                  <a:pt x="90199" y="1983237"/>
                </a:lnTo>
                <a:lnTo>
                  <a:pt x="106898" y="2024047"/>
                </a:lnTo>
                <a:lnTo>
                  <a:pt x="124985" y="2064186"/>
                </a:lnTo>
                <a:lnTo>
                  <a:pt x="144452" y="2103615"/>
                </a:lnTo>
                <a:lnTo>
                  <a:pt x="165293" y="2142294"/>
                </a:lnTo>
                <a:lnTo>
                  <a:pt x="187501" y="2180183"/>
                </a:lnTo>
                <a:lnTo>
                  <a:pt x="211070" y="2217244"/>
                </a:lnTo>
                <a:lnTo>
                  <a:pt x="235992" y="2253435"/>
                </a:lnTo>
                <a:lnTo>
                  <a:pt x="262261" y="2288719"/>
                </a:lnTo>
                <a:lnTo>
                  <a:pt x="289871" y="2323054"/>
                </a:lnTo>
                <a:lnTo>
                  <a:pt x="318814" y="2356402"/>
                </a:lnTo>
                <a:lnTo>
                  <a:pt x="349083" y="2388723"/>
                </a:lnTo>
                <a:lnTo>
                  <a:pt x="380673" y="2419976"/>
                </a:lnTo>
                <a:lnTo>
                  <a:pt x="413576" y="2450124"/>
                </a:lnTo>
                <a:lnTo>
                  <a:pt x="447785" y="2479125"/>
                </a:lnTo>
                <a:lnTo>
                  <a:pt x="483294" y="2506941"/>
                </a:lnTo>
                <a:lnTo>
                  <a:pt x="520096" y="2533532"/>
                </a:lnTo>
                <a:lnTo>
                  <a:pt x="558185" y="2558857"/>
                </a:lnTo>
                <a:lnTo>
                  <a:pt x="597228" y="2582684"/>
                </a:lnTo>
                <a:lnTo>
                  <a:pt x="636875" y="2604810"/>
                </a:lnTo>
                <a:lnTo>
                  <a:pt x="677087" y="2625247"/>
                </a:lnTo>
                <a:lnTo>
                  <a:pt x="717824" y="2644004"/>
                </a:lnTo>
                <a:lnTo>
                  <a:pt x="759048" y="2661094"/>
                </a:lnTo>
                <a:lnTo>
                  <a:pt x="800720" y="2676526"/>
                </a:lnTo>
                <a:lnTo>
                  <a:pt x="842801" y="2690310"/>
                </a:lnTo>
                <a:lnTo>
                  <a:pt x="885253" y="2702459"/>
                </a:lnTo>
                <a:lnTo>
                  <a:pt x="928037" y="2712981"/>
                </a:lnTo>
                <a:lnTo>
                  <a:pt x="971115" y="2721888"/>
                </a:lnTo>
                <a:lnTo>
                  <a:pt x="1014446" y="2729191"/>
                </a:lnTo>
                <a:lnTo>
                  <a:pt x="1057993" y="2734900"/>
                </a:lnTo>
                <a:lnTo>
                  <a:pt x="1101717" y="2739025"/>
                </a:lnTo>
                <a:lnTo>
                  <a:pt x="1145580" y="2741578"/>
                </a:lnTo>
                <a:lnTo>
                  <a:pt x="1189541" y="2742569"/>
                </a:lnTo>
                <a:lnTo>
                  <a:pt x="1233564" y="2742009"/>
                </a:lnTo>
                <a:lnTo>
                  <a:pt x="1277608" y="2739907"/>
                </a:lnTo>
                <a:lnTo>
                  <a:pt x="1321635" y="2736276"/>
                </a:lnTo>
                <a:lnTo>
                  <a:pt x="1365607" y="2731125"/>
                </a:lnTo>
                <a:lnTo>
                  <a:pt x="1409484" y="2724465"/>
                </a:lnTo>
                <a:lnTo>
                  <a:pt x="1453228" y="2716306"/>
                </a:lnTo>
                <a:lnTo>
                  <a:pt x="1496800" y="2706660"/>
                </a:lnTo>
                <a:lnTo>
                  <a:pt x="1540162" y="2695537"/>
                </a:lnTo>
                <a:lnTo>
                  <a:pt x="1583274" y="2682948"/>
                </a:lnTo>
                <a:lnTo>
                  <a:pt x="1626098" y="2668903"/>
                </a:lnTo>
                <a:lnTo>
                  <a:pt x="1668596" y="2653413"/>
                </a:lnTo>
                <a:lnTo>
                  <a:pt x="1710727" y="2636488"/>
                </a:lnTo>
                <a:lnTo>
                  <a:pt x="1752455" y="2618139"/>
                </a:lnTo>
                <a:lnTo>
                  <a:pt x="1793739" y="2598377"/>
                </a:lnTo>
                <a:lnTo>
                  <a:pt x="1834541" y="2577212"/>
                </a:lnTo>
                <a:lnTo>
                  <a:pt x="1874823" y="2554656"/>
                </a:lnTo>
                <a:lnTo>
                  <a:pt x="1914545" y="2530718"/>
                </a:lnTo>
                <a:lnTo>
                  <a:pt x="1953669" y="2505409"/>
                </a:lnTo>
                <a:lnTo>
                  <a:pt x="1992156" y="2478740"/>
                </a:lnTo>
                <a:lnTo>
                  <a:pt x="2029968" y="2450721"/>
                </a:lnTo>
                <a:lnTo>
                  <a:pt x="2067065" y="2421364"/>
                </a:lnTo>
                <a:lnTo>
                  <a:pt x="2103409" y="2390678"/>
                </a:lnTo>
                <a:lnTo>
                  <a:pt x="2138961" y="2358675"/>
                </a:lnTo>
                <a:lnTo>
                  <a:pt x="2173682" y="2325364"/>
                </a:lnTo>
                <a:lnTo>
                  <a:pt x="2207534" y="2290758"/>
                </a:lnTo>
                <a:lnTo>
                  <a:pt x="2240478" y="2254865"/>
                </a:lnTo>
                <a:lnTo>
                  <a:pt x="2272475" y="2217698"/>
                </a:lnTo>
                <a:lnTo>
                  <a:pt x="2303487" y="2179265"/>
                </a:lnTo>
                <a:lnTo>
                  <a:pt x="2333474" y="2139579"/>
                </a:lnTo>
                <a:lnTo>
                  <a:pt x="2362397" y="2098650"/>
                </a:lnTo>
                <a:lnTo>
                  <a:pt x="2390219" y="2056488"/>
                </a:lnTo>
                <a:lnTo>
                  <a:pt x="2416683" y="2013461"/>
                </a:lnTo>
                <a:lnTo>
                  <a:pt x="2441565" y="1969956"/>
                </a:lnTo>
                <a:lnTo>
                  <a:pt x="2464871" y="1926012"/>
                </a:lnTo>
                <a:lnTo>
                  <a:pt x="2486607" y="1881670"/>
                </a:lnTo>
                <a:lnTo>
                  <a:pt x="2506781" y="1836968"/>
                </a:lnTo>
                <a:lnTo>
                  <a:pt x="2525399" y="1791947"/>
                </a:lnTo>
                <a:lnTo>
                  <a:pt x="2542468" y="1746645"/>
                </a:lnTo>
                <a:lnTo>
                  <a:pt x="2557995" y="1701103"/>
                </a:lnTo>
                <a:lnTo>
                  <a:pt x="2571986" y="1655360"/>
                </a:lnTo>
                <a:lnTo>
                  <a:pt x="2584449" y="1609456"/>
                </a:lnTo>
                <a:lnTo>
                  <a:pt x="2595389" y="1563430"/>
                </a:lnTo>
                <a:lnTo>
                  <a:pt x="2604814" y="1517323"/>
                </a:lnTo>
                <a:lnTo>
                  <a:pt x="2612730" y="1471173"/>
                </a:lnTo>
                <a:lnTo>
                  <a:pt x="2619145" y="1425020"/>
                </a:lnTo>
                <a:lnTo>
                  <a:pt x="2624064" y="1378904"/>
                </a:lnTo>
                <a:lnTo>
                  <a:pt x="2627495" y="1332864"/>
                </a:lnTo>
                <a:lnTo>
                  <a:pt x="2629445" y="1286941"/>
                </a:lnTo>
                <a:lnTo>
                  <a:pt x="2629919" y="1241173"/>
                </a:lnTo>
                <a:lnTo>
                  <a:pt x="2628925" y="1195600"/>
                </a:lnTo>
                <a:lnTo>
                  <a:pt x="2626470" y="1150263"/>
                </a:lnTo>
                <a:lnTo>
                  <a:pt x="2622560" y="1105200"/>
                </a:lnTo>
                <a:lnTo>
                  <a:pt x="2617202" y="1060451"/>
                </a:lnTo>
                <a:lnTo>
                  <a:pt x="2610403" y="1016056"/>
                </a:lnTo>
                <a:lnTo>
                  <a:pt x="2602169" y="972054"/>
                </a:lnTo>
                <a:lnTo>
                  <a:pt x="2592508" y="928485"/>
                </a:lnTo>
                <a:lnTo>
                  <a:pt x="2581425" y="885389"/>
                </a:lnTo>
                <a:lnTo>
                  <a:pt x="2568929" y="842805"/>
                </a:lnTo>
                <a:lnTo>
                  <a:pt x="2555024" y="800772"/>
                </a:lnTo>
                <a:lnTo>
                  <a:pt x="2539719" y="759332"/>
                </a:lnTo>
                <a:lnTo>
                  <a:pt x="2523020" y="718522"/>
                </a:lnTo>
                <a:lnTo>
                  <a:pt x="2504933" y="678383"/>
                </a:lnTo>
                <a:lnTo>
                  <a:pt x="2485466" y="638954"/>
                </a:lnTo>
                <a:lnTo>
                  <a:pt x="2464625" y="600275"/>
                </a:lnTo>
                <a:lnTo>
                  <a:pt x="2442417" y="562385"/>
                </a:lnTo>
                <a:lnTo>
                  <a:pt x="2418848" y="525325"/>
                </a:lnTo>
                <a:lnTo>
                  <a:pt x="2393926" y="489133"/>
                </a:lnTo>
                <a:lnTo>
                  <a:pt x="2367657" y="453850"/>
                </a:lnTo>
                <a:lnTo>
                  <a:pt x="2340047" y="419515"/>
                </a:lnTo>
                <a:lnTo>
                  <a:pt x="2311104" y="386167"/>
                </a:lnTo>
                <a:lnTo>
                  <a:pt x="2280835" y="353846"/>
                </a:lnTo>
                <a:lnTo>
                  <a:pt x="2249245" y="322593"/>
                </a:lnTo>
                <a:lnTo>
                  <a:pt x="2216343" y="292445"/>
                </a:lnTo>
                <a:lnTo>
                  <a:pt x="2182133" y="263444"/>
                </a:lnTo>
                <a:lnTo>
                  <a:pt x="2146624" y="235628"/>
                </a:lnTo>
                <a:lnTo>
                  <a:pt x="2109822" y="209038"/>
                </a:lnTo>
                <a:lnTo>
                  <a:pt x="2071734" y="183712"/>
                </a:lnTo>
                <a:lnTo>
                  <a:pt x="2032690" y="159885"/>
                </a:lnTo>
                <a:lnTo>
                  <a:pt x="1993043" y="137759"/>
                </a:lnTo>
                <a:lnTo>
                  <a:pt x="1952832" y="117322"/>
                </a:lnTo>
                <a:lnTo>
                  <a:pt x="1912095" y="98565"/>
                </a:lnTo>
                <a:lnTo>
                  <a:pt x="1870871" y="81475"/>
                </a:lnTo>
                <a:lnTo>
                  <a:pt x="1829198" y="66043"/>
                </a:lnTo>
                <a:lnTo>
                  <a:pt x="1787117" y="52259"/>
                </a:lnTo>
                <a:lnTo>
                  <a:pt x="1744665" y="40110"/>
                </a:lnTo>
                <a:lnTo>
                  <a:pt x="1701881" y="29588"/>
                </a:lnTo>
                <a:lnTo>
                  <a:pt x="1658804" y="20680"/>
                </a:lnTo>
                <a:lnTo>
                  <a:pt x="1615472" y="13378"/>
                </a:lnTo>
                <a:lnTo>
                  <a:pt x="1571925" y="7669"/>
                </a:lnTo>
                <a:lnTo>
                  <a:pt x="1528201" y="3543"/>
                </a:lnTo>
                <a:lnTo>
                  <a:pt x="1484339" y="990"/>
                </a:lnTo>
                <a:lnTo>
                  <a:pt x="144037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65501" y="5294329"/>
            <a:ext cx="3351529" cy="584835"/>
          </a:xfrm>
          <a:custGeom>
            <a:avLst/>
            <a:gdLst/>
            <a:ahLst/>
            <a:cxnLst/>
            <a:rect l="l" t="t" r="r" b="b"/>
            <a:pathLst>
              <a:path w="3351529" h="584835">
                <a:moveTo>
                  <a:pt x="3131376" y="480964"/>
                </a:moveTo>
                <a:lnTo>
                  <a:pt x="3012749" y="509778"/>
                </a:lnTo>
                <a:lnTo>
                  <a:pt x="2999045" y="516188"/>
                </a:lnTo>
                <a:lnTo>
                  <a:pt x="2989204" y="526980"/>
                </a:lnTo>
                <a:lnTo>
                  <a:pt x="2984128" y="540676"/>
                </a:lnTo>
                <a:lnTo>
                  <a:pt x="2984719" y="555794"/>
                </a:lnTo>
                <a:lnTo>
                  <a:pt x="2991129" y="569498"/>
                </a:lnTo>
                <a:lnTo>
                  <a:pt x="3001922" y="579340"/>
                </a:lnTo>
                <a:lnTo>
                  <a:pt x="3015617" y="584416"/>
                </a:lnTo>
                <a:lnTo>
                  <a:pt x="3030735" y="583825"/>
                </a:lnTo>
                <a:lnTo>
                  <a:pt x="3289905" y="520874"/>
                </a:lnTo>
                <a:lnTo>
                  <a:pt x="3268120" y="520874"/>
                </a:lnTo>
                <a:lnTo>
                  <a:pt x="3131376" y="480964"/>
                </a:lnTo>
                <a:close/>
              </a:path>
              <a:path w="3351529" h="584835">
                <a:moveTo>
                  <a:pt x="3206454" y="462728"/>
                </a:moveTo>
                <a:lnTo>
                  <a:pt x="3131376" y="480964"/>
                </a:lnTo>
                <a:lnTo>
                  <a:pt x="3268120" y="520874"/>
                </a:lnTo>
                <a:lnTo>
                  <a:pt x="3271218" y="510387"/>
                </a:lnTo>
                <a:lnTo>
                  <a:pt x="3251114" y="510387"/>
                </a:lnTo>
                <a:lnTo>
                  <a:pt x="3206454" y="462728"/>
                </a:lnTo>
                <a:close/>
              </a:path>
              <a:path w="3351529" h="584835">
                <a:moveTo>
                  <a:pt x="3099191" y="253142"/>
                </a:moveTo>
                <a:lnTo>
                  <a:pt x="3084771" y="255465"/>
                </a:lnTo>
                <a:lnTo>
                  <a:pt x="3071902" y="263420"/>
                </a:lnTo>
                <a:lnTo>
                  <a:pt x="3063128" y="275746"/>
                </a:lnTo>
                <a:lnTo>
                  <a:pt x="3059874" y="289985"/>
                </a:lnTo>
                <a:lnTo>
                  <a:pt x="3062196" y="304405"/>
                </a:lnTo>
                <a:lnTo>
                  <a:pt x="3070152" y="317274"/>
                </a:lnTo>
                <a:lnTo>
                  <a:pt x="3155840" y="408716"/>
                </a:lnTo>
                <a:lnTo>
                  <a:pt x="3289712" y="447797"/>
                </a:lnTo>
                <a:lnTo>
                  <a:pt x="3268120" y="520874"/>
                </a:lnTo>
                <a:lnTo>
                  <a:pt x="3289905" y="520874"/>
                </a:lnTo>
                <a:lnTo>
                  <a:pt x="3351377" y="505943"/>
                </a:lnTo>
                <a:lnTo>
                  <a:pt x="3125755" y="265170"/>
                </a:lnTo>
                <a:lnTo>
                  <a:pt x="3113430" y="256396"/>
                </a:lnTo>
                <a:lnTo>
                  <a:pt x="3099191" y="253142"/>
                </a:lnTo>
                <a:close/>
              </a:path>
              <a:path w="3351529" h="584835">
                <a:moveTo>
                  <a:pt x="3269923" y="447312"/>
                </a:moveTo>
                <a:lnTo>
                  <a:pt x="3206454" y="462728"/>
                </a:lnTo>
                <a:lnTo>
                  <a:pt x="3251114" y="510387"/>
                </a:lnTo>
                <a:lnTo>
                  <a:pt x="3269923" y="447312"/>
                </a:lnTo>
                <a:close/>
              </a:path>
              <a:path w="3351529" h="584835">
                <a:moveTo>
                  <a:pt x="3288067" y="447312"/>
                </a:moveTo>
                <a:lnTo>
                  <a:pt x="3269923" y="447312"/>
                </a:lnTo>
                <a:lnTo>
                  <a:pt x="3251114" y="510387"/>
                </a:lnTo>
                <a:lnTo>
                  <a:pt x="3271218" y="510387"/>
                </a:lnTo>
                <a:lnTo>
                  <a:pt x="3289712" y="447797"/>
                </a:lnTo>
                <a:lnTo>
                  <a:pt x="3288067" y="447312"/>
                </a:lnTo>
                <a:close/>
              </a:path>
              <a:path w="3351529" h="584835">
                <a:moveTo>
                  <a:pt x="1844088" y="76199"/>
                </a:moveTo>
                <a:lnTo>
                  <a:pt x="1262298" y="76199"/>
                </a:lnTo>
                <a:lnTo>
                  <a:pt x="1312985" y="77249"/>
                </a:lnTo>
                <a:lnTo>
                  <a:pt x="1338856" y="78364"/>
                </a:lnTo>
                <a:lnTo>
                  <a:pt x="1394721" y="82374"/>
                </a:lnTo>
                <a:lnTo>
                  <a:pt x="1488085" y="92623"/>
                </a:lnTo>
                <a:lnTo>
                  <a:pt x="1555601" y="102025"/>
                </a:lnTo>
                <a:lnTo>
                  <a:pt x="1626928" y="113313"/>
                </a:lnTo>
                <a:lnTo>
                  <a:pt x="1701591" y="126329"/>
                </a:lnTo>
                <a:lnTo>
                  <a:pt x="1779123" y="140912"/>
                </a:lnTo>
                <a:lnTo>
                  <a:pt x="1859066" y="156903"/>
                </a:lnTo>
                <a:lnTo>
                  <a:pt x="2024369" y="192455"/>
                </a:lnTo>
                <a:lnTo>
                  <a:pt x="2194025" y="231722"/>
                </a:lnTo>
                <a:lnTo>
                  <a:pt x="2448295" y="294628"/>
                </a:lnTo>
                <a:lnTo>
                  <a:pt x="2769053" y="379367"/>
                </a:lnTo>
                <a:lnTo>
                  <a:pt x="3131376" y="480964"/>
                </a:lnTo>
                <a:lnTo>
                  <a:pt x="3206454" y="462728"/>
                </a:lnTo>
                <a:lnTo>
                  <a:pt x="3155840" y="408716"/>
                </a:lnTo>
                <a:lnTo>
                  <a:pt x="2788942" y="305808"/>
                </a:lnTo>
                <a:lnTo>
                  <a:pt x="2466983" y="220755"/>
                </a:lnTo>
                <a:lnTo>
                  <a:pt x="2211205" y="157486"/>
                </a:lnTo>
                <a:lnTo>
                  <a:pt x="2040714" y="118029"/>
                </a:lnTo>
                <a:lnTo>
                  <a:pt x="1874010" y="82182"/>
                </a:lnTo>
                <a:lnTo>
                  <a:pt x="1844088" y="76199"/>
                </a:lnTo>
                <a:close/>
              </a:path>
              <a:path w="3351529" h="584835">
                <a:moveTo>
                  <a:pt x="3155840" y="408716"/>
                </a:moveTo>
                <a:lnTo>
                  <a:pt x="3206454" y="462728"/>
                </a:lnTo>
                <a:lnTo>
                  <a:pt x="3269923" y="447312"/>
                </a:lnTo>
                <a:lnTo>
                  <a:pt x="3288067" y="447312"/>
                </a:lnTo>
                <a:lnTo>
                  <a:pt x="3155840" y="408716"/>
                </a:lnTo>
                <a:close/>
              </a:path>
              <a:path w="3351529" h="584835">
                <a:moveTo>
                  <a:pt x="1262122" y="0"/>
                </a:moveTo>
                <a:lnTo>
                  <a:pt x="1210304" y="142"/>
                </a:lnTo>
                <a:lnTo>
                  <a:pt x="1110550" y="3851"/>
                </a:lnTo>
                <a:lnTo>
                  <a:pt x="1014608" y="11883"/>
                </a:lnTo>
                <a:lnTo>
                  <a:pt x="922233" y="23929"/>
                </a:lnTo>
                <a:lnTo>
                  <a:pt x="833179" y="39677"/>
                </a:lnTo>
                <a:lnTo>
                  <a:pt x="747201" y="58809"/>
                </a:lnTo>
                <a:lnTo>
                  <a:pt x="664047" y="81008"/>
                </a:lnTo>
                <a:lnTo>
                  <a:pt x="583465" y="105951"/>
                </a:lnTo>
                <a:lnTo>
                  <a:pt x="505199" y="133314"/>
                </a:lnTo>
                <a:lnTo>
                  <a:pt x="428986" y="162777"/>
                </a:lnTo>
                <a:lnTo>
                  <a:pt x="354564" y="194019"/>
                </a:lnTo>
                <a:lnTo>
                  <a:pt x="281666" y="226721"/>
                </a:lnTo>
                <a:lnTo>
                  <a:pt x="210022" y="260569"/>
                </a:lnTo>
                <a:lnTo>
                  <a:pt x="139278" y="295292"/>
                </a:lnTo>
                <a:lnTo>
                  <a:pt x="0" y="365826"/>
                </a:lnTo>
                <a:lnTo>
                  <a:pt x="34425" y="433806"/>
                </a:lnTo>
                <a:lnTo>
                  <a:pt x="173704" y="363272"/>
                </a:lnTo>
                <a:lnTo>
                  <a:pt x="243594" y="328975"/>
                </a:lnTo>
                <a:lnTo>
                  <a:pt x="314213" y="295621"/>
                </a:lnTo>
                <a:lnTo>
                  <a:pt x="385748" y="263546"/>
                </a:lnTo>
                <a:lnTo>
                  <a:pt x="458472" y="233041"/>
                </a:lnTo>
                <a:lnTo>
                  <a:pt x="532663" y="204393"/>
                </a:lnTo>
                <a:lnTo>
                  <a:pt x="608596" y="177887"/>
                </a:lnTo>
                <a:lnTo>
                  <a:pt x="686558" y="153808"/>
                </a:lnTo>
                <a:lnTo>
                  <a:pt x="766829" y="132439"/>
                </a:lnTo>
                <a:lnTo>
                  <a:pt x="849703" y="114063"/>
                </a:lnTo>
                <a:lnTo>
                  <a:pt x="935471" y="98971"/>
                </a:lnTo>
                <a:lnTo>
                  <a:pt x="1024430" y="87447"/>
                </a:lnTo>
                <a:lnTo>
                  <a:pt x="1116874" y="79789"/>
                </a:lnTo>
                <a:lnTo>
                  <a:pt x="1213105" y="76290"/>
                </a:lnTo>
                <a:lnTo>
                  <a:pt x="1844088" y="76199"/>
                </a:lnTo>
                <a:lnTo>
                  <a:pt x="1793206" y="66026"/>
                </a:lnTo>
                <a:lnTo>
                  <a:pt x="1714673" y="51261"/>
                </a:lnTo>
                <a:lnTo>
                  <a:pt x="1638832" y="38049"/>
                </a:lnTo>
                <a:lnTo>
                  <a:pt x="1566099" y="26551"/>
                </a:lnTo>
                <a:lnTo>
                  <a:pt x="1496879" y="16932"/>
                </a:lnTo>
                <a:lnTo>
                  <a:pt x="1431851" y="9386"/>
                </a:lnTo>
                <a:lnTo>
                  <a:pt x="1370879" y="4025"/>
                </a:lnTo>
                <a:lnTo>
                  <a:pt x="1314549" y="1065"/>
                </a:lnTo>
                <a:lnTo>
                  <a:pt x="12621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2082" y="4007684"/>
            <a:ext cx="3528060" cy="340995"/>
          </a:xfrm>
          <a:custGeom>
            <a:avLst/>
            <a:gdLst/>
            <a:ahLst/>
            <a:cxnLst/>
            <a:rect l="l" t="t" r="r" b="b"/>
            <a:pathLst>
              <a:path w="3528059" h="340995">
                <a:moveTo>
                  <a:pt x="3308381" y="218164"/>
                </a:moveTo>
                <a:lnTo>
                  <a:pt x="3195015" y="267717"/>
                </a:lnTo>
                <a:lnTo>
                  <a:pt x="3182625" y="276400"/>
                </a:lnTo>
                <a:lnTo>
                  <a:pt x="3174799" y="288733"/>
                </a:lnTo>
                <a:lnTo>
                  <a:pt x="3172168" y="303100"/>
                </a:lnTo>
                <a:lnTo>
                  <a:pt x="3175364" y="317887"/>
                </a:lnTo>
                <a:lnTo>
                  <a:pt x="3184047" y="330277"/>
                </a:lnTo>
                <a:lnTo>
                  <a:pt x="3196379" y="338103"/>
                </a:lnTo>
                <a:lnTo>
                  <a:pt x="3210746" y="340734"/>
                </a:lnTo>
                <a:lnTo>
                  <a:pt x="3225534" y="337538"/>
                </a:lnTo>
                <a:lnTo>
                  <a:pt x="3461320" y="234474"/>
                </a:lnTo>
                <a:lnTo>
                  <a:pt x="3448362" y="234474"/>
                </a:lnTo>
                <a:lnTo>
                  <a:pt x="3308381" y="218164"/>
                </a:lnTo>
                <a:close/>
              </a:path>
              <a:path w="3528059" h="340995">
                <a:moveTo>
                  <a:pt x="1658838" y="15598"/>
                </a:moveTo>
                <a:lnTo>
                  <a:pt x="1546826" y="16935"/>
                </a:lnTo>
                <a:lnTo>
                  <a:pt x="1437339" y="20456"/>
                </a:lnTo>
                <a:lnTo>
                  <a:pt x="1330289" y="26063"/>
                </a:lnTo>
                <a:lnTo>
                  <a:pt x="1225522" y="33619"/>
                </a:lnTo>
                <a:lnTo>
                  <a:pt x="1122880" y="42983"/>
                </a:lnTo>
                <a:lnTo>
                  <a:pt x="1022209" y="54014"/>
                </a:lnTo>
                <a:lnTo>
                  <a:pt x="923353" y="66572"/>
                </a:lnTo>
                <a:lnTo>
                  <a:pt x="826155" y="80515"/>
                </a:lnTo>
                <a:lnTo>
                  <a:pt x="730458" y="95703"/>
                </a:lnTo>
                <a:lnTo>
                  <a:pt x="636106" y="111993"/>
                </a:lnTo>
                <a:lnTo>
                  <a:pt x="542772" y="129279"/>
                </a:lnTo>
                <a:lnTo>
                  <a:pt x="359431" y="166097"/>
                </a:lnTo>
                <a:lnTo>
                  <a:pt x="0" y="245100"/>
                </a:lnTo>
                <a:lnTo>
                  <a:pt x="16634" y="319462"/>
                </a:lnTo>
                <a:lnTo>
                  <a:pt x="375514" y="240581"/>
                </a:lnTo>
                <a:lnTo>
                  <a:pt x="557773" y="203988"/>
                </a:lnTo>
                <a:lnTo>
                  <a:pt x="649979" y="186920"/>
                </a:lnTo>
                <a:lnTo>
                  <a:pt x="743421" y="170792"/>
                </a:lnTo>
                <a:lnTo>
                  <a:pt x="838097" y="155774"/>
                </a:lnTo>
                <a:lnTo>
                  <a:pt x="934170" y="142001"/>
                </a:lnTo>
                <a:lnTo>
                  <a:pt x="1031808" y="129607"/>
                </a:lnTo>
                <a:lnTo>
                  <a:pt x="1131176" y="118730"/>
                </a:lnTo>
                <a:lnTo>
                  <a:pt x="1232439" y="109504"/>
                </a:lnTo>
                <a:lnTo>
                  <a:pt x="1335765" y="102066"/>
                </a:lnTo>
                <a:lnTo>
                  <a:pt x="1441320" y="96552"/>
                </a:lnTo>
                <a:lnTo>
                  <a:pt x="1549270" y="93097"/>
                </a:lnTo>
                <a:lnTo>
                  <a:pt x="1659743" y="91793"/>
                </a:lnTo>
                <a:lnTo>
                  <a:pt x="2859465" y="91793"/>
                </a:lnTo>
                <a:lnTo>
                  <a:pt x="2626128" y="68243"/>
                </a:lnTo>
                <a:lnTo>
                  <a:pt x="2374646" y="46495"/>
                </a:lnTo>
                <a:lnTo>
                  <a:pt x="2250927" y="37417"/>
                </a:lnTo>
                <a:lnTo>
                  <a:pt x="2128766" y="29723"/>
                </a:lnTo>
                <a:lnTo>
                  <a:pt x="2008322" y="23555"/>
                </a:lnTo>
                <a:lnTo>
                  <a:pt x="1889749" y="19050"/>
                </a:lnTo>
                <a:lnTo>
                  <a:pt x="1773203" y="16350"/>
                </a:lnTo>
                <a:lnTo>
                  <a:pt x="1658838" y="15598"/>
                </a:lnTo>
                <a:close/>
              </a:path>
              <a:path w="3528059" h="340995">
                <a:moveTo>
                  <a:pt x="3377665" y="187879"/>
                </a:moveTo>
                <a:lnTo>
                  <a:pt x="3308381" y="218164"/>
                </a:lnTo>
                <a:lnTo>
                  <a:pt x="3448362" y="234474"/>
                </a:lnTo>
                <a:lnTo>
                  <a:pt x="3449221" y="227097"/>
                </a:lnTo>
                <a:lnTo>
                  <a:pt x="3429895" y="227097"/>
                </a:lnTo>
                <a:lnTo>
                  <a:pt x="3377665" y="187879"/>
                </a:lnTo>
                <a:close/>
              </a:path>
              <a:path w="3528059" h="340995">
                <a:moveTo>
                  <a:pt x="3235773" y="0"/>
                </a:moveTo>
                <a:lnTo>
                  <a:pt x="3221972" y="4781"/>
                </a:lnTo>
                <a:lnTo>
                  <a:pt x="3210673" y="14842"/>
                </a:lnTo>
                <a:lnTo>
                  <a:pt x="3204162" y="28499"/>
                </a:lnTo>
                <a:lnTo>
                  <a:pt x="3203420" y="43086"/>
                </a:lnTo>
                <a:lnTo>
                  <a:pt x="3208202" y="56888"/>
                </a:lnTo>
                <a:lnTo>
                  <a:pt x="3218263" y="68187"/>
                </a:lnTo>
                <a:lnTo>
                  <a:pt x="3317198" y="142476"/>
                </a:lnTo>
                <a:lnTo>
                  <a:pt x="3457181" y="158785"/>
                </a:lnTo>
                <a:lnTo>
                  <a:pt x="3448362" y="234474"/>
                </a:lnTo>
                <a:lnTo>
                  <a:pt x="3461320" y="234474"/>
                </a:lnTo>
                <a:lnTo>
                  <a:pt x="3527878" y="205380"/>
                </a:lnTo>
                <a:lnTo>
                  <a:pt x="3264018" y="7253"/>
                </a:lnTo>
                <a:lnTo>
                  <a:pt x="3250361" y="742"/>
                </a:lnTo>
                <a:lnTo>
                  <a:pt x="3235773" y="0"/>
                </a:lnTo>
                <a:close/>
              </a:path>
              <a:path w="3528059" h="340995">
                <a:moveTo>
                  <a:pt x="3437512" y="161719"/>
                </a:moveTo>
                <a:lnTo>
                  <a:pt x="3377665" y="187879"/>
                </a:lnTo>
                <a:lnTo>
                  <a:pt x="3429895" y="227097"/>
                </a:lnTo>
                <a:lnTo>
                  <a:pt x="3437512" y="161719"/>
                </a:lnTo>
                <a:close/>
              </a:path>
              <a:path w="3528059" h="340995">
                <a:moveTo>
                  <a:pt x="3456839" y="161719"/>
                </a:moveTo>
                <a:lnTo>
                  <a:pt x="3437512" y="161719"/>
                </a:lnTo>
                <a:lnTo>
                  <a:pt x="3429895" y="227097"/>
                </a:lnTo>
                <a:lnTo>
                  <a:pt x="3449221" y="227097"/>
                </a:lnTo>
                <a:lnTo>
                  <a:pt x="3456839" y="161719"/>
                </a:lnTo>
                <a:close/>
              </a:path>
              <a:path w="3528059" h="340995">
                <a:moveTo>
                  <a:pt x="2859465" y="91793"/>
                </a:moveTo>
                <a:lnTo>
                  <a:pt x="1659743" y="91793"/>
                </a:lnTo>
                <a:lnTo>
                  <a:pt x="1772697" y="92549"/>
                </a:lnTo>
                <a:lnTo>
                  <a:pt x="1887982" y="95228"/>
                </a:lnTo>
                <a:lnTo>
                  <a:pt x="2005426" y="99699"/>
                </a:lnTo>
                <a:lnTo>
                  <a:pt x="2124867" y="105824"/>
                </a:lnTo>
                <a:lnTo>
                  <a:pt x="2246135" y="113465"/>
                </a:lnTo>
                <a:lnTo>
                  <a:pt x="2493500" y="132758"/>
                </a:lnTo>
                <a:lnTo>
                  <a:pt x="2746201" y="156479"/>
                </a:lnTo>
                <a:lnTo>
                  <a:pt x="3308381" y="218164"/>
                </a:lnTo>
                <a:lnTo>
                  <a:pt x="3377665" y="187879"/>
                </a:lnTo>
                <a:lnTo>
                  <a:pt x="3317198" y="142476"/>
                </a:lnTo>
                <a:lnTo>
                  <a:pt x="2859465" y="91793"/>
                </a:lnTo>
                <a:close/>
              </a:path>
              <a:path w="3528059" h="340995">
                <a:moveTo>
                  <a:pt x="3317198" y="142476"/>
                </a:moveTo>
                <a:lnTo>
                  <a:pt x="3377665" y="187879"/>
                </a:lnTo>
                <a:lnTo>
                  <a:pt x="3437512" y="161719"/>
                </a:lnTo>
                <a:lnTo>
                  <a:pt x="3456839" y="161719"/>
                </a:lnTo>
                <a:lnTo>
                  <a:pt x="3457181" y="158785"/>
                </a:lnTo>
                <a:lnTo>
                  <a:pt x="3317198" y="142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17492" y="4242556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13851" y="4242556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10208" y="4242556"/>
            <a:ext cx="213995" cy="228600"/>
          </a:xfrm>
          <a:custGeom>
            <a:avLst/>
            <a:gdLst/>
            <a:ahLst/>
            <a:cxnLst/>
            <a:rect l="l" t="t" r="r" b="b"/>
            <a:pathLst>
              <a:path w="213995" h="228600">
                <a:moveTo>
                  <a:pt x="0" y="228600"/>
                </a:moveTo>
                <a:lnTo>
                  <a:pt x="213811" y="228600"/>
                </a:lnTo>
                <a:lnTo>
                  <a:pt x="213811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24020" y="4242556"/>
            <a:ext cx="179070" cy="228600"/>
          </a:xfrm>
          <a:custGeom>
            <a:avLst/>
            <a:gdLst/>
            <a:ahLst/>
            <a:cxnLst/>
            <a:rect l="l" t="t" r="r" b="b"/>
            <a:pathLst>
              <a:path w="179070" h="228600">
                <a:moveTo>
                  <a:pt x="0" y="228600"/>
                </a:moveTo>
                <a:lnTo>
                  <a:pt x="178904" y="228600"/>
                </a:lnTo>
                <a:lnTo>
                  <a:pt x="178904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02924" y="4242556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13851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410208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24020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02925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17492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99283" y="4236206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11142" y="4242556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11142" y="4471156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99169" y="5687487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95527" y="5687487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91884" y="5687487"/>
            <a:ext cx="213995" cy="228600"/>
          </a:xfrm>
          <a:custGeom>
            <a:avLst/>
            <a:gdLst/>
            <a:ahLst/>
            <a:cxnLst/>
            <a:rect l="l" t="t" r="r" b="b"/>
            <a:pathLst>
              <a:path w="213995" h="228600">
                <a:moveTo>
                  <a:pt x="0" y="228600"/>
                </a:moveTo>
                <a:lnTo>
                  <a:pt x="213811" y="228600"/>
                </a:lnTo>
                <a:lnTo>
                  <a:pt x="213811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696" y="5687487"/>
            <a:ext cx="179070" cy="228600"/>
          </a:xfrm>
          <a:custGeom>
            <a:avLst/>
            <a:gdLst/>
            <a:ahLst/>
            <a:cxnLst/>
            <a:rect l="l" t="t" r="r" b="b"/>
            <a:pathLst>
              <a:path w="179070" h="228600">
                <a:moveTo>
                  <a:pt x="0" y="228600"/>
                </a:moveTo>
                <a:lnTo>
                  <a:pt x="178904" y="228600"/>
                </a:lnTo>
                <a:lnTo>
                  <a:pt x="178904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84601" y="5687487"/>
            <a:ext cx="196850" cy="228600"/>
          </a:xfrm>
          <a:custGeom>
            <a:avLst/>
            <a:gdLst/>
            <a:ahLst/>
            <a:cxnLst/>
            <a:rect l="l" t="t" r="r" b="b"/>
            <a:pathLst>
              <a:path w="196850" h="228600">
                <a:moveTo>
                  <a:pt x="0" y="228600"/>
                </a:moveTo>
                <a:lnTo>
                  <a:pt x="196358" y="228600"/>
                </a:lnTo>
                <a:lnTo>
                  <a:pt x="19635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95527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91884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05696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384601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99169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80958" y="5681137"/>
            <a:ext cx="0" cy="254000"/>
          </a:xfrm>
          <a:custGeom>
            <a:avLst/>
            <a:gdLst/>
            <a:ahLst/>
            <a:cxnLst/>
            <a:rect l="l" t="t" r="r" b="b"/>
            <a:pathLst>
              <a:path w="0" h="254000">
                <a:moveTo>
                  <a:pt x="0" y="0"/>
                </a:moveTo>
                <a:lnTo>
                  <a:pt x="0" y="2540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592819" y="5687487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92819" y="5916087"/>
            <a:ext cx="995044" cy="0"/>
          </a:xfrm>
          <a:custGeom>
            <a:avLst/>
            <a:gdLst/>
            <a:ahLst/>
            <a:cxnLst/>
            <a:rect l="l" t="t" r="r" b="b"/>
            <a:pathLst>
              <a:path w="995045" h="0">
                <a:moveTo>
                  <a:pt x="0" y="0"/>
                </a:moveTo>
                <a:lnTo>
                  <a:pt x="99449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314982" y="5741787"/>
            <a:ext cx="160655" cy="160655"/>
          </a:xfrm>
          <a:custGeom>
            <a:avLst/>
            <a:gdLst/>
            <a:ahLst/>
            <a:cxnLst/>
            <a:rect l="l" t="t" r="r" b="b"/>
            <a:pathLst>
              <a:path w="160654" h="160654">
                <a:moveTo>
                  <a:pt x="80068" y="0"/>
                </a:moveTo>
                <a:lnTo>
                  <a:pt x="48902" y="6292"/>
                </a:lnTo>
                <a:lnTo>
                  <a:pt x="23451" y="23451"/>
                </a:lnTo>
                <a:lnTo>
                  <a:pt x="6292" y="48901"/>
                </a:lnTo>
                <a:lnTo>
                  <a:pt x="0" y="80067"/>
                </a:lnTo>
                <a:lnTo>
                  <a:pt x="6292" y="111233"/>
                </a:lnTo>
                <a:lnTo>
                  <a:pt x="23451" y="136683"/>
                </a:lnTo>
                <a:lnTo>
                  <a:pt x="48902" y="153842"/>
                </a:lnTo>
                <a:lnTo>
                  <a:pt x="80068" y="160134"/>
                </a:lnTo>
                <a:lnTo>
                  <a:pt x="111233" y="153842"/>
                </a:lnTo>
                <a:lnTo>
                  <a:pt x="136684" y="136683"/>
                </a:lnTo>
                <a:lnTo>
                  <a:pt x="153843" y="111233"/>
                </a:lnTo>
                <a:lnTo>
                  <a:pt x="160135" y="80067"/>
                </a:lnTo>
                <a:lnTo>
                  <a:pt x="153843" y="48901"/>
                </a:lnTo>
                <a:lnTo>
                  <a:pt x="136684" y="23451"/>
                </a:lnTo>
                <a:lnTo>
                  <a:pt x="111233" y="6292"/>
                </a:lnTo>
                <a:lnTo>
                  <a:pt x="80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14982" y="5741787"/>
            <a:ext cx="160655" cy="160655"/>
          </a:xfrm>
          <a:custGeom>
            <a:avLst/>
            <a:gdLst/>
            <a:ahLst/>
            <a:cxnLst/>
            <a:rect l="l" t="t" r="r" b="b"/>
            <a:pathLst>
              <a:path w="160654" h="160654">
                <a:moveTo>
                  <a:pt x="0" y="80067"/>
                </a:moveTo>
                <a:lnTo>
                  <a:pt x="6292" y="48901"/>
                </a:lnTo>
                <a:lnTo>
                  <a:pt x="23451" y="23451"/>
                </a:lnTo>
                <a:lnTo>
                  <a:pt x="48901" y="6292"/>
                </a:lnTo>
                <a:lnTo>
                  <a:pt x="80067" y="0"/>
                </a:lnTo>
                <a:lnTo>
                  <a:pt x="111233" y="6292"/>
                </a:lnTo>
                <a:lnTo>
                  <a:pt x="136683" y="23451"/>
                </a:lnTo>
                <a:lnTo>
                  <a:pt x="153842" y="48901"/>
                </a:lnTo>
                <a:lnTo>
                  <a:pt x="160135" y="80067"/>
                </a:lnTo>
                <a:lnTo>
                  <a:pt x="153842" y="111233"/>
                </a:lnTo>
                <a:lnTo>
                  <a:pt x="136683" y="136683"/>
                </a:lnTo>
                <a:lnTo>
                  <a:pt x="111233" y="153842"/>
                </a:lnTo>
                <a:lnTo>
                  <a:pt x="80067" y="160135"/>
                </a:lnTo>
                <a:lnTo>
                  <a:pt x="48901" y="153842"/>
                </a:lnTo>
                <a:lnTo>
                  <a:pt x="23451" y="136683"/>
                </a:lnTo>
                <a:lnTo>
                  <a:pt x="6292" y="111233"/>
                </a:lnTo>
                <a:lnTo>
                  <a:pt x="0" y="8006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163773" y="5142483"/>
            <a:ext cx="4381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5">
                <a:latin typeface="Cambria Math"/>
                <a:cs typeface="Cambria Math"/>
              </a:rPr>
              <a:t>𝑧</a:t>
            </a:r>
            <a:r>
              <a:rPr dirty="0" baseline="-16666" sz="3000" spc="367">
                <a:latin typeface="Cambria Math"/>
                <a:cs typeface="Cambria Math"/>
              </a:rPr>
              <a:t>"</a:t>
            </a:r>
            <a:r>
              <a:rPr dirty="0" baseline="-32679" sz="2550" spc="787">
                <a:latin typeface="Cambria Math"/>
                <a:cs typeface="Cambria Math"/>
              </a:rPr>
              <a:t>!</a:t>
            </a:r>
            <a:endParaRPr baseline="-32679" sz="25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64092" y="4276788"/>
            <a:ext cx="160655" cy="160655"/>
          </a:xfrm>
          <a:custGeom>
            <a:avLst/>
            <a:gdLst/>
            <a:ahLst/>
            <a:cxnLst/>
            <a:rect l="l" t="t" r="r" b="b"/>
            <a:pathLst>
              <a:path w="160654" h="160654">
                <a:moveTo>
                  <a:pt x="80068" y="0"/>
                </a:moveTo>
                <a:lnTo>
                  <a:pt x="48902" y="6292"/>
                </a:lnTo>
                <a:lnTo>
                  <a:pt x="23451" y="23451"/>
                </a:lnTo>
                <a:lnTo>
                  <a:pt x="6292" y="48902"/>
                </a:lnTo>
                <a:lnTo>
                  <a:pt x="0" y="80068"/>
                </a:lnTo>
                <a:lnTo>
                  <a:pt x="6292" y="111234"/>
                </a:lnTo>
                <a:lnTo>
                  <a:pt x="23451" y="136684"/>
                </a:lnTo>
                <a:lnTo>
                  <a:pt x="48902" y="153843"/>
                </a:lnTo>
                <a:lnTo>
                  <a:pt x="80068" y="160135"/>
                </a:lnTo>
                <a:lnTo>
                  <a:pt x="111234" y="153843"/>
                </a:lnTo>
                <a:lnTo>
                  <a:pt x="136684" y="136684"/>
                </a:lnTo>
                <a:lnTo>
                  <a:pt x="153843" y="111234"/>
                </a:lnTo>
                <a:lnTo>
                  <a:pt x="160135" y="80068"/>
                </a:lnTo>
                <a:lnTo>
                  <a:pt x="153843" y="48902"/>
                </a:lnTo>
                <a:lnTo>
                  <a:pt x="136684" y="23451"/>
                </a:lnTo>
                <a:lnTo>
                  <a:pt x="111234" y="6292"/>
                </a:lnTo>
                <a:lnTo>
                  <a:pt x="80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764092" y="4276788"/>
            <a:ext cx="160655" cy="160655"/>
          </a:xfrm>
          <a:custGeom>
            <a:avLst/>
            <a:gdLst/>
            <a:ahLst/>
            <a:cxnLst/>
            <a:rect l="l" t="t" r="r" b="b"/>
            <a:pathLst>
              <a:path w="160654" h="160654">
                <a:moveTo>
                  <a:pt x="0" y="80067"/>
                </a:moveTo>
                <a:lnTo>
                  <a:pt x="6292" y="48901"/>
                </a:lnTo>
                <a:lnTo>
                  <a:pt x="23451" y="23451"/>
                </a:lnTo>
                <a:lnTo>
                  <a:pt x="48901" y="6292"/>
                </a:lnTo>
                <a:lnTo>
                  <a:pt x="80067" y="0"/>
                </a:lnTo>
                <a:lnTo>
                  <a:pt x="111233" y="6292"/>
                </a:lnTo>
                <a:lnTo>
                  <a:pt x="136683" y="23451"/>
                </a:lnTo>
                <a:lnTo>
                  <a:pt x="153842" y="48901"/>
                </a:lnTo>
                <a:lnTo>
                  <a:pt x="160135" y="80067"/>
                </a:lnTo>
                <a:lnTo>
                  <a:pt x="153842" y="111233"/>
                </a:lnTo>
                <a:lnTo>
                  <a:pt x="136683" y="136683"/>
                </a:lnTo>
                <a:lnTo>
                  <a:pt x="111233" y="153842"/>
                </a:lnTo>
                <a:lnTo>
                  <a:pt x="80067" y="160135"/>
                </a:lnTo>
                <a:lnTo>
                  <a:pt x="48901" y="153842"/>
                </a:lnTo>
                <a:lnTo>
                  <a:pt x="23451" y="136683"/>
                </a:lnTo>
                <a:lnTo>
                  <a:pt x="6292" y="111233"/>
                </a:lnTo>
                <a:lnTo>
                  <a:pt x="0" y="8006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66416" y="1356867"/>
            <a:ext cx="7736205" cy="2766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2900">
              <a:lnSpc>
                <a:spcPct val="99600"/>
              </a:lnSpc>
              <a:spcBef>
                <a:spcPts val="110"/>
              </a:spcBef>
              <a:buClr>
                <a:srgbClr val="C00000"/>
              </a:buClr>
              <a:buSzPct val="101818"/>
              <a:buFont typeface="Malgun Gothic"/>
              <a:buChar char="▪"/>
              <a:tabLst>
                <a:tab pos="355600" algn="l"/>
              </a:tabLst>
            </a:pPr>
            <a:r>
              <a:rPr dirty="0" baseline="1010" sz="4125" spc="-75">
                <a:latin typeface="Arial"/>
                <a:cs typeface="Arial"/>
              </a:rPr>
              <a:t>Goal: </a:t>
            </a:r>
            <a:r>
              <a:rPr dirty="0" sz="2800" spc="-80">
                <a:latin typeface="Arial"/>
                <a:cs typeface="Arial"/>
              </a:rPr>
              <a:t>Learn </a:t>
            </a:r>
            <a:r>
              <a:rPr dirty="0" sz="2800" spc="-45">
                <a:latin typeface="Arial"/>
                <a:cs typeface="Arial"/>
              </a:rPr>
              <a:t>subgraph embeddings </a:t>
            </a:r>
            <a:r>
              <a:rPr dirty="0" sz="2800" spc="-40">
                <a:latin typeface="Arial"/>
                <a:cs typeface="Arial"/>
              </a:rPr>
              <a:t>such </a:t>
            </a:r>
            <a:r>
              <a:rPr dirty="0" sz="2800" spc="-25">
                <a:latin typeface="Arial"/>
                <a:cs typeface="Arial"/>
              </a:rPr>
              <a:t>that </a:t>
            </a:r>
            <a:r>
              <a:rPr dirty="0" sz="2800" spc="-245">
                <a:latin typeface="Arial"/>
                <a:cs typeface="Arial"/>
              </a:rPr>
              <a:t>the  </a:t>
            </a:r>
            <a:r>
              <a:rPr dirty="0" sz="2800" spc="-70">
                <a:latin typeface="Arial"/>
                <a:cs typeface="Arial"/>
              </a:rPr>
              <a:t>likelihood </a:t>
            </a:r>
            <a:r>
              <a:rPr dirty="0" sz="2800" spc="-40">
                <a:latin typeface="Arial"/>
                <a:cs typeface="Arial"/>
              </a:rPr>
              <a:t>of </a:t>
            </a:r>
            <a:r>
              <a:rPr dirty="0" sz="2800" spc="-80">
                <a:latin typeface="Arial"/>
                <a:cs typeface="Arial"/>
              </a:rPr>
              <a:t>preserving </a:t>
            </a:r>
            <a:r>
              <a:rPr dirty="0" sz="2800" spc="-45">
                <a:latin typeface="Arial"/>
                <a:cs typeface="Arial"/>
              </a:rPr>
              <a:t>subgraph </a:t>
            </a:r>
            <a:r>
              <a:rPr dirty="0" sz="2800" spc="-30">
                <a:latin typeface="Arial"/>
                <a:cs typeface="Arial"/>
              </a:rPr>
              <a:t>topology </a:t>
            </a:r>
            <a:r>
              <a:rPr dirty="0" sz="2800" spc="-90">
                <a:latin typeface="Arial"/>
                <a:cs typeface="Arial"/>
              </a:rPr>
              <a:t>is  </a:t>
            </a:r>
            <a:r>
              <a:rPr dirty="0" sz="2800" spc="-75">
                <a:latin typeface="Arial"/>
                <a:cs typeface="Arial"/>
              </a:rPr>
              <a:t>maximized </a:t>
            </a:r>
            <a:r>
              <a:rPr dirty="0" sz="2800" spc="-85">
                <a:latin typeface="Arial"/>
                <a:cs typeface="Arial"/>
              </a:rPr>
              <a:t>in </a:t>
            </a:r>
            <a:r>
              <a:rPr dirty="0" sz="2800" spc="-45">
                <a:latin typeface="Arial"/>
                <a:cs typeface="Arial"/>
              </a:rPr>
              <a:t>the </a:t>
            </a:r>
            <a:r>
              <a:rPr dirty="0" sz="2800" spc="-40">
                <a:latin typeface="Arial"/>
                <a:cs typeface="Arial"/>
              </a:rPr>
              <a:t>embedding</a:t>
            </a:r>
            <a:r>
              <a:rPr dirty="0" sz="2800" spc="6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space</a:t>
            </a:r>
            <a:endParaRPr sz="2800">
              <a:latin typeface="Arial"/>
              <a:cs typeface="Arial"/>
            </a:endParaRPr>
          </a:p>
          <a:p>
            <a:pPr lvl="1" marL="755650" marR="337185" indent="-285750">
              <a:lnSpc>
                <a:spcPct val="110800"/>
              </a:lnSpc>
              <a:spcBef>
                <a:spcPts val="229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40">
                <a:latin typeface="Cambria Math"/>
                <a:cs typeface="Cambria Math"/>
              </a:rPr>
              <a:t>𝑆</a:t>
            </a:r>
            <a:r>
              <a:rPr dirty="0" baseline="-15432" sz="2700" spc="60">
                <a:latin typeface="Cambria Math"/>
                <a:cs typeface="Cambria Math"/>
              </a:rPr>
              <a:t>' </a:t>
            </a:r>
            <a:r>
              <a:rPr dirty="0" sz="2400" spc="-35">
                <a:latin typeface="Arial"/>
                <a:cs typeface="Arial"/>
              </a:rPr>
              <a:t>and </a:t>
            </a:r>
            <a:r>
              <a:rPr dirty="0" sz="2400" spc="-409">
                <a:latin typeface="Cambria Math"/>
                <a:cs typeface="Cambria Math"/>
              </a:rPr>
              <a:t>𝑆</a:t>
            </a:r>
            <a:r>
              <a:rPr dirty="0" baseline="-15432" sz="2700" spc="-615">
                <a:latin typeface="Cambria Math"/>
                <a:cs typeface="Cambria Math"/>
              </a:rPr>
              <a:t>+</a:t>
            </a:r>
            <a:r>
              <a:rPr dirty="0" baseline="-15432" sz="2700" spc="300">
                <a:latin typeface="Cambria Math"/>
                <a:cs typeface="Cambria Math"/>
              </a:rPr>
              <a:t> </a:t>
            </a:r>
            <a:r>
              <a:rPr dirty="0" sz="2400" spc="-15">
                <a:latin typeface="Arial"/>
                <a:cs typeface="Arial"/>
              </a:rPr>
              <a:t>with </a:t>
            </a: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similar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subgraph </a:t>
            </a: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topology </a:t>
            </a:r>
            <a:r>
              <a:rPr dirty="0" sz="2400" spc="-35">
                <a:latin typeface="Arial"/>
                <a:cs typeface="Arial"/>
              </a:rPr>
              <a:t>should </a:t>
            </a:r>
            <a:r>
              <a:rPr dirty="0" sz="2400" spc="-30">
                <a:latin typeface="Arial"/>
                <a:cs typeface="Arial"/>
              </a:rPr>
              <a:t>be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embedded </a:t>
            </a:r>
            <a:r>
              <a:rPr dirty="0" sz="2400" spc="-40">
                <a:solidFill>
                  <a:srgbClr val="C00000"/>
                </a:solidFill>
                <a:latin typeface="Arial"/>
                <a:cs typeface="Arial"/>
              </a:rPr>
              <a:t>close </a:t>
            </a:r>
            <a:r>
              <a:rPr dirty="0" sz="2400" spc="-25">
                <a:solidFill>
                  <a:srgbClr val="C00000"/>
                </a:solidFill>
                <a:latin typeface="Arial"/>
                <a:cs typeface="Arial"/>
              </a:rPr>
              <a:t>together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5">
                <a:latin typeface="Arial"/>
                <a:cs typeface="Arial"/>
              </a:rPr>
              <a:t>the </a:t>
            </a:r>
            <a:r>
              <a:rPr dirty="0" sz="2400" spc="-25">
                <a:latin typeface="Arial"/>
                <a:cs typeface="Arial"/>
              </a:rPr>
              <a:t>embedding</a:t>
            </a:r>
            <a:r>
              <a:rPr dirty="0" sz="2400" spc="12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space</a:t>
            </a:r>
            <a:endParaRPr sz="2400">
              <a:latin typeface="Arial"/>
              <a:cs typeface="Arial"/>
            </a:endParaRPr>
          </a:p>
          <a:p>
            <a:pPr algn="r" marR="1196340">
              <a:lnSpc>
                <a:spcPct val="100000"/>
              </a:lnSpc>
              <a:spcBef>
                <a:spcPts val="1545"/>
              </a:spcBef>
            </a:pPr>
            <a:r>
              <a:rPr dirty="0" sz="2800" spc="-155">
                <a:latin typeface="Cambria Math"/>
                <a:cs typeface="Cambria Math"/>
              </a:rPr>
              <a:t>𝑧</a:t>
            </a:r>
            <a:r>
              <a:rPr dirty="0" baseline="-16666" sz="3000" spc="367">
                <a:latin typeface="Cambria Math"/>
                <a:cs typeface="Cambria Math"/>
              </a:rPr>
              <a:t>"</a:t>
            </a:r>
            <a:r>
              <a:rPr dirty="0" baseline="-32679" sz="2550" spc="502">
                <a:latin typeface="Cambria Math"/>
                <a:cs typeface="Cambria Math"/>
              </a:rPr>
              <a:t>"</a:t>
            </a:r>
            <a:endParaRPr baseline="-32679" sz="25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26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1755139" y="6296659"/>
            <a:ext cx="685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0">
                <a:latin typeface="Arial"/>
                <a:cs typeface="Arial"/>
              </a:rPr>
              <a:t>I</a:t>
            </a:r>
            <a:r>
              <a:rPr dirty="0" sz="2400" spc="-130">
                <a:latin typeface="Arial"/>
                <a:cs typeface="Arial"/>
              </a:rPr>
              <a:t>n</a:t>
            </a:r>
            <a:r>
              <a:rPr dirty="0" sz="2400" spc="30">
                <a:latin typeface="Arial"/>
                <a:cs typeface="Arial"/>
              </a:rPr>
              <a:t>p</a:t>
            </a:r>
            <a:r>
              <a:rPr dirty="0" sz="2400" spc="-55">
                <a:latin typeface="Arial"/>
                <a:cs typeface="Arial"/>
              </a:rPr>
              <a:t>u</a:t>
            </a:r>
            <a:r>
              <a:rPr dirty="0" sz="2400" spc="35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68583" y="6305803"/>
            <a:ext cx="2414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Arial"/>
                <a:cs typeface="Arial"/>
              </a:rPr>
              <a:t>Embedding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space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1949" y="0"/>
            <a:ext cx="14732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1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5400" spc="9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dirty="0" sz="5400" spc="-105">
                <a:solidFill>
                  <a:srgbClr val="C00000"/>
                </a:solidFill>
                <a:latin typeface="Arial"/>
                <a:cs typeface="Arial"/>
              </a:rPr>
              <a:t>hs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21243" y="2981502"/>
            <a:ext cx="391160" cy="4197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70"/>
              </a:lnSpc>
            </a:pPr>
            <a:r>
              <a:rPr dirty="0" sz="2800" spc="-25">
                <a:latin typeface="Arial"/>
                <a:cs typeface="Arial"/>
              </a:rPr>
              <a:t>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416" y="558364"/>
            <a:ext cx="7669530" cy="5087620"/>
          </a:xfrm>
          <a:prstGeom prst="rect">
            <a:avLst/>
          </a:prstGeom>
        </p:spPr>
        <p:txBody>
          <a:bodyPr wrap="square" lIns="0" tIns="179070" rIns="0" bIns="0" rtlCol="0" vert="horz">
            <a:spAutoFit/>
          </a:bodyPr>
          <a:lstStyle/>
          <a:p>
            <a:pPr marL="2164080">
              <a:lnSpc>
                <a:spcPct val="100000"/>
              </a:lnSpc>
              <a:spcBef>
                <a:spcPts val="1410"/>
              </a:spcBef>
            </a:pPr>
            <a:r>
              <a:rPr dirty="0" sz="5400" spc="-114">
                <a:solidFill>
                  <a:srgbClr val="C00000"/>
                </a:solidFill>
                <a:latin typeface="Arial"/>
                <a:cs typeface="Arial"/>
              </a:rPr>
              <a:t>challenging?</a:t>
            </a:r>
            <a:endParaRPr sz="5400">
              <a:latin typeface="Arial"/>
              <a:cs typeface="Arial"/>
            </a:endParaRPr>
          </a:p>
          <a:p>
            <a:pPr marL="412750" indent="-344805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Font typeface="Malgun Gothic"/>
              <a:buChar char="▪"/>
              <a:tabLst>
                <a:tab pos="412750" algn="l"/>
              </a:tabLst>
            </a:pPr>
            <a:r>
              <a:rPr dirty="0" sz="2800" spc="-70">
                <a:latin typeface="Arial"/>
                <a:cs typeface="Arial"/>
              </a:rPr>
              <a:t>Need </a:t>
            </a:r>
            <a:r>
              <a:rPr dirty="0" sz="2800" spc="15">
                <a:latin typeface="Arial"/>
                <a:cs typeface="Arial"/>
              </a:rPr>
              <a:t>to </a:t>
            </a:r>
            <a:r>
              <a:rPr dirty="0" sz="2800" spc="-30">
                <a:latin typeface="Arial"/>
                <a:cs typeface="Arial"/>
              </a:rPr>
              <a:t>predict </a:t>
            </a:r>
            <a:r>
              <a:rPr dirty="0" sz="2800" spc="-80">
                <a:latin typeface="Arial"/>
                <a:cs typeface="Arial"/>
              </a:rPr>
              <a:t>over </a:t>
            </a:r>
            <a:r>
              <a:rPr dirty="0" sz="2800" spc="-45">
                <a:latin typeface="Arial"/>
                <a:cs typeface="Arial"/>
              </a:rPr>
              <a:t>structures </a:t>
            </a:r>
            <a:r>
              <a:rPr dirty="0" sz="2800" spc="-40">
                <a:latin typeface="Arial"/>
                <a:cs typeface="Arial"/>
              </a:rPr>
              <a:t>of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varying</a:t>
            </a:r>
            <a:r>
              <a:rPr dirty="0" sz="2800" spc="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size:</a:t>
            </a:r>
            <a:endParaRPr sz="2800">
              <a:latin typeface="Arial"/>
              <a:cs typeface="Arial"/>
            </a:endParaRPr>
          </a:p>
          <a:p>
            <a:pPr lvl="1" marL="755650" marR="2573655" indent="-285750">
              <a:lnSpc>
                <a:spcPts val="2810"/>
              </a:lnSpc>
              <a:spcBef>
                <a:spcPts val="78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5">
                <a:latin typeface="Arial"/>
                <a:cs typeface="Arial"/>
              </a:rPr>
              <a:t>How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55">
                <a:latin typeface="Arial"/>
                <a:cs typeface="Arial"/>
              </a:rPr>
              <a:t>represent </a:t>
            </a:r>
            <a:r>
              <a:rPr dirty="0" sz="2400" spc="-30">
                <a:latin typeface="Arial"/>
                <a:cs typeface="Arial"/>
              </a:rPr>
              <a:t>subgraphs </a:t>
            </a:r>
            <a:r>
              <a:rPr dirty="0" sz="2400" spc="-150">
                <a:latin typeface="Arial"/>
                <a:cs typeface="Arial"/>
              </a:rPr>
              <a:t>that </a:t>
            </a:r>
            <a:r>
              <a:rPr dirty="0" sz="2400" spc="-150" u="sng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95" u="sng">
                <a:solidFill>
                  <a:srgbClr val="C00000"/>
                </a:solidFill>
                <a:latin typeface="Arial"/>
                <a:cs typeface="Arial"/>
              </a:rPr>
              <a:t>are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25">
                <a:solidFill>
                  <a:srgbClr val="C00000"/>
                </a:solidFill>
                <a:latin typeface="Cambria Math"/>
                <a:cs typeface="Cambria Math"/>
              </a:rPr>
              <a:t>𝑘</a:t>
            </a:r>
            <a:r>
              <a:rPr dirty="0" sz="2400" spc="25">
                <a:solidFill>
                  <a:srgbClr val="C00000"/>
                </a:solidFill>
                <a:latin typeface="Arial"/>
                <a:cs typeface="Arial"/>
              </a:rPr>
              <a:t>-hop</a:t>
            </a:r>
            <a:r>
              <a:rPr dirty="0" sz="240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neighborhoods</a:t>
            </a:r>
            <a:r>
              <a:rPr dirty="0" sz="2400" spc="-3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3290"/>
              </a:lnSpc>
              <a:spcBef>
                <a:spcPts val="81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80">
                <a:latin typeface="Arial"/>
                <a:cs typeface="Arial"/>
              </a:rPr>
              <a:t>Rich </a:t>
            </a:r>
            <a:r>
              <a:rPr dirty="0" sz="2800" spc="-50">
                <a:latin typeface="Arial"/>
                <a:cs typeface="Arial"/>
              </a:rPr>
              <a:t>connectivity </a:t>
            </a:r>
            <a:r>
              <a:rPr dirty="0" sz="2800" spc="-30">
                <a:latin typeface="Arial"/>
                <a:cs typeface="Arial"/>
              </a:rPr>
              <a:t>patterns, </a:t>
            </a:r>
            <a:r>
              <a:rPr dirty="0" sz="2800" spc="-5">
                <a:latin typeface="Arial"/>
                <a:cs typeface="Arial"/>
              </a:rPr>
              <a:t>both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internally </a:t>
            </a:r>
            <a:r>
              <a:rPr dirty="0" sz="2800" spc="-125">
                <a:latin typeface="Arial"/>
                <a:cs typeface="Arial"/>
              </a:rPr>
              <a:t>a </a:t>
            </a:r>
            <a:r>
              <a:rPr dirty="0" sz="2800" spc="-1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externally </a:t>
            </a:r>
            <a:r>
              <a:rPr dirty="0" sz="2800" spc="-50">
                <a:latin typeface="Arial"/>
                <a:cs typeface="Arial"/>
              </a:rPr>
              <a:t>through </a:t>
            </a:r>
            <a:r>
              <a:rPr dirty="0" sz="2800" spc="-55">
                <a:latin typeface="Arial"/>
                <a:cs typeface="Arial"/>
              </a:rPr>
              <a:t>interactions </a:t>
            </a:r>
            <a:r>
              <a:rPr dirty="0" sz="2800" spc="-25">
                <a:latin typeface="Arial"/>
                <a:cs typeface="Arial"/>
              </a:rPr>
              <a:t>with </a:t>
            </a:r>
            <a:r>
              <a:rPr dirty="0" sz="2800" spc="-45">
                <a:latin typeface="Arial"/>
                <a:cs typeface="Arial"/>
              </a:rPr>
              <a:t>the </a:t>
            </a:r>
            <a:r>
              <a:rPr dirty="0" sz="2800" spc="-65">
                <a:latin typeface="Arial"/>
                <a:cs typeface="Arial"/>
              </a:rPr>
              <a:t>rest </a:t>
            </a:r>
            <a:r>
              <a:rPr dirty="0" sz="2800" spc="-40">
                <a:latin typeface="Arial"/>
                <a:cs typeface="Arial"/>
              </a:rPr>
              <a:t>of</a:t>
            </a:r>
            <a:r>
              <a:rPr dirty="0" sz="2800" spc="250">
                <a:latin typeface="Arial"/>
                <a:cs typeface="Arial"/>
              </a:rPr>
              <a:t> </a:t>
            </a:r>
            <a:r>
              <a:rPr dirty="0" sz="2800" spc="50">
                <a:latin typeface="Cambria Math"/>
                <a:cs typeface="Cambria Math"/>
              </a:rPr>
              <a:t>𝐺</a:t>
            </a:r>
            <a:r>
              <a:rPr dirty="0" sz="2800" spc="5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5">
                <a:latin typeface="Arial"/>
                <a:cs typeface="Arial"/>
              </a:rPr>
              <a:t>How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40">
                <a:latin typeface="Arial"/>
                <a:cs typeface="Arial"/>
              </a:rPr>
              <a:t>inject this information </a:t>
            </a:r>
            <a:r>
              <a:rPr dirty="0" sz="2400" spc="-25">
                <a:latin typeface="Arial"/>
                <a:cs typeface="Arial"/>
              </a:rPr>
              <a:t>into </a:t>
            </a:r>
            <a:r>
              <a:rPr dirty="0" sz="2400" spc="-90">
                <a:latin typeface="Arial"/>
                <a:cs typeface="Arial"/>
              </a:rPr>
              <a:t>a</a:t>
            </a:r>
            <a:r>
              <a:rPr dirty="0" sz="2400" spc="11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GNN?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55">
                <a:latin typeface="Arial"/>
                <a:cs typeface="Arial"/>
              </a:rPr>
              <a:t>Subgraphs </a:t>
            </a:r>
            <a:r>
              <a:rPr dirty="0" sz="2800" spc="-50">
                <a:latin typeface="Arial"/>
                <a:cs typeface="Arial"/>
              </a:rPr>
              <a:t>can</a:t>
            </a:r>
            <a:r>
              <a:rPr dirty="0" sz="2800" spc="-35">
                <a:latin typeface="Arial"/>
                <a:cs typeface="Arial"/>
              </a:rPr>
              <a:t> be:</a:t>
            </a:r>
            <a:endParaRPr sz="28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635"/>
              </a:spcBef>
              <a:buFont typeface="Malgun Gothic"/>
              <a:buChar char="▪"/>
              <a:tabLst>
                <a:tab pos="755650" algn="l"/>
              </a:tabLst>
            </a:pPr>
            <a:r>
              <a:rPr dirty="0" sz="2400" spc="-50">
                <a:solidFill>
                  <a:srgbClr val="C00000"/>
                </a:solidFill>
                <a:latin typeface="Arial"/>
                <a:cs typeface="Arial"/>
              </a:rPr>
              <a:t>Localized </a:t>
            </a:r>
            <a:r>
              <a:rPr dirty="0" sz="2400" spc="-35">
                <a:latin typeface="Arial"/>
                <a:cs typeface="Arial"/>
              </a:rPr>
              <a:t>and </a:t>
            </a:r>
            <a:r>
              <a:rPr dirty="0" sz="2400" spc="-65">
                <a:latin typeface="Arial"/>
                <a:cs typeface="Arial"/>
              </a:rPr>
              <a:t>reside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5">
                <a:latin typeface="Arial"/>
                <a:cs typeface="Arial"/>
              </a:rPr>
              <a:t>our </a:t>
            </a:r>
            <a:r>
              <a:rPr dirty="0" sz="2400" spc="-55">
                <a:latin typeface="Arial"/>
                <a:cs typeface="Arial"/>
              </a:rPr>
              <a:t>region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35">
                <a:latin typeface="Arial"/>
                <a:cs typeface="Arial"/>
              </a:rPr>
              <a:t>the</a:t>
            </a:r>
            <a:r>
              <a:rPr dirty="0" sz="2400" spc="31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35">
                <a:solidFill>
                  <a:srgbClr val="4F81BD"/>
                </a:solidFill>
                <a:latin typeface="Arial"/>
                <a:cs typeface="Arial"/>
              </a:rPr>
              <a:t>Distributed </a:t>
            </a:r>
            <a:r>
              <a:rPr dirty="0" sz="2400" spc="-40">
                <a:latin typeface="Arial"/>
                <a:cs typeface="Arial"/>
              </a:rPr>
              <a:t>across </a:t>
            </a:r>
            <a:r>
              <a:rPr dirty="0" sz="2400" spc="-45">
                <a:latin typeface="Arial"/>
                <a:cs typeface="Arial"/>
              </a:rPr>
              <a:t>multiple local</a:t>
            </a:r>
            <a:r>
              <a:rPr dirty="0" sz="2400" spc="13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neighborhoods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2993" y="2057400"/>
            <a:ext cx="1391982" cy="1376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45956" y="5864351"/>
            <a:ext cx="862613" cy="7505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57385" y="5897844"/>
            <a:ext cx="862613" cy="7496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88909" y="0"/>
            <a:ext cx="41789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9094" sz="8100" spc="-300"/>
              <a:t>W</a:t>
            </a:r>
            <a:r>
              <a:rPr dirty="0" baseline="-39094" sz="8100" spc="-232"/>
              <a:t>hy</a:t>
            </a:r>
            <a:r>
              <a:rPr dirty="0" baseline="-39094" sz="8100" spc="-7"/>
              <a:t> </a:t>
            </a:r>
            <a:r>
              <a:rPr dirty="0" baseline="-39094" sz="8100" spc="-3442"/>
              <a:t>a</a:t>
            </a:r>
            <a:r>
              <a:rPr dirty="0" sz="700" spc="-20">
                <a:solidFill>
                  <a:srgbClr val="898989"/>
                </a:solidFill>
              </a:rPr>
              <a:t>M</a:t>
            </a:r>
            <a:r>
              <a:rPr dirty="0" sz="700" spc="-10">
                <a:solidFill>
                  <a:srgbClr val="898989"/>
                </a:solidFill>
              </a:rPr>
              <a:t>a</a:t>
            </a:r>
            <a:r>
              <a:rPr dirty="0" sz="700" spc="-10">
                <a:solidFill>
                  <a:srgbClr val="898989"/>
                </a:solidFill>
              </a:rPr>
              <a:t>r</a:t>
            </a:r>
            <a:r>
              <a:rPr dirty="0" sz="700" spc="-15">
                <a:solidFill>
                  <a:srgbClr val="898989"/>
                </a:solidFill>
              </a:rPr>
              <a:t>i</a:t>
            </a:r>
            <a:r>
              <a:rPr dirty="0" sz="700" spc="-20">
                <a:solidFill>
                  <a:srgbClr val="898989"/>
                </a:solidFill>
              </a:rPr>
              <a:t>n</a:t>
            </a:r>
            <a:r>
              <a:rPr dirty="0" sz="700" spc="-5">
                <a:solidFill>
                  <a:srgbClr val="898989"/>
                </a:solidFill>
              </a:rPr>
              <a:t>k</a:t>
            </a:r>
            <a:r>
              <a:rPr dirty="0" sz="700" spc="-360">
                <a:solidFill>
                  <a:srgbClr val="898989"/>
                </a:solidFill>
              </a:rPr>
              <a:t>a</a:t>
            </a:r>
            <a:r>
              <a:rPr dirty="0" baseline="-39094" sz="8100" spc="-1935"/>
              <a:t>r</a:t>
            </a:r>
            <a:r>
              <a:rPr dirty="0" sz="700" spc="-20">
                <a:solidFill>
                  <a:srgbClr val="898989"/>
                </a:solidFill>
              </a:rPr>
              <a:t>Z</a:t>
            </a:r>
            <a:r>
              <a:rPr dirty="0" sz="700" spc="-15">
                <a:solidFill>
                  <a:srgbClr val="898989"/>
                </a:solidFill>
              </a:rPr>
              <a:t>i</a:t>
            </a:r>
            <a:r>
              <a:rPr dirty="0" sz="700" spc="15">
                <a:solidFill>
                  <a:srgbClr val="898989"/>
                </a:solidFill>
              </a:rPr>
              <a:t>t</a:t>
            </a:r>
            <a:r>
              <a:rPr dirty="0" sz="700" spc="-15">
                <a:solidFill>
                  <a:srgbClr val="898989"/>
                </a:solidFill>
              </a:rPr>
              <a:t>n</a:t>
            </a:r>
            <a:r>
              <a:rPr dirty="0" baseline="-39094" sz="8100" spc="-4425"/>
              <a:t>e</a:t>
            </a:r>
            <a:r>
              <a:rPr dirty="0" sz="700" spc="-15">
                <a:solidFill>
                  <a:srgbClr val="898989"/>
                </a:solidFill>
              </a:rPr>
              <a:t>i</a:t>
            </a:r>
            <a:r>
              <a:rPr dirty="0" sz="700" spc="5">
                <a:solidFill>
                  <a:srgbClr val="898989"/>
                </a:solidFill>
              </a:rPr>
              <a:t>k</a:t>
            </a:r>
            <a:r>
              <a:rPr dirty="0" sz="700" spc="-25">
                <a:solidFill>
                  <a:srgbClr val="898989"/>
                </a:solidFill>
              </a:rPr>
              <a:t> </a:t>
            </a:r>
            <a:r>
              <a:rPr dirty="0" sz="700" spc="30">
                <a:solidFill>
                  <a:srgbClr val="898989"/>
                </a:solidFill>
              </a:rPr>
              <a:t>-</a:t>
            </a:r>
            <a:r>
              <a:rPr dirty="0" sz="700" spc="-20">
                <a:solidFill>
                  <a:srgbClr val="898989"/>
                </a:solidFill>
              </a:rPr>
              <a:t> </a:t>
            </a:r>
            <a:r>
              <a:rPr dirty="0" sz="700">
                <a:solidFill>
                  <a:srgbClr val="898989"/>
                </a:solidFill>
              </a:rPr>
              <a:t>h</a:t>
            </a:r>
            <a:r>
              <a:rPr dirty="0" sz="700" spc="-5">
                <a:solidFill>
                  <a:srgbClr val="898989"/>
                </a:solidFill>
              </a:rPr>
              <a:t>t</a:t>
            </a:r>
            <a:r>
              <a:rPr dirty="0" sz="700" spc="15">
                <a:solidFill>
                  <a:srgbClr val="898989"/>
                </a:solidFill>
              </a:rPr>
              <a:t>t</a:t>
            </a:r>
            <a:r>
              <a:rPr dirty="0" sz="700" spc="10">
                <a:solidFill>
                  <a:srgbClr val="898989"/>
                </a:solidFill>
              </a:rPr>
              <a:t>p</a:t>
            </a:r>
            <a:r>
              <a:rPr dirty="0" sz="700" spc="-15">
                <a:solidFill>
                  <a:srgbClr val="898989"/>
                </a:solidFill>
              </a:rPr>
              <a:t>s</a:t>
            </a:r>
            <a:r>
              <a:rPr dirty="0" sz="700" spc="-10">
                <a:solidFill>
                  <a:srgbClr val="898989"/>
                </a:solidFill>
              </a:rPr>
              <a:t>:</a:t>
            </a:r>
            <a:r>
              <a:rPr dirty="0" sz="700" spc="25">
                <a:solidFill>
                  <a:srgbClr val="898989"/>
                </a:solidFill>
              </a:rPr>
              <a:t>//</a:t>
            </a:r>
            <a:r>
              <a:rPr dirty="0" sz="700" spc="-30">
                <a:solidFill>
                  <a:srgbClr val="898989"/>
                </a:solidFill>
              </a:rPr>
              <a:t>z</a:t>
            </a:r>
            <a:r>
              <a:rPr dirty="0" sz="700" spc="-15">
                <a:solidFill>
                  <a:srgbClr val="898989"/>
                </a:solidFill>
              </a:rPr>
              <a:t>i</a:t>
            </a:r>
            <a:r>
              <a:rPr dirty="0" sz="700" spc="15">
                <a:solidFill>
                  <a:srgbClr val="898989"/>
                </a:solidFill>
              </a:rPr>
              <a:t>t</a:t>
            </a:r>
            <a:r>
              <a:rPr dirty="0" sz="700" spc="-160">
                <a:solidFill>
                  <a:srgbClr val="898989"/>
                </a:solidFill>
              </a:rPr>
              <a:t>n</a:t>
            </a:r>
            <a:r>
              <a:rPr dirty="0" baseline="-39094" sz="8100" spc="-3854"/>
              <a:t>s</a:t>
            </a:r>
            <a:r>
              <a:rPr dirty="0" sz="700" spc="-15">
                <a:solidFill>
                  <a:srgbClr val="898989"/>
                </a:solidFill>
              </a:rPr>
              <a:t>i</a:t>
            </a:r>
            <a:r>
              <a:rPr dirty="0" sz="700" spc="-5">
                <a:solidFill>
                  <a:srgbClr val="898989"/>
                </a:solidFill>
              </a:rPr>
              <a:t>k</a:t>
            </a:r>
            <a:r>
              <a:rPr dirty="0" sz="700" spc="-15">
                <a:solidFill>
                  <a:srgbClr val="898989"/>
                </a:solidFill>
              </a:rPr>
              <a:t>l</a:t>
            </a:r>
            <a:r>
              <a:rPr dirty="0" sz="700" spc="-30">
                <a:solidFill>
                  <a:srgbClr val="898989"/>
                </a:solidFill>
              </a:rPr>
              <a:t>a</a:t>
            </a:r>
            <a:r>
              <a:rPr dirty="0" sz="700" spc="10">
                <a:solidFill>
                  <a:srgbClr val="898989"/>
                </a:solidFill>
              </a:rPr>
              <a:t>b</a:t>
            </a:r>
            <a:r>
              <a:rPr dirty="0" sz="700" spc="-10">
                <a:solidFill>
                  <a:srgbClr val="898989"/>
                </a:solidFill>
              </a:rPr>
              <a:t>.</a:t>
            </a:r>
            <a:r>
              <a:rPr dirty="0" sz="700" spc="-10">
                <a:solidFill>
                  <a:srgbClr val="898989"/>
                </a:solidFill>
              </a:rPr>
              <a:t>h</a:t>
            </a:r>
            <a:r>
              <a:rPr dirty="0" sz="700" spc="-25">
                <a:solidFill>
                  <a:srgbClr val="898989"/>
                </a:solidFill>
              </a:rPr>
              <a:t>m</a:t>
            </a:r>
            <a:r>
              <a:rPr dirty="0" baseline="-39094" sz="8100" spc="-4380"/>
              <a:t>u</a:t>
            </a:r>
            <a:r>
              <a:rPr dirty="0" sz="700" spc="-15">
                <a:solidFill>
                  <a:srgbClr val="898989"/>
                </a:solidFill>
              </a:rPr>
              <a:t>s</a:t>
            </a:r>
            <a:r>
              <a:rPr dirty="0" sz="700" spc="-10">
                <a:solidFill>
                  <a:srgbClr val="898989"/>
                </a:solidFill>
              </a:rPr>
              <a:t>.</a:t>
            </a:r>
            <a:r>
              <a:rPr dirty="0" sz="700" spc="-25">
                <a:solidFill>
                  <a:srgbClr val="898989"/>
                </a:solidFill>
              </a:rPr>
              <a:t>ha</a:t>
            </a:r>
            <a:r>
              <a:rPr dirty="0" sz="700" spc="-10">
                <a:solidFill>
                  <a:srgbClr val="898989"/>
                </a:solidFill>
              </a:rPr>
              <a:t>r</a:t>
            </a:r>
            <a:r>
              <a:rPr dirty="0" sz="700" spc="-20">
                <a:solidFill>
                  <a:srgbClr val="898989"/>
                </a:solidFill>
              </a:rPr>
              <a:t>v</a:t>
            </a:r>
            <a:r>
              <a:rPr dirty="0" sz="700" spc="-30">
                <a:solidFill>
                  <a:srgbClr val="898989"/>
                </a:solidFill>
              </a:rPr>
              <a:t>a</a:t>
            </a:r>
            <a:r>
              <a:rPr dirty="0" sz="700" spc="-10">
                <a:solidFill>
                  <a:srgbClr val="898989"/>
                </a:solidFill>
              </a:rPr>
              <a:t>r</a:t>
            </a:r>
            <a:r>
              <a:rPr dirty="0" sz="700" spc="10">
                <a:solidFill>
                  <a:srgbClr val="898989"/>
                </a:solidFill>
              </a:rPr>
              <a:t>d</a:t>
            </a:r>
            <a:r>
              <a:rPr dirty="0" sz="700" spc="-195">
                <a:solidFill>
                  <a:srgbClr val="898989"/>
                </a:solidFill>
              </a:rPr>
              <a:t>.</a:t>
            </a:r>
            <a:r>
              <a:rPr dirty="0" baseline="-39094" sz="8100" spc="-4230"/>
              <a:t>b</a:t>
            </a:r>
            <a:r>
              <a:rPr dirty="0" sz="700" spc="-30">
                <a:solidFill>
                  <a:srgbClr val="898989"/>
                </a:solidFill>
              </a:rPr>
              <a:t>e</a:t>
            </a:r>
            <a:r>
              <a:rPr dirty="0" sz="700" spc="10">
                <a:solidFill>
                  <a:srgbClr val="898989"/>
                </a:solidFill>
              </a:rPr>
              <a:t>d</a:t>
            </a:r>
            <a:r>
              <a:rPr dirty="0" sz="700" spc="-5">
                <a:solidFill>
                  <a:srgbClr val="898989"/>
                </a:solidFill>
              </a:rPr>
              <a:t>u</a:t>
            </a:r>
            <a:r>
              <a:rPr dirty="0" sz="700" spc="-25">
                <a:solidFill>
                  <a:srgbClr val="898989"/>
                </a:solidFill>
              </a:rPr>
              <a:t> </a:t>
            </a:r>
            <a:r>
              <a:rPr dirty="0" sz="700" spc="30">
                <a:solidFill>
                  <a:srgbClr val="898989"/>
                </a:solidFill>
              </a:rPr>
              <a:t>-</a:t>
            </a:r>
            <a:r>
              <a:rPr dirty="0" sz="700" spc="-20">
                <a:solidFill>
                  <a:srgbClr val="898989"/>
                </a:solidFill>
              </a:rPr>
              <a:t> </a:t>
            </a:r>
            <a:r>
              <a:rPr dirty="0" sz="700" spc="-20">
                <a:solidFill>
                  <a:srgbClr val="898989"/>
                </a:solidFill>
              </a:rPr>
              <a:t>M</a:t>
            </a:r>
            <a:r>
              <a:rPr dirty="0" sz="700" spc="-10">
                <a:solidFill>
                  <a:srgbClr val="898989"/>
                </a:solidFill>
              </a:rPr>
              <a:t>a</a:t>
            </a:r>
            <a:r>
              <a:rPr dirty="0" sz="700" spc="-10">
                <a:solidFill>
                  <a:srgbClr val="898989"/>
                </a:solidFill>
              </a:rPr>
              <a:t>r</a:t>
            </a:r>
            <a:r>
              <a:rPr dirty="0" baseline="-39094" sz="8100" spc="-4462"/>
              <a:t>g</a:t>
            </a:r>
            <a:r>
              <a:rPr dirty="0" sz="700" spc="10">
                <a:solidFill>
                  <a:srgbClr val="898989"/>
                </a:solidFill>
              </a:rPr>
              <a:t>c</a:t>
            </a:r>
            <a:r>
              <a:rPr dirty="0" sz="700" spc="-5">
                <a:solidFill>
                  <a:srgbClr val="898989"/>
                </a:solidFill>
              </a:rPr>
              <a:t>h</a:t>
            </a:r>
            <a:r>
              <a:rPr dirty="0" sz="700" spc="-25">
                <a:solidFill>
                  <a:srgbClr val="898989"/>
                </a:solidFill>
              </a:rPr>
              <a:t> </a:t>
            </a:r>
            <a:r>
              <a:rPr dirty="0" sz="700" spc="-20">
                <a:solidFill>
                  <a:srgbClr val="898989"/>
                </a:solidFill>
              </a:rPr>
              <a:t>11</a:t>
            </a:r>
            <a:r>
              <a:rPr dirty="0" sz="700">
                <a:solidFill>
                  <a:srgbClr val="898989"/>
                </a:solidFill>
              </a:rPr>
              <a:t>,</a:t>
            </a:r>
            <a:r>
              <a:rPr dirty="0" sz="700" spc="-15">
                <a:solidFill>
                  <a:srgbClr val="898989"/>
                </a:solidFill>
              </a:rPr>
              <a:t> </a:t>
            </a:r>
            <a:r>
              <a:rPr dirty="0" sz="700" spc="-20">
                <a:solidFill>
                  <a:srgbClr val="898989"/>
                </a:solidFill>
              </a:rPr>
              <a:t>20</a:t>
            </a:r>
            <a:r>
              <a:rPr dirty="0" sz="700" spc="-229">
                <a:solidFill>
                  <a:srgbClr val="898989"/>
                </a:solidFill>
              </a:rPr>
              <a:t>2</a:t>
            </a:r>
            <a:r>
              <a:rPr dirty="0" baseline="-39094" sz="8100" spc="-2392"/>
              <a:t>r</a:t>
            </a:r>
            <a:r>
              <a:rPr dirty="0" sz="700" spc="-5">
                <a:solidFill>
                  <a:srgbClr val="898989"/>
                </a:solidFill>
              </a:rPr>
              <a:t>1</a:t>
            </a:r>
            <a:endParaRPr sz="700"/>
          </a:p>
        </p:txBody>
      </p:sp>
      <p:sp>
        <p:nvSpPr>
          <p:cNvPr id="9" name="object 9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449" y="447547"/>
            <a:ext cx="80391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Subgraph </a:t>
            </a:r>
            <a:r>
              <a:rPr dirty="0" spc="-155"/>
              <a:t>Neural</a:t>
            </a:r>
            <a:r>
              <a:rPr dirty="0" spc="30"/>
              <a:t> </a:t>
            </a:r>
            <a:r>
              <a:rPr dirty="0" spc="-45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28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8634" y="2715929"/>
            <a:ext cx="4684566" cy="2626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2400" y="1586908"/>
            <a:ext cx="8616315" cy="1153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7133" y="5424430"/>
            <a:ext cx="7586847" cy="14335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807" y="375411"/>
            <a:ext cx="790829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75"/>
              <a:t>A </a:t>
            </a:r>
            <a:r>
              <a:rPr dirty="0" sz="4600" spc="-60"/>
              <a:t>Note </a:t>
            </a:r>
            <a:r>
              <a:rPr dirty="0" sz="4600" spc="-55"/>
              <a:t>on </a:t>
            </a:r>
            <a:r>
              <a:rPr dirty="0" sz="4600" spc="-100"/>
              <a:t>Problem</a:t>
            </a:r>
            <a:r>
              <a:rPr dirty="0" sz="4600" spc="185"/>
              <a:t> </a:t>
            </a:r>
            <a:r>
              <a:rPr dirty="0" sz="4600" spc="-110"/>
              <a:t>Formulation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1634235"/>
            <a:ext cx="8013065" cy="321310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55600" marR="332105" indent="-342900">
              <a:lnSpc>
                <a:spcPct val="101899"/>
              </a:lnSpc>
              <a:spcBef>
                <a:spcPts val="35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70">
                <a:latin typeface="Arial"/>
                <a:cs typeface="Arial"/>
              </a:rPr>
              <a:t>SubGNN </a:t>
            </a:r>
            <a:r>
              <a:rPr dirty="0" sz="2800" spc="-15">
                <a:latin typeface="Arial"/>
                <a:cs typeface="Arial"/>
              </a:rPr>
              <a:t>puts </a:t>
            </a:r>
            <a:r>
              <a:rPr dirty="0" sz="2800" spc="-45">
                <a:latin typeface="Arial"/>
                <a:cs typeface="Arial"/>
              </a:rPr>
              <a:t>forward </a:t>
            </a:r>
            <a:r>
              <a:rPr dirty="0" sz="2800" spc="-105">
                <a:latin typeface="Arial"/>
                <a:cs typeface="Arial"/>
              </a:rPr>
              <a:t>a </a:t>
            </a:r>
            <a:r>
              <a:rPr dirty="0" sz="2800" spc="-65">
                <a:latin typeface="Arial"/>
                <a:cs typeface="Arial"/>
              </a:rPr>
              <a:t>definition </a:t>
            </a:r>
            <a:r>
              <a:rPr dirty="0" sz="2800" spc="-40">
                <a:latin typeface="Arial"/>
                <a:cs typeface="Arial"/>
              </a:rPr>
              <a:t>of </a:t>
            </a:r>
            <a:r>
              <a:rPr dirty="0" sz="2800" spc="-105">
                <a:latin typeface="Arial"/>
                <a:cs typeface="Arial"/>
              </a:rPr>
              <a:t>a </a:t>
            </a:r>
            <a:r>
              <a:rPr dirty="0" baseline="1010" sz="4125" spc="-135">
                <a:solidFill>
                  <a:srgbClr val="C00000"/>
                </a:solidFill>
                <a:latin typeface="Arial"/>
                <a:cs typeface="Arial"/>
              </a:rPr>
              <a:t>subgraph </a:t>
            </a:r>
            <a:r>
              <a:rPr dirty="0" sz="275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750" spc="-15">
                <a:solidFill>
                  <a:srgbClr val="C00000"/>
                </a:solidFill>
                <a:latin typeface="Arial"/>
                <a:cs typeface="Arial"/>
              </a:rPr>
              <a:t>prediction </a:t>
            </a:r>
            <a:r>
              <a:rPr dirty="0" sz="2750" spc="-60">
                <a:solidFill>
                  <a:srgbClr val="C00000"/>
                </a:solidFill>
                <a:latin typeface="Arial"/>
                <a:cs typeface="Arial"/>
              </a:rPr>
              <a:t>learning</a:t>
            </a:r>
            <a:r>
              <a:rPr dirty="0" sz="2750" spc="-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750" spc="-15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Malgun Gothic"/>
              <a:buChar char="▪"/>
            </a:pPr>
            <a:endParaRPr sz="4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60">
                <a:latin typeface="Arial"/>
                <a:cs typeface="Arial"/>
              </a:rPr>
              <a:t>It </a:t>
            </a:r>
            <a:r>
              <a:rPr dirty="0" sz="2800" spc="-85">
                <a:latin typeface="Arial"/>
                <a:cs typeface="Arial"/>
              </a:rPr>
              <a:t>is </a:t>
            </a:r>
            <a:r>
              <a:rPr dirty="0" sz="2800" spc="-75">
                <a:latin typeface="Arial"/>
                <a:cs typeface="Arial"/>
              </a:rPr>
              <a:t>different </a:t>
            </a:r>
            <a:r>
              <a:rPr dirty="0" sz="2800" spc="-55">
                <a:latin typeface="Arial"/>
                <a:cs typeface="Arial"/>
              </a:rPr>
              <a:t>from </a:t>
            </a:r>
            <a:r>
              <a:rPr dirty="0" sz="2800" spc="-45">
                <a:latin typeface="Arial"/>
                <a:cs typeface="Arial"/>
              </a:rPr>
              <a:t>other </a:t>
            </a:r>
            <a:r>
              <a:rPr dirty="0" sz="2800" spc="-65">
                <a:latin typeface="Arial"/>
                <a:cs typeface="Arial"/>
              </a:rPr>
              <a:t>canonical </a:t>
            </a:r>
            <a:r>
              <a:rPr dirty="0" sz="2800" spc="-45">
                <a:latin typeface="Arial"/>
                <a:cs typeface="Arial"/>
              </a:rPr>
              <a:t>tasks </a:t>
            </a:r>
            <a:r>
              <a:rPr dirty="0" sz="2800" spc="-40">
                <a:latin typeface="Arial"/>
                <a:cs typeface="Arial"/>
              </a:rPr>
              <a:t>on</a:t>
            </a:r>
            <a:r>
              <a:rPr dirty="0" sz="2800" spc="375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graphs:</a:t>
            </a:r>
            <a:endParaRPr sz="28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102127"/>
              <a:buFont typeface="Malgun Gothic"/>
              <a:buChar char="▪"/>
              <a:tabLst>
                <a:tab pos="755650" algn="l"/>
              </a:tabLst>
            </a:pPr>
            <a:r>
              <a:rPr dirty="0" baseline="1182" sz="3525">
                <a:solidFill>
                  <a:srgbClr val="4F81BD"/>
                </a:solidFill>
                <a:latin typeface="Arial"/>
                <a:cs typeface="Arial"/>
              </a:rPr>
              <a:t>Node </a:t>
            </a:r>
            <a:r>
              <a:rPr dirty="0" baseline="1182" sz="3525" spc="-7">
                <a:solidFill>
                  <a:srgbClr val="4F81BD"/>
                </a:solidFill>
                <a:latin typeface="Arial"/>
                <a:cs typeface="Arial"/>
              </a:rPr>
              <a:t>prediction: </a:t>
            </a:r>
            <a:r>
              <a:rPr dirty="0" sz="2400" spc="-35">
                <a:latin typeface="Arial"/>
                <a:cs typeface="Arial"/>
              </a:rPr>
              <a:t>Predict </a:t>
            </a:r>
            <a:r>
              <a:rPr dirty="0" sz="2400" spc="-30">
                <a:latin typeface="Arial"/>
                <a:cs typeface="Arial"/>
              </a:rPr>
              <a:t>property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baseline="1157" sz="3600" spc="-37">
                <a:latin typeface="Arial"/>
                <a:cs typeface="Arial"/>
              </a:rPr>
              <a:t> </a:t>
            </a:r>
            <a:r>
              <a:rPr dirty="0" baseline="1182" sz="3525" spc="-97" u="sng">
                <a:latin typeface="Arial"/>
                <a:cs typeface="Arial"/>
              </a:rPr>
              <a:t>a</a:t>
            </a:r>
            <a:r>
              <a:rPr dirty="0" baseline="1182" sz="3525" spc="337" u="sng">
                <a:latin typeface="Arial"/>
                <a:cs typeface="Arial"/>
              </a:rPr>
              <a:t> </a:t>
            </a:r>
            <a:r>
              <a:rPr dirty="0" baseline="1182" sz="3525" u="sng">
                <a:latin typeface="Arial"/>
                <a:cs typeface="Arial"/>
              </a:rPr>
              <a:t>node</a:t>
            </a:r>
            <a:endParaRPr baseline="1182" sz="3525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102127"/>
              <a:buFont typeface="Malgun Gothic"/>
              <a:buChar char="▪"/>
              <a:tabLst>
                <a:tab pos="755650" algn="l"/>
              </a:tabLst>
            </a:pPr>
            <a:r>
              <a:rPr dirty="0" baseline="1182" sz="3525" spc="-37">
                <a:solidFill>
                  <a:srgbClr val="4F81BD"/>
                </a:solidFill>
                <a:latin typeface="Arial"/>
                <a:cs typeface="Arial"/>
              </a:rPr>
              <a:t>Link </a:t>
            </a:r>
            <a:r>
              <a:rPr dirty="0" baseline="1182" sz="3525" spc="-7">
                <a:solidFill>
                  <a:srgbClr val="4F81BD"/>
                </a:solidFill>
                <a:latin typeface="Arial"/>
                <a:cs typeface="Arial"/>
              </a:rPr>
              <a:t>prediction: </a:t>
            </a:r>
            <a:r>
              <a:rPr dirty="0" sz="2400" spc="-35">
                <a:latin typeface="Arial"/>
                <a:cs typeface="Arial"/>
              </a:rPr>
              <a:t>Predict </a:t>
            </a:r>
            <a:r>
              <a:rPr dirty="0" sz="2400" spc="-30">
                <a:latin typeface="Arial"/>
                <a:cs typeface="Arial"/>
              </a:rPr>
              <a:t>property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baseline="1157" sz="3600" spc="-37">
                <a:latin typeface="Arial"/>
                <a:cs typeface="Arial"/>
              </a:rPr>
              <a:t> </a:t>
            </a:r>
            <a:r>
              <a:rPr dirty="0" baseline="1182" sz="3525" spc="-97" u="sng">
                <a:latin typeface="Arial"/>
                <a:cs typeface="Arial"/>
              </a:rPr>
              <a:t>a </a:t>
            </a:r>
            <a:r>
              <a:rPr dirty="0" baseline="1182" sz="3525" u="sng">
                <a:latin typeface="Arial"/>
                <a:cs typeface="Arial"/>
              </a:rPr>
              <a:t>node</a:t>
            </a:r>
            <a:r>
              <a:rPr dirty="0" baseline="1182" sz="3525" spc="487" u="sng">
                <a:latin typeface="Arial"/>
                <a:cs typeface="Arial"/>
              </a:rPr>
              <a:t> </a:t>
            </a:r>
            <a:r>
              <a:rPr dirty="0" baseline="1182" sz="3525" spc="-44" u="sng">
                <a:latin typeface="Arial"/>
                <a:cs typeface="Arial"/>
              </a:rPr>
              <a:t>pair</a:t>
            </a:r>
            <a:endParaRPr baseline="1182" sz="3525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SzPct val="102127"/>
              <a:buFont typeface="Malgun Gothic"/>
              <a:buChar char="▪"/>
              <a:tabLst>
                <a:tab pos="755650" algn="l"/>
              </a:tabLst>
            </a:pPr>
            <a:r>
              <a:rPr dirty="0" baseline="1182" sz="3525" spc="-30">
                <a:solidFill>
                  <a:srgbClr val="4F81BD"/>
                </a:solidFill>
                <a:latin typeface="Arial"/>
                <a:cs typeface="Arial"/>
              </a:rPr>
              <a:t>Graph </a:t>
            </a:r>
            <a:r>
              <a:rPr dirty="0" baseline="1182" sz="3525" spc="-7">
                <a:solidFill>
                  <a:srgbClr val="4F81BD"/>
                </a:solidFill>
                <a:latin typeface="Arial"/>
                <a:cs typeface="Arial"/>
              </a:rPr>
              <a:t>prediction: </a:t>
            </a:r>
            <a:r>
              <a:rPr dirty="0" sz="2400" spc="-35">
                <a:latin typeface="Arial"/>
                <a:cs typeface="Arial"/>
              </a:rPr>
              <a:t>Predict </a:t>
            </a:r>
            <a:r>
              <a:rPr dirty="0" sz="2400" spc="-30">
                <a:latin typeface="Arial"/>
                <a:cs typeface="Arial"/>
              </a:rPr>
              <a:t>property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baseline="1157" sz="3600" spc="-37">
                <a:latin typeface="Arial"/>
                <a:cs typeface="Arial"/>
              </a:rPr>
              <a:t> </a:t>
            </a:r>
            <a:r>
              <a:rPr dirty="0" baseline="1182" sz="3525" spc="-60" u="sng">
                <a:latin typeface="Arial"/>
                <a:cs typeface="Arial"/>
              </a:rPr>
              <a:t>an entire</a:t>
            </a:r>
            <a:r>
              <a:rPr dirty="0" baseline="1182" sz="3525" spc="419" u="sng">
                <a:latin typeface="Arial"/>
                <a:cs typeface="Arial"/>
              </a:rPr>
              <a:t> </a:t>
            </a:r>
            <a:r>
              <a:rPr dirty="0" baseline="1182" sz="3525" spc="-7" u="sng">
                <a:latin typeface="Arial"/>
                <a:cs typeface="Arial"/>
              </a:rPr>
              <a:t>graph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2750" y="313435"/>
            <a:ext cx="57791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SubGNN:</a:t>
            </a:r>
            <a:r>
              <a:rPr dirty="0" spc="-75"/>
              <a:t> </a:t>
            </a:r>
            <a:r>
              <a:rPr dirty="0" spc="-155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6" y="1597659"/>
            <a:ext cx="4351655" cy="15608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5600" marR="5080" indent="-342900">
              <a:lnSpc>
                <a:spcPts val="3000"/>
              </a:lnSpc>
              <a:spcBef>
                <a:spcPts val="500"/>
              </a:spcBef>
              <a:buClr>
                <a:srgbClr val="C00000"/>
              </a:buClr>
              <a:buSzPct val="101818"/>
              <a:buFont typeface="Malgun Gothic"/>
              <a:buChar char="▪"/>
              <a:tabLst>
                <a:tab pos="355600" algn="l"/>
              </a:tabLst>
            </a:pPr>
            <a:r>
              <a:rPr dirty="0" baseline="1010" sz="4125" spc="-67">
                <a:latin typeface="Arial"/>
                <a:cs typeface="Arial"/>
              </a:rPr>
              <a:t>Part </a:t>
            </a:r>
            <a:r>
              <a:rPr dirty="0" baseline="1010" sz="4125" spc="15">
                <a:latin typeface="Arial"/>
                <a:cs typeface="Arial"/>
              </a:rPr>
              <a:t>1: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Hierarchically 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propagate </a:t>
            </a:r>
            <a:r>
              <a:rPr dirty="0" sz="2800" spc="-75">
                <a:solidFill>
                  <a:srgbClr val="C00000"/>
                </a:solidFill>
                <a:latin typeface="Arial"/>
                <a:cs typeface="Arial"/>
              </a:rPr>
              <a:t>messages </a:t>
            </a:r>
            <a:r>
              <a:rPr dirty="0" sz="2800" spc="-85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800" spc="-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C00000"/>
                </a:solidFill>
                <a:latin typeface="Cambria Math"/>
                <a:cs typeface="Cambria Math"/>
              </a:rPr>
              <a:t>𝐺</a:t>
            </a:r>
            <a:r>
              <a:rPr dirty="0" sz="2800" spc="5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lvl="1" marL="755650" marR="125095" indent="-285750">
              <a:lnSpc>
                <a:spcPts val="2620"/>
              </a:lnSpc>
              <a:spcBef>
                <a:spcPts val="49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45">
                <a:latin typeface="Arial"/>
                <a:cs typeface="Arial"/>
              </a:rPr>
              <a:t>Propagate </a:t>
            </a:r>
            <a:r>
              <a:rPr dirty="0" sz="2400" spc="-55">
                <a:latin typeface="Arial"/>
                <a:cs typeface="Arial"/>
              </a:rPr>
              <a:t>messages </a:t>
            </a:r>
            <a:r>
              <a:rPr dirty="0" sz="2400" spc="-145">
                <a:solidFill>
                  <a:srgbClr val="4F81BD"/>
                </a:solidFill>
                <a:latin typeface="Arial"/>
                <a:cs typeface="Arial"/>
              </a:rPr>
              <a:t>from  </a:t>
            </a:r>
            <a:r>
              <a:rPr dirty="0" sz="2400" spc="-35">
                <a:solidFill>
                  <a:srgbClr val="4F81BD"/>
                </a:solidFill>
                <a:latin typeface="Arial"/>
                <a:cs typeface="Arial"/>
              </a:rPr>
              <a:t>anchor </a:t>
            </a:r>
            <a:r>
              <a:rPr dirty="0" sz="2400" spc="-25">
                <a:solidFill>
                  <a:srgbClr val="4F81BD"/>
                </a:solidFill>
                <a:latin typeface="Arial"/>
                <a:cs typeface="Arial"/>
              </a:rPr>
              <a:t>patches</a:t>
            </a:r>
            <a:r>
              <a:rPr dirty="0" sz="2400" spc="-45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400" spc="15">
                <a:solidFill>
                  <a:srgbClr val="4F81BD"/>
                </a:solidFill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9367" y="3096260"/>
            <a:ext cx="14185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solidFill>
                  <a:srgbClr val="4F81BD"/>
                </a:solidFill>
                <a:latin typeface="Arial"/>
                <a:cs typeface="Arial"/>
              </a:rPr>
              <a:t>su</a:t>
            </a:r>
            <a:r>
              <a:rPr dirty="0" sz="2400" spc="30">
                <a:solidFill>
                  <a:srgbClr val="4F81BD"/>
                </a:solidFill>
                <a:latin typeface="Arial"/>
                <a:cs typeface="Arial"/>
              </a:rPr>
              <a:t>b</a:t>
            </a:r>
            <a:r>
              <a:rPr dirty="0" sz="2400" spc="-5">
                <a:solidFill>
                  <a:srgbClr val="4F81BD"/>
                </a:solidFill>
                <a:latin typeface="Arial"/>
                <a:cs typeface="Arial"/>
              </a:rPr>
              <a:t>g</a:t>
            </a:r>
            <a:r>
              <a:rPr dirty="0" sz="2400" spc="-55">
                <a:solidFill>
                  <a:srgbClr val="4F81BD"/>
                </a:solidFill>
                <a:latin typeface="Arial"/>
                <a:cs typeface="Arial"/>
              </a:rPr>
              <a:t>r</a:t>
            </a:r>
            <a:r>
              <a:rPr dirty="0" sz="2400" spc="-85">
                <a:solidFill>
                  <a:srgbClr val="4F81BD"/>
                </a:solidFill>
                <a:latin typeface="Arial"/>
                <a:cs typeface="Arial"/>
              </a:rPr>
              <a:t>a</a:t>
            </a:r>
            <a:r>
              <a:rPr dirty="0" sz="2400" spc="30">
                <a:solidFill>
                  <a:srgbClr val="4F81BD"/>
                </a:solidFill>
                <a:latin typeface="Arial"/>
                <a:cs typeface="Arial"/>
              </a:rPr>
              <a:t>p</a:t>
            </a:r>
            <a:r>
              <a:rPr dirty="0" sz="2400" spc="-55">
                <a:solidFill>
                  <a:srgbClr val="4F81BD"/>
                </a:solidFill>
                <a:latin typeface="Arial"/>
                <a:cs typeface="Arial"/>
              </a:rPr>
              <a:t>h</a:t>
            </a:r>
            <a:r>
              <a:rPr dirty="0" sz="2400" spc="-50">
                <a:solidFill>
                  <a:srgbClr val="4F81BD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3616" y="3501644"/>
            <a:ext cx="3900170" cy="7239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98450" marR="5080" indent="-285750">
              <a:lnSpc>
                <a:spcPts val="2620"/>
              </a:lnSpc>
              <a:spcBef>
                <a:spcPts val="405"/>
              </a:spcBef>
              <a:buClr>
                <a:srgbClr val="C00000"/>
              </a:buClr>
              <a:buFont typeface="Malgun Gothic"/>
              <a:buChar char="▪"/>
              <a:tabLst>
                <a:tab pos="298450" algn="l"/>
              </a:tabLst>
            </a:pPr>
            <a:r>
              <a:rPr dirty="0" sz="2400" spc="-50">
                <a:solidFill>
                  <a:srgbClr val="4F81BD"/>
                </a:solidFill>
                <a:latin typeface="Arial"/>
                <a:cs typeface="Arial"/>
              </a:rPr>
              <a:t>Aggregate </a:t>
            </a:r>
            <a:r>
              <a:rPr dirty="0" sz="2400" spc="-55">
                <a:latin typeface="Arial"/>
                <a:cs typeface="Arial"/>
              </a:rPr>
              <a:t>messages </a:t>
            </a:r>
            <a:r>
              <a:rPr dirty="0" sz="2400" spc="-25">
                <a:latin typeface="Arial"/>
                <a:cs typeface="Arial"/>
              </a:rPr>
              <a:t>into </a:t>
            </a:r>
            <a:r>
              <a:rPr dirty="0" sz="2400" spc="-650">
                <a:latin typeface="Arial"/>
                <a:cs typeface="Arial"/>
              </a:rPr>
              <a:t>a </a:t>
            </a:r>
            <a:r>
              <a:rPr dirty="0" sz="2400" spc="-65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400" spc="-75">
                <a:solidFill>
                  <a:srgbClr val="4F81BD"/>
                </a:solidFill>
                <a:latin typeface="Arial"/>
                <a:cs typeface="Arial"/>
              </a:rPr>
              <a:t>final </a:t>
            </a:r>
            <a:r>
              <a:rPr dirty="0" sz="2400" spc="-30">
                <a:solidFill>
                  <a:srgbClr val="4F81BD"/>
                </a:solidFill>
                <a:latin typeface="Arial"/>
                <a:cs typeface="Arial"/>
              </a:rPr>
              <a:t>subgraph</a:t>
            </a:r>
            <a:r>
              <a:rPr dirty="0" sz="2400" spc="3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4F81BD"/>
                </a:solidFill>
                <a:latin typeface="Arial"/>
                <a:cs typeface="Arial"/>
              </a:rPr>
              <a:t>embedding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416" y="4240276"/>
            <a:ext cx="4568190" cy="19761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55600" marR="5080" indent="-342900">
              <a:lnSpc>
                <a:spcPts val="3000"/>
              </a:lnSpc>
              <a:spcBef>
                <a:spcPts val="500"/>
              </a:spcBef>
              <a:buClr>
                <a:srgbClr val="C00000"/>
              </a:buClr>
              <a:buSzPct val="101818"/>
              <a:buFont typeface="Malgun Gothic"/>
              <a:buChar char="▪"/>
              <a:tabLst>
                <a:tab pos="355600" algn="l"/>
              </a:tabLst>
            </a:pPr>
            <a:r>
              <a:rPr dirty="0" baseline="1010" sz="4125" spc="-67">
                <a:latin typeface="Arial"/>
                <a:cs typeface="Arial"/>
              </a:rPr>
              <a:t>Part </a:t>
            </a:r>
            <a:r>
              <a:rPr dirty="0" baseline="1010" sz="4125" spc="15">
                <a:latin typeface="Arial"/>
                <a:cs typeface="Arial"/>
              </a:rPr>
              <a:t>2: </a:t>
            </a:r>
            <a:r>
              <a:rPr dirty="0" sz="2800" spc="-70">
                <a:latin typeface="Arial"/>
                <a:cs typeface="Arial"/>
              </a:rPr>
              <a:t>Route </a:t>
            </a:r>
            <a:r>
              <a:rPr dirty="0" sz="2800" spc="-75">
                <a:latin typeface="Arial"/>
                <a:cs typeface="Arial"/>
              </a:rPr>
              <a:t>messages  </a:t>
            </a:r>
            <a:r>
              <a:rPr dirty="0" sz="2800" spc="-50">
                <a:latin typeface="Arial"/>
                <a:cs typeface="Arial"/>
              </a:rPr>
              <a:t>through </a:t>
            </a:r>
            <a:r>
              <a:rPr dirty="0" sz="2800" spc="-5">
                <a:latin typeface="Arial"/>
                <a:cs typeface="Arial"/>
              </a:rPr>
              <a:t>3 </a:t>
            </a:r>
            <a:r>
              <a:rPr dirty="0" sz="2800" spc="-80">
                <a:latin typeface="Arial"/>
                <a:cs typeface="Arial"/>
              </a:rPr>
              <a:t>channels </a:t>
            </a:r>
            <a:r>
              <a:rPr dirty="0" sz="2800" spc="15">
                <a:latin typeface="Arial"/>
                <a:cs typeface="Arial"/>
              </a:rPr>
              <a:t>to  </a:t>
            </a:r>
            <a:r>
              <a:rPr dirty="0" sz="2800" spc="-45">
                <a:latin typeface="Arial"/>
                <a:cs typeface="Arial"/>
              </a:rPr>
              <a:t>capture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subgraph </a:t>
            </a:r>
            <a:r>
              <a:rPr dirty="0" sz="2800" spc="-30">
                <a:solidFill>
                  <a:srgbClr val="C00000"/>
                </a:solidFill>
                <a:latin typeface="Arial"/>
                <a:cs typeface="Arial"/>
              </a:rPr>
              <a:t>topology</a:t>
            </a:r>
            <a:r>
              <a:rPr dirty="0" sz="2800" spc="-30">
                <a:latin typeface="Arial"/>
                <a:cs typeface="Arial"/>
              </a:rPr>
              <a:t>: </a:t>
            </a:r>
            <a:r>
              <a:rPr dirty="0" sz="2800" spc="-3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4F81BD"/>
                </a:solidFill>
                <a:latin typeface="Arial"/>
                <a:cs typeface="Arial"/>
              </a:rPr>
              <a:t>position, </a:t>
            </a:r>
            <a:r>
              <a:rPr dirty="0" sz="2800" spc="-45">
                <a:solidFill>
                  <a:srgbClr val="4F81BD"/>
                </a:solidFill>
                <a:latin typeface="Arial"/>
                <a:cs typeface="Arial"/>
              </a:rPr>
              <a:t>neighborhood,  </a:t>
            </a:r>
            <a:r>
              <a:rPr dirty="0" sz="2800" spc="-40">
                <a:solidFill>
                  <a:srgbClr val="4F81BD"/>
                </a:solidFill>
                <a:latin typeface="Arial"/>
                <a:cs typeface="Arial"/>
              </a:rPr>
              <a:t>structure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87998" y="1320800"/>
            <a:ext cx="3133667" cy="3985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20779" y="2512980"/>
            <a:ext cx="681990" cy="1770380"/>
          </a:xfrm>
          <a:custGeom>
            <a:avLst/>
            <a:gdLst/>
            <a:ahLst/>
            <a:cxnLst/>
            <a:rect l="l" t="t" r="r" b="b"/>
            <a:pathLst>
              <a:path w="681990" h="1770379">
                <a:moveTo>
                  <a:pt x="0" y="1338977"/>
                </a:moveTo>
                <a:lnTo>
                  <a:pt x="69137" y="1770089"/>
                </a:lnTo>
                <a:lnTo>
                  <a:pt x="350274" y="1479157"/>
                </a:lnTo>
                <a:lnTo>
                  <a:pt x="228840" y="1479157"/>
                </a:lnTo>
                <a:lnTo>
                  <a:pt x="104658" y="1440112"/>
                </a:lnTo>
                <a:lnTo>
                  <a:pt x="124180" y="1378022"/>
                </a:lnTo>
                <a:lnTo>
                  <a:pt x="0" y="1338977"/>
                </a:lnTo>
                <a:close/>
              </a:path>
              <a:path w="681990" h="1770379">
                <a:moveTo>
                  <a:pt x="124180" y="1378022"/>
                </a:moveTo>
                <a:lnTo>
                  <a:pt x="104658" y="1440112"/>
                </a:lnTo>
                <a:lnTo>
                  <a:pt x="228840" y="1479157"/>
                </a:lnTo>
                <a:lnTo>
                  <a:pt x="248362" y="1417067"/>
                </a:lnTo>
                <a:lnTo>
                  <a:pt x="124180" y="1378022"/>
                </a:lnTo>
                <a:close/>
              </a:path>
              <a:path w="681990" h="1770379">
                <a:moveTo>
                  <a:pt x="248362" y="1417067"/>
                </a:moveTo>
                <a:lnTo>
                  <a:pt x="228840" y="1479157"/>
                </a:lnTo>
                <a:lnTo>
                  <a:pt x="350274" y="1479157"/>
                </a:lnTo>
                <a:lnTo>
                  <a:pt x="372544" y="1456112"/>
                </a:lnTo>
                <a:lnTo>
                  <a:pt x="248362" y="1417067"/>
                </a:lnTo>
                <a:close/>
              </a:path>
              <a:path w="681990" h="1770379">
                <a:moveTo>
                  <a:pt x="557455" y="0"/>
                </a:moveTo>
                <a:lnTo>
                  <a:pt x="124180" y="1378022"/>
                </a:lnTo>
                <a:lnTo>
                  <a:pt x="248362" y="1417067"/>
                </a:lnTo>
                <a:lnTo>
                  <a:pt x="681635" y="39044"/>
                </a:lnTo>
                <a:lnTo>
                  <a:pt x="5574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52934" y="4518022"/>
            <a:ext cx="844550" cy="384175"/>
          </a:xfrm>
          <a:custGeom>
            <a:avLst/>
            <a:gdLst/>
            <a:ahLst/>
            <a:cxnLst/>
            <a:rect l="l" t="t" r="r" b="b"/>
            <a:pathLst>
              <a:path w="844550" h="384175">
                <a:moveTo>
                  <a:pt x="448539" y="255745"/>
                </a:moveTo>
                <a:lnTo>
                  <a:pt x="424167" y="383618"/>
                </a:lnTo>
                <a:lnTo>
                  <a:pt x="833702" y="267931"/>
                </a:lnTo>
                <a:lnTo>
                  <a:pt x="512475" y="267931"/>
                </a:lnTo>
                <a:lnTo>
                  <a:pt x="448539" y="255745"/>
                </a:lnTo>
                <a:close/>
              </a:path>
              <a:path w="844550" h="384175">
                <a:moveTo>
                  <a:pt x="472910" y="127871"/>
                </a:moveTo>
                <a:lnTo>
                  <a:pt x="448539" y="255745"/>
                </a:lnTo>
                <a:lnTo>
                  <a:pt x="512475" y="267931"/>
                </a:lnTo>
                <a:lnTo>
                  <a:pt x="536848" y="140058"/>
                </a:lnTo>
                <a:lnTo>
                  <a:pt x="472910" y="127871"/>
                </a:lnTo>
                <a:close/>
              </a:path>
              <a:path w="844550" h="384175">
                <a:moveTo>
                  <a:pt x="497282" y="0"/>
                </a:moveTo>
                <a:lnTo>
                  <a:pt x="472910" y="127871"/>
                </a:lnTo>
                <a:lnTo>
                  <a:pt x="536848" y="140058"/>
                </a:lnTo>
                <a:lnTo>
                  <a:pt x="512475" y="267931"/>
                </a:lnTo>
                <a:lnTo>
                  <a:pt x="833702" y="267931"/>
                </a:lnTo>
                <a:lnTo>
                  <a:pt x="844344" y="264925"/>
                </a:lnTo>
                <a:lnTo>
                  <a:pt x="497282" y="0"/>
                </a:lnTo>
                <a:close/>
              </a:path>
              <a:path w="844550" h="384175">
                <a:moveTo>
                  <a:pt x="24372" y="42382"/>
                </a:moveTo>
                <a:lnTo>
                  <a:pt x="0" y="170256"/>
                </a:lnTo>
                <a:lnTo>
                  <a:pt x="448539" y="255745"/>
                </a:lnTo>
                <a:lnTo>
                  <a:pt x="472910" y="127871"/>
                </a:lnTo>
                <a:lnTo>
                  <a:pt x="24372" y="4238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98681" y="2541469"/>
            <a:ext cx="745490" cy="2019300"/>
          </a:xfrm>
          <a:custGeom>
            <a:avLst/>
            <a:gdLst/>
            <a:ahLst/>
            <a:cxnLst/>
            <a:rect l="l" t="t" r="r" b="b"/>
            <a:pathLst>
              <a:path w="745490" h="2019300">
                <a:moveTo>
                  <a:pt x="249029" y="354560"/>
                </a:moveTo>
                <a:lnTo>
                  <a:pt x="124514" y="392528"/>
                </a:lnTo>
                <a:lnTo>
                  <a:pt x="620495" y="2019092"/>
                </a:lnTo>
                <a:lnTo>
                  <a:pt x="745009" y="1981125"/>
                </a:lnTo>
                <a:lnTo>
                  <a:pt x="249029" y="354560"/>
                </a:lnTo>
                <a:close/>
              </a:path>
              <a:path w="745490" h="2019300">
                <a:moveTo>
                  <a:pt x="72868" y="0"/>
                </a:moveTo>
                <a:lnTo>
                  <a:pt x="0" y="430495"/>
                </a:lnTo>
                <a:lnTo>
                  <a:pt x="124514" y="392528"/>
                </a:lnTo>
                <a:lnTo>
                  <a:pt x="105530" y="330271"/>
                </a:lnTo>
                <a:lnTo>
                  <a:pt x="230045" y="292303"/>
                </a:lnTo>
                <a:lnTo>
                  <a:pt x="350475" y="292303"/>
                </a:lnTo>
                <a:lnTo>
                  <a:pt x="72868" y="0"/>
                </a:lnTo>
                <a:close/>
              </a:path>
              <a:path w="745490" h="2019300">
                <a:moveTo>
                  <a:pt x="230045" y="292303"/>
                </a:moveTo>
                <a:lnTo>
                  <a:pt x="105530" y="330271"/>
                </a:lnTo>
                <a:lnTo>
                  <a:pt x="124514" y="392528"/>
                </a:lnTo>
                <a:lnTo>
                  <a:pt x="249029" y="354560"/>
                </a:lnTo>
                <a:lnTo>
                  <a:pt x="230045" y="292303"/>
                </a:lnTo>
                <a:close/>
              </a:path>
              <a:path w="745490" h="2019300">
                <a:moveTo>
                  <a:pt x="350475" y="292303"/>
                </a:moveTo>
                <a:lnTo>
                  <a:pt x="230045" y="292303"/>
                </a:lnTo>
                <a:lnTo>
                  <a:pt x="249029" y="354560"/>
                </a:lnTo>
                <a:lnTo>
                  <a:pt x="373543" y="316593"/>
                </a:lnTo>
                <a:lnTo>
                  <a:pt x="350475" y="29230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00600" y="2981326"/>
            <a:ext cx="2089785" cy="1442085"/>
          </a:xfrm>
          <a:custGeom>
            <a:avLst/>
            <a:gdLst/>
            <a:ahLst/>
            <a:cxnLst/>
            <a:rect l="l" t="t" r="r" b="b"/>
            <a:pathLst>
              <a:path w="2089784" h="1442085">
                <a:moveTo>
                  <a:pt x="1741097" y="537537"/>
                </a:moveTo>
                <a:lnTo>
                  <a:pt x="1218768" y="537537"/>
                </a:lnTo>
                <a:lnTo>
                  <a:pt x="2084594" y="1441579"/>
                </a:lnTo>
                <a:lnTo>
                  <a:pt x="1741097" y="537537"/>
                </a:lnTo>
                <a:close/>
              </a:path>
              <a:path w="2089784" h="1442085">
                <a:moveTo>
                  <a:pt x="2089317" y="0"/>
                </a:moveTo>
                <a:lnTo>
                  <a:pt x="0" y="0"/>
                </a:lnTo>
                <a:lnTo>
                  <a:pt x="0" y="537537"/>
                </a:lnTo>
                <a:lnTo>
                  <a:pt x="2089317" y="537537"/>
                </a:lnTo>
                <a:lnTo>
                  <a:pt x="20893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00600" y="2981326"/>
            <a:ext cx="2089785" cy="1442085"/>
          </a:xfrm>
          <a:custGeom>
            <a:avLst/>
            <a:gdLst/>
            <a:ahLst/>
            <a:cxnLst/>
            <a:rect l="l" t="t" r="r" b="b"/>
            <a:pathLst>
              <a:path w="2089784" h="1442085">
                <a:moveTo>
                  <a:pt x="0" y="0"/>
                </a:moveTo>
                <a:lnTo>
                  <a:pt x="1218769" y="0"/>
                </a:lnTo>
                <a:lnTo>
                  <a:pt x="1741098" y="0"/>
                </a:lnTo>
                <a:lnTo>
                  <a:pt x="2089318" y="0"/>
                </a:lnTo>
                <a:lnTo>
                  <a:pt x="2089318" y="313564"/>
                </a:lnTo>
                <a:lnTo>
                  <a:pt x="2089318" y="447949"/>
                </a:lnTo>
                <a:lnTo>
                  <a:pt x="2089318" y="537538"/>
                </a:lnTo>
                <a:lnTo>
                  <a:pt x="1741098" y="537538"/>
                </a:lnTo>
                <a:lnTo>
                  <a:pt x="2084595" y="1441580"/>
                </a:lnTo>
                <a:lnTo>
                  <a:pt x="1218769" y="537538"/>
                </a:lnTo>
                <a:lnTo>
                  <a:pt x="0" y="537538"/>
                </a:lnTo>
                <a:lnTo>
                  <a:pt x="0" y="447949"/>
                </a:lnTo>
                <a:lnTo>
                  <a:pt x="0" y="31356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9340" y="3009392"/>
            <a:ext cx="191706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Aggregate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5">
                <a:latin typeface="Arial"/>
                <a:cs typeface="Arial"/>
              </a:rPr>
              <a:t>information  from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5" b="1">
                <a:latin typeface="Arial"/>
                <a:cs typeface="Arial"/>
              </a:rPr>
              <a:t>subgraphs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22226" y="4799060"/>
            <a:ext cx="2121535" cy="908050"/>
          </a:xfrm>
          <a:custGeom>
            <a:avLst/>
            <a:gdLst/>
            <a:ahLst/>
            <a:cxnLst/>
            <a:rect l="l" t="t" r="r" b="b"/>
            <a:pathLst>
              <a:path w="2121534" h="908050">
                <a:moveTo>
                  <a:pt x="2121434" y="325158"/>
                </a:moveTo>
                <a:lnTo>
                  <a:pt x="0" y="325158"/>
                </a:lnTo>
                <a:lnTo>
                  <a:pt x="0" y="907459"/>
                </a:lnTo>
                <a:lnTo>
                  <a:pt x="2121434" y="907459"/>
                </a:lnTo>
                <a:lnTo>
                  <a:pt x="2121434" y="325158"/>
                </a:lnTo>
                <a:close/>
              </a:path>
              <a:path w="2121534" h="908050">
                <a:moveTo>
                  <a:pt x="1845095" y="0"/>
                </a:moveTo>
                <a:lnTo>
                  <a:pt x="1237503" y="325158"/>
                </a:lnTo>
                <a:lnTo>
                  <a:pt x="1767861" y="325158"/>
                </a:lnTo>
                <a:lnTo>
                  <a:pt x="1845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22226" y="4799061"/>
            <a:ext cx="2121535" cy="908050"/>
          </a:xfrm>
          <a:custGeom>
            <a:avLst/>
            <a:gdLst/>
            <a:ahLst/>
            <a:cxnLst/>
            <a:rect l="l" t="t" r="r" b="b"/>
            <a:pathLst>
              <a:path w="2121534" h="908050">
                <a:moveTo>
                  <a:pt x="0" y="325157"/>
                </a:moveTo>
                <a:lnTo>
                  <a:pt x="1237503" y="325157"/>
                </a:lnTo>
                <a:lnTo>
                  <a:pt x="1845096" y="0"/>
                </a:lnTo>
                <a:lnTo>
                  <a:pt x="1767862" y="325157"/>
                </a:lnTo>
                <a:lnTo>
                  <a:pt x="2121434" y="325157"/>
                </a:lnTo>
                <a:lnTo>
                  <a:pt x="2121434" y="422206"/>
                </a:lnTo>
                <a:lnTo>
                  <a:pt x="2121434" y="567782"/>
                </a:lnTo>
                <a:lnTo>
                  <a:pt x="2121434" y="907458"/>
                </a:lnTo>
                <a:lnTo>
                  <a:pt x="1767862" y="907458"/>
                </a:lnTo>
                <a:lnTo>
                  <a:pt x="1237503" y="907458"/>
                </a:lnTo>
                <a:lnTo>
                  <a:pt x="0" y="907458"/>
                </a:lnTo>
                <a:lnTo>
                  <a:pt x="0" y="567782"/>
                </a:lnTo>
                <a:lnTo>
                  <a:pt x="0" y="422206"/>
                </a:lnTo>
                <a:lnTo>
                  <a:pt x="0" y="32515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10181" y="3025748"/>
            <a:ext cx="899794" cy="1339215"/>
          </a:xfrm>
          <a:custGeom>
            <a:avLst/>
            <a:gdLst/>
            <a:ahLst/>
            <a:cxnLst/>
            <a:rect l="l" t="t" r="r" b="b"/>
            <a:pathLst>
              <a:path w="899795" h="1339214">
                <a:moveTo>
                  <a:pt x="538433" y="0"/>
                </a:moveTo>
                <a:lnTo>
                  <a:pt x="0" y="165780"/>
                </a:lnTo>
                <a:lnTo>
                  <a:pt x="361200" y="1338906"/>
                </a:lnTo>
                <a:lnTo>
                  <a:pt x="899633" y="1173124"/>
                </a:lnTo>
                <a:lnTo>
                  <a:pt x="53843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 rot="4320000">
            <a:off x="8037508" y="3568124"/>
            <a:ext cx="511430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75"/>
              </a:lnSpc>
            </a:pPr>
            <a:r>
              <a:rPr dirty="0" baseline="2057" sz="2025" spc="-7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baseline="2057" sz="2025" spc="-97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2057" sz="2025" spc="-82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350" spc="-5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350" spc="-8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350" spc="-45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32</a:t>
            </a:fld>
          </a:p>
        </p:txBody>
      </p:sp>
      <p:sp>
        <p:nvSpPr>
          <p:cNvPr id="18" name="object 18"/>
          <p:cNvSpPr txBox="1"/>
          <p:nvPr/>
        </p:nvSpPr>
        <p:spPr>
          <a:xfrm rot="4320000">
            <a:off x="7710886" y="3626980"/>
            <a:ext cx="776802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75"/>
              </a:lnSpc>
            </a:pPr>
            <a:r>
              <a:rPr dirty="0" baseline="4115" sz="2025" spc="-6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baseline="4115" sz="2025" spc="-82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2057" sz="2025" spc="-82">
                <a:solidFill>
                  <a:srgbClr val="FFFFFF"/>
                </a:solidFill>
                <a:latin typeface="Arial"/>
                <a:cs typeface="Arial"/>
              </a:rPr>
              <a:t>ss</a:t>
            </a:r>
            <a:r>
              <a:rPr dirty="0" baseline="2057" sz="2025" spc="-12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350" spc="-3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350" spc="-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350" spc="-5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00966" y="4544059"/>
            <a:ext cx="1917064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  <a:p>
            <a:pPr marL="12700" marR="5080">
              <a:lnSpc>
                <a:spcPct val="100000"/>
              </a:lnSpc>
              <a:spcBef>
                <a:spcPts val="2075"/>
              </a:spcBef>
            </a:pPr>
            <a:r>
              <a:rPr dirty="0" sz="1500" spc="-5">
                <a:latin typeface="Arial"/>
                <a:cs typeface="Arial"/>
              </a:rPr>
              <a:t>Aggregate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5">
                <a:latin typeface="Arial"/>
                <a:cs typeface="Arial"/>
              </a:rPr>
              <a:t>information  from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 spc="-15" b="1">
                <a:latin typeface="Arial"/>
                <a:cs typeface="Arial"/>
              </a:rPr>
              <a:t>neighbors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97380" y="4266691"/>
            <a:ext cx="135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3290" y="3619524"/>
            <a:ext cx="3132308" cy="3060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86" y="4990053"/>
            <a:ext cx="6063213" cy="10800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0399" y="4076005"/>
            <a:ext cx="4149077" cy="748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468" y="342899"/>
            <a:ext cx="875601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5"/>
              <a:t>#1: </a:t>
            </a:r>
            <a:r>
              <a:rPr dirty="0" sz="5000" spc="-60"/>
              <a:t>Subgraph </a:t>
            </a:r>
            <a:r>
              <a:rPr dirty="0" sz="5000" spc="-120"/>
              <a:t>Message</a:t>
            </a:r>
            <a:r>
              <a:rPr dirty="0" sz="5000" spc="25"/>
              <a:t> </a:t>
            </a:r>
            <a:r>
              <a:rPr dirty="0" sz="5000" spc="-125"/>
              <a:t>Passing</a:t>
            </a:r>
            <a:endParaRPr sz="5000"/>
          </a:p>
        </p:txBody>
      </p:sp>
      <p:sp>
        <p:nvSpPr>
          <p:cNvPr id="6" name="object 6"/>
          <p:cNvSpPr/>
          <p:nvPr/>
        </p:nvSpPr>
        <p:spPr>
          <a:xfrm>
            <a:off x="2047782" y="4326117"/>
            <a:ext cx="391160" cy="346075"/>
          </a:xfrm>
          <a:custGeom>
            <a:avLst/>
            <a:gdLst/>
            <a:ahLst/>
            <a:cxnLst/>
            <a:rect l="l" t="t" r="r" b="b"/>
            <a:pathLst>
              <a:path w="391160" h="346075">
                <a:moveTo>
                  <a:pt x="0" y="0"/>
                </a:moveTo>
                <a:lnTo>
                  <a:pt x="390617" y="0"/>
                </a:lnTo>
                <a:lnTo>
                  <a:pt x="390617" y="345821"/>
                </a:lnTo>
                <a:lnTo>
                  <a:pt x="0" y="34582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9BBB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4002" y="3798361"/>
            <a:ext cx="542290" cy="391795"/>
          </a:xfrm>
          <a:custGeom>
            <a:avLst/>
            <a:gdLst/>
            <a:ahLst/>
            <a:cxnLst/>
            <a:rect l="l" t="t" r="r" b="b"/>
            <a:pathLst>
              <a:path w="542289" h="391795">
                <a:moveTo>
                  <a:pt x="44971" y="306786"/>
                </a:moveTo>
                <a:lnTo>
                  <a:pt x="0" y="391422"/>
                </a:lnTo>
                <a:lnTo>
                  <a:pt x="94692" y="376618"/>
                </a:lnTo>
                <a:lnTo>
                  <a:pt x="84018" y="361627"/>
                </a:lnTo>
                <a:lnTo>
                  <a:pt x="66480" y="361627"/>
                </a:lnTo>
                <a:lnTo>
                  <a:pt x="49907" y="338349"/>
                </a:lnTo>
                <a:lnTo>
                  <a:pt x="61545" y="330063"/>
                </a:lnTo>
                <a:lnTo>
                  <a:pt x="44971" y="306786"/>
                </a:lnTo>
                <a:close/>
              </a:path>
              <a:path w="542289" h="391795">
                <a:moveTo>
                  <a:pt x="61545" y="330063"/>
                </a:moveTo>
                <a:lnTo>
                  <a:pt x="49907" y="338349"/>
                </a:lnTo>
                <a:lnTo>
                  <a:pt x="66480" y="361627"/>
                </a:lnTo>
                <a:lnTo>
                  <a:pt x="78118" y="353340"/>
                </a:lnTo>
                <a:lnTo>
                  <a:pt x="61545" y="330063"/>
                </a:lnTo>
                <a:close/>
              </a:path>
              <a:path w="542289" h="391795">
                <a:moveTo>
                  <a:pt x="78118" y="353340"/>
                </a:moveTo>
                <a:lnTo>
                  <a:pt x="66480" y="361627"/>
                </a:lnTo>
                <a:lnTo>
                  <a:pt x="84018" y="361627"/>
                </a:lnTo>
                <a:lnTo>
                  <a:pt x="78118" y="353340"/>
                </a:lnTo>
                <a:close/>
              </a:path>
              <a:path w="542289" h="391795">
                <a:moveTo>
                  <a:pt x="525113" y="0"/>
                </a:moveTo>
                <a:lnTo>
                  <a:pt x="61545" y="330063"/>
                </a:lnTo>
                <a:lnTo>
                  <a:pt x="78118" y="353340"/>
                </a:lnTo>
                <a:lnTo>
                  <a:pt x="541686" y="23276"/>
                </a:lnTo>
                <a:lnTo>
                  <a:pt x="525113" y="0"/>
                </a:lnTo>
                <a:close/>
              </a:path>
            </a:pathLst>
          </a:custGeom>
          <a:solidFill>
            <a:srgbClr val="9BBB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6416" y="1356867"/>
            <a:ext cx="7853045" cy="27463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55600" marR="5080" indent="-342900">
              <a:lnSpc>
                <a:spcPct val="100699"/>
              </a:lnSpc>
              <a:spcBef>
                <a:spcPts val="75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60">
                <a:latin typeface="Arial"/>
                <a:cs typeface="Arial"/>
              </a:rPr>
              <a:t>Property </a:t>
            </a:r>
            <a:r>
              <a:rPr dirty="0" sz="2800" spc="-25">
                <a:latin typeface="Cambria Math"/>
                <a:cs typeface="Cambria Math"/>
              </a:rPr>
              <a:t>𝑥</a:t>
            </a:r>
            <a:r>
              <a:rPr dirty="0" sz="2800" spc="-25">
                <a:latin typeface="Arial"/>
                <a:cs typeface="Arial"/>
              </a:rPr>
              <a:t>-specific </a:t>
            </a:r>
            <a:r>
              <a:rPr dirty="0" sz="2800" spc="-75">
                <a:latin typeface="Arial"/>
                <a:cs typeface="Arial"/>
              </a:rPr>
              <a:t>messages </a:t>
            </a:r>
            <a:r>
              <a:rPr dirty="0" sz="2800" spc="-45">
                <a:latin typeface="Cambria Math"/>
                <a:cs typeface="Cambria Math"/>
              </a:rPr>
              <a:t>𝑚</a:t>
            </a:r>
            <a:r>
              <a:rPr dirty="0" baseline="-15277" sz="3000" spc="-67">
                <a:latin typeface="Cambria Math"/>
                <a:cs typeface="Cambria Math"/>
              </a:rPr>
              <a:t># </a:t>
            </a:r>
            <a:r>
              <a:rPr dirty="0" sz="2800" spc="-114">
                <a:latin typeface="Arial"/>
                <a:cs typeface="Arial"/>
              </a:rPr>
              <a:t>are </a:t>
            </a:r>
            <a:r>
              <a:rPr dirty="0" sz="2800" spc="-75">
                <a:latin typeface="Arial"/>
                <a:cs typeface="Arial"/>
              </a:rPr>
              <a:t>propagated  </a:t>
            </a:r>
            <a:r>
              <a:rPr dirty="0" sz="2800" spc="-50">
                <a:latin typeface="Arial"/>
                <a:cs typeface="Arial"/>
              </a:rPr>
              <a:t>from </a:t>
            </a:r>
            <a:r>
              <a:rPr dirty="0" sz="2800" spc="-55">
                <a:solidFill>
                  <a:srgbClr val="C00000"/>
                </a:solidFill>
                <a:latin typeface="Arial"/>
                <a:cs typeface="Arial"/>
              </a:rPr>
              <a:t>anchor </a:t>
            </a:r>
            <a:r>
              <a:rPr dirty="0" sz="2800" spc="-40">
                <a:solidFill>
                  <a:srgbClr val="C00000"/>
                </a:solidFill>
                <a:latin typeface="Arial"/>
                <a:cs typeface="Arial"/>
              </a:rPr>
              <a:t>patches </a:t>
            </a:r>
            <a:r>
              <a:rPr dirty="0" sz="2800" spc="15">
                <a:latin typeface="Arial"/>
                <a:cs typeface="Arial"/>
              </a:rPr>
              <a:t>to </a:t>
            </a:r>
            <a:r>
              <a:rPr dirty="0" sz="2800" spc="-45">
                <a:latin typeface="Arial"/>
                <a:cs typeface="Arial"/>
              </a:rPr>
              <a:t>subgraph</a:t>
            </a:r>
            <a:r>
              <a:rPr dirty="0" sz="2800" spc="25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components</a:t>
            </a:r>
            <a:endParaRPr sz="2800">
              <a:latin typeface="Arial"/>
              <a:cs typeface="Arial"/>
            </a:endParaRPr>
          </a:p>
          <a:p>
            <a:pPr marL="355600" marR="280670" indent="-342900">
              <a:lnSpc>
                <a:spcPct val="98200"/>
              </a:lnSpc>
              <a:spcBef>
                <a:spcPts val="705"/>
              </a:spcBef>
              <a:buFont typeface="Malgun Gothic"/>
              <a:buChar char="▪"/>
              <a:tabLst>
                <a:tab pos="355600" algn="l"/>
              </a:tabLst>
            </a:pPr>
            <a:r>
              <a:rPr dirty="0" sz="2800" spc="-55">
                <a:solidFill>
                  <a:srgbClr val="C00000"/>
                </a:solidFill>
                <a:latin typeface="Arial"/>
                <a:cs typeface="Arial"/>
              </a:rPr>
              <a:t>Anchor </a:t>
            </a:r>
            <a:r>
              <a:rPr dirty="0" sz="2800" spc="-40">
                <a:solidFill>
                  <a:srgbClr val="C00000"/>
                </a:solidFill>
                <a:latin typeface="Arial"/>
                <a:cs typeface="Arial"/>
              </a:rPr>
              <a:t>patches </a:t>
            </a:r>
            <a:r>
              <a:rPr dirty="0" sz="2800" spc="-114">
                <a:latin typeface="Arial"/>
                <a:cs typeface="Arial"/>
              </a:rPr>
              <a:t>are </a:t>
            </a:r>
            <a:r>
              <a:rPr dirty="0" sz="2800" spc="-80">
                <a:latin typeface="Arial"/>
                <a:cs typeface="Arial"/>
              </a:rPr>
              <a:t>helper </a:t>
            </a:r>
            <a:r>
              <a:rPr dirty="0" sz="2800" spc="-50">
                <a:latin typeface="Arial"/>
                <a:cs typeface="Arial"/>
              </a:rPr>
              <a:t>subgraphs </a:t>
            </a:r>
            <a:r>
              <a:rPr dirty="0" sz="2800" spc="-140">
                <a:latin typeface="Arial"/>
                <a:cs typeface="Arial"/>
              </a:rPr>
              <a:t>randomly  </a:t>
            </a:r>
            <a:r>
              <a:rPr dirty="0" sz="2800" spc="-55">
                <a:latin typeface="Arial"/>
                <a:cs typeface="Arial"/>
              </a:rPr>
              <a:t>sampled from </a:t>
            </a:r>
            <a:r>
              <a:rPr dirty="0" sz="2800" spc="50">
                <a:latin typeface="Cambria Math"/>
                <a:cs typeface="Cambria Math"/>
              </a:rPr>
              <a:t>𝐺</a:t>
            </a:r>
            <a:r>
              <a:rPr dirty="0" sz="2800" spc="50">
                <a:latin typeface="Arial"/>
                <a:cs typeface="Arial"/>
              </a:rPr>
              <a:t>; </a:t>
            </a:r>
            <a:r>
              <a:rPr dirty="0" sz="2800" spc="-40">
                <a:latin typeface="Arial"/>
                <a:cs typeface="Arial"/>
              </a:rPr>
              <a:t>patches </a:t>
            </a:r>
            <a:r>
              <a:rPr dirty="0" sz="2800" spc="125">
                <a:latin typeface="Cambria Math"/>
                <a:cs typeface="Cambria Math"/>
              </a:rPr>
              <a:t>𝐴</a:t>
            </a:r>
            <a:r>
              <a:rPr dirty="0" baseline="-15277" sz="3000" spc="187">
                <a:latin typeface="Cambria Math"/>
                <a:cs typeface="Cambria Math"/>
              </a:rPr>
              <a:t>$</a:t>
            </a:r>
            <a:r>
              <a:rPr dirty="0" sz="2800" spc="125">
                <a:latin typeface="Arial"/>
                <a:cs typeface="Arial"/>
              </a:rPr>
              <a:t>, </a:t>
            </a:r>
            <a:r>
              <a:rPr dirty="0" sz="2800" spc="-55">
                <a:latin typeface="Cambria Math"/>
                <a:cs typeface="Cambria Math"/>
              </a:rPr>
              <a:t>𝐴</a:t>
            </a:r>
            <a:r>
              <a:rPr dirty="0" baseline="-15277" sz="3000" spc="-82">
                <a:latin typeface="Cambria Math"/>
                <a:cs typeface="Cambria Math"/>
              </a:rPr>
              <a:t>%</a:t>
            </a:r>
            <a:r>
              <a:rPr dirty="0" sz="2800" spc="-55">
                <a:latin typeface="Arial"/>
                <a:cs typeface="Arial"/>
              </a:rPr>
              <a:t>, </a:t>
            </a:r>
            <a:r>
              <a:rPr dirty="0" sz="2800" spc="-50">
                <a:latin typeface="Arial"/>
                <a:cs typeface="Arial"/>
              </a:rPr>
              <a:t>and </a:t>
            </a:r>
            <a:r>
              <a:rPr dirty="0" sz="2800" spc="105">
                <a:latin typeface="Cambria Math"/>
                <a:cs typeface="Cambria Math"/>
              </a:rPr>
              <a:t>𝐴</a:t>
            </a:r>
            <a:r>
              <a:rPr dirty="0" baseline="-15277" sz="3000" spc="157">
                <a:latin typeface="Cambria Math"/>
                <a:cs typeface="Cambria Math"/>
              </a:rPr>
              <a:t>" </a:t>
            </a:r>
            <a:r>
              <a:rPr dirty="0" sz="2800" spc="-50">
                <a:latin typeface="Arial"/>
                <a:cs typeface="Arial"/>
              </a:rPr>
              <a:t>for </a:t>
            </a:r>
            <a:r>
              <a:rPr dirty="0" sz="2800" spc="-5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4F81BD"/>
                </a:solidFill>
                <a:latin typeface="Arial"/>
                <a:cs typeface="Arial"/>
              </a:rPr>
              <a:t>position, </a:t>
            </a:r>
            <a:r>
              <a:rPr dirty="0" sz="2800" spc="-45">
                <a:solidFill>
                  <a:srgbClr val="4F81BD"/>
                </a:solidFill>
                <a:latin typeface="Arial"/>
                <a:cs typeface="Arial"/>
              </a:rPr>
              <a:t>neighborhood </a:t>
            </a:r>
            <a:r>
              <a:rPr dirty="0" sz="2800" spc="-50">
                <a:latin typeface="Arial"/>
                <a:cs typeface="Arial"/>
              </a:rPr>
              <a:t>and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spc="-40">
                <a:solidFill>
                  <a:srgbClr val="4F81BD"/>
                </a:solidFill>
                <a:latin typeface="Arial"/>
                <a:cs typeface="Arial"/>
              </a:rPr>
              <a:t>structure</a:t>
            </a:r>
            <a:endParaRPr sz="2800">
              <a:latin typeface="Arial"/>
              <a:cs typeface="Arial"/>
            </a:endParaRPr>
          </a:p>
          <a:p>
            <a:pPr marL="2256155">
              <a:lnSpc>
                <a:spcPts val="1950"/>
              </a:lnSpc>
            </a:pPr>
            <a:r>
              <a:rPr dirty="0" sz="1800" spc="-45">
                <a:solidFill>
                  <a:srgbClr val="9BBB59"/>
                </a:solidFill>
                <a:latin typeface="Arial"/>
                <a:cs typeface="Arial"/>
              </a:rPr>
              <a:t>similarity </a:t>
            </a:r>
            <a:r>
              <a:rPr dirty="0" sz="1800" spc="-20">
                <a:solidFill>
                  <a:srgbClr val="9BBB59"/>
                </a:solidFill>
                <a:latin typeface="Arial"/>
                <a:cs typeface="Arial"/>
              </a:rPr>
              <a:t>function between</a:t>
            </a:r>
            <a:r>
              <a:rPr dirty="0" sz="1800" spc="-5">
                <a:solidFill>
                  <a:srgbClr val="9BBB59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9BBB59"/>
                </a:solidFill>
                <a:latin typeface="Arial"/>
                <a:cs typeface="Arial"/>
              </a:rPr>
              <a:t>subgraph</a:t>
            </a:r>
            <a:endParaRPr sz="1800">
              <a:latin typeface="Arial"/>
              <a:cs typeface="Arial"/>
            </a:endParaRPr>
          </a:p>
          <a:p>
            <a:pPr marL="2256155">
              <a:lnSpc>
                <a:spcPts val="2125"/>
              </a:lnSpc>
            </a:pPr>
            <a:r>
              <a:rPr dirty="0" sz="1800" spc="-10">
                <a:solidFill>
                  <a:srgbClr val="9BBB59"/>
                </a:solidFill>
                <a:latin typeface="Arial"/>
                <a:cs typeface="Arial"/>
              </a:rPr>
              <a:t>component </a:t>
            </a:r>
            <a:r>
              <a:rPr dirty="0" sz="1800" spc="-25">
                <a:solidFill>
                  <a:srgbClr val="9BBB59"/>
                </a:solidFill>
                <a:latin typeface="Arial"/>
                <a:cs typeface="Arial"/>
              </a:rPr>
              <a:t>and </a:t>
            </a:r>
            <a:r>
              <a:rPr dirty="0" sz="1800" spc="-55">
                <a:solidFill>
                  <a:srgbClr val="9BBB59"/>
                </a:solidFill>
                <a:latin typeface="Arial"/>
                <a:cs typeface="Arial"/>
              </a:rPr>
              <a:t>an </a:t>
            </a:r>
            <a:r>
              <a:rPr dirty="0" sz="1800" spc="-25">
                <a:solidFill>
                  <a:srgbClr val="9BBB59"/>
                </a:solidFill>
                <a:latin typeface="Arial"/>
                <a:cs typeface="Arial"/>
              </a:rPr>
              <a:t>anchor</a:t>
            </a:r>
            <a:r>
              <a:rPr dirty="0" sz="1800" spc="50">
                <a:solidFill>
                  <a:srgbClr val="9BBB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9BBB59"/>
                </a:solidFill>
                <a:latin typeface="Arial"/>
                <a:cs typeface="Arial"/>
              </a:rPr>
              <a:t>patch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00" y="5613543"/>
            <a:ext cx="640715" cy="432434"/>
          </a:xfrm>
          <a:custGeom>
            <a:avLst/>
            <a:gdLst/>
            <a:ahLst/>
            <a:cxnLst/>
            <a:rect l="l" t="t" r="r" b="b"/>
            <a:pathLst>
              <a:path w="640715" h="432435">
                <a:moveTo>
                  <a:pt x="0" y="0"/>
                </a:moveTo>
                <a:lnTo>
                  <a:pt x="640436" y="0"/>
                </a:lnTo>
                <a:lnTo>
                  <a:pt x="640436" y="432140"/>
                </a:lnTo>
                <a:lnTo>
                  <a:pt x="0" y="4321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0840" y="6104302"/>
            <a:ext cx="426720" cy="281305"/>
          </a:xfrm>
          <a:custGeom>
            <a:avLst/>
            <a:gdLst/>
            <a:ahLst/>
            <a:cxnLst/>
            <a:rect l="l" t="t" r="r" b="b"/>
            <a:pathLst>
              <a:path w="426719" h="281304">
                <a:moveTo>
                  <a:pt x="79823" y="34366"/>
                </a:moveTo>
                <a:lnTo>
                  <a:pt x="64363" y="58397"/>
                </a:lnTo>
                <a:lnTo>
                  <a:pt x="410629" y="281170"/>
                </a:lnTo>
                <a:lnTo>
                  <a:pt x="426090" y="257139"/>
                </a:lnTo>
                <a:lnTo>
                  <a:pt x="79823" y="34366"/>
                </a:lnTo>
                <a:close/>
              </a:path>
              <a:path w="426719" h="281304">
                <a:moveTo>
                  <a:pt x="0" y="0"/>
                </a:moveTo>
                <a:lnTo>
                  <a:pt x="48902" y="82428"/>
                </a:lnTo>
                <a:lnTo>
                  <a:pt x="64363" y="58397"/>
                </a:lnTo>
                <a:lnTo>
                  <a:pt x="52347" y="50667"/>
                </a:lnTo>
                <a:lnTo>
                  <a:pt x="67808" y="26636"/>
                </a:lnTo>
                <a:lnTo>
                  <a:pt x="84797" y="26636"/>
                </a:lnTo>
                <a:lnTo>
                  <a:pt x="95284" y="10335"/>
                </a:lnTo>
                <a:lnTo>
                  <a:pt x="0" y="0"/>
                </a:lnTo>
                <a:close/>
              </a:path>
              <a:path w="426719" h="281304">
                <a:moveTo>
                  <a:pt x="67808" y="26636"/>
                </a:moveTo>
                <a:lnTo>
                  <a:pt x="52347" y="50667"/>
                </a:lnTo>
                <a:lnTo>
                  <a:pt x="64363" y="58397"/>
                </a:lnTo>
                <a:lnTo>
                  <a:pt x="79823" y="34366"/>
                </a:lnTo>
                <a:lnTo>
                  <a:pt x="67808" y="26636"/>
                </a:lnTo>
                <a:close/>
              </a:path>
              <a:path w="426719" h="281304">
                <a:moveTo>
                  <a:pt x="84797" y="26636"/>
                </a:moveTo>
                <a:lnTo>
                  <a:pt x="67808" y="26636"/>
                </a:lnTo>
                <a:lnTo>
                  <a:pt x="79823" y="34366"/>
                </a:lnTo>
                <a:lnTo>
                  <a:pt x="84797" y="26636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34317" y="6004052"/>
            <a:ext cx="500507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20">
                <a:solidFill>
                  <a:srgbClr val="8064A2"/>
                </a:solidFill>
                <a:latin typeface="Arial"/>
                <a:cs typeface="Arial"/>
              </a:rPr>
              <a:t>property-specific </a:t>
            </a:r>
            <a:r>
              <a:rPr dirty="0" sz="1800" spc="-40">
                <a:solidFill>
                  <a:srgbClr val="8064A2"/>
                </a:solidFill>
                <a:latin typeface="Arial"/>
                <a:cs typeface="Arial"/>
              </a:rPr>
              <a:t>representation </a:t>
            </a:r>
            <a:r>
              <a:rPr dirty="0" sz="1800" spc="-20">
                <a:solidFill>
                  <a:srgbClr val="8064A2"/>
                </a:solidFill>
                <a:latin typeface="Arial"/>
                <a:cs typeface="Arial"/>
              </a:rPr>
              <a:t>of </a:t>
            </a:r>
            <a:r>
              <a:rPr dirty="0" sz="1800" spc="-25">
                <a:solidFill>
                  <a:srgbClr val="8064A2"/>
                </a:solidFill>
                <a:latin typeface="Arial"/>
                <a:cs typeface="Arial"/>
              </a:rPr>
              <a:t>subgraph  </a:t>
            </a:r>
            <a:r>
              <a:rPr dirty="0" sz="1800" spc="-10">
                <a:solidFill>
                  <a:srgbClr val="8064A2"/>
                </a:solidFill>
                <a:latin typeface="Arial"/>
                <a:cs typeface="Arial"/>
              </a:rPr>
              <a:t>component </a:t>
            </a:r>
            <a:r>
              <a:rPr dirty="0" sz="1800" spc="-20">
                <a:solidFill>
                  <a:srgbClr val="8064A2"/>
                </a:solidFill>
                <a:latin typeface="Arial"/>
                <a:cs typeface="Arial"/>
              </a:rPr>
              <a:t>at </a:t>
            </a:r>
            <a:r>
              <a:rPr dirty="0" sz="1800" spc="-25">
                <a:solidFill>
                  <a:srgbClr val="8064A2"/>
                </a:solidFill>
                <a:latin typeface="Arial"/>
                <a:cs typeface="Arial"/>
              </a:rPr>
              <a:t>the </a:t>
            </a:r>
            <a:r>
              <a:rPr dirty="0" sz="1800" spc="-40">
                <a:solidFill>
                  <a:srgbClr val="8064A2"/>
                </a:solidFill>
                <a:latin typeface="Arial"/>
                <a:cs typeface="Arial"/>
              </a:rPr>
              <a:t>previous </a:t>
            </a:r>
            <a:r>
              <a:rPr dirty="0" sz="1800" spc="-60">
                <a:solidFill>
                  <a:srgbClr val="8064A2"/>
                </a:solidFill>
                <a:latin typeface="Arial"/>
                <a:cs typeface="Arial"/>
              </a:rPr>
              <a:t>layer </a:t>
            </a:r>
            <a:r>
              <a:rPr dirty="0" sz="1800" spc="-15">
                <a:solidFill>
                  <a:srgbClr val="8064A2"/>
                </a:solidFill>
                <a:latin typeface="Arial"/>
                <a:cs typeface="Arial"/>
              </a:rPr>
              <a:t>that </a:t>
            </a:r>
            <a:r>
              <a:rPr dirty="0" sz="1800" spc="-20">
                <a:solidFill>
                  <a:srgbClr val="8064A2"/>
                </a:solidFill>
                <a:latin typeface="Arial"/>
                <a:cs typeface="Arial"/>
              </a:rPr>
              <a:t>gets</a:t>
            </a:r>
            <a:r>
              <a:rPr dirty="0" sz="1800" spc="185">
                <a:solidFill>
                  <a:srgbClr val="8064A2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8064A2"/>
                </a:solidFill>
                <a:latin typeface="Arial"/>
                <a:cs typeface="Arial"/>
              </a:rPr>
              <a:t>updated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32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6345" y="2971800"/>
            <a:ext cx="3907654" cy="31487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2586" y="326643"/>
            <a:ext cx="787971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5"/>
              <a:t>#2: </a:t>
            </a:r>
            <a:r>
              <a:rPr dirty="0" sz="5200" spc="-85"/>
              <a:t>Property-aware</a:t>
            </a:r>
            <a:r>
              <a:rPr dirty="0" sz="5200" spc="-40"/>
              <a:t> </a:t>
            </a:r>
            <a:r>
              <a:rPr dirty="0" sz="5200" spc="-90"/>
              <a:t>Routing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566416" y="1634235"/>
            <a:ext cx="7334884" cy="16865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55600" marR="5080" indent="-342900">
              <a:lnSpc>
                <a:spcPct val="101400"/>
              </a:lnSpc>
              <a:spcBef>
                <a:spcPts val="5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70">
                <a:latin typeface="Arial"/>
                <a:cs typeface="Arial"/>
              </a:rPr>
              <a:t>SubGNN specifies </a:t>
            </a:r>
            <a:r>
              <a:rPr dirty="0" sz="2800" spc="-75">
                <a:latin typeface="Arial"/>
                <a:cs typeface="Arial"/>
              </a:rPr>
              <a:t>three channels </a:t>
            </a:r>
            <a:r>
              <a:rPr dirty="0" sz="2800" spc="-50">
                <a:latin typeface="Arial"/>
                <a:cs typeface="Arial"/>
              </a:rPr>
              <a:t>for </a:t>
            </a:r>
            <a:r>
              <a:rPr dirty="0" sz="2800" spc="-110">
                <a:latin typeface="Arial"/>
                <a:cs typeface="Arial"/>
              </a:rPr>
              <a:t>position,  </a:t>
            </a:r>
            <a:r>
              <a:rPr dirty="0" sz="2800" spc="-45">
                <a:latin typeface="Arial"/>
                <a:cs typeface="Arial"/>
              </a:rPr>
              <a:t>neighborhood, </a:t>
            </a:r>
            <a:r>
              <a:rPr dirty="0" sz="2800" spc="-50">
                <a:latin typeface="Arial"/>
                <a:cs typeface="Arial"/>
              </a:rPr>
              <a:t>and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structure</a:t>
            </a:r>
            <a:endParaRPr sz="2800">
              <a:latin typeface="Arial"/>
              <a:cs typeface="Arial"/>
            </a:endParaRPr>
          </a:p>
          <a:p>
            <a:pPr marL="355600" marR="3103245" indent="-342900">
              <a:lnSpc>
                <a:spcPts val="2710"/>
              </a:lnSpc>
              <a:spcBef>
                <a:spcPts val="87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85">
                <a:latin typeface="Arial"/>
                <a:cs typeface="Arial"/>
              </a:rPr>
              <a:t>Each </a:t>
            </a:r>
            <a:r>
              <a:rPr dirty="0" sz="2800" spc="-65">
                <a:latin typeface="Arial"/>
                <a:cs typeface="Arial"/>
              </a:rPr>
              <a:t>channel </a:t>
            </a:r>
            <a:r>
              <a:rPr dirty="0" sz="2800">
                <a:latin typeface="Cambria Math"/>
                <a:cs typeface="Cambria Math"/>
              </a:rPr>
              <a:t>𝑥 </a:t>
            </a:r>
            <a:r>
              <a:rPr dirty="0" sz="2800" spc="-75">
                <a:latin typeface="Arial"/>
                <a:cs typeface="Arial"/>
              </a:rPr>
              <a:t>has </a:t>
            </a:r>
            <a:r>
              <a:rPr dirty="0" sz="2800" spc="-175">
                <a:latin typeface="Arial"/>
                <a:cs typeface="Arial"/>
              </a:rPr>
              <a:t>three  </a:t>
            </a:r>
            <a:r>
              <a:rPr dirty="0" sz="2800" spc="-75">
                <a:latin typeface="Arial"/>
                <a:cs typeface="Arial"/>
              </a:rPr>
              <a:t>key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elements: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3616" y="3323844"/>
            <a:ext cx="1422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85">
                <a:solidFill>
                  <a:srgbClr val="C00000"/>
                </a:solidFill>
                <a:latin typeface="Malgun Gothic"/>
                <a:cs typeface="Malgun Gothic"/>
              </a:rPr>
              <a:t>§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62337" y="3366030"/>
            <a:ext cx="975994" cy="307340"/>
          </a:xfrm>
          <a:custGeom>
            <a:avLst/>
            <a:gdLst/>
            <a:ahLst/>
            <a:cxnLst/>
            <a:rect l="l" t="t" r="r" b="b"/>
            <a:pathLst>
              <a:path w="975995" h="307339">
                <a:moveTo>
                  <a:pt x="895039" y="0"/>
                </a:moveTo>
                <a:lnTo>
                  <a:pt x="891939" y="10168"/>
                </a:lnTo>
                <a:lnTo>
                  <a:pt x="906035" y="17478"/>
                </a:lnTo>
                <a:lnTo>
                  <a:pt x="918309" y="28121"/>
                </a:lnTo>
                <a:lnTo>
                  <a:pt x="944149" y="79521"/>
                </a:lnTo>
                <a:lnTo>
                  <a:pt x="951869" y="126588"/>
                </a:lnTo>
                <a:lnTo>
                  <a:pt x="952834" y="153540"/>
                </a:lnTo>
                <a:lnTo>
                  <a:pt x="951869" y="180434"/>
                </a:lnTo>
                <a:lnTo>
                  <a:pt x="944149" y="227408"/>
                </a:lnTo>
                <a:lnTo>
                  <a:pt x="928762" y="264770"/>
                </a:lnTo>
                <a:lnTo>
                  <a:pt x="891939" y="296663"/>
                </a:lnTo>
                <a:lnTo>
                  <a:pt x="895039" y="306833"/>
                </a:lnTo>
                <a:lnTo>
                  <a:pt x="929301" y="288571"/>
                </a:lnTo>
                <a:lnTo>
                  <a:pt x="954695" y="254123"/>
                </a:lnTo>
                <a:lnTo>
                  <a:pt x="970415" y="207676"/>
                </a:lnTo>
                <a:lnTo>
                  <a:pt x="975655" y="153415"/>
                </a:lnTo>
                <a:lnTo>
                  <a:pt x="974345" y="125309"/>
                </a:lnTo>
                <a:lnTo>
                  <a:pt x="963865" y="74956"/>
                </a:lnTo>
                <a:lnTo>
                  <a:pt x="943107" y="33462"/>
                </a:lnTo>
                <a:lnTo>
                  <a:pt x="913279" y="7107"/>
                </a:lnTo>
                <a:lnTo>
                  <a:pt x="895039" y="0"/>
                </a:lnTo>
                <a:close/>
              </a:path>
              <a:path w="975995" h="307339">
                <a:moveTo>
                  <a:pt x="80608" y="0"/>
                </a:moveTo>
                <a:lnTo>
                  <a:pt x="46347" y="18262"/>
                </a:lnTo>
                <a:lnTo>
                  <a:pt x="20953" y="52710"/>
                </a:lnTo>
                <a:lnTo>
                  <a:pt x="5233" y="99156"/>
                </a:lnTo>
                <a:lnTo>
                  <a:pt x="0" y="153540"/>
                </a:lnTo>
                <a:lnTo>
                  <a:pt x="1304" y="181523"/>
                </a:lnTo>
                <a:lnTo>
                  <a:pt x="11783" y="231876"/>
                </a:lnTo>
                <a:lnTo>
                  <a:pt x="32541" y="273370"/>
                </a:lnTo>
                <a:lnTo>
                  <a:pt x="62369" y="299725"/>
                </a:lnTo>
                <a:lnTo>
                  <a:pt x="80608" y="306833"/>
                </a:lnTo>
                <a:lnTo>
                  <a:pt x="83710" y="296663"/>
                </a:lnTo>
                <a:lnTo>
                  <a:pt x="69613" y="289357"/>
                </a:lnTo>
                <a:lnTo>
                  <a:pt x="57338" y="278726"/>
                </a:lnTo>
                <a:lnTo>
                  <a:pt x="31499" y="227408"/>
                </a:lnTo>
                <a:lnTo>
                  <a:pt x="23778" y="180434"/>
                </a:lnTo>
                <a:lnTo>
                  <a:pt x="22818" y="153415"/>
                </a:lnTo>
                <a:lnTo>
                  <a:pt x="23778" y="126588"/>
                </a:lnTo>
                <a:lnTo>
                  <a:pt x="31499" y="79521"/>
                </a:lnTo>
                <a:lnTo>
                  <a:pt x="46886" y="42097"/>
                </a:lnTo>
                <a:lnTo>
                  <a:pt x="83710" y="10168"/>
                </a:lnTo>
                <a:lnTo>
                  <a:pt x="80608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18815" y="3356561"/>
            <a:ext cx="222250" cy="176530"/>
          </a:xfrm>
          <a:custGeom>
            <a:avLst/>
            <a:gdLst/>
            <a:ahLst/>
            <a:cxnLst/>
            <a:rect l="l" t="t" r="r" b="b"/>
            <a:pathLst>
              <a:path w="222250" h="176529">
                <a:moveTo>
                  <a:pt x="165832" y="0"/>
                </a:moveTo>
                <a:lnTo>
                  <a:pt x="163321" y="7162"/>
                </a:lnTo>
                <a:lnTo>
                  <a:pt x="173536" y="11595"/>
                </a:lnTo>
                <a:lnTo>
                  <a:pt x="182320" y="17731"/>
                </a:lnTo>
                <a:lnTo>
                  <a:pt x="203412" y="58566"/>
                </a:lnTo>
                <a:lnTo>
                  <a:pt x="206016" y="87344"/>
                </a:lnTo>
                <a:lnTo>
                  <a:pt x="205362" y="102907"/>
                </a:lnTo>
                <a:lnTo>
                  <a:pt x="195552" y="141014"/>
                </a:lnTo>
                <a:lnTo>
                  <a:pt x="163600" y="169292"/>
                </a:lnTo>
                <a:lnTo>
                  <a:pt x="165832" y="176455"/>
                </a:lnTo>
                <a:lnTo>
                  <a:pt x="199546" y="156424"/>
                </a:lnTo>
                <a:lnTo>
                  <a:pt x="218481" y="119446"/>
                </a:lnTo>
                <a:lnTo>
                  <a:pt x="222109" y="88273"/>
                </a:lnTo>
                <a:lnTo>
                  <a:pt x="221199" y="72097"/>
                </a:lnTo>
                <a:lnTo>
                  <a:pt x="207551" y="30928"/>
                </a:lnTo>
                <a:lnTo>
                  <a:pt x="178625" y="4619"/>
                </a:lnTo>
                <a:lnTo>
                  <a:pt x="165832" y="0"/>
                </a:lnTo>
                <a:close/>
              </a:path>
              <a:path w="222250" h="176529">
                <a:moveTo>
                  <a:pt x="56276" y="0"/>
                </a:moveTo>
                <a:lnTo>
                  <a:pt x="22623" y="20083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5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40"/>
                </a:lnTo>
                <a:lnTo>
                  <a:pt x="16092" y="87344"/>
                </a:lnTo>
                <a:lnTo>
                  <a:pt x="16746" y="72289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09367" y="3323844"/>
            <a:ext cx="36474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44115" algn="l"/>
                <a:tab pos="3421379" algn="l"/>
              </a:tabLst>
            </a:pP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Si</a:t>
            </a:r>
            <a:r>
              <a:rPr dirty="0" sz="2000" spc="-10">
                <a:solidFill>
                  <a:srgbClr val="4F81BD"/>
                </a:solidFill>
                <a:latin typeface="Arial"/>
                <a:cs typeface="Arial"/>
              </a:rPr>
              <a:t>m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il</a:t>
            </a:r>
            <a:r>
              <a:rPr dirty="0" sz="2000" spc="-80">
                <a:solidFill>
                  <a:srgbClr val="4F81BD"/>
                </a:solidFill>
                <a:latin typeface="Arial"/>
                <a:cs typeface="Arial"/>
              </a:rPr>
              <a:t>a</a:t>
            </a:r>
            <a:r>
              <a:rPr dirty="0" sz="2000" spc="-50">
                <a:solidFill>
                  <a:srgbClr val="4F81BD"/>
                </a:solidFill>
                <a:latin typeface="Arial"/>
                <a:cs typeface="Arial"/>
              </a:rPr>
              <a:t>r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i</a:t>
            </a:r>
            <a:r>
              <a:rPr dirty="0" sz="2000" spc="25">
                <a:solidFill>
                  <a:srgbClr val="4F81BD"/>
                </a:solidFill>
                <a:latin typeface="Arial"/>
                <a:cs typeface="Arial"/>
              </a:rPr>
              <a:t>t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y</a:t>
            </a:r>
            <a:r>
              <a:rPr dirty="0" sz="2000" spc="-1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F81BD"/>
                </a:solidFill>
                <a:latin typeface="Arial"/>
                <a:cs typeface="Arial"/>
              </a:rPr>
              <a:t>f</a:t>
            </a:r>
            <a:r>
              <a:rPr dirty="0" sz="2000" spc="-40">
                <a:solidFill>
                  <a:srgbClr val="4F81BD"/>
                </a:solidFill>
                <a:latin typeface="Arial"/>
                <a:cs typeface="Arial"/>
              </a:rPr>
              <a:t>un</a:t>
            </a:r>
            <a:r>
              <a:rPr dirty="0" sz="2000" spc="25">
                <a:solidFill>
                  <a:srgbClr val="4F81BD"/>
                </a:solidFill>
                <a:latin typeface="Arial"/>
                <a:cs typeface="Arial"/>
              </a:rPr>
              <a:t>c</a:t>
            </a:r>
            <a:r>
              <a:rPr dirty="0" sz="2000" spc="25">
                <a:solidFill>
                  <a:srgbClr val="4F81BD"/>
                </a:solidFill>
                <a:latin typeface="Arial"/>
                <a:cs typeface="Arial"/>
              </a:rPr>
              <a:t>t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i</a:t>
            </a:r>
            <a:r>
              <a:rPr dirty="0" sz="2000" spc="-5">
                <a:solidFill>
                  <a:srgbClr val="4F81BD"/>
                </a:solidFill>
                <a:latin typeface="Arial"/>
                <a:cs typeface="Arial"/>
              </a:rPr>
              <a:t>o</a:t>
            </a:r>
            <a:r>
              <a:rPr dirty="0" sz="2000" spc="-40">
                <a:solidFill>
                  <a:srgbClr val="4F81BD"/>
                </a:solidFill>
                <a:latin typeface="Arial"/>
                <a:cs typeface="Arial"/>
              </a:rPr>
              <a:t>n</a:t>
            </a:r>
            <a:r>
              <a:rPr dirty="0" sz="200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000" spc="-195">
                <a:solidFill>
                  <a:srgbClr val="4F81BD"/>
                </a:solidFill>
                <a:latin typeface="Cambria Math"/>
                <a:cs typeface="Cambria Math"/>
              </a:rPr>
              <a:t>𝛾</a:t>
            </a:r>
            <a:r>
              <a:rPr dirty="0" baseline="-14814" sz="2250" spc="780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:	𝑆 </a:t>
            </a:r>
            <a:r>
              <a:rPr dirty="0" sz="2000" spc="-17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baseline="25925" sz="2250" spc="240">
                <a:solidFill>
                  <a:srgbClr val="4F81BD"/>
                </a:solidFill>
                <a:latin typeface="Cambria Math"/>
                <a:cs typeface="Cambria Math"/>
              </a:rPr>
              <a:t>"</a:t>
            </a:r>
            <a:r>
              <a:rPr dirty="0" baseline="25925" sz="2250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baseline="25925" sz="2250" spc="-187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,</a:t>
            </a:r>
            <a:r>
              <a:rPr dirty="0" sz="2000" spc="-105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4F81BD"/>
                </a:solidFill>
                <a:latin typeface="Cambria Math"/>
                <a:cs typeface="Cambria Math"/>
              </a:rPr>
              <a:t>𝐴</a:t>
            </a:r>
            <a:r>
              <a:rPr dirty="0" baseline="-14814" sz="2250" spc="675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baseline="-14814" sz="2250">
                <a:solidFill>
                  <a:srgbClr val="4F81BD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40002" y="4674129"/>
            <a:ext cx="862330" cy="307340"/>
          </a:xfrm>
          <a:custGeom>
            <a:avLst/>
            <a:gdLst/>
            <a:ahLst/>
            <a:cxnLst/>
            <a:rect l="l" t="t" r="r" b="b"/>
            <a:pathLst>
              <a:path w="862330" h="307339">
                <a:moveTo>
                  <a:pt x="781185" y="0"/>
                </a:moveTo>
                <a:lnTo>
                  <a:pt x="778083" y="10170"/>
                </a:lnTo>
                <a:lnTo>
                  <a:pt x="792179" y="17480"/>
                </a:lnTo>
                <a:lnTo>
                  <a:pt x="804454" y="28123"/>
                </a:lnTo>
                <a:lnTo>
                  <a:pt x="830294" y="79523"/>
                </a:lnTo>
                <a:lnTo>
                  <a:pt x="838014" y="126590"/>
                </a:lnTo>
                <a:lnTo>
                  <a:pt x="838979" y="153541"/>
                </a:lnTo>
                <a:lnTo>
                  <a:pt x="838014" y="180435"/>
                </a:lnTo>
                <a:lnTo>
                  <a:pt x="830294" y="227409"/>
                </a:lnTo>
                <a:lnTo>
                  <a:pt x="814907" y="264771"/>
                </a:lnTo>
                <a:lnTo>
                  <a:pt x="778083" y="296664"/>
                </a:lnTo>
                <a:lnTo>
                  <a:pt x="781185" y="306834"/>
                </a:lnTo>
                <a:lnTo>
                  <a:pt x="815446" y="288571"/>
                </a:lnTo>
                <a:lnTo>
                  <a:pt x="840839" y="254124"/>
                </a:lnTo>
                <a:lnTo>
                  <a:pt x="856559" y="207677"/>
                </a:lnTo>
                <a:lnTo>
                  <a:pt x="861799" y="153417"/>
                </a:lnTo>
                <a:lnTo>
                  <a:pt x="860489" y="125310"/>
                </a:lnTo>
                <a:lnTo>
                  <a:pt x="850009" y="74956"/>
                </a:lnTo>
                <a:lnTo>
                  <a:pt x="829251" y="33463"/>
                </a:lnTo>
                <a:lnTo>
                  <a:pt x="799424" y="7108"/>
                </a:lnTo>
                <a:lnTo>
                  <a:pt x="781185" y="0"/>
                </a:lnTo>
                <a:close/>
              </a:path>
              <a:path w="862330" h="307339">
                <a:moveTo>
                  <a:pt x="80608" y="0"/>
                </a:moveTo>
                <a:lnTo>
                  <a:pt x="46347" y="18263"/>
                </a:lnTo>
                <a:lnTo>
                  <a:pt x="20954" y="52710"/>
                </a:lnTo>
                <a:lnTo>
                  <a:pt x="5234" y="99156"/>
                </a:lnTo>
                <a:lnTo>
                  <a:pt x="0" y="153541"/>
                </a:lnTo>
                <a:lnTo>
                  <a:pt x="1304" y="181524"/>
                </a:lnTo>
                <a:lnTo>
                  <a:pt x="11784" y="231877"/>
                </a:lnTo>
                <a:lnTo>
                  <a:pt x="32542" y="273371"/>
                </a:lnTo>
                <a:lnTo>
                  <a:pt x="62369" y="299726"/>
                </a:lnTo>
                <a:lnTo>
                  <a:pt x="80608" y="306834"/>
                </a:lnTo>
                <a:lnTo>
                  <a:pt x="83710" y="296664"/>
                </a:lnTo>
                <a:lnTo>
                  <a:pt x="69613" y="289358"/>
                </a:lnTo>
                <a:lnTo>
                  <a:pt x="57338" y="278728"/>
                </a:lnTo>
                <a:lnTo>
                  <a:pt x="31499" y="227409"/>
                </a:lnTo>
                <a:lnTo>
                  <a:pt x="23778" y="180435"/>
                </a:lnTo>
                <a:lnTo>
                  <a:pt x="22818" y="153417"/>
                </a:lnTo>
                <a:lnTo>
                  <a:pt x="23778" y="126590"/>
                </a:lnTo>
                <a:lnTo>
                  <a:pt x="31499" y="79523"/>
                </a:lnTo>
                <a:lnTo>
                  <a:pt x="46886" y="42098"/>
                </a:lnTo>
                <a:lnTo>
                  <a:pt x="83710" y="10170"/>
                </a:lnTo>
                <a:lnTo>
                  <a:pt x="80608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62734" y="4664661"/>
            <a:ext cx="222250" cy="176530"/>
          </a:xfrm>
          <a:custGeom>
            <a:avLst/>
            <a:gdLst/>
            <a:ahLst/>
            <a:cxnLst/>
            <a:rect l="l" t="t" r="r" b="b"/>
            <a:pathLst>
              <a:path w="222250" h="176529">
                <a:moveTo>
                  <a:pt x="165832" y="0"/>
                </a:moveTo>
                <a:lnTo>
                  <a:pt x="163321" y="7162"/>
                </a:lnTo>
                <a:lnTo>
                  <a:pt x="173536" y="11595"/>
                </a:lnTo>
                <a:lnTo>
                  <a:pt x="182320" y="17731"/>
                </a:lnTo>
                <a:lnTo>
                  <a:pt x="203412" y="58566"/>
                </a:lnTo>
                <a:lnTo>
                  <a:pt x="206016" y="87344"/>
                </a:lnTo>
                <a:lnTo>
                  <a:pt x="205362" y="102906"/>
                </a:lnTo>
                <a:lnTo>
                  <a:pt x="195552" y="141014"/>
                </a:lnTo>
                <a:lnTo>
                  <a:pt x="163600" y="169292"/>
                </a:lnTo>
                <a:lnTo>
                  <a:pt x="165832" y="176455"/>
                </a:lnTo>
                <a:lnTo>
                  <a:pt x="199546" y="156424"/>
                </a:lnTo>
                <a:lnTo>
                  <a:pt x="218481" y="119446"/>
                </a:lnTo>
                <a:lnTo>
                  <a:pt x="222109" y="88273"/>
                </a:lnTo>
                <a:lnTo>
                  <a:pt x="221199" y="72097"/>
                </a:lnTo>
                <a:lnTo>
                  <a:pt x="207551" y="30928"/>
                </a:lnTo>
                <a:lnTo>
                  <a:pt x="178625" y="4619"/>
                </a:lnTo>
                <a:lnTo>
                  <a:pt x="165832" y="0"/>
                </a:lnTo>
                <a:close/>
              </a:path>
              <a:path w="222250" h="176529">
                <a:moveTo>
                  <a:pt x="56276" y="0"/>
                </a:moveTo>
                <a:lnTo>
                  <a:pt x="22623" y="20083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5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4"/>
                </a:lnTo>
                <a:lnTo>
                  <a:pt x="16746" y="72289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6416" y="3579876"/>
            <a:ext cx="4482465" cy="309626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755650" marR="69215">
              <a:lnSpc>
                <a:spcPct val="81000"/>
              </a:lnSpc>
              <a:spcBef>
                <a:spcPts val="555"/>
              </a:spcBef>
            </a:pPr>
            <a:r>
              <a:rPr dirty="0" sz="2000" spc="-5">
                <a:solidFill>
                  <a:srgbClr val="4F81BD"/>
                </a:solidFill>
                <a:latin typeface="Cambria Math"/>
                <a:cs typeface="Cambria Math"/>
              </a:rPr>
              <a:t>[0,1] </a:t>
            </a:r>
            <a:r>
              <a:rPr dirty="0" sz="2000" spc="10">
                <a:latin typeface="Arial"/>
                <a:cs typeface="Arial"/>
              </a:rPr>
              <a:t>to </a:t>
            </a:r>
            <a:r>
              <a:rPr dirty="0" sz="2000" spc="-35">
                <a:latin typeface="Arial"/>
                <a:cs typeface="Arial"/>
              </a:rPr>
              <a:t>weigh </a:t>
            </a:r>
            <a:r>
              <a:rPr dirty="0" sz="2000" spc="-50">
                <a:latin typeface="Arial"/>
                <a:cs typeface="Arial"/>
              </a:rPr>
              <a:t>messages  </a:t>
            </a:r>
            <a:r>
              <a:rPr dirty="0" sz="2000" spc="-35">
                <a:latin typeface="Arial"/>
                <a:cs typeface="Arial"/>
              </a:rPr>
              <a:t>exchanged </a:t>
            </a:r>
            <a:r>
              <a:rPr dirty="0" sz="2000" spc="-25">
                <a:latin typeface="Arial"/>
                <a:cs typeface="Arial"/>
              </a:rPr>
              <a:t>between </a:t>
            </a:r>
            <a:r>
              <a:rPr dirty="0" sz="2000" spc="-20">
                <a:latin typeface="Arial"/>
                <a:cs typeface="Arial"/>
              </a:rPr>
              <a:t>patches </a:t>
            </a:r>
            <a:r>
              <a:rPr dirty="0" sz="2000" spc="-30">
                <a:latin typeface="Arial"/>
                <a:cs typeface="Arial"/>
              </a:rPr>
              <a:t>and  </a:t>
            </a:r>
            <a:r>
              <a:rPr dirty="0" sz="2000" spc="-25">
                <a:latin typeface="Arial"/>
                <a:cs typeface="Arial"/>
              </a:rPr>
              <a:t>subgraph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components</a:t>
            </a:r>
            <a:endParaRPr sz="2000">
              <a:latin typeface="Arial"/>
              <a:cs typeface="Arial"/>
            </a:endParaRPr>
          </a:p>
          <a:p>
            <a:pPr marL="755650" indent="-285750">
              <a:lnSpc>
                <a:spcPts val="2210"/>
              </a:lnSpc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000" spc="-30">
                <a:solidFill>
                  <a:srgbClr val="4F81BD"/>
                </a:solidFill>
                <a:latin typeface="Arial"/>
                <a:cs typeface="Arial"/>
              </a:rPr>
              <a:t>Anchor </a:t>
            </a:r>
            <a:r>
              <a:rPr dirty="0" sz="2000" spc="-5">
                <a:solidFill>
                  <a:srgbClr val="4F81BD"/>
                </a:solidFill>
                <a:latin typeface="Arial"/>
                <a:cs typeface="Arial"/>
              </a:rPr>
              <a:t>patch </a:t>
            </a:r>
            <a:r>
              <a:rPr dirty="0" sz="2000" spc="-35">
                <a:solidFill>
                  <a:srgbClr val="4F81BD"/>
                </a:solidFill>
                <a:latin typeface="Arial"/>
                <a:cs typeface="Arial"/>
              </a:rPr>
              <a:t>sampling </a:t>
            </a:r>
            <a:r>
              <a:rPr dirty="0" sz="2000" spc="-25">
                <a:solidFill>
                  <a:srgbClr val="4F81BD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 marL="755650" marR="387350">
              <a:lnSpc>
                <a:spcPts val="2090"/>
              </a:lnSpc>
              <a:spcBef>
                <a:spcPts val="135"/>
              </a:spcBef>
              <a:tabLst>
                <a:tab pos="1264920" algn="l"/>
                <a:tab pos="2127885" algn="l"/>
              </a:tabLst>
            </a:pPr>
            <a:r>
              <a:rPr dirty="0" sz="2000" spc="140">
                <a:solidFill>
                  <a:srgbClr val="4F81BD"/>
                </a:solidFill>
                <a:latin typeface="Cambria Math"/>
                <a:cs typeface="Cambria Math"/>
              </a:rPr>
              <a:t>𝜑</a:t>
            </a:r>
            <a:r>
              <a:rPr dirty="0" baseline="-14814" sz="2250" spc="209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sz="2000" spc="140">
                <a:solidFill>
                  <a:srgbClr val="4F81BD"/>
                </a:solidFill>
                <a:latin typeface="Cambria Math"/>
                <a:cs typeface="Cambria Math"/>
              </a:rPr>
              <a:t>:	</a:t>
            </a:r>
            <a:r>
              <a:rPr dirty="0" sz="2000" spc="35">
                <a:solidFill>
                  <a:srgbClr val="4F81BD"/>
                </a:solidFill>
                <a:latin typeface="Cambria Math"/>
                <a:cs typeface="Cambria Math"/>
              </a:rPr>
              <a:t>𝐺,</a:t>
            </a:r>
            <a:r>
              <a:rPr dirty="0" sz="2000" spc="-105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𝑆</a:t>
            </a:r>
            <a:r>
              <a:rPr dirty="0" sz="2000" spc="265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240">
                <a:solidFill>
                  <a:srgbClr val="4F81BD"/>
                </a:solidFill>
                <a:latin typeface="Cambria Math"/>
                <a:cs typeface="Cambria Math"/>
              </a:rPr>
              <a:t>"	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→ </a:t>
            </a:r>
            <a:r>
              <a:rPr dirty="0" sz="2000" spc="225">
                <a:solidFill>
                  <a:srgbClr val="4F81BD"/>
                </a:solidFill>
                <a:latin typeface="Cambria Math"/>
                <a:cs typeface="Cambria Math"/>
              </a:rPr>
              <a:t>𝐴</a:t>
            </a:r>
            <a:r>
              <a:rPr dirty="0" baseline="-14814" sz="2250" spc="337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baseline="-14814" sz="2250" spc="322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2000" spc="10">
                <a:latin typeface="Arial"/>
                <a:cs typeface="Arial"/>
              </a:rPr>
              <a:t>to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45">
                <a:latin typeface="Arial"/>
                <a:cs typeface="Arial"/>
              </a:rPr>
              <a:t>sample 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patches </a:t>
            </a:r>
            <a:r>
              <a:rPr dirty="0" sz="2000" spc="-35">
                <a:latin typeface="Arial"/>
                <a:cs typeface="Arial"/>
              </a:rPr>
              <a:t>from </a:t>
            </a:r>
            <a:r>
              <a:rPr dirty="0" sz="2000" spc="-45">
                <a:latin typeface="Arial"/>
                <a:cs typeface="Arial"/>
              </a:rPr>
              <a:t>underlying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  <a:p>
            <a:pPr marL="755650" indent="-285750">
              <a:lnSpc>
                <a:spcPts val="2130"/>
              </a:lnSpc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000" spc="-30">
                <a:solidFill>
                  <a:srgbClr val="4F81BD"/>
                </a:solidFill>
                <a:latin typeface="Arial"/>
                <a:cs typeface="Arial"/>
              </a:rPr>
              <a:t>Anchor </a:t>
            </a:r>
            <a:r>
              <a:rPr dirty="0" sz="2000" spc="-5">
                <a:solidFill>
                  <a:srgbClr val="4F81BD"/>
                </a:solidFill>
                <a:latin typeface="Arial"/>
                <a:cs typeface="Arial"/>
              </a:rPr>
              <a:t>patch </a:t>
            </a:r>
            <a:r>
              <a:rPr dirty="0" sz="2000" spc="-25">
                <a:solidFill>
                  <a:srgbClr val="4F81BD"/>
                </a:solidFill>
                <a:latin typeface="Arial"/>
                <a:cs typeface="Arial"/>
              </a:rPr>
              <a:t>encoder </a:t>
            </a:r>
            <a:r>
              <a:rPr dirty="0" sz="2000" spc="140">
                <a:solidFill>
                  <a:srgbClr val="4F81BD"/>
                </a:solidFill>
                <a:latin typeface="Cambria Math"/>
                <a:cs typeface="Cambria Math"/>
              </a:rPr>
              <a:t>𝜓</a:t>
            </a:r>
            <a:r>
              <a:rPr dirty="0" baseline="-14814" sz="2250" spc="209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sz="2000" spc="140">
                <a:solidFill>
                  <a:srgbClr val="4F81BD"/>
                </a:solidFill>
                <a:latin typeface="Cambria Math"/>
                <a:cs typeface="Cambria Math"/>
              </a:rPr>
              <a:t>: </a:t>
            </a:r>
            <a:r>
              <a:rPr dirty="0" sz="2000" spc="225">
                <a:solidFill>
                  <a:srgbClr val="4F81BD"/>
                </a:solidFill>
                <a:latin typeface="Cambria Math"/>
                <a:cs typeface="Cambria Math"/>
              </a:rPr>
              <a:t>𝐴</a:t>
            </a:r>
            <a:r>
              <a:rPr dirty="0" baseline="-14814" sz="2250" spc="337">
                <a:solidFill>
                  <a:srgbClr val="4F81BD"/>
                </a:solidFill>
                <a:latin typeface="Cambria Math"/>
                <a:cs typeface="Cambria Math"/>
              </a:rPr>
              <a:t>!</a:t>
            </a:r>
            <a:r>
              <a:rPr dirty="0" baseline="-14814" sz="2250" spc="-165">
                <a:solidFill>
                  <a:srgbClr val="4F81BD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4F81BD"/>
                </a:solidFill>
                <a:latin typeface="Cambria Math"/>
                <a:cs typeface="Cambria Math"/>
              </a:rPr>
              <a:t>→</a:t>
            </a:r>
            <a:endParaRPr sz="2000">
              <a:latin typeface="Cambria Math"/>
              <a:cs typeface="Cambria Math"/>
            </a:endParaRPr>
          </a:p>
          <a:p>
            <a:pPr marL="755650" marR="863600">
              <a:lnSpc>
                <a:spcPct val="79000"/>
              </a:lnSpc>
              <a:spcBef>
                <a:spcPts val="254"/>
              </a:spcBef>
            </a:pPr>
            <a:r>
              <a:rPr dirty="0" sz="2000" spc="225">
                <a:solidFill>
                  <a:srgbClr val="4F81BD"/>
                </a:solidFill>
                <a:latin typeface="Cambria Math"/>
                <a:cs typeface="Cambria Math"/>
              </a:rPr>
              <a:t>𝑎</a:t>
            </a:r>
            <a:r>
              <a:rPr dirty="0" baseline="-14814" sz="2250" spc="337">
                <a:solidFill>
                  <a:srgbClr val="4F81BD"/>
                </a:solidFill>
                <a:latin typeface="Cambria Math"/>
                <a:cs typeface="Cambria Math"/>
              </a:rPr>
              <a:t>! </a:t>
            </a:r>
            <a:r>
              <a:rPr dirty="0" sz="2000" spc="10">
                <a:latin typeface="Arial"/>
                <a:cs typeface="Arial"/>
              </a:rPr>
              <a:t>to </a:t>
            </a:r>
            <a:r>
              <a:rPr dirty="0" sz="2000" spc="-25">
                <a:latin typeface="Arial"/>
                <a:cs typeface="Arial"/>
              </a:rPr>
              <a:t>encode </a:t>
            </a:r>
            <a:r>
              <a:rPr dirty="0" sz="2000" spc="-20">
                <a:latin typeface="Arial"/>
                <a:cs typeface="Arial"/>
              </a:rPr>
              <a:t>patches </a:t>
            </a:r>
            <a:r>
              <a:rPr dirty="0" sz="2000" spc="-25">
                <a:latin typeface="Arial"/>
                <a:cs typeface="Arial"/>
              </a:rPr>
              <a:t>into  embeddings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225">
                <a:latin typeface="Cambria Math"/>
                <a:cs typeface="Cambria Math"/>
              </a:rPr>
              <a:t>𝑎</a:t>
            </a:r>
            <a:r>
              <a:rPr dirty="0" baseline="-14814" sz="2250" spc="337">
                <a:latin typeface="Cambria Math"/>
                <a:cs typeface="Cambria Math"/>
              </a:rPr>
              <a:t>!</a:t>
            </a:r>
            <a:endParaRPr baseline="-14814" sz="2250">
              <a:latin typeface="Cambria Math"/>
              <a:cs typeface="Cambria Math"/>
            </a:endParaRPr>
          </a:p>
          <a:p>
            <a:pPr marL="355600" marR="5080" indent="-342900">
              <a:lnSpc>
                <a:spcPts val="2300"/>
              </a:lnSpc>
              <a:spcBef>
                <a:spcPts val="565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400" spc="-85">
                <a:latin typeface="Arial"/>
                <a:cs typeface="Arial"/>
              </a:rPr>
              <a:t>These </a:t>
            </a:r>
            <a:r>
              <a:rPr dirty="0" sz="2400" spc="-30">
                <a:latin typeface="Arial"/>
                <a:cs typeface="Arial"/>
              </a:rPr>
              <a:t>functions can be </a:t>
            </a:r>
            <a:r>
              <a:rPr dirty="0" sz="2400" spc="-55">
                <a:latin typeface="Arial"/>
                <a:cs typeface="Arial"/>
              </a:rPr>
              <a:t>learned  </a:t>
            </a:r>
            <a:r>
              <a:rPr dirty="0" sz="2400" spc="-25">
                <a:latin typeface="Arial"/>
                <a:cs typeface="Arial"/>
              </a:rPr>
              <a:t>or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pre-defined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32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5997" y="1862679"/>
            <a:ext cx="3133667" cy="3985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48778" y="3054860"/>
            <a:ext cx="681990" cy="1770380"/>
          </a:xfrm>
          <a:custGeom>
            <a:avLst/>
            <a:gdLst/>
            <a:ahLst/>
            <a:cxnLst/>
            <a:rect l="l" t="t" r="r" b="b"/>
            <a:pathLst>
              <a:path w="681989" h="1770379">
                <a:moveTo>
                  <a:pt x="0" y="1338977"/>
                </a:moveTo>
                <a:lnTo>
                  <a:pt x="69137" y="1770089"/>
                </a:lnTo>
                <a:lnTo>
                  <a:pt x="350273" y="1479158"/>
                </a:lnTo>
                <a:lnTo>
                  <a:pt x="228841" y="1479158"/>
                </a:lnTo>
                <a:lnTo>
                  <a:pt x="104659" y="1440113"/>
                </a:lnTo>
                <a:lnTo>
                  <a:pt x="124181" y="1378022"/>
                </a:lnTo>
                <a:lnTo>
                  <a:pt x="0" y="1338977"/>
                </a:lnTo>
                <a:close/>
              </a:path>
              <a:path w="681989" h="1770379">
                <a:moveTo>
                  <a:pt x="124181" y="1378022"/>
                </a:moveTo>
                <a:lnTo>
                  <a:pt x="104659" y="1440113"/>
                </a:lnTo>
                <a:lnTo>
                  <a:pt x="228841" y="1479158"/>
                </a:lnTo>
                <a:lnTo>
                  <a:pt x="248363" y="1417067"/>
                </a:lnTo>
                <a:lnTo>
                  <a:pt x="124181" y="1378022"/>
                </a:lnTo>
                <a:close/>
              </a:path>
              <a:path w="681989" h="1770379">
                <a:moveTo>
                  <a:pt x="248363" y="1417067"/>
                </a:moveTo>
                <a:lnTo>
                  <a:pt x="228841" y="1479158"/>
                </a:lnTo>
                <a:lnTo>
                  <a:pt x="350273" y="1479158"/>
                </a:lnTo>
                <a:lnTo>
                  <a:pt x="372544" y="1456112"/>
                </a:lnTo>
                <a:lnTo>
                  <a:pt x="248363" y="1417067"/>
                </a:lnTo>
                <a:close/>
              </a:path>
              <a:path w="681989" h="1770379">
                <a:moveTo>
                  <a:pt x="557455" y="0"/>
                </a:moveTo>
                <a:lnTo>
                  <a:pt x="124181" y="1378022"/>
                </a:lnTo>
                <a:lnTo>
                  <a:pt x="248363" y="1417067"/>
                </a:lnTo>
                <a:lnTo>
                  <a:pt x="681636" y="39044"/>
                </a:lnTo>
                <a:lnTo>
                  <a:pt x="5574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80933" y="5059902"/>
            <a:ext cx="844550" cy="384175"/>
          </a:xfrm>
          <a:custGeom>
            <a:avLst/>
            <a:gdLst/>
            <a:ahLst/>
            <a:cxnLst/>
            <a:rect l="l" t="t" r="r" b="b"/>
            <a:pathLst>
              <a:path w="844550" h="384175">
                <a:moveTo>
                  <a:pt x="448539" y="255745"/>
                </a:moveTo>
                <a:lnTo>
                  <a:pt x="424167" y="383618"/>
                </a:lnTo>
                <a:lnTo>
                  <a:pt x="833702" y="267931"/>
                </a:lnTo>
                <a:lnTo>
                  <a:pt x="512475" y="267931"/>
                </a:lnTo>
                <a:lnTo>
                  <a:pt x="448539" y="255745"/>
                </a:lnTo>
                <a:close/>
              </a:path>
              <a:path w="844550" h="384175">
                <a:moveTo>
                  <a:pt x="472911" y="127873"/>
                </a:moveTo>
                <a:lnTo>
                  <a:pt x="448539" y="255745"/>
                </a:lnTo>
                <a:lnTo>
                  <a:pt x="512475" y="267931"/>
                </a:lnTo>
                <a:lnTo>
                  <a:pt x="536848" y="140059"/>
                </a:lnTo>
                <a:lnTo>
                  <a:pt x="472911" y="127873"/>
                </a:lnTo>
                <a:close/>
              </a:path>
              <a:path w="844550" h="384175">
                <a:moveTo>
                  <a:pt x="497283" y="0"/>
                </a:moveTo>
                <a:lnTo>
                  <a:pt x="472911" y="127873"/>
                </a:lnTo>
                <a:lnTo>
                  <a:pt x="536848" y="140059"/>
                </a:lnTo>
                <a:lnTo>
                  <a:pt x="512475" y="267931"/>
                </a:lnTo>
                <a:lnTo>
                  <a:pt x="833702" y="267931"/>
                </a:lnTo>
                <a:lnTo>
                  <a:pt x="844344" y="264925"/>
                </a:lnTo>
                <a:lnTo>
                  <a:pt x="497283" y="0"/>
                </a:lnTo>
                <a:close/>
              </a:path>
              <a:path w="844550" h="384175">
                <a:moveTo>
                  <a:pt x="24372" y="42382"/>
                </a:moveTo>
                <a:lnTo>
                  <a:pt x="0" y="170256"/>
                </a:lnTo>
                <a:lnTo>
                  <a:pt x="448539" y="255745"/>
                </a:lnTo>
                <a:lnTo>
                  <a:pt x="472911" y="127873"/>
                </a:lnTo>
                <a:lnTo>
                  <a:pt x="24372" y="4238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26680" y="3083349"/>
            <a:ext cx="745490" cy="2019300"/>
          </a:xfrm>
          <a:custGeom>
            <a:avLst/>
            <a:gdLst/>
            <a:ahLst/>
            <a:cxnLst/>
            <a:rect l="l" t="t" r="r" b="b"/>
            <a:pathLst>
              <a:path w="745489" h="2019300">
                <a:moveTo>
                  <a:pt x="249030" y="354560"/>
                </a:moveTo>
                <a:lnTo>
                  <a:pt x="124514" y="392528"/>
                </a:lnTo>
                <a:lnTo>
                  <a:pt x="620495" y="2019092"/>
                </a:lnTo>
                <a:lnTo>
                  <a:pt x="745011" y="1981125"/>
                </a:lnTo>
                <a:lnTo>
                  <a:pt x="249030" y="354560"/>
                </a:lnTo>
                <a:close/>
              </a:path>
              <a:path w="745489" h="2019300">
                <a:moveTo>
                  <a:pt x="72868" y="0"/>
                </a:moveTo>
                <a:lnTo>
                  <a:pt x="0" y="430495"/>
                </a:lnTo>
                <a:lnTo>
                  <a:pt x="124514" y="392528"/>
                </a:lnTo>
                <a:lnTo>
                  <a:pt x="105530" y="330271"/>
                </a:lnTo>
                <a:lnTo>
                  <a:pt x="230046" y="292303"/>
                </a:lnTo>
                <a:lnTo>
                  <a:pt x="350476" y="292303"/>
                </a:lnTo>
                <a:lnTo>
                  <a:pt x="72868" y="0"/>
                </a:lnTo>
                <a:close/>
              </a:path>
              <a:path w="745489" h="2019300">
                <a:moveTo>
                  <a:pt x="230046" y="292303"/>
                </a:moveTo>
                <a:lnTo>
                  <a:pt x="105530" y="330271"/>
                </a:lnTo>
                <a:lnTo>
                  <a:pt x="124514" y="392528"/>
                </a:lnTo>
                <a:lnTo>
                  <a:pt x="249030" y="354560"/>
                </a:lnTo>
                <a:lnTo>
                  <a:pt x="230046" y="292303"/>
                </a:lnTo>
                <a:close/>
              </a:path>
              <a:path w="745489" h="2019300">
                <a:moveTo>
                  <a:pt x="350476" y="292303"/>
                </a:moveTo>
                <a:lnTo>
                  <a:pt x="230046" y="292303"/>
                </a:lnTo>
                <a:lnTo>
                  <a:pt x="249030" y="354560"/>
                </a:lnTo>
                <a:lnTo>
                  <a:pt x="373545" y="316593"/>
                </a:lnTo>
                <a:lnTo>
                  <a:pt x="350476" y="29230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8598" y="3523205"/>
            <a:ext cx="2089785" cy="1442085"/>
          </a:xfrm>
          <a:custGeom>
            <a:avLst/>
            <a:gdLst/>
            <a:ahLst/>
            <a:cxnLst/>
            <a:rect l="l" t="t" r="r" b="b"/>
            <a:pathLst>
              <a:path w="2089785" h="1442085">
                <a:moveTo>
                  <a:pt x="1741098" y="537537"/>
                </a:moveTo>
                <a:lnTo>
                  <a:pt x="1218769" y="537537"/>
                </a:lnTo>
                <a:lnTo>
                  <a:pt x="2084595" y="1441579"/>
                </a:lnTo>
                <a:lnTo>
                  <a:pt x="1741098" y="537537"/>
                </a:lnTo>
                <a:close/>
              </a:path>
              <a:path w="2089785" h="1442085">
                <a:moveTo>
                  <a:pt x="2089317" y="0"/>
                </a:moveTo>
                <a:lnTo>
                  <a:pt x="0" y="0"/>
                </a:lnTo>
                <a:lnTo>
                  <a:pt x="0" y="537537"/>
                </a:lnTo>
                <a:lnTo>
                  <a:pt x="2089317" y="537537"/>
                </a:lnTo>
                <a:lnTo>
                  <a:pt x="20893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598" y="3523205"/>
            <a:ext cx="2089785" cy="1442085"/>
          </a:xfrm>
          <a:custGeom>
            <a:avLst/>
            <a:gdLst/>
            <a:ahLst/>
            <a:cxnLst/>
            <a:rect l="l" t="t" r="r" b="b"/>
            <a:pathLst>
              <a:path w="2089785" h="1442085">
                <a:moveTo>
                  <a:pt x="0" y="0"/>
                </a:moveTo>
                <a:lnTo>
                  <a:pt x="1218769" y="0"/>
                </a:lnTo>
                <a:lnTo>
                  <a:pt x="1741098" y="0"/>
                </a:lnTo>
                <a:lnTo>
                  <a:pt x="2089318" y="0"/>
                </a:lnTo>
                <a:lnTo>
                  <a:pt x="2089318" y="313564"/>
                </a:lnTo>
                <a:lnTo>
                  <a:pt x="2089318" y="447949"/>
                </a:lnTo>
                <a:lnTo>
                  <a:pt x="2089318" y="537538"/>
                </a:lnTo>
                <a:lnTo>
                  <a:pt x="1741098" y="537538"/>
                </a:lnTo>
                <a:lnTo>
                  <a:pt x="2084595" y="1441580"/>
                </a:lnTo>
                <a:lnTo>
                  <a:pt x="1218769" y="537538"/>
                </a:lnTo>
                <a:lnTo>
                  <a:pt x="0" y="537538"/>
                </a:lnTo>
                <a:lnTo>
                  <a:pt x="0" y="447949"/>
                </a:lnTo>
                <a:lnTo>
                  <a:pt x="0" y="31356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7338" y="3551935"/>
            <a:ext cx="191706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5">
                <a:latin typeface="Arial"/>
                <a:cs typeface="Arial"/>
              </a:rPr>
              <a:t>Aggregate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5">
                <a:latin typeface="Arial"/>
                <a:cs typeface="Arial"/>
              </a:rPr>
              <a:t>information  from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5" b="1">
                <a:latin typeface="Arial"/>
                <a:cs typeface="Arial"/>
              </a:rPr>
              <a:t>subgraphs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50226" y="5340941"/>
            <a:ext cx="2121535" cy="908050"/>
          </a:xfrm>
          <a:custGeom>
            <a:avLst/>
            <a:gdLst/>
            <a:ahLst/>
            <a:cxnLst/>
            <a:rect l="l" t="t" r="r" b="b"/>
            <a:pathLst>
              <a:path w="2121535" h="908050">
                <a:moveTo>
                  <a:pt x="2121433" y="325157"/>
                </a:moveTo>
                <a:lnTo>
                  <a:pt x="0" y="325157"/>
                </a:lnTo>
                <a:lnTo>
                  <a:pt x="0" y="907458"/>
                </a:lnTo>
                <a:lnTo>
                  <a:pt x="2121433" y="907458"/>
                </a:lnTo>
                <a:lnTo>
                  <a:pt x="2121433" y="325157"/>
                </a:lnTo>
                <a:close/>
              </a:path>
              <a:path w="2121535" h="908050">
                <a:moveTo>
                  <a:pt x="1845095" y="0"/>
                </a:moveTo>
                <a:lnTo>
                  <a:pt x="1237503" y="325157"/>
                </a:lnTo>
                <a:lnTo>
                  <a:pt x="1767861" y="325157"/>
                </a:lnTo>
                <a:lnTo>
                  <a:pt x="1845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50226" y="5340941"/>
            <a:ext cx="2121535" cy="908050"/>
          </a:xfrm>
          <a:custGeom>
            <a:avLst/>
            <a:gdLst/>
            <a:ahLst/>
            <a:cxnLst/>
            <a:rect l="l" t="t" r="r" b="b"/>
            <a:pathLst>
              <a:path w="2121535" h="908050">
                <a:moveTo>
                  <a:pt x="0" y="325157"/>
                </a:moveTo>
                <a:lnTo>
                  <a:pt x="1237503" y="325157"/>
                </a:lnTo>
                <a:lnTo>
                  <a:pt x="1845096" y="0"/>
                </a:lnTo>
                <a:lnTo>
                  <a:pt x="1767862" y="325157"/>
                </a:lnTo>
                <a:lnTo>
                  <a:pt x="2121434" y="325157"/>
                </a:lnTo>
                <a:lnTo>
                  <a:pt x="2121434" y="422206"/>
                </a:lnTo>
                <a:lnTo>
                  <a:pt x="2121434" y="567782"/>
                </a:lnTo>
                <a:lnTo>
                  <a:pt x="2121434" y="907458"/>
                </a:lnTo>
                <a:lnTo>
                  <a:pt x="1767862" y="907458"/>
                </a:lnTo>
                <a:lnTo>
                  <a:pt x="1237503" y="907458"/>
                </a:lnTo>
                <a:lnTo>
                  <a:pt x="0" y="907458"/>
                </a:lnTo>
                <a:lnTo>
                  <a:pt x="0" y="567782"/>
                </a:lnTo>
                <a:lnTo>
                  <a:pt x="0" y="422206"/>
                </a:lnTo>
                <a:lnTo>
                  <a:pt x="0" y="32515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38180" y="3567627"/>
            <a:ext cx="899794" cy="1339215"/>
          </a:xfrm>
          <a:custGeom>
            <a:avLst/>
            <a:gdLst/>
            <a:ahLst/>
            <a:cxnLst/>
            <a:rect l="l" t="t" r="r" b="b"/>
            <a:pathLst>
              <a:path w="899795" h="1339214">
                <a:moveTo>
                  <a:pt x="538433" y="0"/>
                </a:moveTo>
                <a:lnTo>
                  <a:pt x="0" y="165780"/>
                </a:lnTo>
                <a:lnTo>
                  <a:pt x="361201" y="1338906"/>
                </a:lnTo>
                <a:lnTo>
                  <a:pt x="899634" y="1173124"/>
                </a:lnTo>
                <a:lnTo>
                  <a:pt x="53843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 rot="4320000">
            <a:off x="3465507" y="4110668"/>
            <a:ext cx="511430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75"/>
              </a:lnSpc>
            </a:pPr>
            <a:r>
              <a:rPr dirty="0" baseline="2057" sz="2025" spc="-7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baseline="2057" sz="2025" spc="-97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2057" sz="2025" spc="-82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350" spc="-5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350" spc="-8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350" spc="-45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4320000">
            <a:off x="3138884" y="4169524"/>
            <a:ext cx="776802" cy="174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75"/>
              </a:lnSpc>
            </a:pPr>
            <a:r>
              <a:rPr dirty="0" baseline="4115" sz="2025" spc="-6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baseline="4115" sz="2025" spc="-82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2057" sz="2025" spc="-82">
                <a:solidFill>
                  <a:srgbClr val="FFFFFF"/>
                </a:solidFill>
                <a:latin typeface="Arial"/>
                <a:cs typeface="Arial"/>
              </a:rPr>
              <a:t>ss</a:t>
            </a:r>
            <a:r>
              <a:rPr dirty="0" baseline="2057" sz="2025" spc="-12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350" spc="-3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350" spc="-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350" spc="-5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8966" y="5086603"/>
            <a:ext cx="1917064" cy="1112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67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  <a:p>
            <a:pPr marL="12700" marR="5080">
              <a:lnSpc>
                <a:spcPct val="100000"/>
              </a:lnSpc>
              <a:spcBef>
                <a:spcPts val="2075"/>
              </a:spcBef>
            </a:pPr>
            <a:r>
              <a:rPr dirty="0" sz="1500" spc="-5">
                <a:latin typeface="Arial"/>
                <a:cs typeface="Arial"/>
              </a:rPr>
              <a:t>Aggregate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5">
                <a:latin typeface="Arial"/>
                <a:cs typeface="Arial"/>
              </a:rPr>
              <a:t>information  from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 spc="-15" b="1">
                <a:latin typeface="Arial"/>
                <a:cs typeface="Arial"/>
              </a:rPr>
              <a:t>neighbors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5379" y="4809235"/>
            <a:ext cx="135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68161" y="1188784"/>
            <a:ext cx="3956275" cy="52063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076450" y="313435"/>
            <a:ext cx="4991735" cy="168084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SubGNN:</a:t>
            </a:r>
            <a:r>
              <a:rPr dirty="0" spc="-75"/>
              <a:t> </a:t>
            </a:r>
            <a:r>
              <a:rPr dirty="0" spc="-110"/>
              <a:t>Recap</a:t>
            </a:r>
          </a:p>
          <a:p>
            <a:pPr algn="ctr" marL="631825" marR="650875">
              <a:lnSpc>
                <a:spcPct val="99400"/>
              </a:lnSpc>
              <a:spcBef>
                <a:spcPts val="105"/>
              </a:spcBef>
            </a:pPr>
            <a:r>
              <a:rPr dirty="0" sz="1800" spc="-55">
                <a:solidFill>
                  <a:srgbClr val="000000"/>
                </a:solidFill>
              </a:rPr>
              <a:t>Channel </a:t>
            </a:r>
            <a:r>
              <a:rPr dirty="0" sz="1800" spc="-5">
                <a:solidFill>
                  <a:srgbClr val="000000"/>
                </a:solidFill>
              </a:rPr>
              <a:t>outputs </a:t>
            </a:r>
            <a:r>
              <a:rPr dirty="0" sz="1800" spc="-200">
                <a:solidFill>
                  <a:srgbClr val="000000"/>
                </a:solidFill>
                <a:latin typeface="Cambria Math"/>
                <a:cs typeface="Cambria Math"/>
              </a:rPr>
              <a:t>𝒛</a:t>
            </a:r>
            <a:r>
              <a:rPr dirty="0" baseline="-14957" sz="1950" spc="-300">
                <a:solidFill>
                  <a:srgbClr val="000000"/>
                </a:solidFill>
                <a:latin typeface="Cambria Math"/>
                <a:cs typeface="Cambria Math"/>
              </a:rPr>
              <a:t>% </a:t>
            </a:r>
            <a:r>
              <a:rPr dirty="0" sz="1800" spc="-70">
                <a:solidFill>
                  <a:srgbClr val="000000"/>
                </a:solidFill>
              </a:rPr>
              <a:t>are </a:t>
            </a:r>
            <a:r>
              <a:rPr dirty="0" sz="1800" spc="-20">
                <a:solidFill>
                  <a:srgbClr val="000000"/>
                </a:solidFill>
              </a:rPr>
              <a:t>concatenated  </a:t>
            </a:r>
            <a:r>
              <a:rPr dirty="0" sz="1800" spc="10">
                <a:solidFill>
                  <a:srgbClr val="000000"/>
                </a:solidFill>
              </a:rPr>
              <a:t>to </a:t>
            </a:r>
            <a:r>
              <a:rPr dirty="0" sz="1800" spc="-15">
                <a:solidFill>
                  <a:srgbClr val="000000"/>
                </a:solidFill>
              </a:rPr>
              <a:t>produce </a:t>
            </a:r>
            <a:r>
              <a:rPr dirty="0" sz="1750" spc="-40">
                <a:solidFill>
                  <a:srgbClr val="000000"/>
                </a:solidFill>
              </a:rPr>
              <a:t>a final </a:t>
            </a:r>
            <a:r>
              <a:rPr dirty="0" sz="1750" spc="0">
                <a:solidFill>
                  <a:srgbClr val="000000"/>
                </a:solidFill>
              </a:rPr>
              <a:t>subgraph  </a:t>
            </a:r>
            <a:r>
              <a:rPr dirty="0" sz="1750" spc="-15">
                <a:solidFill>
                  <a:srgbClr val="000000"/>
                </a:solidFill>
              </a:rPr>
              <a:t>representation</a:t>
            </a:r>
            <a:r>
              <a:rPr dirty="0" sz="1750" spc="-30">
                <a:solidFill>
                  <a:srgbClr val="000000"/>
                </a:solidFill>
              </a:rPr>
              <a:t> </a:t>
            </a:r>
            <a:r>
              <a:rPr dirty="0" sz="1800" spc="-5">
                <a:solidFill>
                  <a:srgbClr val="000000"/>
                </a:solidFill>
                <a:latin typeface="Cambria Math"/>
                <a:cs typeface="Cambria Math"/>
              </a:rPr>
              <a:t>𝒛</a:t>
            </a:r>
            <a:r>
              <a:rPr dirty="0" baseline="-14957" sz="1950" spc="-7">
                <a:solidFill>
                  <a:srgbClr val="000000"/>
                </a:solidFill>
                <a:latin typeface="Cambria Math"/>
                <a:cs typeface="Cambria Math"/>
              </a:rPr>
              <a:t>𝑺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4679" y="6624777"/>
            <a:ext cx="2814955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32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49" y="313435"/>
            <a:ext cx="78613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Setup: </a:t>
            </a:r>
            <a:r>
              <a:rPr dirty="0" spc="-70"/>
              <a:t>Subgraph</a:t>
            </a:r>
            <a:r>
              <a:rPr dirty="0" spc="-5"/>
              <a:t> </a:t>
            </a:r>
            <a:r>
              <a:rPr dirty="0" spc="-105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6" y="4784344"/>
            <a:ext cx="7663180" cy="1645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solidFill>
                  <a:srgbClr val="C00000"/>
                </a:solidFill>
                <a:latin typeface="Arial"/>
                <a:cs typeface="Arial"/>
              </a:rPr>
              <a:t>Subgraph </a:t>
            </a:r>
            <a:r>
              <a:rPr dirty="0" sz="1900" spc="-45">
                <a:solidFill>
                  <a:srgbClr val="C00000"/>
                </a:solidFill>
                <a:latin typeface="Arial"/>
                <a:cs typeface="Arial"/>
              </a:rPr>
              <a:t>labels: </a:t>
            </a:r>
            <a:r>
              <a:rPr dirty="0" sz="1900" spc="-35">
                <a:latin typeface="Arial"/>
                <a:cs typeface="Arial"/>
              </a:rPr>
              <a:t>Binned </a:t>
            </a:r>
            <a:r>
              <a:rPr dirty="0" sz="1900" spc="-65">
                <a:latin typeface="Arial"/>
                <a:cs typeface="Arial"/>
              </a:rPr>
              <a:t>values </a:t>
            </a:r>
            <a:r>
              <a:rPr dirty="0" sz="1900" spc="-20">
                <a:latin typeface="Arial"/>
                <a:cs typeface="Arial"/>
              </a:rPr>
              <a:t>of </a:t>
            </a:r>
            <a:r>
              <a:rPr dirty="0" sz="1900" spc="-75">
                <a:latin typeface="Arial"/>
                <a:cs typeface="Arial"/>
              </a:rPr>
              <a:t>a </a:t>
            </a:r>
            <a:r>
              <a:rPr dirty="0" sz="1850">
                <a:solidFill>
                  <a:srgbClr val="C00000"/>
                </a:solidFill>
                <a:latin typeface="Arial"/>
                <a:cs typeface="Arial"/>
              </a:rPr>
              <a:t>metric </a:t>
            </a:r>
            <a:r>
              <a:rPr dirty="0" sz="1900">
                <a:latin typeface="Arial"/>
                <a:cs typeface="Arial"/>
              </a:rPr>
              <a:t>act </a:t>
            </a:r>
            <a:r>
              <a:rPr dirty="0" sz="1900" spc="-55">
                <a:latin typeface="Arial"/>
                <a:cs typeface="Arial"/>
              </a:rPr>
              <a:t>as </a:t>
            </a:r>
            <a:r>
              <a:rPr dirty="0" sz="1900" spc="-25">
                <a:latin typeface="Arial"/>
                <a:cs typeface="Arial"/>
              </a:rPr>
              <a:t>subgraph</a:t>
            </a:r>
            <a:r>
              <a:rPr dirty="0" sz="1900" spc="330">
                <a:latin typeface="Arial"/>
                <a:cs typeface="Arial"/>
              </a:rPr>
              <a:t> </a:t>
            </a:r>
            <a:r>
              <a:rPr dirty="0" sz="1900" spc="-50">
                <a:latin typeface="Arial"/>
                <a:cs typeface="Arial"/>
              </a:rPr>
              <a:t>labels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50" spc="-5">
                <a:solidFill>
                  <a:srgbClr val="C00000"/>
                </a:solidFill>
                <a:latin typeface="Arial"/>
                <a:cs typeface="Arial"/>
              </a:rPr>
              <a:t>Metrics</a:t>
            </a:r>
            <a:r>
              <a:rPr dirty="0" sz="1900" spc="-5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1900">
              <a:latin typeface="Arial"/>
              <a:cs typeface="Arial"/>
            </a:endParaRPr>
          </a:p>
          <a:p>
            <a:pPr marL="755650" indent="-285750">
              <a:lnSpc>
                <a:spcPts val="2014"/>
              </a:lnSpc>
              <a:spcBef>
                <a:spcPts val="30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85">
                <a:latin typeface="Arial"/>
                <a:cs typeface="Arial"/>
              </a:rPr>
              <a:t>DENSITY </a:t>
            </a:r>
            <a:r>
              <a:rPr dirty="0" sz="1700" spc="-20">
                <a:latin typeface="Arial"/>
                <a:cs typeface="Arial"/>
              </a:rPr>
              <a:t>tests </a:t>
            </a:r>
            <a:r>
              <a:rPr dirty="0" sz="1700" spc="-55">
                <a:latin typeface="Arial"/>
                <a:cs typeface="Arial"/>
              </a:rPr>
              <a:t>if </a:t>
            </a:r>
            <a:r>
              <a:rPr dirty="0" sz="1700" spc="-65">
                <a:latin typeface="Arial"/>
                <a:cs typeface="Arial"/>
              </a:rPr>
              <a:t>a </a:t>
            </a:r>
            <a:r>
              <a:rPr dirty="0" sz="1700" spc="-10">
                <a:latin typeface="Arial"/>
                <a:cs typeface="Arial"/>
              </a:rPr>
              <a:t>method </a:t>
            </a:r>
            <a:r>
              <a:rPr dirty="0" sz="1700" spc="-25">
                <a:latin typeface="Arial"/>
                <a:cs typeface="Arial"/>
              </a:rPr>
              <a:t>can capture the </a:t>
            </a:r>
            <a:r>
              <a:rPr dirty="0" sz="1700" spc="-40">
                <a:latin typeface="Arial"/>
                <a:cs typeface="Arial"/>
              </a:rPr>
              <a:t>internal </a:t>
            </a:r>
            <a:r>
              <a:rPr dirty="0" sz="1700" spc="-25">
                <a:latin typeface="Arial"/>
                <a:cs typeface="Arial"/>
              </a:rPr>
              <a:t>structure </a:t>
            </a:r>
            <a:r>
              <a:rPr dirty="0" sz="1700" spc="-20">
                <a:latin typeface="Arial"/>
                <a:cs typeface="Arial"/>
              </a:rPr>
              <a:t>of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subgraphs</a:t>
            </a:r>
            <a:endParaRPr sz="1700">
              <a:latin typeface="Arial"/>
              <a:cs typeface="Arial"/>
            </a:endParaRPr>
          </a:p>
          <a:p>
            <a:pPr marL="755650" indent="-285750">
              <a:lnSpc>
                <a:spcPts val="2014"/>
              </a:lnSpc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65">
                <a:latin typeface="Arial"/>
                <a:cs typeface="Arial"/>
              </a:rPr>
              <a:t>CUT </a:t>
            </a:r>
            <a:r>
              <a:rPr dirty="0" sz="1700" spc="-110">
                <a:latin typeface="Arial"/>
                <a:cs typeface="Arial"/>
              </a:rPr>
              <a:t>RATIO  </a:t>
            </a:r>
            <a:r>
              <a:rPr dirty="0" sz="1700" spc="-20">
                <a:latin typeface="Arial"/>
                <a:cs typeface="Arial"/>
              </a:rPr>
              <a:t>tests </a:t>
            </a:r>
            <a:r>
              <a:rPr dirty="0" sz="1700" spc="-55">
                <a:latin typeface="Arial"/>
                <a:cs typeface="Arial"/>
              </a:rPr>
              <a:t>if </a:t>
            </a:r>
            <a:r>
              <a:rPr dirty="0" sz="1700" spc="-65">
                <a:latin typeface="Arial"/>
                <a:cs typeface="Arial"/>
              </a:rPr>
              <a:t>a </a:t>
            </a:r>
            <a:r>
              <a:rPr dirty="0" sz="1700" spc="-10">
                <a:latin typeface="Arial"/>
                <a:cs typeface="Arial"/>
              </a:rPr>
              <a:t>method </a:t>
            </a:r>
            <a:r>
              <a:rPr dirty="0" sz="1700" spc="-25">
                <a:latin typeface="Arial"/>
                <a:cs typeface="Arial"/>
              </a:rPr>
              <a:t>can capture </a:t>
            </a:r>
            <a:r>
              <a:rPr dirty="0" sz="1700" spc="-20">
                <a:latin typeface="Arial"/>
                <a:cs typeface="Arial"/>
              </a:rPr>
              <a:t>border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structure</a:t>
            </a:r>
            <a:endParaRPr sz="1700">
              <a:latin typeface="Arial"/>
              <a:cs typeface="Arial"/>
            </a:endParaRPr>
          </a:p>
          <a:p>
            <a:pPr marL="755650" indent="-285750">
              <a:lnSpc>
                <a:spcPts val="2030"/>
              </a:lnSpc>
              <a:spcBef>
                <a:spcPts val="50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75">
                <a:latin typeface="Arial"/>
                <a:cs typeface="Arial"/>
              </a:rPr>
              <a:t>CORENESS </a:t>
            </a:r>
            <a:r>
              <a:rPr dirty="0" sz="1700" spc="-20">
                <a:latin typeface="Arial"/>
                <a:cs typeface="Arial"/>
              </a:rPr>
              <a:t>tests </a:t>
            </a:r>
            <a:r>
              <a:rPr dirty="0" sz="1700" spc="-55">
                <a:latin typeface="Arial"/>
                <a:cs typeface="Arial"/>
              </a:rPr>
              <a:t>if </a:t>
            </a:r>
            <a:r>
              <a:rPr dirty="0" sz="1700" spc="-65">
                <a:latin typeface="Arial"/>
                <a:cs typeface="Arial"/>
              </a:rPr>
              <a:t>a </a:t>
            </a:r>
            <a:r>
              <a:rPr dirty="0" sz="1700" spc="-10">
                <a:latin typeface="Arial"/>
                <a:cs typeface="Arial"/>
              </a:rPr>
              <a:t>method </a:t>
            </a:r>
            <a:r>
              <a:rPr dirty="0" sz="1700" spc="-25">
                <a:latin typeface="Arial"/>
                <a:cs typeface="Arial"/>
              </a:rPr>
              <a:t>can capture </a:t>
            </a:r>
            <a:r>
              <a:rPr dirty="0" sz="1700" spc="-20">
                <a:latin typeface="Arial"/>
                <a:cs typeface="Arial"/>
              </a:rPr>
              <a:t>border </a:t>
            </a:r>
            <a:r>
              <a:rPr dirty="0" sz="1700" spc="-25">
                <a:latin typeface="Arial"/>
                <a:cs typeface="Arial"/>
              </a:rPr>
              <a:t>structure and</a:t>
            </a:r>
            <a:r>
              <a:rPr dirty="0" sz="1700" spc="40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position</a:t>
            </a:r>
            <a:endParaRPr sz="1700">
              <a:latin typeface="Arial"/>
              <a:cs typeface="Arial"/>
            </a:endParaRPr>
          </a:p>
          <a:p>
            <a:pPr marL="755650" indent="-285750">
              <a:lnSpc>
                <a:spcPts val="2030"/>
              </a:lnSpc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60">
                <a:latin typeface="Arial"/>
                <a:cs typeface="Arial"/>
              </a:rPr>
              <a:t>COMPONENT </a:t>
            </a:r>
            <a:r>
              <a:rPr dirty="0" sz="1700" spc="-20">
                <a:latin typeface="Arial"/>
                <a:cs typeface="Arial"/>
              </a:rPr>
              <a:t>tests </a:t>
            </a:r>
            <a:r>
              <a:rPr dirty="0" sz="1700" spc="-55">
                <a:latin typeface="Arial"/>
                <a:cs typeface="Arial"/>
              </a:rPr>
              <a:t>if </a:t>
            </a:r>
            <a:r>
              <a:rPr dirty="0" sz="1700" spc="-65">
                <a:latin typeface="Arial"/>
                <a:cs typeface="Arial"/>
              </a:rPr>
              <a:t>a </a:t>
            </a:r>
            <a:r>
              <a:rPr dirty="0" sz="1700" spc="-10">
                <a:latin typeface="Arial"/>
                <a:cs typeface="Arial"/>
              </a:rPr>
              <a:t>method </a:t>
            </a:r>
            <a:r>
              <a:rPr dirty="0" sz="1700" spc="-25">
                <a:latin typeface="Arial"/>
                <a:cs typeface="Arial"/>
              </a:rPr>
              <a:t>can capture </a:t>
            </a:r>
            <a:r>
              <a:rPr dirty="0" sz="1700" spc="-40">
                <a:latin typeface="Arial"/>
                <a:cs typeface="Arial"/>
              </a:rPr>
              <a:t>internal </a:t>
            </a:r>
            <a:r>
              <a:rPr dirty="0" sz="1700" spc="-25">
                <a:latin typeface="Arial"/>
                <a:cs typeface="Arial"/>
              </a:rPr>
              <a:t>and </a:t>
            </a:r>
            <a:r>
              <a:rPr dirty="0" sz="1700" spc="-40">
                <a:latin typeface="Arial"/>
                <a:cs typeface="Arial"/>
              </a:rPr>
              <a:t>external</a:t>
            </a:r>
            <a:r>
              <a:rPr dirty="0" sz="1700" spc="38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position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199" y="1341582"/>
            <a:ext cx="8355599" cy="3230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37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793" y="375411"/>
            <a:ext cx="584200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75"/>
              <a:t>Synthetic</a:t>
            </a:r>
            <a:r>
              <a:rPr dirty="0" sz="4600" spc="5"/>
              <a:t> </a:t>
            </a:r>
            <a:r>
              <a:rPr dirty="0" sz="4600" spc="-120"/>
              <a:t>Data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85416" y="4491735"/>
            <a:ext cx="8058784" cy="196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1900" spc="-25">
                <a:latin typeface="Arial"/>
                <a:cs typeface="Arial"/>
              </a:rPr>
              <a:t>Shown </a:t>
            </a:r>
            <a:r>
              <a:rPr dirty="0" sz="1900" spc="-75">
                <a:latin typeface="Arial"/>
                <a:cs typeface="Arial"/>
              </a:rPr>
              <a:t>are </a:t>
            </a:r>
            <a:r>
              <a:rPr dirty="0" sz="1900" spc="-30">
                <a:latin typeface="Arial"/>
                <a:cs typeface="Arial"/>
              </a:rPr>
              <a:t>Micro-F1 </a:t>
            </a:r>
            <a:r>
              <a:rPr dirty="0" sz="1900" spc="-35">
                <a:latin typeface="Arial"/>
                <a:cs typeface="Arial"/>
              </a:rPr>
              <a:t>scores </a:t>
            </a:r>
            <a:r>
              <a:rPr dirty="0" sz="1900" spc="25">
                <a:latin typeface="Arial"/>
                <a:cs typeface="Arial"/>
              </a:rPr>
              <a:t>+ </a:t>
            </a:r>
            <a:r>
              <a:rPr dirty="0" sz="1900" spc="0">
                <a:latin typeface="Arial"/>
                <a:cs typeface="Arial"/>
              </a:rPr>
              <a:t>std </a:t>
            </a:r>
            <a:r>
              <a:rPr dirty="0" sz="1900" spc="-35">
                <a:latin typeface="Arial"/>
                <a:cs typeface="Arial"/>
              </a:rPr>
              <a:t>across </a:t>
            </a:r>
            <a:r>
              <a:rPr dirty="0" sz="1900" spc="-5">
                <a:latin typeface="Arial"/>
                <a:cs typeface="Arial"/>
              </a:rPr>
              <a:t>100</a:t>
            </a:r>
            <a:r>
              <a:rPr dirty="0" sz="1900" spc="225">
                <a:latin typeface="Arial"/>
                <a:cs typeface="Arial"/>
              </a:rPr>
              <a:t> </a:t>
            </a:r>
            <a:r>
              <a:rPr dirty="0" sz="1900" spc="-40">
                <a:latin typeface="Arial"/>
                <a:cs typeface="Arial"/>
              </a:rPr>
              <a:t>runs</a:t>
            </a:r>
            <a:endParaRPr sz="19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1900" spc="-40">
                <a:solidFill>
                  <a:srgbClr val="C00000"/>
                </a:solidFill>
                <a:latin typeface="Arial"/>
                <a:cs typeface="Arial"/>
              </a:rPr>
              <a:t>SubGNN </a:t>
            </a:r>
            <a:r>
              <a:rPr dirty="0" sz="1900" spc="-20">
                <a:solidFill>
                  <a:srgbClr val="C00000"/>
                </a:solidFill>
                <a:latin typeface="Arial"/>
                <a:cs typeface="Arial"/>
              </a:rPr>
              <a:t>outperforms </a:t>
            </a:r>
            <a:r>
              <a:rPr dirty="0" sz="1900" spc="-50">
                <a:solidFill>
                  <a:srgbClr val="C00000"/>
                </a:solidFill>
                <a:latin typeface="Arial"/>
                <a:cs typeface="Arial"/>
              </a:rPr>
              <a:t>baselines </a:t>
            </a:r>
            <a:r>
              <a:rPr dirty="0" sz="1900" spc="-25">
                <a:solidFill>
                  <a:srgbClr val="C00000"/>
                </a:solidFill>
                <a:latin typeface="Arial"/>
                <a:cs typeface="Arial"/>
              </a:rPr>
              <a:t>by </a:t>
            </a:r>
            <a:r>
              <a:rPr dirty="0" sz="1900" spc="-5">
                <a:solidFill>
                  <a:srgbClr val="C00000"/>
                </a:solidFill>
                <a:latin typeface="Arial"/>
                <a:cs typeface="Arial"/>
              </a:rPr>
              <a:t>75.4%; </a:t>
            </a:r>
            <a:r>
              <a:rPr dirty="0" sz="1900" spc="-25">
                <a:solidFill>
                  <a:srgbClr val="C00000"/>
                </a:solidFill>
                <a:latin typeface="Arial"/>
                <a:cs typeface="Arial"/>
              </a:rPr>
              <a:t>the strongest </a:t>
            </a:r>
            <a:r>
              <a:rPr dirty="0" sz="1900" spc="-55">
                <a:solidFill>
                  <a:srgbClr val="C00000"/>
                </a:solidFill>
                <a:latin typeface="Arial"/>
                <a:cs typeface="Arial"/>
              </a:rPr>
              <a:t>baseline </a:t>
            </a:r>
            <a:r>
              <a:rPr dirty="0" sz="1900" spc="-25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dirty="0" sz="1900" spc="2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5">
                <a:solidFill>
                  <a:srgbClr val="C00000"/>
                </a:solidFill>
                <a:latin typeface="Arial"/>
                <a:cs typeface="Arial"/>
              </a:rPr>
              <a:t>17%</a:t>
            </a:r>
            <a:endParaRPr sz="19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1900" spc="-40">
                <a:solidFill>
                  <a:srgbClr val="4F81BD"/>
                </a:solidFill>
                <a:latin typeface="Arial"/>
                <a:cs typeface="Arial"/>
              </a:rPr>
              <a:t>Graph classification </a:t>
            </a:r>
            <a:r>
              <a:rPr dirty="0" sz="1900" spc="-114">
                <a:solidFill>
                  <a:srgbClr val="4F81BD"/>
                </a:solidFill>
                <a:latin typeface="Arial"/>
                <a:cs typeface="Arial"/>
              </a:rPr>
              <a:t>(GC)</a:t>
            </a:r>
            <a:r>
              <a:rPr dirty="0" sz="1900" spc="10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1900" spc="-15">
                <a:solidFill>
                  <a:srgbClr val="4F81BD"/>
                </a:solidFill>
                <a:latin typeface="Arial"/>
                <a:cs typeface="Arial"/>
              </a:rPr>
              <a:t>methods:</a:t>
            </a:r>
            <a:endParaRPr sz="1900">
              <a:latin typeface="Arial"/>
              <a:cs typeface="Arial"/>
            </a:endParaRPr>
          </a:p>
          <a:p>
            <a:pPr lvl="1" marL="755650" indent="-285750">
              <a:lnSpc>
                <a:spcPts val="2030"/>
              </a:lnSpc>
              <a:spcBef>
                <a:spcPts val="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20">
                <a:latin typeface="Arial"/>
                <a:cs typeface="Arial"/>
              </a:rPr>
              <a:t>perform </a:t>
            </a:r>
            <a:r>
              <a:rPr dirty="0" sz="1700" spc="-25">
                <a:latin typeface="Arial"/>
                <a:cs typeface="Arial"/>
              </a:rPr>
              <a:t>quite </a:t>
            </a:r>
            <a:r>
              <a:rPr dirty="0" sz="1700" spc="-45">
                <a:latin typeface="Arial"/>
                <a:cs typeface="Arial"/>
              </a:rPr>
              <a:t>well </a:t>
            </a:r>
            <a:r>
              <a:rPr dirty="0" sz="1700" spc="-20">
                <a:latin typeface="Arial"/>
                <a:cs typeface="Arial"/>
              </a:rPr>
              <a:t>on </a:t>
            </a:r>
            <a:r>
              <a:rPr dirty="0" sz="1700" spc="-85">
                <a:latin typeface="Arial"/>
                <a:cs typeface="Arial"/>
              </a:rPr>
              <a:t>DENSITY </a:t>
            </a:r>
            <a:r>
              <a:rPr dirty="0" sz="1700" spc="-55">
                <a:latin typeface="Arial"/>
                <a:cs typeface="Arial"/>
              </a:rPr>
              <a:t>(internal </a:t>
            </a:r>
            <a:r>
              <a:rPr dirty="0" sz="1700" spc="-35">
                <a:latin typeface="Arial"/>
                <a:cs typeface="Arial"/>
              </a:rPr>
              <a:t>structure), </a:t>
            </a:r>
            <a:r>
              <a:rPr dirty="0" sz="1700" spc="-50">
                <a:latin typeface="Arial"/>
                <a:cs typeface="Arial"/>
              </a:rPr>
              <a:t>as  </a:t>
            </a:r>
            <a:r>
              <a:rPr dirty="0" sz="1700" spc="-15">
                <a:latin typeface="Arial"/>
                <a:cs typeface="Arial"/>
              </a:rPr>
              <a:t>expected</a:t>
            </a:r>
            <a:endParaRPr sz="1700">
              <a:latin typeface="Arial"/>
              <a:cs typeface="Arial"/>
            </a:endParaRPr>
          </a:p>
          <a:p>
            <a:pPr lvl="1" marL="755650" indent="-285750">
              <a:lnSpc>
                <a:spcPts val="2000"/>
              </a:lnSpc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20">
                <a:latin typeface="Arial"/>
                <a:cs typeface="Arial"/>
              </a:rPr>
              <a:t>perform </a:t>
            </a:r>
            <a:r>
              <a:rPr dirty="0" sz="1700" spc="-25">
                <a:latin typeface="Arial"/>
                <a:cs typeface="Arial"/>
              </a:rPr>
              <a:t>poorly </a:t>
            </a:r>
            <a:r>
              <a:rPr dirty="0" sz="1700" spc="-20">
                <a:latin typeface="Arial"/>
                <a:cs typeface="Arial"/>
              </a:rPr>
              <a:t>on </a:t>
            </a:r>
            <a:r>
              <a:rPr dirty="0" sz="1700" spc="-25">
                <a:latin typeface="Arial"/>
                <a:cs typeface="Arial"/>
              </a:rPr>
              <a:t>datasets </a:t>
            </a:r>
            <a:r>
              <a:rPr dirty="0" sz="1700" spc="-40">
                <a:latin typeface="Arial"/>
                <a:cs typeface="Arial"/>
              </a:rPr>
              <a:t>requiring </a:t>
            </a:r>
            <a:r>
              <a:rPr dirty="0" sz="1700" spc="-65">
                <a:latin typeface="Arial"/>
                <a:cs typeface="Arial"/>
              </a:rPr>
              <a:t>a </a:t>
            </a:r>
            <a:r>
              <a:rPr dirty="0" sz="1700" spc="-20">
                <a:latin typeface="Arial"/>
                <a:cs typeface="Arial"/>
              </a:rPr>
              <a:t>notion of </a:t>
            </a:r>
            <a:r>
              <a:rPr dirty="0" sz="1700" spc="-25">
                <a:latin typeface="Arial"/>
                <a:cs typeface="Arial"/>
              </a:rPr>
              <a:t>position </a:t>
            </a:r>
            <a:r>
              <a:rPr dirty="0" sz="1700" spc="-20">
                <a:latin typeface="Arial"/>
                <a:cs typeface="Arial"/>
              </a:rPr>
              <a:t>or border</a:t>
            </a:r>
            <a:r>
              <a:rPr dirty="0" sz="1700" spc="38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connectivity</a:t>
            </a:r>
            <a:endParaRPr sz="1700">
              <a:latin typeface="Arial"/>
              <a:cs typeface="Arial"/>
            </a:endParaRPr>
          </a:p>
          <a:p>
            <a:pPr marL="355600" indent="-342900">
              <a:lnSpc>
                <a:spcPts val="2250"/>
              </a:lnSpc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1900" spc="-20">
                <a:solidFill>
                  <a:srgbClr val="8064A2"/>
                </a:solidFill>
                <a:latin typeface="Arial"/>
                <a:cs typeface="Arial"/>
              </a:rPr>
              <a:t>Meta-node</a:t>
            </a:r>
            <a:r>
              <a:rPr dirty="0" sz="1900" spc="-25">
                <a:solidFill>
                  <a:srgbClr val="8064A2"/>
                </a:solidFill>
                <a:latin typeface="Arial"/>
                <a:cs typeface="Arial"/>
              </a:rPr>
              <a:t> </a:t>
            </a:r>
            <a:r>
              <a:rPr dirty="0" sz="1900" spc="-15">
                <a:solidFill>
                  <a:srgbClr val="8064A2"/>
                </a:solidFill>
                <a:latin typeface="Arial"/>
                <a:cs typeface="Arial"/>
              </a:rPr>
              <a:t>methods:</a:t>
            </a:r>
            <a:endParaRPr sz="19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1700" spc="-20">
                <a:latin typeface="Arial"/>
                <a:cs typeface="Arial"/>
              </a:rPr>
              <a:t>perform </a:t>
            </a:r>
            <a:r>
              <a:rPr dirty="0" sz="1700" spc="-45">
                <a:latin typeface="Arial"/>
                <a:cs typeface="Arial"/>
              </a:rPr>
              <a:t>well </a:t>
            </a:r>
            <a:r>
              <a:rPr dirty="0" sz="1700" spc="-20">
                <a:latin typeface="Arial"/>
                <a:cs typeface="Arial"/>
              </a:rPr>
              <a:t>on </a:t>
            </a:r>
            <a:r>
              <a:rPr dirty="0" sz="1700" spc="-60">
                <a:latin typeface="Arial"/>
                <a:cs typeface="Arial"/>
              </a:rPr>
              <a:t>COMPONENT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dataset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6735"/>
            <a:ext cx="9144000" cy="3360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00" y="1835553"/>
            <a:ext cx="8991600" cy="304800"/>
          </a:xfrm>
          <a:custGeom>
            <a:avLst/>
            <a:gdLst/>
            <a:ahLst/>
            <a:cxnLst/>
            <a:rect l="l" t="t" r="r" b="b"/>
            <a:pathLst>
              <a:path w="8991600" h="304800">
                <a:moveTo>
                  <a:pt x="0" y="0"/>
                </a:moveTo>
                <a:lnTo>
                  <a:pt x="8991600" y="0"/>
                </a:lnTo>
                <a:lnTo>
                  <a:pt x="89916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2608" y="3059557"/>
            <a:ext cx="7459345" cy="140398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64135" rIns="0" bIns="0" rtlCol="0" vert="horz">
            <a:spAutoFit/>
          </a:bodyPr>
          <a:lstStyle/>
          <a:p>
            <a:pPr algn="ctr" marL="845819" marR="706755" indent="635">
              <a:lnSpc>
                <a:spcPct val="99600"/>
              </a:lnSpc>
              <a:spcBef>
                <a:spcPts val="505"/>
              </a:spcBef>
            </a:pPr>
            <a:r>
              <a:rPr dirty="0" baseline="1010" sz="4125" spc="-22">
                <a:solidFill>
                  <a:srgbClr val="FFFFFF"/>
                </a:solidFill>
                <a:latin typeface="Arial"/>
                <a:cs typeface="Arial"/>
              </a:rPr>
              <a:t>Conclusion: 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SubGNN 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800" spc="-35">
                <a:solidFill>
                  <a:srgbClr val="FFFFFF"/>
                </a:solidFill>
                <a:latin typeface="Arial"/>
                <a:cs typeface="Arial"/>
              </a:rPr>
              <a:t>capture 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well  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aspects of subgraph 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topology  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(position,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neighborhood,</a:t>
            </a:r>
            <a:r>
              <a:rPr dirty="0" sz="2800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structure)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8026" y="375411"/>
            <a:ext cx="516953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4"/>
              <a:t>Real-World </a:t>
            </a:r>
            <a:r>
              <a:rPr dirty="0" sz="4600" spc="-100"/>
              <a:t>Datasets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1551939"/>
            <a:ext cx="7806055" cy="344741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95">
                <a:latin typeface="Arial"/>
                <a:cs typeface="Arial"/>
              </a:rPr>
              <a:t>Four </a:t>
            </a:r>
            <a:r>
              <a:rPr dirty="0" sz="2800" spc="-120">
                <a:latin typeface="Arial"/>
                <a:cs typeface="Arial"/>
              </a:rPr>
              <a:t>real </a:t>
            </a:r>
            <a:r>
              <a:rPr dirty="0" sz="2800" spc="-25">
                <a:latin typeface="Arial"/>
                <a:cs typeface="Arial"/>
              </a:rPr>
              <a:t>world</a:t>
            </a:r>
            <a:r>
              <a:rPr dirty="0" sz="2800" spc="135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datasets</a:t>
            </a:r>
            <a:endParaRPr sz="2800">
              <a:latin typeface="Arial"/>
              <a:cs typeface="Arial"/>
            </a:endParaRPr>
          </a:p>
          <a:p>
            <a:pPr marL="355600" marR="465455" indent="-342900">
              <a:lnSpc>
                <a:spcPct val="101899"/>
              </a:lnSpc>
              <a:spcBef>
                <a:spcPts val="58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95">
                <a:latin typeface="Arial"/>
                <a:cs typeface="Arial"/>
              </a:rPr>
              <a:t>Each </a:t>
            </a:r>
            <a:r>
              <a:rPr dirty="0" sz="2800" spc="-40">
                <a:latin typeface="Arial"/>
                <a:cs typeface="Arial"/>
              </a:rPr>
              <a:t>consists of </a:t>
            </a:r>
            <a:r>
              <a:rPr dirty="0" baseline="1010" sz="4125" spc="-12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dirty="0" baseline="1010" sz="4125" spc="-60">
                <a:solidFill>
                  <a:srgbClr val="C00000"/>
                </a:solidFill>
                <a:latin typeface="Arial"/>
                <a:cs typeface="Arial"/>
              </a:rPr>
              <a:t>base </a:t>
            </a:r>
            <a:r>
              <a:rPr dirty="0" baseline="1010" sz="4125" spc="-30">
                <a:solidFill>
                  <a:srgbClr val="C00000"/>
                </a:solidFill>
                <a:latin typeface="Arial"/>
                <a:cs typeface="Arial"/>
              </a:rPr>
              <a:t>graph </a:t>
            </a:r>
            <a:r>
              <a:rPr dirty="0" sz="2800" spc="-50">
                <a:latin typeface="Arial"/>
                <a:cs typeface="Arial"/>
              </a:rPr>
              <a:t>and </a:t>
            </a:r>
            <a:r>
              <a:rPr dirty="0" baseline="1010" sz="4125" spc="-127">
                <a:solidFill>
                  <a:srgbClr val="C00000"/>
                </a:solidFill>
                <a:latin typeface="Arial"/>
                <a:cs typeface="Arial"/>
              </a:rPr>
              <a:t>subgraphs </a:t>
            </a:r>
            <a:r>
              <a:rPr dirty="0" sz="2750" spc="-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C00000"/>
                </a:solidFill>
                <a:latin typeface="Arial"/>
                <a:cs typeface="Arial"/>
              </a:rPr>
              <a:t>with </a:t>
            </a:r>
            <a:r>
              <a:rPr dirty="0" sz="2750" spc="-30">
                <a:solidFill>
                  <a:srgbClr val="C00000"/>
                </a:solidFill>
                <a:latin typeface="Arial"/>
                <a:cs typeface="Arial"/>
              </a:rPr>
              <a:t>associated</a:t>
            </a:r>
            <a:r>
              <a:rPr dirty="0" sz="275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750" spc="-65">
                <a:solidFill>
                  <a:srgbClr val="C00000"/>
                </a:solidFill>
                <a:latin typeface="Arial"/>
                <a:cs typeface="Arial"/>
              </a:rPr>
              <a:t>labels</a:t>
            </a:r>
            <a:endParaRPr sz="2750">
              <a:latin typeface="Arial"/>
              <a:cs typeface="Arial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58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85">
                <a:latin typeface="Arial"/>
                <a:cs typeface="Arial"/>
              </a:rPr>
              <a:t>HPO-METAB </a:t>
            </a:r>
            <a:r>
              <a:rPr dirty="0" sz="2400" spc="-35">
                <a:latin typeface="Arial"/>
                <a:cs typeface="Arial"/>
              </a:rPr>
              <a:t>and </a:t>
            </a:r>
            <a:r>
              <a:rPr dirty="0" sz="2400" spc="-80">
                <a:latin typeface="Arial"/>
                <a:cs typeface="Arial"/>
              </a:rPr>
              <a:t>HPO-NEURO </a:t>
            </a:r>
            <a:r>
              <a:rPr dirty="0" sz="2400" spc="-95">
                <a:latin typeface="Arial"/>
                <a:cs typeface="Arial"/>
              </a:rPr>
              <a:t>are </a:t>
            </a:r>
            <a:r>
              <a:rPr dirty="0" sz="2400" spc="-55">
                <a:latin typeface="Arial"/>
                <a:cs typeface="Arial"/>
              </a:rPr>
              <a:t>clinical </a:t>
            </a:r>
            <a:r>
              <a:rPr dirty="0" sz="2400" spc="-80">
                <a:latin typeface="Arial"/>
                <a:cs typeface="Arial"/>
              </a:rPr>
              <a:t>diagnostic  </a:t>
            </a:r>
            <a:r>
              <a:rPr dirty="0" sz="2400" spc="-30">
                <a:latin typeface="Arial"/>
                <a:cs typeface="Arial"/>
              </a:rPr>
              <a:t>tasks</a:t>
            </a:r>
            <a:endParaRPr sz="2400">
              <a:latin typeface="Arial"/>
              <a:cs typeface="Arial"/>
            </a:endParaRPr>
          </a:p>
          <a:p>
            <a:pPr algn="just" lvl="1" marL="755650" marR="452120" indent="-285750">
              <a:lnSpc>
                <a:spcPct val="1008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95">
                <a:latin typeface="Arial"/>
                <a:cs typeface="Arial"/>
              </a:rPr>
              <a:t>They </a:t>
            </a:r>
            <a:r>
              <a:rPr dirty="0" sz="2400" spc="-50">
                <a:latin typeface="Arial"/>
                <a:cs typeface="Arial"/>
              </a:rPr>
              <a:t>ask </a:t>
            </a:r>
            <a:r>
              <a:rPr dirty="0" sz="2400" spc="-35">
                <a:latin typeface="Arial"/>
                <a:cs typeface="Arial"/>
              </a:rPr>
              <a:t>the following: </a:t>
            </a:r>
            <a:r>
              <a:rPr dirty="0" sz="2400" spc="-50">
                <a:solidFill>
                  <a:srgbClr val="C00000"/>
                </a:solidFill>
                <a:latin typeface="Arial"/>
                <a:cs typeface="Arial"/>
              </a:rPr>
              <a:t>What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subcategory </a:t>
            </a:r>
            <a:r>
              <a:rPr dirty="0" sz="2400" spc="-270">
                <a:solidFill>
                  <a:srgbClr val="C00000"/>
                </a:solidFill>
                <a:latin typeface="Arial"/>
                <a:cs typeface="Arial"/>
              </a:rPr>
              <a:t>of 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metabolic/neurological </a:t>
            </a: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disease </a:t>
            </a:r>
            <a:r>
              <a:rPr dirty="0" sz="2400" spc="-25">
                <a:solidFill>
                  <a:srgbClr val="C00000"/>
                </a:solidFill>
                <a:latin typeface="Arial"/>
                <a:cs typeface="Arial"/>
              </a:rPr>
              <a:t>consistent </a:t>
            </a:r>
            <a:r>
              <a:rPr dirty="0" sz="2400" spc="-15">
                <a:solidFill>
                  <a:srgbClr val="C00000"/>
                </a:solidFill>
                <a:latin typeface="Arial"/>
                <a:cs typeface="Arial"/>
              </a:rPr>
              <a:t>with 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the 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phenotypes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(i.e.,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phenotype</a:t>
            </a:r>
            <a:r>
              <a:rPr dirty="0" sz="2400" spc="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C00000"/>
                </a:solidFill>
                <a:latin typeface="Arial"/>
                <a:cs typeface="Arial"/>
              </a:rPr>
              <a:t>subgraph)?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6144" y="375411"/>
            <a:ext cx="733298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114"/>
              <a:t>Real-World</a:t>
            </a:r>
            <a:r>
              <a:rPr dirty="0" sz="4600" spc="5"/>
              <a:t> </a:t>
            </a:r>
            <a:r>
              <a:rPr dirty="0" sz="4600" spc="-100"/>
              <a:t>Datasets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4695444"/>
            <a:ext cx="7717155" cy="20993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55600" marR="41275" indent="-342900">
              <a:lnSpc>
                <a:spcPts val="3100"/>
              </a:lnSpc>
              <a:spcBef>
                <a:spcPts val="219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55">
                <a:latin typeface="Arial"/>
                <a:cs typeface="Arial"/>
              </a:rPr>
              <a:t>SubGNN </a:t>
            </a:r>
            <a:r>
              <a:rPr dirty="0" sz="2600" spc="-25">
                <a:latin typeface="Arial"/>
                <a:cs typeface="Arial"/>
              </a:rPr>
              <a:t>outperforms </a:t>
            </a:r>
            <a:r>
              <a:rPr dirty="0" sz="2600" spc="-75">
                <a:latin typeface="Arial"/>
                <a:cs typeface="Arial"/>
              </a:rPr>
              <a:t>baselines </a:t>
            </a:r>
            <a:r>
              <a:rPr dirty="0" sz="2600" spc="-30">
                <a:latin typeface="Arial"/>
                <a:cs typeface="Arial"/>
              </a:rPr>
              <a:t>by </a:t>
            </a:r>
            <a:r>
              <a:rPr dirty="0" sz="2600" spc="-80">
                <a:latin typeface="Arial"/>
                <a:cs typeface="Arial"/>
              </a:rPr>
              <a:t>an average </a:t>
            </a:r>
            <a:r>
              <a:rPr dirty="0" sz="2600" spc="-25">
                <a:latin typeface="Arial"/>
                <a:cs typeface="Arial"/>
              </a:rPr>
              <a:t>of  </a:t>
            </a:r>
            <a:r>
              <a:rPr dirty="0" sz="2600" spc="-5">
                <a:latin typeface="Arial"/>
                <a:cs typeface="Arial"/>
              </a:rPr>
              <a:t>77% </a:t>
            </a:r>
            <a:r>
              <a:rPr dirty="0" sz="2600" spc="-30">
                <a:latin typeface="Arial"/>
                <a:cs typeface="Arial"/>
              </a:rPr>
              <a:t>on </a:t>
            </a:r>
            <a:r>
              <a:rPr dirty="0" sz="2600" spc="-40">
                <a:latin typeface="Arial"/>
                <a:cs typeface="Arial"/>
              </a:rPr>
              <a:t>synthetic </a:t>
            </a:r>
            <a:r>
              <a:rPr dirty="0" sz="2600" spc="-35">
                <a:latin typeface="Arial"/>
                <a:cs typeface="Arial"/>
              </a:rPr>
              <a:t>and </a:t>
            </a:r>
            <a:r>
              <a:rPr dirty="0" baseline="1089" sz="3825" spc="37">
                <a:solidFill>
                  <a:srgbClr val="C00000"/>
                </a:solidFill>
                <a:latin typeface="Arial"/>
                <a:cs typeface="Arial"/>
              </a:rPr>
              <a:t>125% </a:t>
            </a:r>
            <a:r>
              <a:rPr dirty="0" baseline="1089" sz="3825">
                <a:solidFill>
                  <a:srgbClr val="C00000"/>
                </a:solidFill>
                <a:latin typeface="Arial"/>
                <a:cs typeface="Arial"/>
              </a:rPr>
              <a:t>on </a:t>
            </a:r>
            <a:r>
              <a:rPr dirty="0" baseline="1089" sz="3825" spc="-22">
                <a:solidFill>
                  <a:srgbClr val="C00000"/>
                </a:solidFill>
                <a:latin typeface="Arial"/>
                <a:cs typeface="Arial"/>
              </a:rPr>
              <a:t>real-world</a:t>
            </a:r>
            <a:r>
              <a:rPr dirty="0" baseline="1089" sz="3825" spc="2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89" sz="3825" spc="-15">
                <a:solidFill>
                  <a:srgbClr val="C00000"/>
                </a:solidFill>
                <a:latin typeface="Arial"/>
                <a:cs typeface="Arial"/>
              </a:rPr>
              <a:t>datasets</a:t>
            </a:r>
            <a:endParaRPr baseline="1089" sz="3825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55">
                <a:latin typeface="Arial"/>
                <a:cs typeface="Arial"/>
              </a:rPr>
              <a:t>SubGNN </a:t>
            </a:r>
            <a:r>
              <a:rPr dirty="0" sz="2600" spc="-60">
                <a:latin typeface="Arial"/>
                <a:cs typeface="Arial"/>
              </a:rPr>
              <a:t>channels </a:t>
            </a:r>
            <a:r>
              <a:rPr dirty="0" sz="2600" spc="-30">
                <a:latin typeface="Arial"/>
                <a:cs typeface="Arial"/>
              </a:rPr>
              <a:t>encode </a:t>
            </a:r>
            <a:r>
              <a:rPr dirty="0" sz="2600" spc="-55">
                <a:latin typeface="Arial"/>
                <a:cs typeface="Arial"/>
              </a:rPr>
              <a:t>their </a:t>
            </a:r>
            <a:r>
              <a:rPr dirty="0" sz="2600" spc="-35">
                <a:latin typeface="Arial"/>
                <a:cs typeface="Arial"/>
              </a:rPr>
              <a:t>intended</a:t>
            </a:r>
            <a:r>
              <a:rPr dirty="0" sz="2600" spc="265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properties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>
              <a:latin typeface="Times New Roman"/>
              <a:cs typeface="Times New Roman"/>
            </a:endParaRPr>
          </a:p>
          <a:p>
            <a:pPr marL="150876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alibri"/>
                <a:cs typeface="Calibri"/>
              </a:rPr>
              <a:t>Standard </a:t>
            </a:r>
            <a:r>
              <a:rPr dirty="0" sz="1800" spc="-5">
                <a:latin typeface="Calibri"/>
                <a:cs typeface="Calibri"/>
              </a:rPr>
              <a:t>deviations </a:t>
            </a:r>
            <a:r>
              <a:rPr dirty="0" sz="1800" spc="-10">
                <a:latin typeface="Calibri"/>
                <a:cs typeface="Calibri"/>
              </a:rPr>
              <a:t>from </a:t>
            </a:r>
            <a:r>
              <a:rPr dirty="0" sz="1800" spc="-5">
                <a:latin typeface="Calibri"/>
                <a:cs typeface="Calibri"/>
              </a:rPr>
              <a:t>runs with </a:t>
            </a:r>
            <a:r>
              <a:rPr dirty="0" sz="1800">
                <a:latin typeface="Calibri"/>
                <a:cs typeface="Calibri"/>
              </a:rPr>
              <a:t>10 </a:t>
            </a:r>
            <a:r>
              <a:rPr dirty="0" sz="1800" spc="-10">
                <a:latin typeface="Calibri"/>
                <a:cs typeface="Calibri"/>
              </a:rPr>
              <a:t>random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seeds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700" y="1303483"/>
            <a:ext cx="8610600" cy="3362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05400" y="1074883"/>
            <a:ext cx="330200" cy="457200"/>
          </a:xfrm>
          <a:custGeom>
            <a:avLst/>
            <a:gdLst/>
            <a:ahLst/>
            <a:cxnLst/>
            <a:rect l="l" t="t" r="r" b="b"/>
            <a:pathLst>
              <a:path w="330200" h="457200">
                <a:moveTo>
                  <a:pt x="330200" y="292100"/>
                </a:moveTo>
                <a:lnTo>
                  <a:pt x="0" y="292100"/>
                </a:lnTo>
                <a:lnTo>
                  <a:pt x="165100" y="457200"/>
                </a:lnTo>
                <a:lnTo>
                  <a:pt x="330200" y="292100"/>
                </a:lnTo>
                <a:close/>
              </a:path>
              <a:path w="330200" h="457200">
                <a:moveTo>
                  <a:pt x="247650" y="0"/>
                </a:moveTo>
                <a:lnTo>
                  <a:pt x="82550" y="0"/>
                </a:lnTo>
                <a:lnTo>
                  <a:pt x="82550" y="292100"/>
                </a:lnTo>
                <a:lnTo>
                  <a:pt x="247650" y="292100"/>
                </a:lnTo>
                <a:lnTo>
                  <a:pt x="247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63359" y="1069300"/>
            <a:ext cx="330200" cy="457200"/>
          </a:xfrm>
          <a:custGeom>
            <a:avLst/>
            <a:gdLst/>
            <a:ahLst/>
            <a:cxnLst/>
            <a:rect l="l" t="t" r="r" b="b"/>
            <a:pathLst>
              <a:path w="330200" h="457200">
                <a:moveTo>
                  <a:pt x="330200" y="292100"/>
                </a:moveTo>
                <a:lnTo>
                  <a:pt x="0" y="292100"/>
                </a:lnTo>
                <a:lnTo>
                  <a:pt x="165100" y="457200"/>
                </a:lnTo>
                <a:lnTo>
                  <a:pt x="330200" y="292100"/>
                </a:lnTo>
                <a:close/>
              </a:path>
              <a:path w="330200" h="457200">
                <a:moveTo>
                  <a:pt x="247650" y="0"/>
                </a:moveTo>
                <a:lnTo>
                  <a:pt x="82550" y="0"/>
                </a:lnTo>
                <a:lnTo>
                  <a:pt x="82550" y="292100"/>
                </a:lnTo>
                <a:lnTo>
                  <a:pt x="247650" y="292100"/>
                </a:lnTo>
                <a:lnTo>
                  <a:pt x="247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Plan </a:t>
            </a:r>
            <a:r>
              <a:rPr dirty="0" spc="-70"/>
              <a:t>for</a:t>
            </a:r>
            <a:r>
              <a:rPr dirty="0" spc="80"/>
              <a:t> </a:t>
            </a:r>
            <a:r>
              <a:rPr dirty="0" spc="-245"/>
              <a:t>Today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763905" indent="-421005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14"/>
              <a:t>Safe </a:t>
            </a:r>
            <a:r>
              <a:rPr dirty="0" spc="-30"/>
              <a:t>drugs </a:t>
            </a:r>
            <a:r>
              <a:rPr dirty="0" spc="-50"/>
              <a:t>and </a:t>
            </a:r>
            <a:r>
              <a:rPr dirty="0" spc="-20"/>
              <a:t>drug</a:t>
            </a:r>
            <a:r>
              <a:rPr dirty="0" spc="190"/>
              <a:t> </a:t>
            </a:r>
            <a:r>
              <a:rPr dirty="0" spc="-40"/>
              <a:t>combinations</a:t>
            </a:r>
          </a:p>
          <a:p>
            <a:pPr marL="749300">
              <a:lnSpc>
                <a:spcPct val="100000"/>
              </a:lnSpc>
              <a:spcBef>
                <a:spcPts val="83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65">
                <a:solidFill>
                  <a:srgbClr val="C00000"/>
                </a:solidFill>
              </a:rPr>
              <a:t>Multi-relational </a:t>
            </a:r>
            <a:r>
              <a:rPr dirty="0" sz="3000" spc="-80">
                <a:solidFill>
                  <a:srgbClr val="C00000"/>
                </a:solidFill>
              </a:rPr>
              <a:t>link </a:t>
            </a:r>
            <a:r>
              <a:rPr dirty="0" sz="3000" spc="-35">
                <a:solidFill>
                  <a:srgbClr val="C00000"/>
                </a:solidFill>
              </a:rPr>
              <a:t>prediction on</a:t>
            </a:r>
            <a:r>
              <a:rPr dirty="0" sz="3000" spc="275">
                <a:solidFill>
                  <a:srgbClr val="C00000"/>
                </a:solidFill>
              </a:rPr>
              <a:t> </a:t>
            </a:r>
            <a:r>
              <a:rPr dirty="0" sz="3000" spc="-75">
                <a:solidFill>
                  <a:srgbClr val="C00000"/>
                </a:solidFill>
              </a:rPr>
              <a:t>KGs</a:t>
            </a:r>
            <a:endParaRPr sz="3000"/>
          </a:p>
          <a:p>
            <a:pPr marL="330200"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70"/>
              <a:t>Patient </a:t>
            </a:r>
            <a:r>
              <a:rPr dirty="0" spc="-20"/>
              <a:t>outcomes </a:t>
            </a:r>
            <a:r>
              <a:rPr dirty="0" spc="-195"/>
              <a:t>&amp; </a:t>
            </a:r>
            <a:r>
              <a:rPr dirty="0" spc="-90"/>
              <a:t>disease</a:t>
            </a:r>
            <a:r>
              <a:rPr dirty="0" spc="350"/>
              <a:t> </a:t>
            </a:r>
            <a:r>
              <a:rPr dirty="0" spc="-80"/>
              <a:t>classification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Subgraph</a:t>
            </a:r>
            <a:r>
              <a:rPr dirty="0" sz="3000" spc="25">
                <a:solidFill>
                  <a:srgbClr val="C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embeddings</a:t>
            </a:r>
            <a:endParaRPr sz="3000"/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00"/>
              <a:t>Effective </a:t>
            </a:r>
            <a:r>
              <a:rPr dirty="0" spc="-85"/>
              <a:t>disease</a:t>
            </a:r>
            <a:r>
              <a:rPr dirty="0" spc="100"/>
              <a:t> </a:t>
            </a:r>
            <a:r>
              <a:rPr dirty="0" spc="-50"/>
              <a:t>treatments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Few-shot </a:t>
            </a:r>
            <a:r>
              <a:rPr dirty="0" sz="3000" spc="-75">
                <a:solidFill>
                  <a:srgbClr val="C00000"/>
                </a:solidFill>
              </a:rPr>
              <a:t>learning </a:t>
            </a:r>
            <a:r>
              <a:rPr dirty="0" sz="3000" spc="-45">
                <a:solidFill>
                  <a:srgbClr val="C00000"/>
                </a:solidFill>
              </a:rPr>
              <a:t>for</a:t>
            </a:r>
            <a:r>
              <a:rPr dirty="0" sz="3000" spc="150">
                <a:solidFill>
                  <a:srgbClr val="C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graphs</a:t>
            </a:r>
            <a:endParaRPr sz="3000"/>
          </a:p>
        </p:txBody>
      </p:sp>
      <p:sp>
        <p:nvSpPr>
          <p:cNvPr id="4" name="object 4"/>
          <p:cNvSpPr/>
          <p:nvPr/>
        </p:nvSpPr>
        <p:spPr>
          <a:xfrm>
            <a:off x="194257" y="1736921"/>
            <a:ext cx="948742" cy="898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359" y="3276600"/>
            <a:ext cx="948742" cy="898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5233299"/>
            <a:ext cx="464650" cy="1295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4770558"/>
            <a:ext cx="872606" cy="3870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4770559"/>
            <a:ext cx="1448615" cy="17579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4650" y="6103175"/>
            <a:ext cx="983965" cy="4253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2606" y="4770558"/>
            <a:ext cx="576008" cy="1332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37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8253" y="1032502"/>
            <a:ext cx="6495746" cy="5143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17976" y="1030223"/>
            <a:ext cx="5526024" cy="5148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7964" y="395223"/>
            <a:ext cx="8688705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110"/>
              <a:t>Finding </a:t>
            </a:r>
            <a:r>
              <a:rPr dirty="0" sz="4300" spc="-114"/>
              <a:t>Cures </a:t>
            </a:r>
            <a:r>
              <a:rPr dirty="0" sz="4300" spc="-60"/>
              <a:t>for </a:t>
            </a:r>
            <a:r>
              <a:rPr dirty="0" sz="4300" spc="-105"/>
              <a:t>Emerging</a:t>
            </a:r>
            <a:r>
              <a:rPr dirty="0" sz="4300" spc="300"/>
              <a:t> </a:t>
            </a:r>
            <a:r>
              <a:rPr dirty="0" sz="4300" spc="-135"/>
              <a:t>Diseases</a:t>
            </a:r>
            <a:endParaRPr sz="4300"/>
          </a:p>
        </p:txBody>
      </p:sp>
      <p:sp>
        <p:nvSpPr>
          <p:cNvPr id="5" name="object 5"/>
          <p:cNvSpPr txBox="1"/>
          <p:nvPr/>
        </p:nvSpPr>
        <p:spPr>
          <a:xfrm>
            <a:off x="288290" y="1214627"/>
            <a:ext cx="5784850" cy="21316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50"/>
              </a:spcBef>
            </a:pPr>
            <a:r>
              <a:rPr dirty="0" sz="2000" spc="-114">
                <a:latin typeface="Arial"/>
                <a:cs typeface="Arial"/>
              </a:rPr>
              <a:t>The </a:t>
            </a:r>
            <a:r>
              <a:rPr dirty="0" sz="2000" spc="-85">
                <a:latin typeface="Arial"/>
                <a:cs typeface="Arial"/>
              </a:rPr>
              <a:t>traditional </a:t>
            </a:r>
            <a:r>
              <a:rPr dirty="0" sz="2000" spc="-55">
                <a:latin typeface="Arial"/>
                <a:cs typeface="Arial"/>
              </a:rPr>
              <a:t>approach </a:t>
            </a:r>
            <a:r>
              <a:rPr dirty="0" sz="2000" spc="-60">
                <a:latin typeface="Arial"/>
                <a:cs typeface="Arial"/>
              </a:rPr>
              <a:t>of </a:t>
            </a:r>
            <a:r>
              <a:rPr dirty="0" sz="2000" spc="-95">
                <a:latin typeface="Arial"/>
                <a:cs typeface="Arial"/>
              </a:rPr>
              <a:t>iterative </a:t>
            </a:r>
            <a:r>
              <a:rPr dirty="0" sz="2000" spc="-60">
                <a:latin typeface="Arial"/>
                <a:cs typeface="Arial"/>
              </a:rPr>
              <a:t>development,  </a:t>
            </a:r>
            <a:r>
              <a:rPr dirty="0" sz="2000" spc="-85">
                <a:latin typeface="Arial"/>
                <a:cs typeface="Arial"/>
              </a:rPr>
              <a:t>experimental </a:t>
            </a:r>
            <a:r>
              <a:rPr dirty="0" sz="2000" spc="-60">
                <a:latin typeface="Arial"/>
                <a:cs typeface="Arial"/>
              </a:rPr>
              <a:t>testing, </a:t>
            </a:r>
            <a:r>
              <a:rPr dirty="0" sz="2000" spc="-70">
                <a:latin typeface="Arial"/>
                <a:cs typeface="Arial"/>
              </a:rPr>
              <a:t>clinical </a:t>
            </a:r>
            <a:r>
              <a:rPr dirty="0" sz="2000" spc="-75">
                <a:latin typeface="Arial"/>
                <a:cs typeface="Arial"/>
              </a:rPr>
              <a:t>validation, </a:t>
            </a:r>
            <a:r>
              <a:rPr dirty="0" sz="2000" spc="-65">
                <a:latin typeface="Arial"/>
                <a:cs typeface="Arial"/>
              </a:rPr>
              <a:t>and </a:t>
            </a:r>
            <a:r>
              <a:rPr dirty="0" sz="2000" spc="-80">
                <a:latin typeface="Arial"/>
                <a:cs typeface="Arial"/>
              </a:rPr>
              <a:t>approval </a:t>
            </a:r>
            <a:r>
              <a:rPr dirty="0" sz="2000" spc="-60">
                <a:latin typeface="Arial"/>
                <a:cs typeface="Arial"/>
              </a:rPr>
              <a:t>of  </a:t>
            </a:r>
            <a:r>
              <a:rPr dirty="0" sz="2000" spc="-65">
                <a:latin typeface="Arial"/>
                <a:cs typeface="Arial"/>
              </a:rPr>
              <a:t>new </a:t>
            </a:r>
            <a:r>
              <a:rPr dirty="0" sz="2000" spc="-55">
                <a:latin typeface="Arial"/>
                <a:cs typeface="Arial"/>
              </a:rPr>
              <a:t>drugs </a:t>
            </a:r>
            <a:r>
              <a:rPr dirty="0" sz="2000" spc="-110">
                <a:latin typeface="Arial"/>
                <a:cs typeface="Arial"/>
              </a:rPr>
              <a:t>are </a:t>
            </a:r>
            <a:r>
              <a:rPr dirty="0" sz="2000" spc="-55">
                <a:latin typeface="Arial"/>
                <a:cs typeface="Arial"/>
              </a:rPr>
              <a:t>not</a:t>
            </a:r>
            <a:r>
              <a:rPr dirty="0" sz="2000" spc="225">
                <a:latin typeface="Arial"/>
                <a:cs typeface="Arial"/>
              </a:rPr>
              <a:t> </a:t>
            </a:r>
            <a:r>
              <a:rPr dirty="0" sz="2000" spc="-70">
                <a:latin typeface="Arial"/>
                <a:cs typeface="Arial"/>
              </a:rPr>
              <a:t>feasible.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Times New Roman"/>
              <a:cs typeface="Times New Roman"/>
            </a:endParaRPr>
          </a:p>
          <a:p>
            <a:pPr algn="just" marL="12700" marR="335280">
              <a:lnSpc>
                <a:spcPct val="89500"/>
              </a:lnSpc>
              <a:spcBef>
                <a:spcPts val="5"/>
              </a:spcBef>
            </a:pPr>
            <a:r>
              <a:rPr dirty="0" sz="2000" spc="-150">
                <a:latin typeface="Arial"/>
                <a:cs typeface="Arial"/>
              </a:rPr>
              <a:t>A </a:t>
            </a:r>
            <a:r>
              <a:rPr dirty="0" sz="2000" spc="-80">
                <a:latin typeface="Arial"/>
                <a:cs typeface="Arial"/>
              </a:rPr>
              <a:t>more realistic strategy </a:t>
            </a:r>
            <a:r>
              <a:rPr dirty="0" sz="2000" spc="-95">
                <a:latin typeface="Arial"/>
                <a:cs typeface="Arial"/>
              </a:rPr>
              <a:t>relies </a:t>
            </a:r>
            <a:r>
              <a:rPr dirty="0" sz="2000" spc="-60">
                <a:latin typeface="Arial"/>
                <a:cs typeface="Arial"/>
              </a:rPr>
              <a:t>on drug repurposing,  </a:t>
            </a:r>
            <a:r>
              <a:rPr dirty="0" sz="2000" spc="-85">
                <a:latin typeface="Arial"/>
                <a:cs typeface="Arial"/>
              </a:rPr>
              <a:t>requiring </a:t>
            </a:r>
            <a:r>
              <a:rPr dirty="0" sz="2000" spc="-60">
                <a:latin typeface="Arial"/>
                <a:cs typeface="Arial"/>
              </a:rPr>
              <a:t>us </a:t>
            </a:r>
            <a:r>
              <a:rPr dirty="0" sz="2000" spc="-55">
                <a:latin typeface="Arial"/>
                <a:cs typeface="Arial"/>
              </a:rPr>
              <a:t>to </a:t>
            </a:r>
            <a:r>
              <a:rPr dirty="0" sz="2000" spc="-75">
                <a:latin typeface="Arial"/>
                <a:cs typeface="Arial"/>
              </a:rPr>
              <a:t>identify </a:t>
            </a:r>
            <a:r>
              <a:rPr dirty="0" sz="2000" spc="-80">
                <a:latin typeface="Arial"/>
                <a:cs typeface="Arial"/>
              </a:rPr>
              <a:t>clinically </a:t>
            </a:r>
            <a:r>
              <a:rPr dirty="0" sz="2000" spc="-60">
                <a:latin typeface="Arial"/>
                <a:cs typeface="Arial"/>
              </a:rPr>
              <a:t>approved </a:t>
            </a:r>
            <a:r>
              <a:rPr dirty="0" sz="2000" spc="-55">
                <a:latin typeface="Arial"/>
                <a:cs typeface="Arial"/>
              </a:rPr>
              <a:t>drugs </a:t>
            </a:r>
            <a:r>
              <a:rPr dirty="0" sz="2000" spc="-70">
                <a:latin typeface="Arial"/>
                <a:cs typeface="Arial"/>
              </a:rPr>
              <a:t>that  </a:t>
            </a:r>
            <a:r>
              <a:rPr dirty="0" sz="2000" spc="-100">
                <a:latin typeface="Arial"/>
                <a:cs typeface="Arial"/>
              </a:rPr>
              <a:t>have </a:t>
            </a:r>
            <a:r>
              <a:rPr dirty="0" sz="2000" spc="-114">
                <a:latin typeface="Arial"/>
                <a:cs typeface="Arial"/>
              </a:rPr>
              <a:t>a </a:t>
            </a:r>
            <a:r>
              <a:rPr dirty="0" sz="2000" spc="-70">
                <a:latin typeface="Arial"/>
                <a:cs typeface="Arial"/>
              </a:rPr>
              <a:t>therapeutic </a:t>
            </a:r>
            <a:r>
              <a:rPr dirty="0" sz="2000" spc="-55">
                <a:latin typeface="Arial"/>
                <a:cs typeface="Arial"/>
              </a:rPr>
              <a:t>effect </a:t>
            </a:r>
            <a:r>
              <a:rPr dirty="0" sz="2000" spc="-95">
                <a:latin typeface="Arial"/>
                <a:cs typeface="Arial"/>
              </a:rPr>
              <a:t>in </a:t>
            </a:r>
            <a:r>
              <a:rPr dirty="0" sz="2000" spc="-85">
                <a:latin typeface="Arial"/>
                <a:cs typeface="Arial"/>
              </a:rPr>
              <a:t>COVID-19 </a:t>
            </a:r>
            <a:r>
              <a:rPr dirty="0" sz="2000" spc="50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patients.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0933" y="2286000"/>
            <a:ext cx="4436745" cy="0"/>
          </a:xfrm>
          <a:custGeom>
            <a:avLst/>
            <a:gdLst/>
            <a:ahLst/>
            <a:cxnLst/>
            <a:rect l="l" t="t" r="r" b="b"/>
            <a:pathLst>
              <a:path w="4436745" h="0">
                <a:moveTo>
                  <a:pt x="0" y="0"/>
                </a:moveTo>
                <a:lnTo>
                  <a:pt x="4436534" y="1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0870" y="3488190"/>
            <a:ext cx="7402257" cy="2954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6107" y="3483427"/>
            <a:ext cx="7412355" cy="2964815"/>
          </a:xfrm>
          <a:custGeom>
            <a:avLst/>
            <a:gdLst/>
            <a:ahLst/>
            <a:cxnLst/>
            <a:rect l="l" t="t" r="r" b="b"/>
            <a:pathLst>
              <a:path w="7412355" h="2964815">
                <a:moveTo>
                  <a:pt x="0" y="0"/>
                </a:moveTo>
                <a:lnTo>
                  <a:pt x="7411784" y="0"/>
                </a:lnTo>
                <a:lnTo>
                  <a:pt x="7411784" y="2964489"/>
                </a:lnTo>
                <a:lnTo>
                  <a:pt x="0" y="296448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82660" y="6613652"/>
            <a:ext cx="71793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Medicine Framework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Identifying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Drug Repurposing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Opportunities for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Covid-19, </a:t>
            </a:r>
            <a:r>
              <a:rPr dirty="0" sz="1200" spc="3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arXiv:2004.07229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39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81800" y="4507991"/>
            <a:ext cx="1365503" cy="18166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79492" y="4503449"/>
            <a:ext cx="1372235" cy="1826260"/>
          </a:xfrm>
          <a:custGeom>
            <a:avLst/>
            <a:gdLst/>
            <a:ahLst/>
            <a:cxnLst/>
            <a:rect l="l" t="t" r="r" b="b"/>
            <a:pathLst>
              <a:path w="1372234" h="1826260">
                <a:moveTo>
                  <a:pt x="0" y="0"/>
                </a:moveTo>
                <a:lnTo>
                  <a:pt x="1371816" y="0"/>
                </a:lnTo>
                <a:lnTo>
                  <a:pt x="1371816" y="1825913"/>
                </a:lnTo>
                <a:lnTo>
                  <a:pt x="0" y="182591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43574" y="6730186"/>
            <a:ext cx="146685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40</a:t>
            </a:fld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9362" y="6094279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0" y="0"/>
                </a:moveTo>
                <a:lnTo>
                  <a:pt x="342292" y="0"/>
                </a:lnTo>
              </a:path>
            </a:pathLst>
          </a:custGeom>
          <a:ln w="2392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1523" y="4972176"/>
            <a:ext cx="636270" cy="624840"/>
          </a:xfrm>
          <a:custGeom>
            <a:avLst/>
            <a:gdLst/>
            <a:ahLst/>
            <a:cxnLst/>
            <a:rect l="l" t="t" r="r" b="b"/>
            <a:pathLst>
              <a:path w="636269" h="624839">
                <a:moveTo>
                  <a:pt x="462490" y="0"/>
                </a:moveTo>
                <a:lnTo>
                  <a:pt x="416495" y="13489"/>
                </a:lnTo>
                <a:lnTo>
                  <a:pt x="375688" y="41620"/>
                </a:lnTo>
                <a:lnTo>
                  <a:pt x="46404" y="357634"/>
                </a:lnTo>
                <a:lnTo>
                  <a:pt x="16564" y="397308"/>
                </a:lnTo>
                <a:lnTo>
                  <a:pt x="1070" y="442844"/>
                </a:lnTo>
                <a:lnTo>
                  <a:pt x="0" y="490549"/>
                </a:lnTo>
                <a:lnTo>
                  <a:pt x="13431" y="536727"/>
                </a:lnTo>
                <a:lnTo>
                  <a:pt x="41441" y="577685"/>
                </a:lnTo>
                <a:lnTo>
                  <a:pt x="80924" y="607634"/>
                </a:lnTo>
                <a:lnTo>
                  <a:pt x="126262" y="623193"/>
                </a:lnTo>
                <a:lnTo>
                  <a:pt x="173769" y="624275"/>
                </a:lnTo>
                <a:lnTo>
                  <a:pt x="219759" y="610796"/>
                </a:lnTo>
                <a:lnTo>
                  <a:pt x="260546" y="582670"/>
                </a:lnTo>
                <a:lnTo>
                  <a:pt x="589830" y="266655"/>
                </a:lnTo>
                <a:lnTo>
                  <a:pt x="619671" y="227007"/>
                </a:lnTo>
                <a:lnTo>
                  <a:pt x="635168" y="181483"/>
                </a:lnTo>
                <a:lnTo>
                  <a:pt x="636246" y="133779"/>
                </a:lnTo>
                <a:lnTo>
                  <a:pt x="622830" y="87588"/>
                </a:lnTo>
                <a:lnTo>
                  <a:pt x="594846" y="46605"/>
                </a:lnTo>
                <a:lnTo>
                  <a:pt x="555342" y="16636"/>
                </a:lnTo>
                <a:lnTo>
                  <a:pt x="509998" y="1074"/>
                </a:lnTo>
                <a:lnTo>
                  <a:pt x="462490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1518" y="5171814"/>
            <a:ext cx="425450" cy="424815"/>
          </a:xfrm>
          <a:custGeom>
            <a:avLst/>
            <a:gdLst/>
            <a:ahLst/>
            <a:cxnLst/>
            <a:rect l="l" t="t" r="r" b="b"/>
            <a:pathLst>
              <a:path w="425450" h="424814">
                <a:moveTo>
                  <a:pt x="211073" y="0"/>
                </a:moveTo>
                <a:lnTo>
                  <a:pt x="46405" y="157981"/>
                </a:lnTo>
                <a:lnTo>
                  <a:pt x="16564" y="197654"/>
                </a:lnTo>
                <a:lnTo>
                  <a:pt x="1070" y="243190"/>
                </a:lnTo>
                <a:lnTo>
                  <a:pt x="0" y="290895"/>
                </a:lnTo>
                <a:lnTo>
                  <a:pt x="13431" y="337073"/>
                </a:lnTo>
                <a:lnTo>
                  <a:pt x="41442" y="378032"/>
                </a:lnTo>
                <a:lnTo>
                  <a:pt x="80924" y="408006"/>
                </a:lnTo>
                <a:lnTo>
                  <a:pt x="126262" y="423580"/>
                </a:lnTo>
                <a:lnTo>
                  <a:pt x="173769" y="424670"/>
                </a:lnTo>
                <a:lnTo>
                  <a:pt x="219759" y="411194"/>
                </a:lnTo>
                <a:lnTo>
                  <a:pt x="260546" y="383068"/>
                </a:lnTo>
                <a:lnTo>
                  <a:pt x="425162" y="225035"/>
                </a:lnTo>
                <a:lnTo>
                  <a:pt x="211073" y="0"/>
                </a:lnTo>
                <a:close/>
              </a:path>
            </a:pathLst>
          </a:custGeom>
          <a:solidFill>
            <a:srgbClr val="8DC6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81523" y="4151802"/>
            <a:ext cx="636270" cy="624840"/>
          </a:xfrm>
          <a:custGeom>
            <a:avLst/>
            <a:gdLst/>
            <a:ahLst/>
            <a:cxnLst/>
            <a:rect l="l" t="t" r="r" b="b"/>
            <a:pathLst>
              <a:path w="636269" h="624839">
                <a:moveTo>
                  <a:pt x="462490" y="0"/>
                </a:moveTo>
                <a:lnTo>
                  <a:pt x="416495" y="13491"/>
                </a:lnTo>
                <a:lnTo>
                  <a:pt x="375688" y="41643"/>
                </a:lnTo>
                <a:lnTo>
                  <a:pt x="46404" y="357657"/>
                </a:lnTo>
                <a:lnTo>
                  <a:pt x="16564" y="397310"/>
                </a:lnTo>
                <a:lnTo>
                  <a:pt x="1070" y="442844"/>
                </a:lnTo>
                <a:lnTo>
                  <a:pt x="0" y="490556"/>
                </a:lnTo>
                <a:lnTo>
                  <a:pt x="13431" y="536745"/>
                </a:lnTo>
                <a:lnTo>
                  <a:pt x="41441" y="577707"/>
                </a:lnTo>
                <a:lnTo>
                  <a:pt x="80924" y="607657"/>
                </a:lnTo>
                <a:lnTo>
                  <a:pt x="126262" y="623215"/>
                </a:lnTo>
                <a:lnTo>
                  <a:pt x="173769" y="624298"/>
                </a:lnTo>
                <a:lnTo>
                  <a:pt x="219759" y="610819"/>
                </a:lnTo>
                <a:lnTo>
                  <a:pt x="260546" y="582692"/>
                </a:lnTo>
                <a:lnTo>
                  <a:pt x="589830" y="266678"/>
                </a:lnTo>
                <a:lnTo>
                  <a:pt x="619671" y="227025"/>
                </a:lnTo>
                <a:lnTo>
                  <a:pt x="635168" y="181491"/>
                </a:lnTo>
                <a:lnTo>
                  <a:pt x="636246" y="133779"/>
                </a:lnTo>
                <a:lnTo>
                  <a:pt x="622830" y="87590"/>
                </a:lnTo>
                <a:lnTo>
                  <a:pt x="594846" y="46628"/>
                </a:lnTo>
                <a:lnTo>
                  <a:pt x="555342" y="16653"/>
                </a:lnTo>
                <a:lnTo>
                  <a:pt x="509998" y="1082"/>
                </a:lnTo>
                <a:lnTo>
                  <a:pt x="462490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1518" y="4351468"/>
            <a:ext cx="425450" cy="424815"/>
          </a:xfrm>
          <a:custGeom>
            <a:avLst/>
            <a:gdLst/>
            <a:ahLst/>
            <a:cxnLst/>
            <a:rect l="l" t="t" r="r" b="b"/>
            <a:pathLst>
              <a:path w="425450" h="424814">
                <a:moveTo>
                  <a:pt x="211073" y="0"/>
                </a:moveTo>
                <a:lnTo>
                  <a:pt x="46405" y="157981"/>
                </a:lnTo>
                <a:lnTo>
                  <a:pt x="16564" y="197654"/>
                </a:lnTo>
                <a:lnTo>
                  <a:pt x="1070" y="243190"/>
                </a:lnTo>
                <a:lnTo>
                  <a:pt x="0" y="290895"/>
                </a:lnTo>
                <a:lnTo>
                  <a:pt x="13431" y="337073"/>
                </a:lnTo>
                <a:lnTo>
                  <a:pt x="41442" y="378032"/>
                </a:lnTo>
                <a:lnTo>
                  <a:pt x="80924" y="408006"/>
                </a:lnTo>
                <a:lnTo>
                  <a:pt x="126262" y="423580"/>
                </a:lnTo>
                <a:lnTo>
                  <a:pt x="173769" y="424671"/>
                </a:lnTo>
                <a:lnTo>
                  <a:pt x="219759" y="411194"/>
                </a:lnTo>
                <a:lnTo>
                  <a:pt x="260546" y="383068"/>
                </a:lnTo>
                <a:lnTo>
                  <a:pt x="425162" y="225035"/>
                </a:lnTo>
                <a:lnTo>
                  <a:pt x="211073" y="0"/>
                </a:lnTo>
                <a:close/>
              </a:path>
            </a:pathLst>
          </a:custGeom>
          <a:solidFill>
            <a:srgbClr val="006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70652" y="3223981"/>
            <a:ext cx="636270" cy="624840"/>
          </a:xfrm>
          <a:custGeom>
            <a:avLst/>
            <a:gdLst/>
            <a:ahLst/>
            <a:cxnLst/>
            <a:rect l="l" t="t" r="r" b="b"/>
            <a:pathLst>
              <a:path w="636269" h="624839">
                <a:moveTo>
                  <a:pt x="462513" y="0"/>
                </a:moveTo>
                <a:lnTo>
                  <a:pt x="416518" y="13491"/>
                </a:lnTo>
                <a:lnTo>
                  <a:pt x="375710" y="41643"/>
                </a:lnTo>
                <a:lnTo>
                  <a:pt x="46427" y="357657"/>
                </a:lnTo>
                <a:lnTo>
                  <a:pt x="16582" y="397305"/>
                </a:lnTo>
                <a:lnTo>
                  <a:pt x="1077" y="442829"/>
                </a:lnTo>
                <a:lnTo>
                  <a:pt x="0" y="490533"/>
                </a:lnTo>
                <a:lnTo>
                  <a:pt x="13433" y="536724"/>
                </a:lnTo>
                <a:lnTo>
                  <a:pt x="41464" y="577707"/>
                </a:lnTo>
                <a:lnTo>
                  <a:pt x="80947" y="607657"/>
                </a:lnTo>
                <a:lnTo>
                  <a:pt x="126285" y="623215"/>
                </a:lnTo>
                <a:lnTo>
                  <a:pt x="173792" y="624298"/>
                </a:lnTo>
                <a:lnTo>
                  <a:pt x="219782" y="610819"/>
                </a:lnTo>
                <a:lnTo>
                  <a:pt x="260568" y="582692"/>
                </a:lnTo>
                <a:lnTo>
                  <a:pt x="589853" y="266678"/>
                </a:lnTo>
                <a:lnTo>
                  <a:pt x="619694" y="227025"/>
                </a:lnTo>
                <a:lnTo>
                  <a:pt x="635191" y="181491"/>
                </a:lnTo>
                <a:lnTo>
                  <a:pt x="636269" y="133779"/>
                </a:lnTo>
                <a:lnTo>
                  <a:pt x="622853" y="87590"/>
                </a:lnTo>
                <a:lnTo>
                  <a:pt x="594868" y="46628"/>
                </a:lnTo>
                <a:lnTo>
                  <a:pt x="555365" y="16653"/>
                </a:lnTo>
                <a:lnTo>
                  <a:pt x="510021" y="1082"/>
                </a:lnTo>
                <a:lnTo>
                  <a:pt x="462513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70675" y="3423648"/>
            <a:ext cx="425450" cy="424815"/>
          </a:xfrm>
          <a:custGeom>
            <a:avLst/>
            <a:gdLst/>
            <a:ahLst/>
            <a:cxnLst/>
            <a:rect l="l" t="t" r="r" b="b"/>
            <a:pathLst>
              <a:path w="425450" h="424814">
                <a:moveTo>
                  <a:pt x="211073" y="0"/>
                </a:moveTo>
                <a:lnTo>
                  <a:pt x="46405" y="157980"/>
                </a:lnTo>
                <a:lnTo>
                  <a:pt x="16564" y="197648"/>
                </a:lnTo>
                <a:lnTo>
                  <a:pt x="1070" y="243174"/>
                </a:lnTo>
                <a:lnTo>
                  <a:pt x="0" y="290871"/>
                </a:lnTo>
                <a:lnTo>
                  <a:pt x="13431" y="337052"/>
                </a:lnTo>
                <a:lnTo>
                  <a:pt x="41442" y="378030"/>
                </a:lnTo>
                <a:lnTo>
                  <a:pt x="80924" y="408000"/>
                </a:lnTo>
                <a:lnTo>
                  <a:pt x="126262" y="423564"/>
                </a:lnTo>
                <a:lnTo>
                  <a:pt x="173769" y="424647"/>
                </a:lnTo>
                <a:lnTo>
                  <a:pt x="219759" y="411173"/>
                </a:lnTo>
                <a:lnTo>
                  <a:pt x="260546" y="383067"/>
                </a:lnTo>
                <a:lnTo>
                  <a:pt x="425162" y="225033"/>
                </a:lnTo>
                <a:lnTo>
                  <a:pt x="211073" y="0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70652" y="2384342"/>
            <a:ext cx="636270" cy="624840"/>
          </a:xfrm>
          <a:custGeom>
            <a:avLst/>
            <a:gdLst/>
            <a:ahLst/>
            <a:cxnLst/>
            <a:rect l="l" t="t" r="r" b="b"/>
            <a:pathLst>
              <a:path w="636269" h="624839">
                <a:moveTo>
                  <a:pt x="462513" y="0"/>
                </a:moveTo>
                <a:lnTo>
                  <a:pt x="416518" y="13491"/>
                </a:lnTo>
                <a:lnTo>
                  <a:pt x="375710" y="41642"/>
                </a:lnTo>
                <a:lnTo>
                  <a:pt x="46427" y="357657"/>
                </a:lnTo>
                <a:lnTo>
                  <a:pt x="16582" y="397305"/>
                </a:lnTo>
                <a:lnTo>
                  <a:pt x="1077" y="442829"/>
                </a:lnTo>
                <a:lnTo>
                  <a:pt x="0" y="490534"/>
                </a:lnTo>
                <a:lnTo>
                  <a:pt x="13433" y="536725"/>
                </a:lnTo>
                <a:lnTo>
                  <a:pt x="41464" y="577707"/>
                </a:lnTo>
                <a:lnTo>
                  <a:pt x="80947" y="607656"/>
                </a:lnTo>
                <a:lnTo>
                  <a:pt x="126285" y="623215"/>
                </a:lnTo>
                <a:lnTo>
                  <a:pt x="173792" y="624298"/>
                </a:lnTo>
                <a:lnTo>
                  <a:pt x="219782" y="610818"/>
                </a:lnTo>
                <a:lnTo>
                  <a:pt x="260568" y="582692"/>
                </a:lnTo>
                <a:lnTo>
                  <a:pt x="589853" y="266678"/>
                </a:lnTo>
                <a:lnTo>
                  <a:pt x="619694" y="227025"/>
                </a:lnTo>
                <a:lnTo>
                  <a:pt x="635191" y="181491"/>
                </a:lnTo>
                <a:lnTo>
                  <a:pt x="636269" y="133779"/>
                </a:lnTo>
                <a:lnTo>
                  <a:pt x="622853" y="87590"/>
                </a:lnTo>
                <a:lnTo>
                  <a:pt x="594868" y="46627"/>
                </a:lnTo>
                <a:lnTo>
                  <a:pt x="555365" y="16653"/>
                </a:lnTo>
                <a:lnTo>
                  <a:pt x="510021" y="1082"/>
                </a:lnTo>
                <a:lnTo>
                  <a:pt x="462513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70675" y="2584009"/>
            <a:ext cx="425450" cy="424815"/>
          </a:xfrm>
          <a:custGeom>
            <a:avLst/>
            <a:gdLst/>
            <a:ahLst/>
            <a:cxnLst/>
            <a:rect l="l" t="t" r="r" b="b"/>
            <a:pathLst>
              <a:path w="425450" h="424814">
                <a:moveTo>
                  <a:pt x="211073" y="0"/>
                </a:moveTo>
                <a:lnTo>
                  <a:pt x="46405" y="157980"/>
                </a:lnTo>
                <a:lnTo>
                  <a:pt x="16564" y="197649"/>
                </a:lnTo>
                <a:lnTo>
                  <a:pt x="1070" y="243175"/>
                </a:lnTo>
                <a:lnTo>
                  <a:pt x="0" y="290872"/>
                </a:lnTo>
                <a:lnTo>
                  <a:pt x="13431" y="337053"/>
                </a:lnTo>
                <a:lnTo>
                  <a:pt x="41442" y="378030"/>
                </a:lnTo>
                <a:lnTo>
                  <a:pt x="80924" y="408000"/>
                </a:lnTo>
                <a:lnTo>
                  <a:pt x="126262" y="423564"/>
                </a:lnTo>
                <a:lnTo>
                  <a:pt x="173769" y="424647"/>
                </a:lnTo>
                <a:lnTo>
                  <a:pt x="219759" y="411173"/>
                </a:lnTo>
                <a:lnTo>
                  <a:pt x="260546" y="383067"/>
                </a:lnTo>
                <a:lnTo>
                  <a:pt x="425162" y="225035"/>
                </a:lnTo>
                <a:lnTo>
                  <a:pt x="211073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88583" y="1627424"/>
            <a:ext cx="636270" cy="624840"/>
          </a:xfrm>
          <a:custGeom>
            <a:avLst/>
            <a:gdLst/>
            <a:ahLst/>
            <a:cxnLst/>
            <a:rect l="l" t="t" r="r" b="b"/>
            <a:pathLst>
              <a:path w="636269" h="624839">
                <a:moveTo>
                  <a:pt x="462514" y="0"/>
                </a:moveTo>
                <a:lnTo>
                  <a:pt x="416516" y="13491"/>
                </a:lnTo>
                <a:lnTo>
                  <a:pt x="375689" y="41643"/>
                </a:lnTo>
                <a:lnTo>
                  <a:pt x="46405" y="357657"/>
                </a:lnTo>
                <a:lnTo>
                  <a:pt x="16564" y="397305"/>
                </a:lnTo>
                <a:lnTo>
                  <a:pt x="1070" y="442829"/>
                </a:lnTo>
                <a:lnTo>
                  <a:pt x="0" y="490534"/>
                </a:lnTo>
                <a:lnTo>
                  <a:pt x="13431" y="536725"/>
                </a:lnTo>
                <a:lnTo>
                  <a:pt x="41442" y="577707"/>
                </a:lnTo>
                <a:lnTo>
                  <a:pt x="80924" y="607657"/>
                </a:lnTo>
                <a:lnTo>
                  <a:pt x="126262" y="623215"/>
                </a:lnTo>
                <a:lnTo>
                  <a:pt x="173769" y="624298"/>
                </a:lnTo>
                <a:lnTo>
                  <a:pt x="219759" y="610819"/>
                </a:lnTo>
                <a:lnTo>
                  <a:pt x="260545" y="582692"/>
                </a:lnTo>
                <a:lnTo>
                  <a:pt x="589830" y="266678"/>
                </a:lnTo>
                <a:lnTo>
                  <a:pt x="619676" y="227025"/>
                </a:lnTo>
                <a:lnTo>
                  <a:pt x="635183" y="181491"/>
                </a:lnTo>
                <a:lnTo>
                  <a:pt x="636269" y="133779"/>
                </a:lnTo>
                <a:lnTo>
                  <a:pt x="622850" y="87590"/>
                </a:lnTo>
                <a:lnTo>
                  <a:pt x="594845" y="46628"/>
                </a:lnTo>
                <a:lnTo>
                  <a:pt x="555347" y="16653"/>
                </a:lnTo>
                <a:lnTo>
                  <a:pt x="510014" y="1082"/>
                </a:lnTo>
                <a:lnTo>
                  <a:pt x="462514" y="0"/>
                </a:lnTo>
                <a:close/>
              </a:path>
            </a:pathLst>
          </a:custGeom>
          <a:solidFill>
            <a:srgbClr val="B4B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88604" y="1827091"/>
            <a:ext cx="425450" cy="424815"/>
          </a:xfrm>
          <a:custGeom>
            <a:avLst/>
            <a:gdLst/>
            <a:ahLst/>
            <a:cxnLst/>
            <a:rect l="l" t="t" r="r" b="b"/>
            <a:pathLst>
              <a:path w="425450" h="424814">
                <a:moveTo>
                  <a:pt x="211072" y="0"/>
                </a:moveTo>
                <a:lnTo>
                  <a:pt x="46404" y="157980"/>
                </a:lnTo>
                <a:lnTo>
                  <a:pt x="16564" y="197648"/>
                </a:lnTo>
                <a:lnTo>
                  <a:pt x="1070" y="243174"/>
                </a:lnTo>
                <a:lnTo>
                  <a:pt x="0" y="290871"/>
                </a:lnTo>
                <a:lnTo>
                  <a:pt x="13431" y="337052"/>
                </a:lnTo>
                <a:lnTo>
                  <a:pt x="41441" y="378030"/>
                </a:lnTo>
                <a:lnTo>
                  <a:pt x="80924" y="408000"/>
                </a:lnTo>
                <a:lnTo>
                  <a:pt x="126262" y="423564"/>
                </a:lnTo>
                <a:lnTo>
                  <a:pt x="173769" y="424647"/>
                </a:lnTo>
                <a:lnTo>
                  <a:pt x="219759" y="411173"/>
                </a:lnTo>
                <a:lnTo>
                  <a:pt x="260546" y="383067"/>
                </a:lnTo>
                <a:lnTo>
                  <a:pt x="425162" y="225033"/>
                </a:lnTo>
                <a:lnTo>
                  <a:pt x="211072" y="0"/>
                </a:lnTo>
                <a:close/>
              </a:path>
            </a:pathLst>
          </a:custGeom>
          <a:solidFill>
            <a:srgbClr val="BE1E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55413" y="5143593"/>
            <a:ext cx="813667" cy="10295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01643" y="2755329"/>
            <a:ext cx="1121197" cy="1093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33657" y="4042869"/>
            <a:ext cx="1057128" cy="1010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18698" y="1679294"/>
            <a:ext cx="1127586" cy="894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48228" y="1939576"/>
            <a:ext cx="5053330" cy="1484630"/>
          </a:xfrm>
          <a:custGeom>
            <a:avLst/>
            <a:gdLst/>
            <a:ahLst/>
            <a:cxnLst/>
            <a:rect l="l" t="t" r="r" b="b"/>
            <a:pathLst>
              <a:path w="5053330" h="1484629">
                <a:moveTo>
                  <a:pt x="0" y="0"/>
                </a:moveTo>
                <a:lnTo>
                  <a:pt x="5053300" y="1484054"/>
                </a:lnTo>
              </a:path>
            </a:pathLst>
          </a:custGeom>
          <a:ln w="5244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48228" y="1939576"/>
            <a:ext cx="4970780" cy="187325"/>
          </a:xfrm>
          <a:custGeom>
            <a:avLst/>
            <a:gdLst/>
            <a:ahLst/>
            <a:cxnLst/>
            <a:rect l="l" t="t" r="r" b="b"/>
            <a:pathLst>
              <a:path w="4970780" h="187325">
                <a:moveTo>
                  <a:pt x="0" y="0"/>
                </a:moveTo>
                <a:lnTo>
                  <a:pt x="4970339" y="186785"/>
                </a:lnTo>
              </a:path>
            </a:pathLst>
          </a:custGeom>
          <a:ln w="5246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48228" y="2126363"/>
            <a:ext cx="4970780" cy="629285"/>
          </a:xfrm>
          <a:custGeom>
            <a:avLst/>
            <a:gdLst/>
            <a:ahLst/>
            <a:cxnLst/>
            <a:rect l="l" t="t" r="r" b="b"/>
            <a:pathLst>
              <a:path w="4970780" h="629285">
                <a:moveTo>
                  <a:pt x="0" y="628827"/>
                </a:moveTo>
                <a:lnTo>
                  <a:pt x="4970339" y="0"/>
                </a:lnTo>
              </a:path>
            </a:pathLst>
          </a:custGeom>
          <a:ln w="5246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48228" y="3536133"/>
            <a:ext cx="4970780" cy="1028700"/>
          </a:xfrm>
          <a:custGeom>
            <a:avLst/>
            <a:gdLst/>
            <a:ahLst/>
            <a:cxnLst/>
            <a:rect l="l" t="t" r="r" b="b"/>
            <a:pathLst>
              <a:path w="4970780" h="1028700">
                <a:moveTo>
                  <a:pt x="0" y="0"/>
                </a:moveTo>
                <a:lnTo>
                  <a:pt x="4970339" y="1028318"/>
                </a:lnTo>
              </a:path>
            </a:pathLst>
          </a:custGeom>
          <a:ln w="5245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48228" y="3423631"/>
            <a:ext cx="5053330" cy="1124585"/>
          </a:xfrm>
          <a:custGeom>
            <a:avLst/>
            <a:gdLst/>
            <a:ahLst/>
            <a:cxnLst/>
            <a:rect l="l" t="t" r="r" b="b"/>
            <a:pathLst>
              <a:path w="5053330" h="1124585">
                <a:moveTo>
                  <a:pt x="0" y="1124229"/>
                </a:moveTo>
                <a:lnTo>
                  <a:pt x="5053300" y="0"/>
                </a:lnTo>
              </a:path>
            </a:pathLst>
          </a:custGeom>
          <a:ln w="52457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48228" y="5424542"/>
            <a:ext cx="4970780" cy="383540"/>
          </a:xfrm>
          <a:custGeom>
            <a:avLst/>
            <a:gdLst/>
            <a:ahLst/>
            <a:cxnLst/>
            <a:rect l="l" t="t" r="r" b="b"/>
            <a:pathLst>
              <a:path w="4970780" h="383539">
                <a:moveTo>
                  <a:pt x="0" y="0"/>
                </a:moveTo>
                <a:lnTo>
                  <a:pt x="4970339" y="383120"/>
                </a:lnTo>
              </a:path>
            </a:pathLst>
          </a:custGeom>
          <a:ln w="5246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48228" y="4547861"/>
            <a:ext cx="4970780" cy="1259840"/>
          </a:xfrm>
          <a:custGeom>
            <a:avLst/>
            <a:gdLst/>
            <a:ahLst/>
            <a:cxnLst/>
            <a:rect l="l" t="t" r="r" b="b"/>
            <a:pathLst>
              <a:path w="4970780" h="1259839">
                <a:moveTo>
                  <a:pt x="0" y="0"/>
                </a:moveTo>
                <a:lnTo>
                  <a:pt x="4970339" y="1259806"/>
                </a:lnTo>
              </a:path>
            </a:pathLst>
          </a:custGeom>
          <a:ln w="52454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592256" y="3372276"/>
            <a:ext cx="592455" cy="594995"/>
          </a:xfrm>
          <a:prstGeom prst="rect">
            <a:avLst/>
          </a:prstGeom>
          <a:solidFill>
            <a:srgbClr val="A7A9AC"/>
          </a:solidFill>
          <a:ln w="26177">
            <a:solidFill>
              <a:srgbClr val="231F2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3189">
              <a:lnSpc>
                <a:spcPts val="4475"/>
              </a:lnSpc>
            </a:pPr>
            <a:r>
              <a:rPr dirty="0" sz="4100" spc="0" b="1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4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14251" y="4564504"/>
            <a:ext cx="592455" cy="594995"/>
          </a:xfrm>
          <a:prstGeom prst="rect">
            <a:avLst/>
          </a:prstGeom>
          <a:solidFill>
            <a:srgbClr val="A7A9AC"/>
          </a:solidFill>
          <a:ln w="26177">
            <a:solidFill>
              <a:srgbClr val="231F2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3189">
              <a:lnSpc>
                <a:spcPts val="4475"/>
              </a:lnSpc>
            </a:pPr>
            <a:r>
              <a:rPr dirty="0" sz="4100" spc="0" b="1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4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9372" y="6317824"/>
            <a:ext cx="342900" cy="344170"/>
          </a:xfrm>
          <a:prstGeom prst="rect">
            <a:avLst/>
          </a:prstGeom>
          <a:solidFill>
            <a:srgbClr val="A7A9AC"/>
          </a:solidFill>
          <a:ln w="15130">
            <a:solidFill>
              <a:srgbClr val="231F2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2590"/>
              </a:lnSpc>
            </a:pPr>
            <a:r>
              <a:rPr dirty="0" sz="2350" spc="10" b="1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2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8806" y="5774663"/>
            <a:ext cx="3905885" cy="90170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2050" spc="-45">
                <a:solidFill>
                  <a:srgbClr val="231F20"/>
                </a:solidFill>
                <a:latin typeface="Calibri"/>
                <a:cs typeface="Calibri"/>
              </a:rPr>
              <a:t>“Treats”</a:t>
            </a:r>
            <a:r>
              <a:rPr dirty="0" sz="2050" spc="-27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50" spc="15">
                <a:solidFill>
                  <a:srgbClr val="231F20"/>
                </a:solidFill>
                <a:latin typeface="Calibri"/>
                <a:cs typeface="Calibri"/>
              </a:rPr>
              <a:t>relationship</a:t>
            </a: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050" spc="40">
                <a:solidFill>
                  <a:srgbClr val="231F20"/>
                </a:solidFill>
                <a:latin typeface="Calibri"/>
                <a:cs typeface="Calibri"/>
              </a:rPr>
              <a:t>Unknown </a:t>
            </a:r>
            <a:r>
              <a:rPr dirty="0" sz="2050" spc="30">
                <a:solidFill>
                  <a:srgbClr val="231F20"/>
                </a:solidFill>
                <a:latin typeface="Calibri"/>
                <a:cs typeface="Calibri"/>
              </a:rPr>
              <a:t>drug-disease</a:t>
            </a:r>
            <a:r>
              <a:rPr dirty="0" sz="2050" spc="-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50" spc="15">
                <a:solidFill>
                  <a:srgbClr val="231F20"/>
                </a:solidFill>
                <a:latin typeface="Calibri"/>
                <a:cs typeface="Calibri"/>
              </a:rPr>
              <a:t>relationship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132841" y="336295"/>
            <a:ext cx="8880475" cy="11925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100" spc="-100"/>
              <a:t>What </a:t>
            </a:r>
            <a:r>
              <a:rPr dirty="0" sz="5100" spc="-30"/>
              <a:t>drug </a:t>
            </a:r>
            <a:r>
              <a:rPr dirty="0" sz="5100" spc="-80"/>
              <a:t>treats </a:t>
            </a:r>
            <a:r>
              <a:rPr dirty="0" sz="5100" spc="-30"/>
              <a:t>what</a:t>
            </a:r>
            <a:r>
              <a:rPr dirty="0" sz="5100" spc="110"/>
              <a:t> </a:t>
            </a:r>
            <a:r>
              <a:rPr dirty="0" sz="5100" spc="-125"/>
              <a:t>disease?</a:t>
            </a:r>
            <a:endParaRPr sz="5100"/>
          </a:p>
          <a:p>
            <a:pPr algn="ctr" marR="2540">
              <a:lnSpc>
                <a:spcPct val="100000"/>
              </a:lnSpc>
              <a:spcBef>
                <a:spcPts val="120"/>
              </a:spcBef>
              <a:tabLst>
                <a:tab pos="5631815" algn="l"/>
              </a:tabLst>
            </a:pPr>
            <a:r>
              <a:rPr dirty="0" sz="2450" spc="0">
                <a:solidFill>
                  <a:srgbClr val="231F20"/>
                </a:solidFill>
              </a:rPr>
              <a:t>Drugs	</a:t>
            </a:r>
            <a:r>
              <a:rPr dirty="0" sz="2450">
                <a:solidFill>
                  <a:srgbClr val="231F20"/>
                </a:solidFill>
              </a:rPr>
              <a:t>Diseases</a:t>
            </a:r>
            <a:endParaRPr sz="2450"/>
          </a:p>
        </p:txBody>
      </p:sp>
      <p:sp>
        <p:nvSpPr>
          <p:cNvPr id="29" name="object 29"/>
          <p:cNvSpPr/>
          <p:nvPr/>
        </p:nvSpPr>
        <p:spPr>
          <a:xfrm>
            <a:off x="3124200" y="2438400"/>
            <a:ext cx="3883660" cy="871855"/>
          </a:xfrm>
          <a:custGeom>
            <a:avLst/>
            <a:gdLst/>
            <a:ahLst/>
            <a:cxnLst/>
            <a:rect l="l" t="t" r="r" b="b"/>
            <a:pathLst>
              <a:path w="3883659" h="871854">
                <a:moveTo>
                  <a:pt x="3236230" y="694242"/>
                </a:moveTo>
                <a:lnTo>
                  <a:pt x="2265361" y="694242"/>
                </a:lnTo>
                <a:lnTo>
                  <a:pt x="2861774" y="871400"/>
                </a:lnTo>
                <a:lnTo>
                  <a:pt x="3236230" y="694242"/>
                </a:lnTo>
                <a:close/>
              </a:path>
              <a:path w="3883659" h="871854">
                <a:moveTo>
                  <a:pt x="3883475" y="0"/>
                </a:moveTo>
                <a:lnTo>
                  <a:pt x="0" y="0"/>
                </a:lnTo>
                <a:lnTo>
                  <a:pt x="0" y="694242"/>
                </a:lnTo>
                <a:lnTo>
                  <a:pt x="3883475" y="694242"/>
                </a:lnTo>
                <a:lnTo>
                  <a:pt x="38834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24200" y="2438400"/>
            <a:ext cx="3883660" cy="871855"/>
          </a:xfrm>
          <a:custGeom>
            <a:avLst/>
            <a:gdLst/>
            <a:ahLst/>
            <a:cxnLst/>
            <a:rect l="l" t="t" r="r" b="b"/>
            <a:pathLst>
              <a:path w="3883659" h="871854">
                <a:moveTo>
                  <a:pt x="0" y="0"/>
                </a:moveTo>
                <a:lnTo>
                  <a:pt x="2265361" y="0"/>
                </a:lnTo>
                <a:lnTo>
                  <a:pt x="3236230" y="0"/>
                </a:lnTo>
                <a:lnTo>
                  <a:pt x="3883476" y="0"/>
                </a:lnTo>
                <a:lnTo>
                  <a:pt x="3883476" y="404976"/>
                </a:lnTo>
                <a:lnTo>
                  <a:pt x="3883476" y="578536"/>
                </a:lnTo>
                <a:lnTo>
                  <a:pt x="3883476" y="694243"/>
                </a:lnTo>
                <a:lnTo>
                  <a:pt x="3236230" y="694243"/>
                </a:lnTo>
                <a:lnTo>
                  <a:pt x="2861775" y="871399"/>
                </a:lnTo>
                <a:lnTo>
                  <a:pt x="2265361" y="694243"/>
                </a:lnTo>
                <a:lnTo>
                  <a:pt x="0" y="694243"/>
                </a:lnTo>
                <a:lnTo>
                  <a:pt x="0" y="578536"/>
                </a:lnTo>
                <a:lnTo>
                  <a:pt x="0" y="40497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202939" y="2438908"/>
            <a:ext cx="3542029" cy="69024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225"/>
              </a:spcBef>
            </a:pPr>
            <a:r>
              <a:rPr dirty="0" sz="2200" spc="-40" b="1">
                <a:solidFill>
                  <a:srgbClr val="C00000"/>
                </a:solidFill>
                <a:latin typeface="Arial"/>
                <a:cs typeface="Arial"/>
              </a:rPr>
              <a:t>Goal: </a:t>
            </a:r>
            <a:r>
              <a:rPr dirty="0" sz="2200" spc="10">
                <a:latin typeface="Arial"/>
                <a:cs typeface="Arial"/>
              </a:rPr>
              <a:t>Predict </a:t>
            </a:r>
            <a:r>
              <a:rPr dirty="0" sz="2200" spc="25">
                <a:latin typeface="Arial"/>
                <a:cs typeface="Arial"/>
              </a:rPr>
              <a:t>what </a:t>
            </a:r>
            <a:r>
              <a:rPr dirty="0" sz="2200" spc="-10">
                <a:latin typeface="Arial"/>
                <a:cs typeface="Arial"/>
              </a:rPr>
              <a:t>diseases  </a:t>
            </a:r>
            <a:r>
              <a:rPr dirty="0" sz="2200" spc="-45">
                <a:latin typeface="Arial"/>
                <a:cs typeface="Arial"/>
              </a:rPr>
              <a:t>a </a:t>
            </a:r>
            <a:r>
              <a:rPr dirty="0" sz="2200" spc="5">
                <a:latin typeface="Arial"/>
                <a:cs typeface="Arial"/>
              </a:rPr>
              <a:t>new </a:t>
            </a:r>
            <a:r>
              <a:rPr dirty="0" sz="2200" spc="0">
                <a:latin typeface="Arial"/>
                <a:cs typeface="Arial"/>
              </a:rPr>
              <a:t>molecule </a:t>
            </a:r>
            <a:r>
              <a:rPr dirty="0" sz="2200" spc="25">
                <a:latin typeface="Arial"/>
                <a:cs typeface="Arial"/>
              </a:rPr>
              <a:t>might</a:t>
            </a:r>
            <a:r>
              <a:rPr dirty="0" sz="2200" spc="15">
                <a:latin typeface="Arial"/>
                <a:cs typeface="Arial"/>
              </a:rPr>
              <a:t> </a:t>
            </a:r>
            <a:r>
              <a:rPr dirty="0" sz="2200" spc="0">
                <a:latin typeface="Arial"/>
                <a:cs typeface="Arial"/>
              </a:rPr>
              <a:t>treat</a:t>
            </a:r>
            <a:endParaRPr sz="2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43574" y="6730186"/>
            <a:ext cx="146685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40</a:t>
            </a:fld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88" y="24891"/>
            <a:ext cx="8816975" cy="1424940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810385" marR="5080" indent="-1798320">
              <a:lnSpc>
                <a:spcPts val="5500"/>
              </a:lnSpc>
              <a:spcBef>
                <a:spcPts val="300"/>
              </a:spcBef>
            </a:pPr>
            <a:r>
              <a:rPr dirty="0" sz="4600" spc="-155"/>
              <a:t>Why </a:t>
            </a:r>
            <a:r>
              <a:rPr dirty="0" sz="4600" spc="-130"/>
              <a:t>is </a:t>
            </a:r>
            <a:r>
              <a:rPr dirty="0" sz="4600" spc="-85"/>
              <a:t>finding </a:t>
            </a:r>
            <a:r>
              <a:rPr dirty="0" sz="4600" spc="-75"/>
              <a:t>treatments </a:t>
            </a:r>
            <a:r>
              <a:rPr dirty="0" sz="4600" spc="-65"/>
              <a:t>for </a:t>
            </a:r>
            <a:r>
              <a:rPr dirty="0" sz="4600" spc="-175"/>
              <a:t>a </a:t>
            </a:r>
            <a:r>
              <a:rPr dirty="0" sz="4600" spc="-70"/>
              <a:t>new  </a:t>
            </a:r>
            <a:r>
              <a:rPr dirty="0" sz="4600" spc="-125"/>
              <a:t>disease</a:t>
            </a:r>
            <a:r>
              <a:rPr dirty="0" sz="4600" spc="-75"/>
              <a:t> </a:t>
            </a:r>
            <a:r>
              <a:rPr dirty="0" sz="4600" spc="-105"/>
              <a:t>challenging?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399" y="1352465"/>
            <a:ext cx="7512050" cy="205930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800" spc="-100">
                <a:latin typeface="Arial"/>
                <a:cs typeface="Arial"/>
              </a:rPr>
              <a:t>Generalizing </a:t>
            </a:r>
            <a:r>
              <a:rPr dirty="0" sz="2800" spc="15">
                <a:latin typeface="Arial"/>
                <a:cs typeface="Arial"/>
              </a:rPr>
              <a:t>to </a:t>
            </a:r>
            <a:r>
              <a:rPr dirty="0" sz="2800" spc="-50">
                <a:latin typeface="Arial"/>
                <a:cs typeface="Arial"/>
              </a:rPr>
              <a:t>new </a:t>
            </a:r>
            <a:r>
              <a:rPr dirty="0" sz="2800" spc="-70">
                <a:latin typeface="Arial"/>
                <a:cs typeface="Arial"/>
              </a:rPr>
              <a:t>phenomena </a:t>
            </a:r>
            <a:r>
              <a:rPr dirty="0" sz="2800" spc="-85">
                <a:latin typeface="Arial"/>
                <a:cs typeface="Arial"/>
              </a:rPr>
              <a:t>is</a:t>
            </a:r>
            <a:r>
              <a:rPr dirty="0" sz="2800" spc="10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hard:</a:t>
            </a:r>
            <a:endParaRPr sz="2800">
              <a:latin typeface="Arial"/>
              <a:cs typeface="Arial"/>
            </a:endParaRPr>
          </a:p>
          <a:p>
            <a:pPr marL="469900" indent="-409575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Font typeface="Times New Roman"/>
              <a:buChar char="○"/>
              <a:tabLst>
                <a:tab pos="469265" algn="l"/>
                <a:tab pos="469900" algn="l"/>
              </a:tabLst>
            </a:pPr>
            <a:r>
              <a:rPr dirty="0" sz="2400" spc="-80">
                <a:latin typeface="Arial"/>
                <a:cs typeface="Arial"/>
              </a:rPr>
              <a:t>Prevailing </a:t>
            </a:r>
            <a:r>
              <a:rPr dirty="0" sz="2400" spc="-15">
                <a:latin typeface="Arial"/>
                <a:cs typeface="Arial"/>
              </a:rPr>
              <a:t>methods </a:t>
            </a:r>
            <a:r>
              <a:rPr dirty="0" sz="2400" spc="-70">
                <a:latin typeface="Arial"/>
                <a:cs typeface="Arial"/>
              </a:rPr>
              <a:t>require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abundant </a:t>
            </a: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label</a:t>
            </a:r>
            <a:r>
              <a:rPr dirty="0" sz="2400" spc="2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C00000"/>
                </a:solidFill>
                <a:latin typeface="Arial"/>
                <a:cs typeface="Arial"/>
              </a:rPr>
              <a:t>information</a:t>
            </a:r>
            <a:endParaRPr sz="2400">
              <a:latin typeface="Arial"/>
              <a:cs typeface="Arial"/>
            </a:endParaRPr>
          </a:p>
          <a:p>
            <a:pPr marL="469900" indent="-409575">
              <a:lnSpc>
                <a:spcPct val="100000"/>
              </a:lnSpc>
              <a:buFont typeface="Times New Roman"/>
              <a:buChar char="○"/>
              <a:tabLst>
                <a:tab pos="469265" algn="l"/>
                <a:tab pos="469900" algn="l"/>
              </a:tabLst>
            </a:pP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However, </a:t>
            </a:r>
            <a:r>
              <a:rPr dirty="0" sz="2400" spc="-55">
                <a:solidFill>
                  <a:srgbClr val="C00000"/>
                </a:solidFill>
                <a:latin typeface="Arial"/>
                <a:cs typeface="Arial"/>
              </a:rPr>
              <a:t>labeled examples </a:t>
            </a:r>
            <a:r>
              <a:rPr dirty="0" sz="2400" spc="-95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2400" spc="1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C00000"/>
                </a:solidFill>
                <a:latin typeface="Arial"/>
                <a:cs typeface="Arial"/>
              </a:rPr>
              <a:t>scarce</a:t>
            </a:r>
            <a:endParaRPr sz="2400">
              <a:latin typeface="Arial"/>
              <a:cs typeface="Arial"/>
            </a:endParaRPr>
          </a:p>
          <a:p>
            <a:pPr marL="469900" marR="422909" indent="-409575">
              <a:lnSpc>
                <a:spcPts val="2810"/>
              </a:lnSpc>
              <a:spcBef>
                <a:spcPts val="175"/>
              </a:spcBef>
              <a:buClr>
                <a:srgbClr val="C00000"/>
              </a:buClr>
              <a:buFont typeface="Times New Roman"/>
              <a:buChar char="○"/>
              <a:tabLst>
                <a:tab pos="469265" algn="l"/>
                <a:tab pos="469900" algn="l"/>
              </a:tabLst>
            </a:pPr>
            <a:r>
              <a:rPr dirty="0" sz="2400" spc="-60">
                <a:latin typeface="Arial"/>
                <a:cs typeface="Arial"/>
              </a:rPr>
              <a:t>Examples: </a:t>
            </a:r>
            <a:r>
              <a:rPr dirty="0" sz="2400" spc="-65">
                <a:latin typeface="Arial"/>
                <a:cs typeface="Arial"/>
              </a:rPr>
              <a:t>Novel </a:t>
            </a:r>
            <a:r>
              <a:rPr dirty="0" sz="2400" spc="-25">
                <a:latin typeface="Arial"/>
                <a:cs typeface="Arial"/>
              </a:rPr>
              <a:t>drugs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5">
                <a:latin typeface="Arial"/>
                <a:cs typeface="Arial"/>
              </a:rPr>
              <a:t>development, </a:t>
            </a:r>
            <a:r>
              <a:rPr dirty="0" sz="2400" spc="-50">
                <a:latin typeface="Arial"/>
                <a:cs typeface="Arial"/>
              </a:rPr>
              <a:t>emerging  </a:t>
            </a:r>
            <a:r>
              <a:rPr dirty="0" sz="2400" spc="-55">
                <a:latin typeface="Arial"/>
                <a:cs typeface="Arial"/>
              </a:rPr>
              <a:t>diseases, </a:t>
            </a:r>
            <a:r>
              <a:rPr dirty="0" sz="2400" spc="-85">
                <a:latin typeface="Arial"/>
                <a:cs typeface="Arial"/>
              </a:rPr>
              <a:t>rare </a:t>
            </a:r>
            <a:r>
              <a:rPr dirty="0" sz="2400" spc="-55">
                <a:latin typeface="Arial"/>
                <a:cs typeface="Arial"/>
              </a:rPr>
              <a:t>diseases, </a:t>
            </a:r>
            <a:r>
              <a:rPr dirty="0" sz="2400" spc="-25">
                <a:latin typeface="Arial"/>
                <a:cs typeface="Arial"/>
              </a:rPr>
              <a:t>hard-to-diagnose</a:t>
            </a:r>
            <a:r>
              <a:rPr dirty="0" sz="2400" spc="21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patients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58239" y="3986783"/>
            <a:ext cx="2779776" cy="276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73752" y="3986783"/>
            <a:ext cx="2776728" cy="276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11510" y="5736341"/>
            <a:ext cx="139842" cy="1398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60328" y="5876183"/>
            <a:ext cx="139840" cy="1398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19697" y="5616349"/>
            <a:ext cx="89465" cy="894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60328" y="5176973"/>
            <a:ext cx="89465" cy="894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00958" y="4689538"/>
            <a:ext cx="139842" cy="137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76987" y="5666420"/>
            <a:ext cx="139842" cy="1398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8814" y="6225789"/>
            <a:ext cx="139842" cy="1398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5786" y="3461003"/>
            <a:ext cx="210439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139">
              <a:lnSpc>
                <a:spcPct val="100000"/>
              </a:lnSpc>
              <a:spcBef>
                <a:spcPts val="100"/>
              </a:spcBef>
            </a:pPr>
            <a:r>
              <a:rPr dirty="0" sz="2000" spc="0" b="1">
                <a:latin typeface="Arial"/>
                <a:cs typeface="Arial"/>
              </a:rPr>
              <a:t>What </a:t>
            </a:r>
            <a:r>
              <a:rPr dirty="0" sz="2000" spc="-25" b="1">
                <a:latin typeface="Arial"/>
                <a:cs typeface="Arial"/>
              </a:rPr>
              <a:t>prevailing  </a:t>
            </a:r>
            <a:r>
              <a:rPr dirty="0" sz="2000" b="1">
                <a:latin typeface="Arial"/>
                <a:cs typeface="Arial"/>
              </a:rPr>
              <a:t>methods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assume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43574" y="6730186"/>
            <a:ext cx="146685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40</a:t>
            </a:fld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00091" y="3461003"/>
            <a:ext cx="2047875" cy="62293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422909" marR="5080" indent="-410845">
              <a:lnSpc>
                <a:spcPts val="2300"/>
              </a:lnSpc>
              <a:spcBef>
                <a:spcPts val="260"/>
              </a:spcBef>
            </a:pPr>
            <a:r>
              <a:rPr dirty="0" sz="2000" spc="0" b="1">
                <a:latin typeface="Arial"/>
                <a:cs typeface="Arial"/>
              </a:rPr>
              <a:t>What </a:t>
            </a:r>
            <a:r>
              <a:rPr dirty="0" sz="2000" spc="-10" b="1">
                <a:latin typeface="Arial"/>
                <a:cs typeface="Arial"/>
              </a:rPr>
              <a:t>happens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spc="-45" b="1">
                <a:latin typeface="Arial"/>
                <a:cs typeface="Arial"/>
              </a:rPr>
              <a:t>in  </a:t>
            </a:r>
            <a:r>
              <a:rPr dirty="0" sz="2000" spc="-5" b="1">
                <a:latin typeface="Arial"/>
                <a:cs typeface="Arial"/>
              </a:rPr>
              <a:t>real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world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0293" y="375411"/>
            <a:ext cx="698500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50"/>
              <a:t>Background: </a:t>
            </a:r>
            <a:r>
              <a:rPr dirty="0" sz="4600" spc="-95"/>
              <a:t>Meta</a:t>
            </a:r>
            <a:r>
              <a:rPr dirty="0" sz="4600" spc="5"/>
              <a:t> </a:t>
            </a:r>
            <a:r>
              <a:rPr dirty="0" sz="4600" spc="-110"/>
              <a:t>Learning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566416" y="1563285"/>
            <a:ext cx="7945120" cy="470217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7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65">
                <a:latin typeface="Arial"/>
                <a:cs typeface="Arial"/>
              </a:rPr>
              <a:t>Meta-learning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model</a:t>
            </a:r>
            <a:endParaRPr sz="28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100">
                <a:latin typeface="Arial"/>
                <a:cs typeface="Arial"/>
              </a:rPr>
              <a:t>Trained </a:t>
            </a:r>
            <a:r>
              <a:rPr dirty="0" sz="2400" spc="-60">
                <a:latin typeface="Arial"/>
                <a:cs typeface="Arial"/>
              </a:rPr>
              <a:t>over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65">
                <a:latin typeface="Arial"/>
                <a:cs typeface="Arial"/>
              </a:rPr>
              <a:t>variety </a:t>
            </a:r>
            <a:r>
              <a:rPr dirty="0" sz="2400" spc="-25">
                <a:latin typeface="Arial"/>
                <a:cs typeface="Arial"/>
              </a:rPr>
              <a:t>of </a:t>
            </a:r>
            <a:r>
              <a:rPr dirty="0" sz="2400" spc="-60">
                <a:latin typeface="Arial"/>
                <a:cs typeface="Arial"/>
              </a:rPr>
              <a:t>learning</a:t>
            </a:r>
            <a:r>
              <a:rPr dirty="0" sz="2400" spc="27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tasks</a:t>
            </a:r>
            <a:endParaRPr sz="2400">
              <a:latin typeface="Arial"/>
              <a:cs typeface="Arial"/>
            </a:endParaRPr>
          </a:p>
          <a:p>
            <a:pPr lvl="1" marL="755650" marR="497205" indent="-285750">
              <a:lnSpc>
                <a:spcPts val="2590"/>
              </a:lnSpc>
              <a:spcBef>
                <a:spcPts val="660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40">
                <a:latin typeface="Arial"/>
                <a:cs typeface="Arial"/>
              </a:rPr>
              <a:t>Optimized </a:t>
            </a:r>
            <a:r>
              <a:rPr dirty="0" sz="2400" spc="-30">
                <a:latin typeface="Arial"/>
                <a:cs typeface="Arial"/>
              </a:rPr>
              <a:t>for </a:t>
            </a:r>
            <a:r>
              <a:rPr dirty="0" sz="2400" spc="-15">
                <a:latin typeface="Arial"/>
                <a:cs typeface="Arial"/>
              </a:rPr>
              <a:t>best </a:t>
            </a:r>
            <a:r>
              <a:rPr dirty="0" sz="2400" spc="-40">
                <a:latin typeface="Arial"/>
                <a:cs typeface="Arial"/>
              </a:rPr>
              <a:t>performance </a:t>
            </a:r>
            <a:r>
              <a:rPr dirty="0" sz="2400" spc="-25">
                <a:latin typeface="Arial"/>
                <a:cs typeface="Arial"/>
              </a:rPr>
              <a:t>on </a:t>
            </a:r>
            <a:r>
              <a:rPr dirty="0" sz="2400" spc="-90">
                <a:latin typeface="Arial"/>
                <a:cs typeface="Arial"/>
              </a:rPr>
              <a:t>a </a:t>
            </a:r>
            <a:r>
              <a:rPr dirty="0" sz="2400" spc="-30">
                <a:latin typeface="Arial"/>
                <a:cs typeface="Arial"/>
              </a:rPr>
              <a:t>distribution </a:t>
            </a:r>
            <a:r>
              <a:rPr dirty="0" sz="2400" spc="-265">
                <a:latin typeface="Arial"/>
                <a:cs typeface="Arial"/>
              </a:rPr>
              <a:t>of  </a:t>
            </a:r>
            <a:r>
              <a:rPr dirty="0" sz="2400" spc="-25">
                <a:latin typeface="Arial"/>
                <a:cs typeface="Arial"/>
              </a:rPr>
              <a:t>tasks, </a:t>
            </a:r>
            <a:r>
              <a:rPr dirty="0" sz="2400" spc="-40">
                <a:latin typeface="Arial"/>
                <a:cs typeface="Arial"/>
              </a:rPr>
              <a:t>including </a:t>
            </a:r>
            <a:r>
              <a:rPr dirty="0" sz="2400" spc="-45">
                <a:latin typeface="Arial"/>
                <a:cs typeface="Arial"/>
              </a:rPr>
              <a:t>potentially </a:t>
            </a:r>
            <a:r>
              <a:rPr dirty="0" sz="2400" spc="-65">
                <a:latin typeface="Arial"/>
                <a:cs typeface="Arial"/>
              </a:rPr>
              <a:t>unseen</a:t>
            </a:r>
            <a:r>
              <a:rPr dirty="0" sz="2400" spc="8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tasks</a:t>
            </a:r>
            <a:endParaRPr sz="2400">
              <a:latin typeface="Arial"/>
              <a:cs typeface="Arial"/>
            </a:endParaRPr>
          </a:p>
          <a:p>
            <a:pPr marL="355600" marR="567690" indent="-342900">
              <a:lnSpc>
                <a:spcPts val="3000"/>
              </a:lnSpc>
              <a:spcBef>
                <a:spcPts val="68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95">
                <a:latin typeface="Arial"/>
                <a:cs typeface="Arial"/>
              </a:rPr>
              <a:t>Each </a:t>
            </a:r>
            <a:r>
              <a:rPr dirty="0" sz="2800" spc="-40">
                <a:latin typeface="Arial"/>
                <a:cs typeface="Arial"/>
              </a:rPr>
              <a:t>task </a:t>
            </a:r>
            <a:r>
              <a:rPr dirty="0" sz="2800" spc="-85">
                <a:latin typeface="Arial"/>
                <a:cs typeface="Arial"/>
              </a:rPr>
              <a:t>is </a:t>
            </a:r>
            <a:r>
              <a:rPr dirty="0" sz="2800" spc="-55">
                <a:latin typeface="Arial"/>
                <a:cs typeface="Arial"/>
              </a:rPr>
              <a:t>associated </a:t>
            </a:r>
            <a:r>
              <a:rPr dirty="0" sz="2800" spc="-20">
                <a:latin typeface="Arial"/>
                <a:cs typeface="Arial"/>
              </a:rPr>
              <a:t>with </a:t>
            </a:r>
            <a:r>
              <a:rPr dirty="0" sz="2800" spc="-105">
                <a:latin typeface="Arial"/>
                <a:cs typeface="Arial"/>
              </a:rPr>
              <a:t>a </a:t>
            </a:r>
            <a:r>
              <a:rPr dirty="0" sz="2800" spc="-45">
                <a:latin typeface="Arial"/>
                <a:cs typeface="Arial"/>
              </a:rPr>
              <a:t>dataset </a:t>
            </a:r>
            <a:r>
              <a:rPr dirty="0" sz="2800" spc="25">
                <a:latin typeface="Cambria Math"/>
                <a:cs typeface="Cambria Math"/>
              </a:rPr>
              <a:t>𝐷</a:t>
            </a:r>
            <a:r>
              <a:rPr dirty="0" sz="2800" spc="25">
                <a:latin typeface="Arial"/>
                <a:cs typeface="Arial"/>
              </a:rPr>
              <a:t>,  </a:t>
            </a:r>
            <a:r>
              <a:rPr dirty="0" sz="2800" spc="-55">
                <a:latin typeface="Arial"/>
                <a:cs typeface="Arial"/>
              </a:rPr>
              <a:t>containing </a:t>
            </a:r>
            <a:r>
              <a:rPr dirty="0" sz="2800">
                <a:latin typeface="Arial"/>
                <a:cs typeface="Arial"/>
              </a:rPr>
              <a:t>both </a:t>
            </a:r>
            <a:r>
              <a:rPr dirty="0" sz="2800" spc="-80">
                <a:latin typeface="Arial"/>
                <a:cs typeface="Arial"/>
              </a:rPr>
              <a:t>feature </a:t>
            </a:r>
            <a:r>
              <a:rPr dirty="0" sz="2800" spc="-45">
                <a:latin typeface="Arial"/>
                <a:cs typeface="Arial"/>
              </a:rPr>
              <a:t>vectors </a:t>
            </a:r>
            <a:r>
              <a:rPr dirty="0" sz="2800" spc="-50">
                <a:latin typeface="Arial"/>
                <a:cs typeface="Arial"/>
              </a:rPr>
              <a:t>and true</a:t>
            </a:r>
            <a:r>
              <a:rPr dirty="0" sz="2800" spc="100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labels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120">
                <a:latin typeface="Arial"/>
                <a:cs typeface="Arial"/>
              </a:rPr>
              <a:t>The </a:t>
            </a:r>
            <a:r>
              <a:rPr dirty="0" sz="2800" spc="-45">
                <a:latin typeface="Arial"/>
                <a:cs typeface="Arial"/>
              </a:rPr>
              <a:t>optimal </a:t>
            </a:r>
            <a:r>
              <a:rPr dirty="0" sz="2800" spc="-50">
                <a:latin typeface="Arial"/>
                <a:cs typeface="Arial"/>
              </a:rPr>
              <a:t>model </a:t>
            </a:r>
            <a:r>
              <a:rPr dirty="0" sz="2800" spc="-65">
                <a:latin typeface="Arial"/>
                <a:cs typeface="Arial"/>
              </a:rPr>
              <a:t>parameters</a:t>
            </a:r>
            <a:r>
              <a:rPr dirty="0" sz="2800" spc="125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are: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Malgun Gothic"/>
              <a:buChar char="▪"/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Malgun Gothic"/>
              <a:buChar char="▪"/>
            </a:pPr>
            <a:endParaRPr sz="3300">
              <a:latin typeface="Times New Roman"/>
              <a:cs typeface="Times New Roman"/>
            </a:endParaRPr>
          </a:p>
          <a:p>
            <a:pPr marL="355600" indent="-342900">
              <a:lnSpc>
                <a:spcPts val="3180"/>
              </a:lnSpc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-60">
                <a:latin typeface="Arial"/>
                <a:cs typeface="Arial"/>
              </a:rPr>
              <a:t>It </a:t>
            </a:r>
            <a:r>
              <a:rPr dirty="0" sz="2800" spc="-50">
                <a:latin typeface="Arial"/>
                <a:cs typeface="Arial"/>
              </a:rPr>
              <a:t>looks </a:t>
            </a:r>
            <a:r>
              <a:rPr dirty="0" sz="2800" spc="-100">
                <a:latin typeface="Arial"/>
                <a:cs typeface="Arial"/>
              </a:rPr>
              <a:t>very </a:t>
            </a:r>
            <a:r>
              <a:rPr dirty="0" sz="2800" spc="-90">
                <a:latin typeface="Arial"/>
                <a:cs typeface="Arial"/>
              </a:rPr>
              <a:t>similar </a:t>
            </a:r>
            <a:r>
              <a:rPr dirty="0" sz="2800" spc="15">
                <a:latin typeface="Arial"/>
                <a:cs typeface="Arial"/>
              </a:rPr>
              <a:t>to </a:t>
            </a:r>
            <a:r>
              <a:rPr dirty="0" sz="2800" spc="-105">
                <a:latin typeface="Arial"/>
                <a:cs typeface="Arial"/>
              </a:rPr>
              <a:t>a </a:t>
            </a:r>
            <a:r>
              <a:rPr dirty="0" sz="2800" spc="-70">
                <a:latin typeface="Arial"/>
                <a:cs typeface="Arial"/>
              </a:rPr>
              <a:t>normal </a:t>
            </a:r>
            <a:r>
              <a:rPr dirty="0" sz="2800" spc="-80">
                <a:latin typeface="Arial"/>
                <a:cs typeface="Arial"/>
              </a:rPr>
              <a:t>learning</a:t>
            </a:r>
            <a:r>
              <a:rPr dirty="0" sz="2800" spc="330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task,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3180"/>
              </a:lnSpc>
            </a:pPr>
            <a:r>
              <a:rPr dirty="0" sz="2800">
                <a:latin typeface="Arial"/>
                <a:cs typeface="Arial"/>
              </a:rPr>
              <a:t>but </a:t>
            </a:r>
            <a:r>
              <a:rPr dirty="0" sz="2800" spc="-70">
                <a:solidFill>
                  <a:srgbClr val="C00000"/>
                </a:solidFill>
                <a:latin typeface="Arial"/>
                <a:cs typeface="Arial"/>
              </a:rPr>
              <a:t>one </a:t>
            </a:r>
            <a:r>
              <a:rPr dirty="0" sz="2800" spc="-45">
                <a:solidFill>
                  <a:srgbClr val="C00000"/>
                </a:solidFill>
                <a:latin typeface="Arial"/>
                <a:cs typeface="Arial"/>
              </a:rPr>
              <a:t>dataset </a:t>
            </a:r>
            <a:r>
              <a:rPr dirty="0" sz="2800" spc="-85">
                <a:latin typeface="Arial"/>
                <a:cs typeface="Arial"/>
              </a:rPr>
              <a:t>is </a:t>
            </a:r>
            <a:r>
              <a:rPr dirty="0" sz="2800" spc="-55">
                <a:latin typeface="Arial"/>
                <a:cs typeface="Arial"/>
              </a:rPr>
              <a:t>considered </a:t>
            </a:r>
            <a:r>
              <a:rPr dirty="0" sz="2800" spc="-90">
                <a:latin typeface="Arial"/>
                <a:cs typeface="Arial"/>
              </a:rPr>
              <a:t>as </a:t>
            </a:r>
            <a:r>
              <a:rPr dirty="0" sz="2800" spc="-70">
                <a:solidFill>
                  <a:srgbClr val="C00000"/>
                </a:solidFill>
                <a:latin typeface="Arial"/>
                <a:cs typeface="Arial"/>
              </a:rPr>
              <a:t>one </a:t>
            </a:r>
            <a:r>
              <a:rPr dirty="0" sz="2800" spc="-4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dirty="0" sz="2800" spc="2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800" spc="-70">
                <a:solidFill>
                  <a:srgbClr val="C00000"/>
                </a:solidFill>
                <a:latin typeface="Arial"/>
                <a:cs typeface="Arial"/>
              </a:rPr>
              <a:t>sample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5086" y="4572000"/>
            <a:ext cx="4698998" cy="77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43574" y="6730186"/>
            <a:ext cx="146685" cy="12953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40</a:t>
            </a:fld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841" y="1884299"/>
            <a:ext cx="8694633" cy="3975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69308" y="1113507"/>
            <a:ext cx="13589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30">
                <a:latin typeface="Arial"/>
                <a:cs typeface="Arial"/>
              </a:rPr>
              <a:t>Meta-Training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1275" y="1409430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5237015" y="184666"/>
                </a:moveTo>
                <a:lnTo>
                  <a:pt x="30774" y="184666"/>
                </a:lnTo>
                <a:lnTo>
                  <a:pt x="18795" y="199178"/>
                </a:lnTo>
                <a:lnTo>
                  <a:pt x="9013" y="238754"/>
                </a:lnTo>
                <a:lnTo>
                  <a:pt x="2418" y="297453"/>
                </a:lnTo>
                <a:lnTo>
                  <a:pt x="0" y="369333"/>
                </a:lnTo>
                <a:lnTo>
                  <a:pt x="5267790" y="369333"/>
                </a:lnTo>
                <a:lnTo>
                  <a:pt x="5265371" y="297453"/>
                </a:lnTo>
                <a:lnTo>
                  <a:pt x="5258776" y="238754"/>
                </a:lnTo>
                <a:lnTo>
                  <a:pt x="5248994" y="199178"/>
                </a:lnTo>
                <a:lnTo>
                  <a:pt x="5237015" y="184666"/>
                </a:lnTo>
                <a:close/>
              </a:path>
              <a:path w="5267960" h="369569">
                <a:moveTo>
                  <a:pt x="2621515" y="0"/>
                </a:moveTo>
                <a:lnTo>
                  <a:pt x="2619097" y="71880"/>
                </a:lnTo>
                <a:lnTo>
                  <a:pt x="2612501" y="130579"/>
                </a:lnTo>
                <a:lnTo>
                  <a:pt x="2602719" y="170154"/>
                </a:lnTo>
                <a:lnTo>
                  <a:pt x="2590740" y="184666"/>
                </a:lnTo>
                <a:lnTo>
                  <a:pt x="2652290" y="184666"/>
                </a:lnTo>
                <a:lnTo>
                  <a:pt x="2640311" y="170154"/>
                </a:lnTo>
                <a:lnTo>
                  <a:pt x="2630529" y="130579"/>
                </a:lnTo>
                <a:lnTo>
                  <a:pt x="2623933" y="71880"/>
                </a:lnTo>
                <a:lnTo>
                  <a:pt x="262151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274" y="1409430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0" y="369333"/>
                </a:moveTo>
                <a:lnTo>
                  <a:pt x="2418" y="297452"/>
                </a:lnTo>
                <a:lnTo>
                  <a:pt x="9013" y="238754"/>
                </a:lnTo>
                <a:lnTo>
                  <a:pt x="18795" y="199178"/>
                </a:lnTo>
                <a:lnTo>
                  <a:pt x="30775" y="184666"/>
                </a:lnTo>
                <a:lnTo>
                  <a:pt x="2590740" y="184666"/>
                </a:lnTo>
                <a:lnTo>
                  <a:pt x="2602719" y="170154"/>
                </a:lnTo>
                <a:lnTo>
                  <a:pt x="2612501" y="130578"/>
                </a:lnTo>
                <a:lnTo>
                  <a:pt x="2619096" y="71880"/>
                </a:lnTo>
                <a:lnTo>
                  <a:pt x="2621515" y="0"/>
                </a:lnTo>
                <a:lnTo>
                  <a:pt x="2623933" y="71880"/>
                </a:lnTo>
                <a:lnTo>
                  <a:pt x="2630529" y="130578"/>
                </a:lnTo>
                <a:lnTo>
                  <a:pt x="2640311" y="170154"/>
                </a:lnTo>
                <a:lnTo>
                  <a:pt x="2652290" y="184666"/>
                </a:lnTo>
                <a:lnTo>
                  <a:pt x="5237016" y="184666"/>
                </a:lnTo>
                <a:lnTo>
                  <a:pt x="5248995" y="199178"/>
                </a:lnTo>
                <a:lnTo>
                  <a:pt x="5258777" y="238754"/>
                </a:lnTo>
                <a:lnTo>
                  <a:pt x="5265372" y="297452"/>
                </a:lnTo>
                <a:lnTo>
                  <a:pt x="5267791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53198" y="1401350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2346972" y="184666"/>
                </a:moveTo>
                <a:lnTo>
                  <a:pt x="30777" y="184666"/>
                </a:lnTo>
                <a:lnTo>
                  <a:pt x="18797" y="199178"/>
                </a:lnTo>
                <a:lnTo>
                  <a:pt x="9014" y="238754"/>
                </a:lnTo>
                <a:lnTo>
                  <a:pt x="2418" y="297453"/>
                </a:lnTo>
                <a:lnTo>
                  <a:pt x="0" y="369333"/>
                </a:lnTo>
                <a:lnTo>
                  <a:pt x="2377749" y="369333"/>
                </a:lnTo>
                <a:lnTo>
                  <a:pt x="2375331" y="297453"/>
                </a:lnTo>
                <a:lnTo>
                  <a:pt x="2368735" y="238754"/>
                </a:lnTo>
                <a:lnTo>
                  <a:pt x="2358952" y="199178"/>
                </a:lnTo>
                <a:lnTo>
                  <a:pt x="2346972" y="184666"/>
                </a:lnTo>
                <a:close/>
              </a:path>
              <a:path w="2378075" h="369569">
                <a:moveTo>
                  <a:pt x="1183289" y="0"/>
                </a:moveTo>
                <a:lnTo>
                  <a:pt x="1180870" y="71880"/>
                </a:lnTo>
                <a:lnTo>
                  <a:pt x="1174275" y="130579"/>
                </a:lnTo>
                <a:lnTo>
                  <a:pt x="1164492" y="170154"/>
                </a:lnTo>
                <a:lnTo>
                  <a:pt x="1152512" y="184666"/>
                </a:lnTo>
                <a:lnTo>
                  <a:pt x="1214066" y="184666"/>
                </a:lnTo>
                <a:lnTo>
                  <a:pt x="1202086" y="170154"/>
                </a:lnTo>
                <a:lnTo>
                  <a:pt x="1192303" y="130579"/>
                </a:lnTo>
                <a:lnTo>
                  <a:pt x="1185708" y="71880"/>
                </a:lnTo>
                <a:lnTo>
                  <a:pt x="118328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53198" y="1401350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0" y="369333"/>
                </a:moveTo>
                <a:lnTo>
                  <a:pt x="2418" y="297452"/>
                </a:lnTo>
                <a:lnTo>
                  <a:pt x="9014" y="238754"/>
                </a:lnTo>
                <a:lnTo>
                  <a:pt x="18797" y="199178"/>
                </a:lnTo>
                <a:lnTo>
                  <a:pt x="30778" y="184666"/>
                </a:lnTo>
                <a:lnTo>
                  <a:pt x="1152512" y="184666"/>
                </a:lnTo>
                <a:lnTo>
                  <a:pt x="1164492" y="170154"/>
                </a:lnTo>
                <a:lnTo>
                  <a:pt x="1174275" y="130578"/>
                </a:lnTo>
                <a:lnTo>
                  <a:pt x="1180871" y="71880"/>
                </a:lnTo>
                <a:lnTo>
                  <a:pt x="1183290" y="0"/>
                </a:lnTo>
                <a:lnTo>
                  <a:pt x="1185708" y="71880"/>
                </a:lnTo>
                <a:lnTo>
                  <a:pt x="1192304" y="130578"/>
                </a:lnTo>
                <a:lnTo>
                  <a:pt x="1202087" y="170154"/>
                </a:lnTo>
                <a:lnTo>
                  <a:pt x="1214067" y="184666"/>
                </a:lnTo>
                <a:lnTo>
                  <a:pt x="2346972" y="184666"/>
                </a:lnTo>
                <a:lnTo>
                  <a:pt x="2358952" y="199178"/>
                </a:lnTo>
                <a:lnTo>
                  <a:pt x="2368735" y="238754"/>
                </a:lnTo>
                <a:lnTo>
                  <a:pt x="2375331" y="297452"/>
                </a:lnTo>
                <a:lnTo>
                  <a:pt x="2377750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4981" y="375411"/>
            <a:ext cx="817435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45"/>
              <a:t>Background: </a:t>
            </a:r>
            <a:r>
              <a:rPr dirty="0" sz="4600" spc="-65"/>
              <a:t>Few-Shot</a:t>
            </a:r>
            <a:r>
              <a:rPr dirty="0" sz="4600" spc="-25"/>
              <a:t> </a:t>
            </a:r>
            <a:r>
              <a:rPr dirty="0" sz="4600" spc="-110"/>
              <a:t>Learning</a:t>
            </a:r>
            <a:endParaRPr sz="4600"/>
          </a:p>
        </p:txBody>
      </p:sp>
      <p:sp>
        <p:nvSpPr>
          <p:cNvPr id="9" name="object 9"/>
          <p:cNvSpPr txBox="1"/>
          <p:nvPr/>
        </p:nvSpPr>
        <p:spPr>
          <a:xfrm>
            <a:off x="842608" y="3059557"/>
            <a:ext cx="7459345" cy="1403985"/>
          </a:xfrm>
          <a:prstGeom prst="rect">
            <a:avLst/>
          </a:prstGeom>
          <a:solidFill>
            <a:srgbClr val="4F81BD"/>
          </a:solidFill>
        </p:spPr>
        <p:txBody>
          <a:bodyPr wrap="square" lIns="0" tIns="64135" rIns="0" bIns="0" rtlCol="0" vert="horz">
            <a:spAutoFit/>
          </a:bodyPr>
          <a:lstStyle/>
          <a:p>
            <a:pPr algn="ctr" marL="306705" marR="166370" indent="-2540">
              <a:lnSpc>
                <a:spcPct val="99600"/>
              </a:lnSpc>
              <a:spcBef>
                <a:spcPts val="505"/>
              </a:spcBef>
            </a:pPr>
            <a:r>
              <a:rPr dirty="0" baseline="1010" sz="4125" spc="-60">
                <a:solidFill>
                  <a:srgbClr val="FFFFFF"/>
                </a:solidFill>
                <a:latin typeface="Arial"/>
                <a:cs typeface="Arial"/>
              </a:rPr>
              <a:t>Goal: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dirty="0" sz="2800" spc="1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make </a:t>
            </a:r>
            <a:r>
              <a:rPr dirty="0" sz="2800" spc="-35">
                <a:solidFill>
                  <a:srgbClr val="FFFFFF"/>
                </a:solidFill>
                <a:latin typeface="Arial"/>
                <a:cs typeface="Arial"/>
              </a:rPr>
              <a:t>predictions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2800" spc="-105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new  </a:t>
            </a:r>
            <a:r>
              <a:rPr dirty="0" sz="2800" spc="-35">
                <a:solidFill>
                  <a:srgbClr val="FFFFFF"/>
                </a:solidFill>
                <a:latin typeface="Arial"/>
                <a:cs typeface="Arial"/>
              </a:rPr>
              <a:t>graph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dirty="0" sz="2800" spc="-105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new 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label 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set </a:t>
            </a:r>
            <a:r>
              <a:rPr dirty="0" sz="2800" spc="-45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we </a:t>
            </a:r>
            <a:r>
              <a:rPr dirty="0" sz="2800" spc="-95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only </a:t>
            </a:r>
            <a:r>
              <a:rPr dirty="0" sz="2800" spc="-105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handful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labels?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121" y="5824220"/>
            <a:ext cx="8513445" cy="103378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800" spc="-20">
                <a:latin typeface="Arial"/>
                <a:cs typeface="Arial"/>
              </a:rPr>
              <a:t>An </a:t>
            </a:r>
            <a:r>
              <a:rPr dirty="0" sz="1800">
                <a:latin typeface="Arial"/>
                <a:cs typeface="Arial"/>
              </a:rPr>
              <a:t>example </a:t>
            </a:r>
            <a:r>
              <a:rPr dirty="0" sz="1800" spc="25">
                <a:latin typeface="Arial"/>
                <a:cs typeface="Arial"/>
              </a:rPr>
              <a:t>of 2-shot </a:t>
            </a:r>
            <a:r>
              <a:rPr dirty="0" sz="1800" spc="15">
                <a:latin typeface="Arial"/>
                <a:cs typeface="Arial"/>
              </a:rPr>
              <a:t>3-way </a:t>
            </a:r>
            <a:r>
              <a:rPr dirty="0" sz="1800" spc="-5">
                <a:latin typeface="Arial"/>
                <a:cs typeface="Arial"/>
              </a:rPr>
              <a:t>image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5">
                <a:latin typeface="Arial"/>
                <a:cs typeface="Arial"/>
              </a:rPr>
              <a:t>classification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1800" spc="10" b="1">
                <a:solidFill>
                  <a:srgbClr val="C00000"/>
                </a:solidFill>
                <a:latin typeface="Arial"/>
                <a:cs typeface="Arial"/>
              </a:rPr>
              <a:t>Few-shot 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learning: </a:t>
            </a:r>
            <a:r>
              <a:rPr dirty="0" sz="1800" spc="0">
                <a:latin typeface="Arial"/>
                <a:cs typeface="Arial"/>
              </a:rPr>
              <a:t>Instantiation </a:t>
            </a:r>
            <a:r>
              <a:rPr dirty="0" sz="1800" spc="25">
                <a:latin typeface="Arial"/>
                <a:cs typeface="Arial"/>
              </a:rPr>
              <a:t>of </a:t>
            </a:r>
            <a:r>
              <a:rPr dirty="0" sz="1800" spc="0">
                <a:latin typeface="Arial"/>
                <a:cs typeface="Arial"/>
              </a:rPr>
              <a:t>meta </a:t>
            </a:r>
            <a:r>
              <a:rPr dirty="0" sz="1800" spc="-5">
                <a:latin typeface="Arial"/>
                <a:cs typeface="Arial"/>
              </a:rPr>
              <a:t>learning in </a:t>
            </a:r>
            <a:r>
              <a:rPr dirty="0" sz="1800" spc="0">
                <a:latin typeface="Arial"/>
                <a:cs typeface="Arial"/>
              </a:rPr>
              <a:t>the </a:t>
            </a:r>
            <a:r>
              <a:rPr dirty="0" sz="1800" spc="5">
                <a:latin typeface="Arial"/>
                <a:cs typeface="Arial"/>
              </a:rPr>
              <a:t>field </a:t>
            </a:r>
            <a:r>
              <a:rPr dirty="0" sz="1800" spc="25">
                <a:latin typeface="Arial"/>
                <a:cs typeface="Arial"/>
              </a:rPr>
              <a:t>of </a:t>
            </a:r>
            <a:r>
              <a:rPr dirty="0" sz="1800">
                <a:latin typeface="Arial"/>
                <a:cs typeface="Arial"/>
              </a:rPr>
              <a:t>supervised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920"/>
              </a:lnSpc>
              <a:spcBef>
                <a:spcPts val="45"/>
              </a:spcBef>
            </a:pPr>
            <a:r>
              <a:rPr dirty="0" sz="1800" spc="5" b="1">
                <a:latin typeface="Arial"/>
                <a:cs typeface="Arial"/>
              </a:rPr>
              <a:t>K-shot </a:t>
            </a:r>
            <a:r>
              <a:rPr dirty="0" sz="1800" spc="10" b="1">
                <a:latin typeface="Arial"/>
                <a:cs typeface="Arial"/>
              </a:rPr>
              <a:t>N-class </a:t>
            </a:r>
            <a:r>
              <a:rPr dirty="0" sz="1800" spc="-10" b="1">
                <a:latin typeface="Arial"/>
                <a:cs typeface="Arial"/>
              </a:rPr>
              <a:t>classification</a:t>
            </a:r>
            <a:r>
              <a:rPr dirty="0" sz="1800" spc="-10">
                <a:latin typeface="Arial"/>
                <a:cs typeface="Arial"/>
              </a:rPr>
              <a:t>: </a:t>
            </a:r>
            <a:r>
              <a:rPr dirty="0" sz="1800">
                <a:latin typeface="Arial"/>
                <a:cs typeface="Arial"/>
              </a:rPr>
              <a:t>K labeled examples </a:t>
            </a:r>
            <a:r>
              <a:rPr dirty="0" sz="1800" spc="15">
                <a:latin typeface="Arial"/>
                <a:cs typeface="Arial"/>
              </a:rPr>
              <a:t>for </a:t>
            </a:r>
            <a:r>
              <a:rPr dirty="0" sz="1800" spc="-5">
                <a:latin typeface="Arial"/>
                <a:cs typeface="Arial"/>
              </a:rPr>
              <a:t>each </a:t>
            </a:r>
            <a:r>
              <a:rPr dirty="0" sz="1800" spc="25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classes</a:t>
            </a:r>
            <a:endParaRPr sz="1800">
              <a:latin typeface="Arial"/>
              <a:cs typeface="Arial"/>
            </a:endParaRPr>
          </a:p>
          <a:p>
            <a:pPr algn="r" marR="381000">
              <a:lnSpc>
                <a:spcPts val="600"/>
              </a:lnSpc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44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25460" y="1092620"/>
            <a:ext cx="4236720" cy="1519555"/>
          </a:xfrm>
          <a:custGeom>
            <a:avLst/>
            <a:gdLst/>
            <a:ahLst/>
            <a:cxnLst/>
            <a:rect l="l" t="t" r="r" b="b"/>
            <a:pathLst>
              <a:path w="4236720" h="1519555">
                <a:moveTo>
                  <a:pt x="3530095" y="1403437"/>
                </a:moveTo>
                <a:lnTo>
                  <a:pt x="2471066" y="1403437"/>
                </a:lnTo>
                <a:lnTo>
                  <a:pt x="3101346" y="1519374"/>
                </a:lnTo>
                <a:lnTo>
                  <a:pt x="3530095" y="1403437"/>
                </a:lnTo>
                <a:close/>
              </a:path>
              <a:path w="4236720" h="1519555">
                <a:moveTo>
                  <a:pt x="4236114" y="0"/>
                </a:moveTo>
                <a:lnTo>
                  <a:pt x="0" y="0"/>
                </a:lnTo>
                <a:lnTo>
                  <a:pt x="0" y="1403437"/>
                </a:lnTo>
                <a:lnTo>
                  <a:pt x="4236114" y="1403437"/>
                </a:lnTo>
                <a:lnTo>
                  <a:pt x="42361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25460" y="1092620"/>
            <a:ext cx="4236720" cy="1519555"/>
          </a:xfrm>
          <a:custGeom>
            <a:avLst/>
            <a:gdLst/>
            <a:ahLst/>
            <a:cxnLst/>
            <a:rect l="l" t="t" r="r" b="b"/>
            <a:pathLst>
              <a:path w="4236720" h="1519555">
                <a:moveTo>
                  <a:pt x="0" y="0"/>
                </a:moveTo>
                <a:lnTo>
                  <a:pt x="2471066" y="0"/>
                </a:lnTo>
                <a:lnTo>
                  <a:pt x="3530095" y="0"/>
                </a:lnTo>
                <a:lnTo>
                  <a:pt x="4236114" y="0"/>
                </a:lnTo>
                <a:lnTo>
                  <a:pt x="4236114" y="818673"/>
                </a:lnTo>
                <a:lnTo>
                  <a:pt x="4236114" y="1169534"/>
                </a:lnTo>
                <a:lnTo>
                  <a:pt x="4236114" y="1403438"/>
                </a:lnTo>
                <a:lnTo>
                  <a:pt x="3530095" y="1403438"/>
                </a:lnTo>
                <a:lnTo>
                  <a:pt x="3101346" y="1519375"/>
                </a:lnTo>
                <a:lnTo>
                  <a:pt x="2471066" y="1403438"/>
                </a:lnTo>
                <a:lnTo>
                  <a:pt x="0" y="1403438"/>
                </a:lnTo>
                <a:lnTo>
                  <a:pt x="0" y="1169534"/>
                </a:lnTo>
                <a:lnTo>
                  <a:pt x="0" y="81867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22248" y="1150022"/>
            <a:ext cx="4043045" cy="125666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 indent="-1270">
              <a:lnSpc>
                <a:spcPct val="98700"/>
              </a:lnSpc>
              <a:spcBef>
                <a:spcPts val="140"/>
              </a:spcBef>
            </a:pPr>
            <a:r>
              <a:rPr dirty="0" sz="1600" spc="5">
                <a:latin typeface="Arial"/>
                <a:cs typeface="Arial"/>
              </a:rPr>
              <a:t>At </a:t>
            </a:r>
            <a:r>
              <a:rPr dirty="0" sz="1600" spc="15">
                <a:latin typeface="Arial"/>
                <a:cs typeface="Arial"/>
              </a:rPr>
              <a:t>test </a:t>
            </a:r>
            <a:r>
              <a:rPr dirty="0" sz="1600" spc="0">
                <a:latin typeface="Arial"/>
                <a:cs typeface="Arial"/>
              </a:rPr>
              <a:t>time, </a:t>
            </a:r>
            <a:r>
              <a:rPr dirty="0" sz="1600" spc="5">
                <a:latin typeface="Arial"/>
                <a:cs typeface="Arial"/>
              </a:rPr>
              <a:t>we </a:t>
            </a:r>
            <a:r>
              <a:rPr dirty="0" sz="1600" spc="-5">
                <a:latin typeface="Arial"/>
                <a:cs typeface="Arial"/>
              </a:rPr>
              <a:t>need </a:t>
            </a:r>
            <a:r>
              <a:rPr dirty="0" sz="1600" spc="-340">
                <a:latin typeface="Arial"/>
                <a:cs typeface="Arial"/>
              </a:rPr>
              <a:t>to</a:t>
            </a:r>
            <a:r>
              <a:rPr dirty="0" baseline="12698" sz="2625" spc="-509">
                <a:latin typeface="Arial"/>
                <a:cs typeface="Arial"/>
              </a:rPr>
              <a:t>M</a:t>
            </a:r>
            <a:r>
              <a:rPr dirty="0" sz="1600" spc="-340">
                <a:latin typeface="Arial"/>
                <a:cs typeface="Arial"/>
              </a:rPr>
              <a:t>b</a:t>
            </a:r>
            <a:r>
              <a:rPr dirty="0" baseline="12698" sz="2625" spc="-509">
                <a:latin typeface="Arial"/>
                <a:cs typeface="Arial"/>
              </a:rPr>
              <a:t>e</a:t>
            </a:r>
            <a:r>
              <a:rPr dirty="0" sz="1600" spc="-340">
                <a:latin typeface="Arial"/>
                <a:cs typeface="Arial"/>
              </a:rPr>
              <a:t>u</a:t>
            </a:r>
            <a:r>
              <a:rPr dirty="0" baseline="12698" sz="2625" spc="-509">
                <a:latin typeface="Arial"/>
                <a:cs typeface="Arial"/>
              </a:rPr>
              <a:t>t</a:t>
            </a:r>
            <a:r>
              <a:rPr dirty="0" sz="1600" spc="-340">
                <a:latin typeface="Arial"/>
                <a:cs typeface="Arial"/>
              </a:rPr>
              <a:t>i</a:t>
            </a:r>
            <a:r>
              <a:rPr dirty="0" baseline="12698" sz="2625" spc="-509">
                <a:latin typeface="Arial"/>
                <a:cs typeface="Arial"/>
              </a:rPr>
              <a:t>a</a:t>
            </a:r>
            <a:r>
              <a:rPr dirty="0" sz="1600" spc="-340">
                <a:latin typeface="Arial"/>
                <a:cs typeface="Arial"/>
              </a:rPr>
              <a:t>ld</a:t>
            </a:r>
            <a:r>
              <a:rPr dirty="0" baseline="12698" sz="2625" spc="-509">
                <a:latin typeface="Arial"/>
                <a:cs typeface="Arial"/>
              </a:rPr>
              <a:t>-T</a:t>
            </a:r>
            <a:r>
              <a:rPr dirty="0" sz="1600" spc="-340">
                <a:latin typeface="Arial"/>
                <a:cs typeface="Arial"/>
              </a:rPr>
              <a:t>a</a:t>
            </a:r>
            <a:r>
              <a:rPr dirty="0" baseline="12698" sz="2625" spc="-509">
                <a:latin typeface="Arial"/>
                <a:cs typeface="Arial"/>
              </a:rPr>
              <a:t>e</a:t>
            </a:r>
            <a:r>
              <a:rPr dirty="0" sz="1600" spc="-340">
                <a:latin typeface="Arial"/>
                <a:cs typeface="Arial"/>
              </a:rPr>
              <a:t>“</a:t>
            </a:r>
            <a:r>
              <a:rPr dirty="0" baseline="12698" sz="2625" spc="-509">
                <a:latin typeface="Arial"/>
                <a:cs typeface="Arial"/>
              </a:rPr>
              <a:t>s</a:t>
            </a:r>
            <a:r>
              <a:rPr dirty="0" sz="1600" spc="-340">
                <a:latin typeface="Arial"/>
                <a:cs typeface="Arial"/>
              </a:rPr>
              <a:t>d</a:t>
            </a:r>
            <a:r>
              <a:rPr dirty="0" baseline="12698" sz="2625" spc="-509">
                <a:latin typeface="Arial"/>
                <a:cs typeface="Arial"/>
              </a:rPr>
              <a:t>ti</a:t>
            </a:r>
            <a:r>
              <a:rPr dirty="0" sz="1600" spc="-340">
                <a:latin typeface="Arial"/>
                <a:cs typeface="Arial"/>
              </a:rPr>
              <a:t>u</a:t>
            </a:r>
            <a:r>
              <a:rPr dirty="0" baseline="12698" sz="2625" spc="-509">
                <a:latin typeface="Arial"/>
                <a:cs typeface="Arial"/>
              </a:rPr>
              <a:t>n</a:t>
            </a:r>
            <a:r>
              <a:rPr dirty="0" sz="1600" spc="-340">
                <a:latin typeface="Arial"/>
                <a:cs typeface="Arial"/>
              </a:rPr>
              <a:t>c</a:t>
            </a:r>
            <a:r>
              <a:rPr dirty="0" baseline="12698" sz="2625" spc="-509">
                <a:latin typeface="Arial"/>
                <a:cs typeface="Arial"/>
              </a:rPr>
              <a:t>g</a:t>
            </a:r>
            <a:r>
              <a:rPr dirty="0" sz="1600" spc="-340">
                <a:latin typeface="Arial"/>
                <a:cs typeface="Arial"/>
              </a:rPr>
              <a:t>k </a:t>
            </a:r>
            <a:r>
              <a:rPr dirty="0" sz="1600">
                <a:latin typeface="Arial"/>
                <a:cs typeface="Arial"/>
              </a:rPr>
              <a:t>vs.  </a:t>
            </a:r>
            <a:r>
              <a:rPr dirty="0" sz="1600" spc="10">
                <a:latin typeface="Arial"/>
                <a:cs typeface="Arial"/>
              </a:rPr>
              <a:t>dolphin </a:t>
            </a:r>
            <a:r>
              <a:rPr dirty="0" sz="1600">
                <a:latin typeface="Arial"/>
                <a:cs typeface="Arial"/>
              </a:rPr>
              <a:t>vs. </a:t>
            </a:r>
            <a:r>
              <a:rPr dirty="0" sz="1600" spc="25">
                <a:latin typeface="Arial"/>
                <a:cs typeface="Arial"/>
              </a:rPr>
              <a:t>chicken” </a:t>
            </a:r>
            <a:r>
              <a:rPr dirty="0" sz="1600" spc="-15">
                <a:latin typeface="Arial"/>
                <a:cs typeface="Arial"/>
              </a:rPr>
              <a:t>classifier. </a:t>
            </a:r>
            <a:r>
              <a:rPr dirty="0" sz="1600" spc="-15" b="1">
                <a:solidFill>
                  <a:srgbClr val="C00000"/>
                </a:solidFill>
                <a:latin typeface="Arial"/>
                <a:cs typeface="Arial"/>
              </a:rPr>
              <a:t>However, </a:t>
            </a:r>
            <a:r>
              <a:rPr dirty="0" sz="1600" spc="35" b="1">
                <a:solidFill>
                  <a:srgbClr val="C00000"/>
                </a:solidFill>
                <a:latin typeface="Arial"/>
                <a:cs typeface="Arial"/>
              </a:rPr>
              <a:t>we  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only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2 examples of ducks, 2 examples of  </a:t>
            </a:r>
            <a:r>
              <a:rPr dirty="0" sz="1600" spc="-20" b="1">
                <a:solidFill>
                  <a:srgbClr val="C00000"/>
                </a:solidFill>
                <a:latin typeface="Arial"/>
                <a:cs typeface="Arial"/>
              </a:rPr>
              <a:t>dolphins,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and 2 examples of</a:t>
            </a:r>
            <a:r>
              <a:rPr dirty="0" sz="1600" spc="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C00000"/>
                </a:solidFill>
                <a:latin typeface="Arial"/>
                <a:cs typeface="Arial"/>
              </a:rPr>
              <a:t>chicken!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895"/>
              </a:lnSpc>
            </a:pPr>
            <a:r>
              <a:rPr dirty="0" sz="1600" spc="5">
                <a:latin typeface="Arial"/>
                <a:cs typeface="Arial"/>
              </a:rPr>
              <a:t>Few-shot </a:t>
            </a:r>
            <a:r>
              <a:rPr dirty="0" sz="1600" spc="-5">
                <a:latin typeface="Arial"/>
                <a:cs typeface="Arial"/>
              </a:rPr>
              <a:t>learning makes </a:t>
            </a:r>
            <a:r>
              <a:rPr dirty="0" sz="1600" spc="0">
                <a:latin typeface="Arial"/>
                <a:cs typeface="Arial"/>
              </a:rPr>
              <a:t>this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0">
                <a:latin typeface="Arial"/>
                <a:cs typeface="Arial"/>
              </a:rPr>
              <a:t>possible.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582" y="375411"/>
            <a:ext cx="744474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00"/>
              <a:t>Problem Formulation:</a:t>
            </a:r>
            <a:r>
              <a:rPr dirty="0" sz="4600" spc="40"/>
              <a:t> </a:t>
            </a:r>
            <a:r>
              <a:rPr dirty="0" sz="4600" spc="-65"/>
              <a:t>G-Meta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45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1447800"/>
            <a:ext cx="4552950" cy="38312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0600" y="5613399"/>
            <a:ext cx="7696200" cy="78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1512" y="1877060"/>
            <a:ext cx="2703830" cy="2701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620">
              <a:lnSpc>
                <a:spcPct val="100400"/>
              </a:lnSpc>
              <a:spcBef>
                <a:spcPts val="90"/>
              </a:spcBef>
            </a:pPr>
            <a:r>
              <a:rPr dirty="0" sz="1750" spc="-10">
                <a:solidFill>
                  <a:srgbClr val="C00000"/>
                </a:solidFill>
                <a:latin typeface="Arial"/>
                <a:cs typeface="Arial"/>
              </a:rPr>
              <a:t>Meta-learner </a:t>
            </a:r>
            <a:r>
              <a:rPr dirty="0" sz="1800" spc="-40">
                <a:latin typeface="Arial"/>
                <a:cs typeface="Arial"/>
              </a:rPr>
              <a:t>needs </a:t>
            </a:r>
            <a:r>
              <a:rPr dirty="0" sz="1800" spc="10">
                <a:latin typeface="Arial"/>
                <a:cs typeface="Arial"/>
              </a:rPr>
              <a:t>to  </a:t>
            </a:r>
            <a:r>
              <a:rPr dirty="0" sz="1800" spc="-45">
                <a:latin typeface="Arial"/>
                <a:cs typeface="Arial"/>
              </a:rPr>
              <a:t>classify </a:t>
            </a:r>
            <a:r>
              <a:rPr dirty="0" sz="1800" spc="-55">
                <a:latin typeface="Arial"/>
                <a:cs typeface="Arial"/>
              </a:rPr>
              <a:t>an </a:t>
            </a:r>
            <a:r>
              <a:rPr dirty="0" sz="1800" spc="-50">
                <a:latin typeface="Arial"/>
                <a:cs typeface="Arial"/>
              </a:rPr>
              <a:t>unseen label </a:t>
            </a:r>
            <a:r>
              <a:rPr dirty="0" sz="1800" spc="-25">
                <a:latin typeface="Arial"/>
                <a:cs typeface="Arial"/>
              </a:rPr>
              <a:t>set  </a:t>
            </a:r>
            <a:r>
              <a:rPr dirty="0" sz="1800" spc="-20">
                <a:latin typeface="Arial"/>
                <a:cs typeface="Arial"/>
              </a:rPr>
              <a:t>by </a:t>
            </a:r>
            <a:r>
              <a:rPr dirty="0" sz="1800" spc="-35">
                <a:latin typeface="Arial"/>
                <a:cs typeface="Arial"/>
              </a:rPr>
              <a:t>observing </a:t>
            </a:r>
            <a:r>
              <a:rPr dirty="0" sz="1800" spc="-25">
                <a:latin typeface="Arial"/>
                <a:cs typeface="Arial"/>
              </a:rPr>
              <a:t>other </a:t>
            </a:r>
            <a:r>
              <a:rPr dirty="0" sz="1800" spc="-50">
                <a:latin typeface="Arial"/>
                <a:cs typeface="Arial"/>
              </a:rPr>
              <a:t>label  </a:t>
            </a:r>
            <a:r>
              <a:rPr dirty="0" sz="1800" spc="-30">
                <a:latin typeface="Arial"/>
                <a:cs typeface="Arial"/>
              </a:rPr>
              <a:t>sets </a:t>
            </a:r>
            <a:r>
              <a:rPr dirty="0" sz="1800" spc="-55">
                <a:latin typeface="Arial"/>
                <a:cs typeface="Arial"/>
              </a:rPr>
              <a:t>in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 spc="-45">
                <a:latin typeface="Arial"/>
                <a:cs typeface="Arial"/>
              </a:rPr>
              <a:t>same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2700" marR="259079">
              <a:lnSpc>
                <a:spcPct val="100400"/>
              </a:lnSpc>
              <a:spcBef>
                <a:spcPts val="1320"/>
              </a:spcBef>
            </a:pPr>
            <a:r>
              <a:rPr dirty="0" sz="1800" spc="-55">
                <a:latin typeface="Arial"/>
                <a:cs typeface="Arial"/>
              </a:rPr>
              <a:t>Each </a:t>
            </a:r>
            <a:r>
              <a:rPr dirty="0" sz="1800" spc="-20">
                <a:latin typeface="Arial"/>
                <a:cs typeface="Arial"/>
              </a:rPr>
              <a:t>task </a:t>
            </a:r>
            <a:r>
              <a:rPr dirty="0" sz="1800" spc="-55">
                <a:latin typeface="Arial"/>
                <a:cs typeface="Arial"/>
              </a:rPr>
              <a:t>is </a:t>
            </a:r>
            <a:r>
              <a:rPr dirty="0" sz="1800" spc="-7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batch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750" spc="-40">
                <a:latin typeface="Arial"/>
                <a:cs typeface="Arial"/>
              </a:rPr>
              <a:t>a  </a:t>
            </a:r>
            <a:r>
              <a:rPr dirty="0" sz="1750">
                <a:latin typeface="Arial"/>
                <a:cs typeface="Arial"/>
              </a:rPr>
              <a:t>few </a:t>
            </a:r>
            <a:r>
              <a:rPr dirty="0" sz="1800" spc="-15">
                <a:latin typeface="Arial"/>
                <a:cs typeface="Arial"/>
              </a:rPr>
              <a:t>nodes/edges </a:t>
            </a:r>
            <a:r>
              <a:rPr dirty="0" sz="1800" spc="-30">
                <a:latin typeface="Arial"/>
                <a:cs typeface="Arial"/>
              </a:rPr>
              <a:t>from </a:t>
            </a:r>
            <a:r>
              <a:rPr dirty="0" sz="1800" spc="-70">
                <a:latin typeface="Arial"/>
                <a:cs typeface="Arial"/>
              </a:rPr>
              <a:t>a  </a:t>
            </a:r>
            <a:r>
              <a:rPr dirty="0" sz="1750" spc="-20">
                <a:latin typeface="Arial"/>
                <a:cs typeface="Arial"/>
              </a:rPr>
              <a:t>different </a:t>
            </a:r>
            <a:r>
              <a:rPr dirty="0" sz="1800" spc="-50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 </a:t>
            </a:r>
            <a:r>
              <a:rPr dirty="0" sz="1800" spc="-55">
                <a:latin typeface="Arial"/>
                <a:cs typeface="Arial"/>
              </a:rPr>
              <a:t>in </a:t>
            </a:r>
            <a:r>
              <a:rPr dirty="0" sz="1800" spc="-25">
                <a:latin typeface="Arial"/>
                <a:cs typeface="Arial"/>
              </a:rPr>
              <a:t>the  </a:t>
            </a:r>
            <a:r>
              <a:rPr dirty="0" sz="1750" spc="-15">
                <a:latin typeface="Arial"/>
                <a:cs typeface="Arial"/>
              </a:rPr>
              <a:t>same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9603" y="6619747"/>
            <a:ext cx="3804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855" y="1912481"/>
            <a:ext cx="8939707" cy="40880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55964" y="1223235"/>
            <a:ext cx="13589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30">
                <a:latin typeface="Arial"/>
                <a:cs typeface="Arial"/>
              </a:rPr>
              <a:t>Meta-Training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3095" y="1207995"/>
            <a:ext cx="129413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25">
                <a:latin typeface="Arial"/>
                <a:cs typeface="Arial"/>
              </a:rPr>
              <a:t>Meta-Testing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7930" y="1487473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5237015" y="184666"/>
                </a:moveTo>
                <a:lnTo>
                  <a:pt x="30774" y="184666"/>
                </a:lnTo>
                <a:lnTo>
                  <a:pt x="18795" y="199178"/>
                </a:lnTo>
                <a:lnTo>
                  <a:pt x="9013" y="238754"/>
                </a:lnTo>
                <a:lnTo>
                  <a:pt x="2418" y="297453"/>
                </a:lnTo>
                <a:lnTo>
                  <a:pt x="0" y="369333"/>
                </a:lnTo>
                <a:lnTo>
                  <a:pt x="5267790" y="369333"/>
                </a:lnTo>
                <a:lnTo>
                  <a:pt x="5265371" y="297453"/>
                </a:lnTo>
                <a:lnTo>
                  <a:pt x="5258776" y="238754"/>
                </a:lnTo>
                <a:lnTo>
                  <a:pt x="5248994" y="199178"/>
                </a:lnTo>
                <a:lnTo>
                  <a:pt x="5237015" y="184666"/>
                </a:lnTo>
                <a:close/>
              </a:path>
              <a:path w="5267960" h="369569">
                <a:moveTo>
                  <a:pt x="2621515" y="0"/>
                </a:moveTo>
                <a:lnTo>
                  <a:pt x="2619096" y="71880"/>
                </a:lnTo>
                <a:lnTo>
                  <a:pt x="2612501" y="130579"/>
                </a:lnTo>
                <a:lnTo>
                  <a:pt x="2602719" y="170154"/>
                </a:lnTo>
                <a:lnTo>
                  <a:pt x="2590740" y="184666"/>
                </a:lnTo>
                <a:lnTo>
                  <a:pt x="2652289" y="184666"/>
                </a:lnTo>
                <a:lnTo>
                  <a:pt x="2640311" y="170154"/>
                </a:lnTo>
                <a:lnTo>
                  <a:pt x="2630528" y="130579"/>
                </a:lnTo>
                <a:lnTo>
                  <a:pt x="2623933" y="71880"/>
                </a:lnTo>
                <a:lnTo>
                  <a:pt x="262151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929" y="1487473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0" y="369333"/>
                </a:moveTo>
                <a:lnTo>
                  <a:pt x="2418" y="297452"/>
                </a:lnTo>
                <a:lnTo>
                  <a:pt x="9013" y="238754"/>
                </a:lnTo>
                <a:lnTo>
                  <a:pt x="18795" y="199178"/>
                </a:lnTo>
                <a:lnTo>
                  <a:pt x="30775" y="184666"/>
                </a:lnTo>
                <a:lnTo>
                  <a:pt x="2590740" y="184666"/>
                </a:lnTo>
                <a:lnTo>
                  <a:pt x="2602719" y="170154"/>
                </a:lnTo>
                <a:lnTo>
                  <a:pt x="2612501" y="130578"/>
                </a:lnTo>
                <a:lnTo>
                  <a:pt x="2619096" y="71880"/>
                </a:lnTo>
                <a:lnTo>
                  <a:pt x="2621515" y="0"/>
                </a:lnTo>
                <a:lnTo>
                  <a:pt x="2623933" y="71880"/>
                </a:lnTo>
                <a:lnTo>
                  <a:pt x="2630529" y="130578"/>
                </a:lnTo>
                <a:lnTo>
                  <a:pt x="2640311" y="170154"/>
                </a:lnTo>
                <a:lnTo>
                  <a:pt x="2652290" y="184666"/>
                </a:lnTo>
                <a:lnTo>
                  <a:pt x="5237016" y="184666"/>
                </a:lnTo>
                <a:lnTo>
                  <a:pt x="5248995" y="199178"/>
                </a:lnTo>
                <a:lnTo>
                  <a:pt x="5258777" y="238754"/>
                </a:lnTo>
                <a:lnTo>
                  <a:pt x="5265372" y="297452"/>
                </a:lnTo>
                <a:lnTo>
                  <a:pt x="5267791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39853" y="1479395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2346971" y="184665"/>
                </a:moveTo>
                <a:lnTo>
                  <a:pt x="30777" y="184665"/>
                </a:lnTo>
                <a:lnTo>
                  <a:pt x="18797" y="199177"/>
                </a:lnTo>
                <a:lnTo>
                  <a:pt x="9014" y="238753"/>
                </a:lnTo>
                <a:lnTo>
                  <a:pt x="2418" y="297451"/>
                </a:lnTo>
                <a:lnTo>
                  <a:pt x="0" y="369332"/>
                </a:lnTo>
                <a:lnTo>
                  <a:pt x="2377749" y="369332"/>
                </a:lnTo>
                <a:lnTo>
                  <a:pt x="2375331" y="297451"/>
                </a:lnTo>
                <a:lnTo>
                  <a:pt x="2368735" y="238753"/>
                </a:lnTo>
                <a:lnTo>
                  <a:pt x="2358951" y="199177"/>
                </a:lnTo>
                <a:lnTo>
                  <a:pt x="2346971" y="184665"/>
                </a:lnTo>
                <a:close/>
              </a:path>
              <a:path w="2378075" h="369569">
                <a:moveTo>
                  <a:pt x="1183289" y="0"/>
                </a:moveTo>
                <a:lnTo>
                  <a:pt x="1180870" y="71879"/>
                </a:lnTo>
                <a:lnTo>
                  <a:pt x="1174274" y="130578"/>
                </a:lnTo>
                <a:lnTo>
                  <a:pt x="1164491" y="170153"/>
                </a:lnTo>
                <a:lnTo>
                  <a:pt x="1152511" y="184665"/>
                </a:lnTo>
                <a:lnTo>
                  <a:pt x="1214066" y="184665"/>
                </a:lnTo>
                <a:lnTo>
                  <a:pt x="1202086" y="170153"/>
                </a:lnTo>
                <a:lnTo>
                  <a:pt x="1192303" y="130578"/>
                </a:lnTo>
                <a:lnTo>
                  <a:pt x="1185708" y="71879"/>
                </a:lnTo>
                <a:lnTo>
                  <a:pt x="118328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39853" y="1479395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0" y="369333"/>
                </a:moveTo>
                <a:lnTo>
                  <a:pt x="2418" y="297452"/>
                </a:lnTo>
                <a:lnTo>
                  <a:pt x="9014" y="238754"/>
                </a:lnTo>
                <a:lnTo>
                  <a:pt x="18797" y="199178"/>
                </a:lnTo>
                <a:lnTo>
                  <a:pt x="30778" y="184666"/>
                </a:lnTo>
                <a:lnTo>
                  <a:pt x="1152512" y="184666"/>
                </a:lnTo>
                <a:lnTo>
                  <a:pt x="1164492" y="170154"/>
                </a:lnTo>
                <a:lnTo>
                  <a:pt x="1174275" y="130578"/>
                </a:lnTo>
                <a:lnTo>
                  <a:pt x="1180871" y="71880"/>
                </a:lnTo>
                <a:lnTo>
                  <a:pt x="1183290" y="0"/>
                </a:lnTo>
                <a:lnTo>
                  <a:pt x="1185708" y="71880"/>
                </a:lnTo>
                <a:lnTo>
                  <a:pt x="1192304" y="130578"/>
                </a:lnTo>
                <a:lnTo>
                  <a:pt x="1202087" y="170154"/>
                </a:lnTo>
                <a:lnTo>
                  <a:pt x="1214067" y="184666"/>
                </a:lnTo>
                <a:lnTo>
                  <a:pt x="2346972" y="184666"/>
                </a:lnTo>
                <a:lnTo>
                  <a:pt x="2358952" y="199178"/>
                </a:lnTo>
                <a:lnTo>
                  <a:pt x="2368735" y="238754"/>
                </a:lnTo>
                <a:lnTo>
                  <a:pt x="2375331" y="297452"/>
                </a:lnTo>
                <a:lnTo>
                  <a:pt x="2377750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82654" y="1463315"/>
            <a:ext cx="0" cy="4524375"/>
          </a:xfrm>
          <a:custGeom>
            <a:avLst/>
            <a:gdLst/>
            <a:ahLst/>
            <a:cxnLst/>
            <a:rect l="l" t="t" r="r" b="b"/>
            <a:pathLst>
              <a:path w="0" h="4524375">
                <a:moveTo>
                  <a:pt x="0" y="0"/>
                </a:moveTo>
                <a:lnTo>
                  <a:pt x="1" y="4524079"/>
                </a:lnTo>
              </a:path>
            </a:pathLst>
          </a:custGeom>
          <a:ln w="285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3855" y="2869694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7" y="0"/>
                </a:lnTo>
                <a:lnTo>
                  <a:pt x="2133587" y="1378240"/>
                </a:lnTo>
                <a:lnTo>
                  <a:pt x="0" y="13782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3855" y="2869694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6254" y="296901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2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6254" y="296901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77990" y="296569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1" y="245612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7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77990" y="296569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03329" y="296652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03329" y="296652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6254" y="368103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2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6254" y="368103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77990" y="367771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77990" y="367771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03329" y="367854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6"/>
                </a:lnTo>
                <a:lnTo>
                  <a:pt x="6861" y="92957"/>
                </a:lnTo>
                <a:lnTo>
                  <a:pt x="0" y="135919"/>
                </a:lnTo>
                <a:lnTo>
                  <a:pt x="6861" y="178879"/>
                </a:lnTo>
                <a:lnTo>
                  <a:pt x="25966" y="216190"/>
                </a:lnTo>
                <a:lnTo>
                  <a:pt x="55100" y="245613"/>
                </a:lnTo>
                <a:lnTo>
                  <a:pt x="92045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1" y="135919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03329" y="367854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3855" y="3272028"/>
            <a:ext cx="214884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  <a:tabLst>
                <a:tab pos="810260" algn="l"/>
                <a:tab pos="15824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7">
                <a:latin typeface="Arial"/>
                <a:cs typeface="Arial"/>
              </a:rPr>
              <a:t>1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2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3</a:t>
            </a:r>
            <a:endParaRPr baseline="1984"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  <a:tabLst>
                <a:tab pos="810260" algn="l"/>
                <a:tab pos="15824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7">
                <a:latin typeface="Arial"/>
                <a:cs typeface="Arial"/>
              </a:rPr>
              <a:t>4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5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6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09005" y="2879106"/>
            <a:ext cx="30480" cy="1378585"/>
          </a:xfrm>
          <a:custGeom>
            <a:avLst/>
            <a:gdLst/>
            <a:ahLst/>
            <a:cxnLst/>
            <a:rect l="l" t="t" r="r" b="b"/>
            <a:pathLst>
              <a:path w="30479" h="1378585">
                <a:moveTo>
                  <a:pt x="0" y="1378242"/>
                </a:moveTo>
                <a:lnTo>
                  <a:pt x="30460" y="1378242"/>
                </a:lnTo>
                <a:lnTo>
                  <a:pt x="30460" y="0"/>
                </a:lnTo>
                <a:lnTo>
                  <a:pt x="0" y="0"/>
                </a:lnTo>
                <a:lnTo>
                  <a:pt x="0" y="1378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09005" y="2879106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63254" y="5194763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4"/>
                </a:lnTo>
                <a:lnTo>
                  <a:pt x="0" y="6603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63254" y="5194763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7725" y="5210868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7725" y="5210868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866601" y="5220130"/>
            <a:ext cx="9525" cy="660400"/>
          </a:xfrm>
          <a:custGeom>
            <a:avLst/>
            <a:gdLst/>
            <a:ahLst/>
            <a:cxnLst/>
            <a:rect l="l" t="t" r="r" b="b"/>
            <a:pathLst>
              <a:path w="9525" h="660400">
                <a:moveTo>
                  <a:pt x="0" y="660334"/>
                </a:moveTo>
                <a:lnTo>
                  <a:pt x="9237" y="660334"/>
                </a:lnTo>
                <a:lnTo>
                  <a:pt x="9237" y="0"/>
                </a:lnTo>
                <a:lnTo>
                  <a:pt x="0" y="0"/>
                </a:lnTo>
                <a:lnTo>
                  <a:pt x="0" y="6603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55319" y="5220130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97083" y="2842990"/>
            <a:ext cx="2220595" cy="1442720"/>
          </a:xfrm>
          <a:custGeom>
            <a:avLst/>
            <a:gdLst/>
            <a:ahLst/>
            <a:cxnLst/>
            <a:rect l="l" t="t" r="r" b="b"/>
            <a:pathLst>
              <a:path w="2220595" h="1442720">
                <a:moveTo>
                  <a:pt x="0" y="0"/>
                </a:moveTo>
                <a:lnTo>
                  <a:pt x="2220521" y="0"/>
                </a:lnTo>
                <a:lnTo>
                  <a:pt x="2220521" y="1442140"/>
                </a:lnTo>
                <a:lnTo>
                  <a:pt x="0" y="14421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97083" y="2842990"/>
            <a:ext cx="2220595" cy="1442720"/>
          </a:xfrm>
          <a:custGeom>
            <a:avLst/>
            <a:gdLst/>
            <a:ahLst/>
            <a:cxnLst/>
            <a:rect l="l" t="t" r="r" b="b"/>
            <a:pathLst>
              <a:path w="2220595" h="1442720">
                <a:moveTo>
                  <a:pt x="0" y="0"/>
                </a:moveTo>
                <a:lnTo>
                  <a:pt x="2220521" y="0"/>
                </a:lnTo>
                <a:lnTo>
                  <a:pt x="2220521" y="1442140"/>
                </a:lnTo>
                <a:lnTo>
                  <a:pt x="0" y="14421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339466" y="2866914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53152" y="296623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53152" y="296623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34888" y="296291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34888" y="296291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60227" y="296374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060227" y="296374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343363" y="3253740"/>
            <a:ext cx="5911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98699" y="3268979"/>
            <a:ext cx="13633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8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9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453152" y="367825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53152" y="367825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234888" y="367493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1" y="245613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234888" y="367493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060227" y="367576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060227" y="367576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343363" y="3979164"/>
            <a:ext cx="2216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10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11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12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47491" y="530026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6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2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47491" y="530026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29227" y="529694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1" y="245612"/>
                </a:lnTo>
                <a:lnTo>
                  <a:pt x="243205" y="216189"/>
                </a:lnTo>
                <a:lnTo>
                  <a:pt x="262311" y="178878"/>
                </a:lnTo>
                <a:lnTo>
                  <a:pt x="269172" y="135917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329227" y="529694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154566" y="529777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154566" y="529777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07725" y="5600700"/>
            <a:ext cx="22205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  <a:tabLst>
                <a:tab pos="797560" algn="l"/>
                <a:tab pos="15697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82">
                <a:latin typeface="Arial"/>
                <a:cs typeface="Arial"/>
              </a:rPr>
              <a:t>a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15">
                <a:latin typeface="Arial"/>
                <a:cs typeface="Arial"/>
              </a:rPr>
              <a:t>b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35">
                <a:latin typeface="Arial"/>
                <a:cs typeface="Arial"/>
              </a:rPr>
              <a:t> </a:t>
            </a:r>
            <a:r>
              <a:rPr dirty="0" baseline="1984" sz="2100" spc="37">
                <a:latin typeface="Arial"/>
                <a:cs typeface="Arial"/>
              </a:rPr>
              <a:t>c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450123" y="530063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450123" y="530063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231859" y="529731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CC1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31859" y="529731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057198" y="529814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6" y="216190"/>
                </a:lnTo>
                <a:lnTo>
                  <a:pt x="55100" y="245613"/>
                </a:lnTo>
                <a:lnTo>
                  <a:pt x="92045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057198" y="529814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3263254" y="5603747"/>
            <a:ext cx="22205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  <a:tabLst>
                <a:tab pos="844550" algn="l"/>
                <a:tab pos="161671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22">
                <a:latin typeface="Arial"/>
                <a:cs typeface="Arial"/>
              </a:rPr>
              <a:t>d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5">
                <a:latin typeface="Arial"/>
                <a:cs typeface="Arial"/>
              </a:rPr>
              <a:t>e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44">
                <a:latin typeface="Arial"/>
                <a:cs typeface="Arial"/>
              </a:rPr>
              <a:t>f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666429" y="2830671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818827" y="292999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6" y="216190"/>
                </a:lnTo>
                <a:lnTo>
                  <a:pt x="55100" y="245613"/>
                </a:lnTo>
                <a:lnTo>
                  <a:pt x="92045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18827" y="292999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600563" y="292667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600563" y="292667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425901" y="292750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6" y="271837"/>
                </a:lnTo>
                <a:lnTo>
                  <a:pt x="177126" y="264908"/>
                </a:lnTo>
                <a:lnTo>
                  <a:pt x="214071" y="245613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9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425901" y="292750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818827" y="364201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818827" y="364201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600563" y="363868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00563" y="363868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425901" y="363951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6" y="271837"/>
                </a:lnTo>
                <a:lnTo>
                  <a:pt x="177126" y="264908"/>
                </a:lnTo>
                <a:lnTo>
                  <a:pt x="214071" y="245613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425901" y="363951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697083" y="3232403"/>
            <a:ext cx="2220595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13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14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15</a:t>
            </a:r>
            <a:endParaRPr baseline="1984"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16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17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18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646080" y="5219057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785846" y="530845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1" y="245612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7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785846" y="530845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567582" y="530513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6" y="271837"/>
                </a:lnTo>
                <a:lnTo>
                  <a:pt x="177126" y="264907"/>
                </a:lnTo>
                <a:lnTo>
                  <a:pt x="214071" y="245612"/>
                </a:lnTo>
                <a:lnTo>
                  <a:pt x="243205" y="216189"/>
                </a:lnTo>
                <a:lnTo>
                  <a:pt x="262311" y="178878"/>
                </a:lnTo>
                <a:lnTo>
                  <a:pt x="269172" y="135917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567582" y="530513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392921" y="530595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392921" y="530595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6676057" y="5609844"/>
            <a:ext cx="13430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715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7">
                <a:latin typeface="Arial"/>
                <a:cs typeface="Arial"/>
              </a:rPr>
              <a:t>g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h</a:t>
            </a:r>
            <a:endParaRPr sz="14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203587" y="5603747"/>
            <a:ext cx="5251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5"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95403" y="6016244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70888" y="6013196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166896" y="6019291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337680" y="645411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5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3868117" y="6232652"/>
            <a:ext cx="2997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0">
                <a:latin typeface="Arial"/>
                <a:cs typeface="Arial"/>
              </a:rPr>
              <a:t>~</a:t>
            </a:r>
            <a:endParaRPr sz="36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316825" y="6409435"/>
            <a:ext cx="1224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single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261593" y="6380104"/>
            <a:ext cx="2371725" cy="432434"/>
          </a:xfrm>
          <a:custGeom>
            <a:avLst/>
            <a:gdLst/>
            <a:ahLst/>
            <a:cxnLst/>
            <a:rect l="l" t="t" r="r" b="b"/>
            <a:pathLst>
              <a:path w="2371725" h="432434">
                <a:moveTo>
                  <a:pt x="0" y="0"/>
                </a:moveTo>
                <a:lnTo>
                  <a:pt x="2371425" y="0"/>
                </a:lnTo>
                <a:lnTo>
                  <a:pt x="2371425" y="432059"/>
                </a:lnTo>
                <a:lnTo>
                  <a:pt x="0" y="43205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46</a:t>
            </a:r>
            <a:endParaRPr sz="700">
              <a:latin typeface="Arial"/>
              <a:cs typeface="Arial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title"/>
          </p:nvPr>
        </p:nvSpPr>
        <p:spPr>
          <a:xfrm>
            <a:off x="2304256" y="375411"/>
            <a:ext cx="453771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65"/>
              <a:t>G-Meta:</a:t>
            </a:r>
            <a:r>
              <a:rPr dirty="0" sz="4600" spc="-55"/>
              <a:t> </a:t>
            </a:r>
            <a:r>
              <a:rPr dirty="0" sz="4600" spc="-145"/>
              <a:t>Overview</a:t>
            </a:r>
            <a:endParaRPr sz="4600"/>
          </a:p>
        </p:txBody>
      </p:sp>
      <p:sp>
        <p:nvSpPr>
          <p:cNvPr id="97" name="object 9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292" y="6570471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47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45851" y="2618659"/>
            <a:ext cx="2955234" cy="2439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11434" y="2245080"/>
            <a:ext cx="1680210" cy="50545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80"/>
              </a:spcBef>
            </a:pPr>
            <a:r>
              <a:rPr dirty="0" sz="1550" spc="0">
                <a:solidFill>
                  <a:srgbClr val="C00000"/>
                </a:solidFill>
                <a:latin typeface="Arial"/>
                <a:cs typeface="Arial"/>
              </a:rPr>
              <a:t>G-Meta: Subgraph  </a:t>
            </a:r>
            <a:r>
              <a:rPr dirty="0" sz="1550" spc="-15">
                <a:solidFill>
                  <a:srgbClr val="C00000"/>
                </a:solidFill>
                <a:latin typeface="Arial"/>
                <a:cs typeface="Arial"/>
              </a:rPr>
              <a:t>signature</a:t>
            </a:r>
            <a:r>
              <a:rPr dirty="0" sz="1550" spc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C00000"/>
                </a:solidFill>
                <a:latin typeface="Arial"/>
                <a:cs typeface="Arial"/>
              </a:rPr>
              <a:t>functions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9603" y="6624777"/>
            <a:ext cx="3804920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84274" y="375411"/>
            <a:ext cx="677672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55"/>
              <a:t>Key </a:t>
            </a:r>
            <a:r>
              <a:rPr dirty="0" sz="4600" spc="-114"/>
              <a:t>Idea: </a:t>
            </a:r>
            <a:r>
              <a:rPr dirty="0" sz="4600" spc="-85"/>
              <a:t>Local</a:t>
            </a:r>
            <a:r>
              <a:rPr dirty="0" sz="4600" spc="150"/>
              <a:t> </a:t>
            </a:r>
            <a:r>
              <a:rPr dirty="0" sz="4600" spc="-70"/>
              <a:t>Subgraphs</a:t>
            </a:r>
            <a:endParaRPr sz="4600"/>
          </a:p>
        </p:txBody>
      </p:sp>
      <p:sp>
        <p:nvSpPr>
          <p:cNvPr id="6" name="object 6"/>
          <p:cNvSpPr txBox="1"/>
          <p:nvPr/>
        </p:nvSpPr>
        <p:spPr>
          <a:xfrm>
            <a:off x="566416" y="1370076"/>
            <a:ext cx="4618990" cy="8153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55600" marR="5080" indent="-342900">
              <a:lnSpc>
                <a:spcPts val="3100"/>
              </a:lnSpc>
              <a:spcBef>
                <a:spcPts val="219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80">
                <a:latin typeface="Arial"/>
                <a:cs typeface="Arial"/>
              </a:rPr>
              <a:t>Neural </a:t>
            </a:r>
            <a:r>
              <a:rPr dirty="0" sz="2600" spc="-40">
                <a:latin typeface="Arial"/>
                <a:cs typeface="Arial"/>
              </a:rPr>
              <a:t>routing across </a:t>
            </a:r>
            <a:r>
              <a:rPr dirty="0" sz="2600" spc="-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35">
                <a:solidFill>
                  <a:srgbClr val="C00000"/>
                </a:solidFill>
                <a:latin typeface="Arial"/>
                <a:cs typeface="Arial"/>
              </a:rPr>
              <a:t>subgraphs </a:t>
            </a:r>
            <a:r>
              <a:rPr dirty="0" sz="2600" spc="-65">
                <a:solidFill>
                  <a:srgbClr val="C00000"/>
                </a:solidFill>
                <a:latin typeface="Arial"/>
                <a:cs typeface="Arial"/>
              </a:rPr>
              <a:t>(not </a:t>
            </a:r>
            <a:r>
              <a:rPr dirty="0" sz="2600" spc="-70">
                <a:solidFill>
                  <a:srgbClr val="C00000"/>
                </a:solidFill>
                <a:latin typeface="Arial"/>
                <a:cs typeface="Arial"/>
              </a:rPr>
              <a:t>entire</a:t>
            </a:r>
            <a:r>
              <a:rPr dirty="0" sz="2600" spc="114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75">
                <a:solidFill>
                  <a:srgbClr val="C00000"/>
                </a:solidFill>
                <a:latin typeface="Arial"/>
                <a:cs typeface="Arial"/>
              </a:rPr>
              <a:t>graphs!)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416" y="2219451"/>
            <a:ext cx="4773295" cy="390080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755650" marR="5080" indent="-285750">
              <a:lnSpc>
                <a:spcPct val="100899"/>
              </a:lnSpc>
              <a:spcBef>
                <a:spcPts val="7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200" spc="-30">
                <a:latin typeface="Arial"/>
                <a:cs typeface="Arial"/>
              </a:rPr>
              <a:t>Subgraph </a:t>
            </a:r>
            <a:r>
              <a:rPr dirty="0" sz="2200" spc="-50">
                <a:latin typeface="Arial"/>
                <a:cs typeface="Arial"/>
              </a:rPr>
              <a:t>signature </a:t>
            </a:r>
            <a:r>
              <a:rPr dirty="0" sz="2200" spc="-25">
                <a:latin typeface="Arial"/>
                <a:cs typeface="Arial"/>
              </a:rPr>
              <a:t>functions  </a:t>
            </a:r>
            <a:r>
              <a:rPr dirty="0" sz="2200" spc="-65">
                <a:latin typeface="Arial"/>
                <a:cs typeface="Arial"/>
              </a:rPr>
              <a:t>learn </a:t>
            </a:r>
            <a:r>
              <a:rPr dirty="0" sz="2200" spc="-5">
                <a:latin typeface="Arial"/>
                <a:cs typeface="Arial"/>
              </a:rPr>
              <a:t>how </a:t>
            </a:r>
            <a:r>
              <a:rPr dirty="0" sz="2200" spc="10">
                <a:latin typeface="Arial"/>
                <a:cs typeface="Arial"/>
              </a:rPr>
              <a:t>to </a:t>
            </a:r>
            <a:r>
              <a:rPr dirty="0" sz="2200" spc="-20">
                <a:latin typeface="Arial"/>
                <a:cs typeface="Arial"/>
              </a:rPr>
              <a:t>map </a:t>
            </a:r>
            <a:r>
              <a:rPr dirty="0" sz="2200" spc="-30">
                <a:latin typeface="Arial"/>
                <a:cs typeface="Arial"/>
              </a:rPr>
              <a:t>the structure </a:t>
            </a:r>
            <a:r>
              <a:rPr dirty="0" sz="2200" spc="-25">
                <a:latin typeface="Arial"/>
                <a:cs typeface="Arial"/>
              </a:rPr>
              <a:t>of  </a:t>
            </a:r>
            <a:r>
              <a:rPr dirty="0" sz="2200" spc="-85">
                <a:latin typeface="Arial"/>
                <a:cs typeface="Arial"/>
              </a:rPr>
              <a:t>a </a:t>
            </a:r>
            <a:r>
              <a:rPr dirty="0" sz="2200" spc="-35">
                <a:latin typeface="Arial"/>
                <a:cs typeface="Arial"/>
              </a:rPr>
              <a:t>sampled </a:t>
            </a:r>
            <a:r>
              <a:rPr dirty="0" sz="2200" spc="-30">
                <a:latin typeface="Arial"/>
                <a:cs typeface="Arial"/>
              </a:rPr>
              <a:t>subgraphs </a:t>
            </a:r>
            <a:r>
              <a:rPr dirty="0" sz="2200" spc="10">
                <a:latin typeface="Arial"/>
                <a:cs typeface="Arial"/>
              </a:rPr>
              <a:t>to </a:t>
            </a:r>
            <a:r>
              <a:rPr dirty="0" sz="2200" spc="-70">
                <a:latin typeface="Arial"/>
                <a:cs typeface="Arial"/>
              </a:rPr>
              <a:t>an  </a:t>
            </a:r>
            <a:r>
              <a:rPr dirty="0" sz="2200" spc="-55">
                <a:latin typeface="Arial"/>
                <a:cs typeface="Arial"/>
              </a:rPr>
              <a:t>effective initialization </a:t>
            </a:r>
            <a:r>
              <a:rPr dirty="0" sz="2200" spc="-30">
                <a:latin typeface="Arial"/>
                <a:cs typeface="Arial"/>
              </a:rPr>
              <a:t>for </a:t>
            </a:r>
            <a:r>
              <a:rPr dirty="0" sz="2200" spc="-85">
                <a:latin typeface="Arial"/>
                <a:cs typeface="Arial"/>
              </a:rPr>
              <a:t>a</a:t>
            </a:r>
            <a:r>
              <a:rPr dirty="0" sz="2200" spc="114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GNN</a:t>
            </a:r>
            <a:endParaRPr sz="2200">
              <a:latin typeface="Arial"/>
              <a:cs typeface="Arial"/>
            </a:endParaRPr>
          </a:p>
          <a:p>
            <a:pPr marL="355600" marR="15240" indent="-342900">
              <a:lnSpc>
                <a:spcPct val="100499"/>
              </a:lnSpc>
              <a:spcBef>
                <a:spcPts val="540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120">
                <a:latin typeface="Arial"/>
                <a:cs typeface="Arial"/>
              </a:rPr>
              <a:t>We </a:t>
            </a:r>
            <a:r>
              <a:rPr dirty="0" sz="2600" spc="-35">
                <a:latin typeface="Arial"/>
                <a:cs typeface="Arial"/>
              </a:rPr>
              <a:t>consider </a:t>
            </a:r>
            <a:r>
              <a:rPr dirty="0" sz="2600" spc="-100">
                <a:latin typeface="Arial"/>
                <a:cs typeface="Arial"/>
              </a:rPr>
              <a:t>a </a:t>
            </a:r>
            <a:r>
              <a:rPr dirty="0" sz="2600" spc="-30">
                <a:latin typeface="Arial"/>
                <a:cs typeface="Arial"/>
              </a:rPr>
              <a:t>distribution </a:t>
            </a:r>
            <a:r>
              <a:rPr dirty="0" sz="2600" spc="-65">
                <a:latin typeface="Arial"/>
                <a:cs typeface="Arial"/>
              </a:rPr>
              <a:t>over  </a:t>
            </a:r>
            <a:r>
              <a:rPr dirty="0" sz="2600" spc="-35">
                <a:latin typeface="Arial"/>
                <a:cs typeface="Arial"/>
              </a:rPr>
              <a:t>subgraphs </a:t>
            </a:r>
            <a:r>
              <a:rPr dirty="0" sz="2600" spc="-75">
                <a:latin typeface="Arial"/>
                <a:cs typeface="Arial"/>
              </a:rPr>
              <a:t>as </a:t>
            </a:r>
            <a:r>
              <a:rPr dirty="0" sz="2600" spc="-35">
                <a:latin typeface="Arial"/>
                <a:cs typeface="Arial"/>
              </a:rPr>
              <a:t>the </a:t>
            </a:r>
            <a:r>
              <a:rPr dirty="0" sz="2600" spc="-30">
                <a:latin typeface="Arial"/>
                <a:cs typeface="Arial"/>
              </a:rPr>
              <a:t>distribution  </a:t>
            </a:r>
            <a:r>
              <a:rPr dirty="0" sz="2600" spc="-65">
                <a:latin typeface="Arial"/>
                <a:cs typeface="Arial"/>
              </a:rPr>
              <a:t>over </a:t>
            </a:r>
            <a:r>
              <a:rPr dirty="0" sz="2600" spc="-35">
                <a:latin typeface="Arial"/>
                <a:cs typeface="Arial"/>
              </a:rPr>
              <a:t>tasks </a:t>
            </a:r>
            <a:r>
              <a:rPr dirty="0" sz="2600" spc="-40">
                <a:latin typeface="Arial"/>
                <a:cs typeface="Arial"/>
              </a:rPr>
              <a:t>from </a:t>
            </a:r>
            <a:r>
              <a:rPr dirty="0" sz="2600" spc="-25">
                <a:latin typeface="Arial"/>
                <a:cs typeface="Arial"/>
              </a:rPr>
              <a:t>which </a:t>
            </a:r>
            <a:r>
              <a:rPr dirty="0" sz="2600" spc="-100">
                <a:latin typeface="Arial"/>
                <a:cs typeface="Arial"/>
              </a:rPr>
              <a:t>a </a:t>
            </a:r>
            <a:r>
              <a:rPr dirty="0" sz="2600" spc="-45">
                <a:latin typeface="Arial"/>
                <a:cs typeface="Arial"/>
              </a:rPr>
              <a:t>global  </a:t>
            </a:r>
            <a:r>
              <a:rPr dirty="0" sz="2600" spc="-40">
                <a:latin typeface="Arial"/>
                <a:cs typeface="Arial"/>
              </a:rPr>
              <a:t>set </a:t>
            </a:r>
            <a:r>
              <a:rPr dirty="0" sz="2600" spc="-25">
                <a:latin typeface="Arial"/>
                <a:cs typeface="Arial"/>
              </a:rPr>
              <a:t>of </a:t>
            </a:r>
            <a:r>
              <a:rPr dirty="0" sz="2600" spc="-50">
                <a:latin typeface="Arial"/>
                <a:cs typeface="Arial"/>
              </a:rPr>
              <a:t>parameters </a:t>
            </a:r>
            <a:r>
              <a:rPr dirty="0" sz="2600" spc="-100">
                <a:latin typeface="Arial"/>
                <a:cs typeface="Arial"/>
              </a:rPr>
              <a:t>are</a:t>
            </a:r>
            <a:r>
              <a:rPr dirty="0" sz="2600" spc="100">
                <a:latin typeface="Arial"/>
                <a:cs typeface="Arial"/>
              </a:rPr>
              <a:t> </a:t>
            </a:r>
            <a:r>
              <a:rPr dirty="0" sz="2600" spc="-55">
                <a:latin typeface="Arial"/>
                <a:cs typeface="Arial"/>
              </a:rPr>
              <a:t>learnt</a:t>
            </a:r>
            <a:endParaRPr sz="2600">
              <a:latin typeface="Arial"/>
              <a:cs typeface="Arial"/>
            </a:endParaRPr>
          </a:p>
          <a:p>
            <a:pPr marL="355600" marR="160020" indent="-342900">
              <a:lnSpc>
                <a:spcPts val="3100"/>
              </a:lnSpc>
              <a:spcBef>
                <a:spcPts val="690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65">
                <a:latin typeface="Arial"/>
                <a:cs typeface="Arial"/>
              </a:rPr>
              <a:t>Deploy </a:t>
            </a:r>
            <a:r>
              <a:rPr dirty="0" sz="2600" spc="-40">
                <a:latin typeface="Arial"/>
                <a:cs typeface="Arial"/>
              </a:rPr>
              <a:t>this strategy </a:t>
            </a:r>
            <a:r>
              <a:rPr dirty="0" sz="2600" spc="15">
                <a:latin typeface="Arial"/>
                <a:cs typeface="Arial"/>
              </a:rPr>
              <a:t>to </a:t>
            </a:r>
            <a:r>
              <a:rPr dirty="0" sz="2600" spc="-55">
                <a:latin typeface="Arial"/>
                <a:cs typeface="Arial"/>
              </a:rPr>
              <a:t>train  </a:t>
            </a:r>
            <a:r>
              <a:rPr dirty="0" sz="2600" spc="-70">
                <a:latin typeface="Arial"/>
                <a:cs typeface="Arial"/>
              </a:rPr>
              <a:t>GNNs </a:t>
            </a:r>
            <a:r>
              <a:rPr dirty="0" sz="2600" spc="-10">
                <a:solidFill>
                  <a:srgbClr val="C00000"/>
                </a:solidFill>
                <a:latin typeface="Arial"/>
                <a:cs typeface="Arial"/>
              </a:rPr>
              <a:t>few-shot </a:t>
            </a:r>
            <a:r>
              <a:rPr dirty="0" sz="2600" spc="-70">
                <a:solidFill>
                  <a:srgbClr val="C00000"/>
                </a:solidFill>
                <a:latin typeface="Arial"/>
                <a:cs typeface="Arial"/>
              </a:rPr>
              <a:t>link</a:t>
            </a:r>
            <a:r>
              <a:rPr dirty="0" sz="2600" spc="6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C00000"/>
                </a:solidFill>
                <a:latin typeface="Arial"/>
                <a:cs typeface="Arial"/>
              </a:rPr>
              <a:t>prediction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94253" y="4303776"/>
            <a:ext cx="2343150" cy="963930"/>
          </a:xfrm>
          <a:prstGeom prst="rect">
            <a:avLst/>
          </a:prstGeom>
          <a:solidFill>
            <a:srgbClr val="C00000"/>
          </a:solidFill>
        </p:spPr>
        <p:txBody>
          <a:bodyPr wrap="square" lIns="0" tIns="64769" rIns="0" bIns="0" rtlCol="0" vert="horz">
            <a:spAutoFit/>
          </a:bodyPr>
          <a:lstStyle/>
          <a:p>
            <a:pPr marL="201295" marR="267335">
              <a:lnSpc>
                <a:spcPts val="1490"/>
              </a:lnSpc>
              <a:spcBef>
                <a:spcPts val="509"/>
              </a:spcBef>
            </a:pP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Extract 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subgraphs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that  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enclose</a:t>
            </a:r>
            <a:r>
              <a:rPr dirty="0" sz="15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labels</a:t>
            </a:r>
            <a:endParaRPr sz="1500">
              <a:latin typeface="Arial"/>
              <a:cs typeface="Arial"/>
            </a:endParaRPr>
          </a:p>
          <a:p>
            <a:pPr marL="201295" marR="426084">
              <a:lnSpc>
                <a:spcPct val="77300"/>
              </a:lnSpc>
              <a:spcBef>
                <a:spcPts val="405"/>
              </a:spcBef>
            </a:pP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Apply 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GNN </a:t>
            </a:r>
            <a:r>
              <a:rPr dirty="0" sz="1500" spc="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each  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subgraph</a:t>
            </a:r>
            <a:r>
              <a:rPr dirty="0" sz="15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Arial"/>
                <a:cs typeface="Arial"/>
              </a:rPr>
              <a:t>individually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416" y="1598676"/>
            <a:ext cx="43980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130">
                <a:latin typeface="Arial"/>
                <a:cs typeface="Arial"/>
              </a:rPr>
              <a:t>Two </a:t>
            </a:r>
            <a:r>
              <a:rPr dirty="0" sz="2600" spc="-45">
                <a:latin typeface="Arial"/>
                <a:cs typeface="Arial"/>
              </a:rPr>
              <a:t>sources </a:t>
            </a:r>
            <a:r>
              <a:rPr dirty="0" sz="2600" spc="-25">
                <a:latin typeface="Arial"/>
                <a:cs typeface="Arial"/>
              </a:rPr>
              <a:t>of </a:t>
            </a:r>
            <a:r>
              <a:rPr dirty="0" sz="2600" spc="-70">
                <a:latin typeface="Arial"/>
                <a:cs typeface="Arial"/>
              </a:rPr>
              <a:t>GNN</a:t>
            </a:r>
            <a:r>
              <a:rPr dirty="0" sz="2600" spc="165">
                <a:latin typeface="Arial"/>
                <a:cs typeface="Arial"/>
              </a:rPr>
              <a:t> </a:t>
            </a:r>
            <a:r>
              <a:rPr dirty="0" sz="2600" spc="-15">
                <a:latin typeface="Arial"/>
                <a:cs typeface="Arial"/>
              </a:rPr>
              <a:t>power: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416" y="2030476"/>
            <a:ext cx="7964805" cy="456882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55650" marR="55880" indent="-285750">
              <a:lnSpc>
                <a:spcPts val="2400"/>
              </a:lnSpc>
              <a:spcBef>
                <a:spcPts val="380"/>
              </a:spcBef>
              <a:buSzPct val="102325"/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baseline="1291" sz="3225" spc="-44">
                <a:solidFill>
                  <a:srgbClr val="C00000"/>
                </a:solidFill>
                <a:latin typeface="Arial"/>
                <a:cs typeface="Arial"/>
              </a:rPr>
              <a:t>Label </a:t>
            </a:r>
            <a:r>
              <a:rPr dirty="0" baseline="1291" sz="3225">
                <a:solidFill>
                  <a:srgbClr val="C00000"/>
                </a:solidFill>
                <a:latin typeface="Arial"/>
                <a:cs typeface="Arial"/>
              </a:rPr>
              <a:t>propagation: </a:t>
            </a:r>
            <a:r>
              <a:rPr dirty="0" sz="2200" spc="-30">
                <a:latin typeface="Arial"/>
                <a:cs typeface="Arial"/>
              </a:rPr>
              <a:t>Nodes </a:t>
            </a:r>
            <a:r>
              <a:rPr dirty="0" sz="2200" spc="-15">
                <a:latin typeface="Arial"/>
                <a:cs typeface="Arial"/>
              </a:rPr>
              <a:t>with </a:t>
            </a:r>
            <a:r>
              <a:rPr dirty="0" sz="2200" spc="-30">
                <a:latin typeface="Arial"/>
                <a:cs typeface="Arial"/>
              </a:rPr>
              <a:t>the </a:t>
            </a:r>
            <a:r>
              <a:rPr dirty="0" sz="2200" spc="-55">
                <a:latin typeface="Arial"/>
                <a:cs typeface="Arial"/>
              </a:rPr>
              <a:t>same </a:t>
            </a:r>
            <a:r>
              <a:rPr dirty="0" sz="2200" spc="-65">
                <a:latin typeface="Arial"/>
                <a:cs typeface="Arial"/>
              </a:rPr>
              <a:t>label </a:t>
            </a:r>
            <a:r>
              <a:rPr dirty="0" sz="2200" spc="-90">
                <a:latin typeface="Arial"/>
                <a:cs typeface="Arial"/>
              </a:rPr>
              <a:t>are </a:t>
            </a:r>
            <a:r>
              <a:rPr dirty="0" sz="2200" spc="-55">
                <a:latin typeface="Arial"/>
                <a:cs typeface="Arial"/>
              </a:rPr>
              <a:t>nearby </a:t>
            </a:r>
            <a:r>
              <a:rPr dirty="0" sz="2200" spc="-65">
                <a:latin typeface="Arial"/>
                <a:cs typeface="Arial"/>
              </a:rPr>
              <a:t>in  </a:t>
            </a:r>
            <a:r>
              <a:rPr dirty="0" sz="2200" spc="-30">
                <a:latin typeface="Arial"/>
                <a:cs typeface="Arial"/>
              </a:rPr>
              <a:t>the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35">
                <a:latin typeface="Arial"/>
                <a:cs typeface="Arial"/>
              </a:rPr>
              <a:t>graph</a:t>
            </a:r>
            <a:endParaRPr sz="2200">
              <a:latin typeface="Arial"/>
              <a:cs typeface="Arial"/>
            </a:endParaRPr>
          </a:p>
          <a:p>
            <a:pPr marL="755650" marR="168910" indent="-285750">
              <a:lnSpc>
                <a:spcPts val="2400"/>
              </a:lnSpc>
              <a:spcBef>
                <a:spcPts val="480"/>
              </a:spcBef>
              <a:buSzPct val="102325"/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baseline="1291" sz="3225" spc="-15">
                <a:solidFill>
                  <a:srgbClr val="C00000"/>
                </a:solidFill>
                <a:latin typeface="Arial"/>
                <a:cs typeface="Arial"/>
              </a:rPr>
              <a:t>Structure </a:t>
            </a:r>
            <a:r>
              <a:rPr dirty="0" baseline="1291" sz="3225" spc="-44">
                <a:solidFill>
                  <a:srgbClr val="C00000"/>
                </a:solidFill>
                <a:latin typeface="Arial"/>
                <a:cs typeface="Arial"/>
              </a:rPr>
              <a:t>similarity: </a:t>
            </a:r>
            <a:r>
              <a:rPr dirty="0" sz="2200" spc="-30">
                <a:latin typeface="Arial"/>
                <a:cs typeface="Arial"/>
              </a:rPr>
              <a:t>Nodes </a:t>
            </a:r>
            <a:r>
              <a:rPr dirty="0" sz="2200" spc="-15">
                <a:latin typeface="Arial"/>
                <a:cs typeface="Arial"/>
              </a:rPr>
              <a:t>with </a:t>
            </a:r>
            <a:r>
              <a:rPr dirty="0" sz="2200" spc="-30">
                <a:latin typeface="Arial"/>
                <a:cs typeface="Arial"/>
              </a:rPr>
              <a:t>the </a:t>
            </a:r>
            <a:r>
              <a:rPr dirty="0" sz="2200" spc="-55">
                <a:latin typeface="Arial"/>
                <a:cs typeface="Arial"/>
              </a:rPr>
              <a:t>same </a:t>
            </a:r>
            <a:r>
              <a:rPr dirty="0" sz="2200" spc="-65">
                <a:latin typeface="Arial"/>
                <a:cs typeface="Arial"/>
              </a:rPr>
              <a:t>label </a:t>
            </a:r>
            <a:r>
              <a:rPr dirty="0" sz="2200" spc="-80">
                <a:latin typeface="Arial"/>
                <a:cs typeface="Arial"/>
              </a:rPr>
              <a:t>have </a:t>
            </a:r>
            <a:r>
              <a:rPr dirty="0" sz="2200" spc="-65">
                <a:latin typeface="Arial"/>
                <a:cs typeface="Arial"/>
              </a:rPr>
              <a:t>similar  </a:t>
            </a:r>
            <a:r>
              <a:rPr dirty="0" sz="2200" spc="-20">
                <a:latin typeface="Arial"/>
                <a:cs typeface="Arial"/>
              </a:rPr>
              <a:t>network </a:t>
            </a:r>
            <a:r>
              <a:rPr dirty="0" sz="2200" spc="-45">
                <a:latin typeface="Arial"/>
                <a:cs typeface="Arial"/>
              </a:rPr>
              <a:t>shapes </a:t>
            </a:r>
            <a:r>
              <a:rPr dirty="0" sz="2200" spc="-65">
                <a:latin typeface="Arial"/>
                <a:cs typeface="Arial"/>
              </a:rPr>
              <a:t>in </a:t>
            </a:r>
            <a:r>
              <a:rPr dirty="0" sz="2200" spc="-45">
                <a:latin typeface="Arial"/>
                <a:cs typeface="Arial"/>
              </a:rPr>
              <a:t>their local</a:t>
            </a:r>
            <a:r>
              <a:rPr dirty="0" sz="2200" spc="200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neighborhoods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dirty="0" sz="2600" spc="-75">
                <a:latin typeface="Arial"/>
                <a:cs typeface="Arial"/>
              </a:rPr>
              <a:t>When labels </a:t>
            </a:r>
            <a:r>
              <a:rPr dirty="0" sz="2600" spc="-100">
                <a:latin typeface="Arial"/>
                <a:cs typeface="Arial"/>
              </a:rPr>
              <a:t>are</a:t>
            </a:r>
            <a:r>
              <a:rPr dirty="0" sz="2600" spc="100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scarce:</a:t>
            </a:r>
            <a:endParaRPr sz="26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275"/>
              </a:spcBef>
              <a:buClr>
                <a:srgbClr val="C00000"/>
              </a:buClr>
              <a:buSzPct val="102325"/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baseline="1291" sz="3225" spc="-44">
                <a:latin typeface="Arial"/>
                <a:cs typeface="Arial"/>
              </a:rPr>
              <a:t>Label </a:t>
            </a:r>
            <a:r>
              <a:rPr dirty="0" baseline="1291" sz="3225">
                <a:latin typeface="Arial"/>
                <a:cs typeface="Arial"/>
              </a:rPr>
              <a:t>propagation </a:t>
            </a:r>
            <a:r>
              <a:rPr dirty="0" sz="2200" spc="-65">
                <a:latin typeface="Arial"/>
                <a:cs typeface="Arial"/>
              </a:rPr>
              <a:t>is </a:t>
            </a:r>
            <a:r>
              <a:rPr dirty="0" sz="2200" spc="-5">
                <a:latin typeface="Arial"/>
                <a:cs typeface="Arial"/>
              </a:rPr>
              <a:t>not</a:t>
            </a:r>
            <a:r>
              <a:rPr dirty="0" sz="2200" spc="155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sufficient</a:t>
            </a:r>
            <a:endParaRPr sz="2200">
              <a:latin typeface="Arial"/>
              <a:cs typeface="Arial"/>
            </a:endParaRPr>
          </a:p>
          <a:p>
            <a:pPr lvl="2" marL="1155700" marR="533400" indent="-228600">
              <a:lnSpc>
                <a:spcPts val="2110"/>
              </a:lnSpc>
              <a:spcBef>
                <a:spcPts val="459"/>
              </a:spcBef>
              <a:buClr>
                <a:srgbClr val="C00000"/>
              </a:buClr>
              <a:buFont typeface="Malgun Gothic"/>
              <a:buChar char="▪"/>
              <a:tabLst>
                <a:tab pos="1155700" algn="l"/>
              </a:tabLst>
            </a:pPr>
            <a:r>
              <a:rPr dirty="0" sz="1900" spc="-55">
                <a:latin typeface="Arial"/>
                <a:cs typeface="Arial"/>
              </a:rPr>
              <a:t>When </a:t>
            </a:r>
            <a:r>
              <a:rPr dirty="0" sz="1900" spc="-50">
                <a:latin typeface="Arial"/>
                <a:cs typeface="Arial"/>
              </a:rPr>
              <a:t>only </a:t>
            </a:r>
            <a:r>
              <a:rPr dirty="0" sz="1900" spc="-75">
                <a:latin typeface="Arial"/>
                <a:cs typeface="Arial"/>
              </a:rPr>
              <a:t>a </a:t>
            </a:r>
            <a:r>
              <a:rPr dirty="0" sz="1900" spc="-40">
                <a:latin typeface="Arial"/>
                <a:cs typeface="Arial"/>
              </a:rPr>
              <a:t>handful </a:t>
            </a:r>
            <a:r>
              <a:rPr dirty="0" sz="1900" spc="-20">
                <a:latin typeface="Arial"/>
                <a:cs typeface="Arial"/>
              </a:rPr>
              <a:t>of </a:t>
            </a:r>
            <a:r>
              <a:rPr dirty="0" sz="1900" spc="-25">
                <a:latin typeface="Arial"/>
                <a:cs typeface="Arial"/>
              </a:rPr>
              <a:t>nodes </a:t>
            </a:r>
            <a:r>
              <a:rPr dirty="0" sz="1900" spc="-75">
                <a:latin typeface="Arial"/>
                <a:cs typeface="Arial"/>
              </a:rPr>
              <a:t>are </a:t>
            </a:r>
            <a:r>
              <a:rPr dirty="0" sz="1900" spc="-40">
                <a:latin typeface="Arial"/>
                <a:cs typeface="Arial"/>
              </a:rPr>
              <a:t>labeled, </a:t>
            </a:r>
            <a:r>
              <a:rPr dirty="0" sz="1900" spc="-25">
                <a:latin typeface="Arial"/>
                <a:cs typeface="Arial"/>
              </a:rPr>
              <a:t>it </a:t>
            </a:r>
            <a:r>
              <a:rPr dirty="0" sz="1900" spc="-60">
                <a:latin typeface="Arial"/>
                <a:cs typeface="Arial"/>
              </a:rPr>
              <a:t>is </a:t>
            </a:r>
            <a:r>
              <a:rPr dirty="0" sz="1900" spc="-45">
                <a:latin typeface="Arial"/>
                <a:cs typeface="Arial"/>
              </a:rPr>
              <a:t>challenging </a:t>
            </a:r>
            <a:r>
              <a:rPr dirty="0" sz="1900" spc="-185">
                <a:latin typeface="Arial"/>
                <a:cs typeface="Arial"/>
              </a:rPr>
              <a:t>to  </a:t>
            </a:r>
            <a:r>
              <a:rPr dirty="0" sz="1900" spc="-50">
                <a:latin typeface="Arial"/>
                <a:cs typeface="Arial"/>
              </a:rPr>
              <a:t>efficiently </a:t>
            </a:r>
            <a:r>
              <a:rPr dirty="0" sz="1900" spc="-25">
                <a:latin typeface="Arial"/>
                <a:cs typeface="Arial"/>
              </a:rPr>
              <a:t>propagate </a:t>
            </a:r>
            <a:r>
              <a:rPr dirty="0" sz="1900" spc="-50">
                <a:latin typeface="Arial"/>
                <a:cs typeface="Arial"/>
              </a:rPr>
              <a:t>labels </a:t>
            </a:r>
            <a:r>
              <a:rPr dirty="0" sz="1900" spc="-25">
                <a:latin typeface="Arial"/>
                <a:cs typeface="Arial"/>
              </a:rPr>
              <a:t>through </a:t>
            </a:r>
            <a:r>
              <a:rPr dirty="0" sz="1900" spc="-30">
                <a:latin typeface="Arial"/>
                <a:cs typeface="Arial"/>
              </a:rPr>
              <a:t>the </a:t>
            </a:r>
            <a:r>
              <a:rPr dirty="0" sz="1900" spc="-50">
                <a:latin typeface="Arial"/>
                <a:cs typeface="Arial"/>
              </a:rPr>
              <a:t>entire</a:t>
            </a:r>
            <a:r>
              <a:rPr dirty="0" sz="1900" spc="204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graph</a:t>
            </a:r>
            <a:endParaRPr sz="1900">
              <a:latin typeface="Arial"/>
              <a:cs typeface="Arial"/>
            </a:endParaRPr>
          </a:p>
          <a:p>
            <a:pPr lvl="2" marL="1155700" indent="-228600">
              <a:lnSpc>
                <a:spcPct val="100000"/>
              </a:lnSpc>
              <a:spcBef>
                <a:spcPts val="170"/>
              </a:spcBef>
              <a:buClr>
                <a:srgbClr val="C00000"/>
              </a:buClr>
              <a:buFont typeface="Malgun Gothic"/>
              <a:buChar char="▪"/>
              <a:tabLst>
                <a:tab pos="1155700" algn="l"/>
              </a:tabLst>
            </a:pPr>
            <a:r>
              <a:rPr dirty="0" sz="1900" spc="-45">
                <a:latin typeface="Arial"/>
                <a:cs typeface="Arial"/>
              </a:rPr>
              <a:t>Graph-level </a:t>
            </a:r>
            <a:r>
              <a:rPr dirty="0" sz="1900" spc="-25">
                <a:latin typeface="Arial"/>
                <a:cs typeface="Arial"/>
              </a:rPr>
              <a:t>embeddings </a:t>
            </a:r>
            <a:r>
              <a:rPr dirty="0" sz="1900" spc="-15">
                <a:latin typeface="Arial"/>
                <a:cs typeface="Arial"/>
              </a:rPr>
              <a:t>cannot </a:t>
            </a:r>
            <a:r>
              <a:rPr dirty="0" sz="1900" spc="-25">
                <a:latin typeface="Arial"/>
                <a:cs typeface="Arial"/>
              </a:rPr>
              <a:t>capture structure </a:t>
            </a:r>
            <a:r>
              <a:rPr dirty="0" sz="1900" spc="-20">
                <a:latin typeface="Arial"/>
                <a:cs typeface="Arial"/>
              </a:rPr>
              <a:t>of </a:t>
            </a:r>
            <a:r>
              <a:rPr dirty="0" sz="1900" spc="-55" u="sng">
                <a:latin typeface="Arial"/>
                <a:cs typeface="Arial"/>
              </a:rPr>
              <a:t>large</a:t>
            </a:r>
            <a:r>
              <a:rPr dirty="0" sz="1900" spc="250" u="sng">
                <a:latin typeface="Arial"/>
                <a:cs typeface="Arial"/>
              </a:rPr>
              <a:t> </a:t>
            </a:r>
            <a:r>
              <a:rPr dirty="0" sz="1900" spc="-75" u="sng">
                <a:latin typeface="Arial"/>
                <a:cs typeface="Arial"/>
              </a:rPr>
              <a:t>graphs</a:t>
            </a:r>
            <a:endParaRPr sz="1900">
              <a:latin typeface="Arial"/>
              <a:cs typeface="Arial"/>
            </a:endParaRPr>
          </a:p>
          <a:p>
            <a:pPr lvl="1" marL="755650" indent="-285750">
              <a:lnSpc>
                <a:spcPct val="100000"/>
              </a:lnSpc>
              <a:spcBef>
                <a:spcPts val="225"/>
              </a:spcBef>
              <a:buClr>
                <a:srgbClr val="C00000"/>
              </a:buClr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dirty="0" sz="2200" spc="-50">
                <a:latin typeface="Arial"/>
                <a:cs typeface="Arial"/>
              </a:rPr>
              <a:t>Need </a:t>
            </a:r>
            <a:r>
              <a:rPr dirty="0" sz="2200" spc="10">
                <a:latin typeface="Arial"/>
                <a:cs typeface="Arial"/>
              </a:rPr>
              <a:t>to </a:t>
            </a:r>
            <a:r>
              <a:rPr dirty="0" sz="2200" spc="-20">
                <a:latin typeface="Arial"/>
                <a:cs typeface="Arial"/>
              </a:rPr>
              <a:t>better </a:t>
            </a:r>
            <a:r>
              <a:rPr dirty="0" sz="2200" spc="-75">
                <a:latin typeface="Arial"/>
                <a:cs typeface="Arial"/>
              </a:rPr>
              <a:t>leverage </a:t>
            </a:r>
            <a:r>
              <a:rPr dirty="0" baseline="1291" sz="3225" spc="-15">
                <a:latin typeface="Arial"/>
                <a:cs typeface="Arial"/>
              </a:rPr>
              <a:t>structural</a:t>
            </a:r>
            <a:r>
              <a:rPr dirty="0" baseline="1291" sz="3225" spc="352">
                <a:latin typeface="Arial"/>
                <a:cs typeface="Arial"/>
              </a:rPr>
              <a:t> </a:t>
            </a:r>
            <a:r>
              <a:rPr dirty="0" baseline="1291" sz="3225" spc="-44">
                <a:latin typeface="Arial"/>
                <a:cs typeface="Arial"/>
              </a:rPr>
              <a:t>equivalence</a:t>
            </a:r>
            <a:endParaRPr baseline="1291" sz="3225">
              <a:latin typeface="Arial"/>
              <a:cs typeface="Arial"/>
            </a:endParaRPr>
          </a:p>
          <a:p>
            <a:pPr lvl="2" marL="1155700" indent="-228600">
              <a:lnSpc>
                <a:spcPct val="100000"/>
              </a:lnSpc>
              <a:spcBef>
                <a:spcPts val="250"/>
              </a:spcBef>
              <a:buClr>
                <a:srgbClr val="C00000"/>
              </a:buClr>
              <a:buFont typeface="Malgun Gothic"/>
              <a:buChar char="▪"/>
              <a:tabLst>
                <a:tab pos="1155700" algn="l"/>
              </a:tabLst>
            </a:pPr>
            <a:r>
              <a:rPr dirty="0" sz="1900" spc="-30">
                <a:latin typeface="Arial"/>
                <a:cs typeface="Arial"/>
              </a:rPr>
              <a:t>Local </a:t>
            </a:r>
            <a:r>
              <a:rPr dirty="0" sz="1900" spc="-25">
                <a:latin typeface="Arial"/>
                <a:cs typeface="Arial"/>
              </a:rPr>
              <a:t>subgraphs capture structural</a:t>
            </a:r>
            <a:r>
              <a:rPr dirty="0" sz="1900" spc="114">
                <a:latin typeface="Arial"/>
                <a:cs typeface="Arial"/>
              </a:rPr>
              <a:t> </a:t>
            </a:r>
            <a:r>
              <a:rPr dirty="0" sz="1900" spc="-35">
                <a:latin typeface="Arial"/>
                <a:cs typeface="Arial"/>
              </a:rPr>
              <a:t>information</a:t>
            </a:r>
            <a:endParaRPr sz="1900">
              <a:latin typeface="Arial"/>
              <a:cs typeface="Arial"/>
            </a:endParaRPr>
          </a:p>
          <a:p>
            <a:pPr lvl="2" marL="1155700" marR="238760" indent="-228600">
              <a:lnSpc>
                <a:spcPct val="90000"/>
              </a:lnSpc>
              <a:spcBef>
                <a:spcPts val="440"/>
              </a:spcBef>
              <a:buClr>
                <a:srgbClr val="C00000"/>
              </a:buClr>
              <a:buFont typeface="Malgun Gothic"/>
              <a:buChar char="▪"/>
              <a:tabLst>
                <a:tab pos="1155700" algn="l"/>
              </a:tabLst>
            </a:pPr>
            <a:r>
              <a:rPr dirty="0" sz="1900" spc="-25">
                <a:latin typeface="Arial"/>
                <a:cs typeface="Arial"/>
              </a:rPr>
              <a:t>G-Meta </a:t>
            </a:r>
            <a:r>
              <a:rPr dirty="0" sz="1900" spc="-50">
                <a:latin typeface="Arial"/>
                <a:cs typeface="Arial"/>
              </a:rPr>
              <a:t>learns </a:t>
            </a:r>
            <a:r>
              <a:rPr dirty="0" sz="1900" spc="-75">
                <a:latin typeface="Arial"/>
                <a:cs typeface="Arial"/>
              </a:rPr>
              <a:t>a </a:t>
            </a:r>
            <a:r>
              <a:rPr dirty="0" sz="1900" spc="-20">
                <a:latin typeface="Arial"/>
                <a:cs typeface="Arial"/>
              </a:rPr>
              <a:t>metric </a:t>
            </a:r>
            <a:r>
              <a:rPr dirty="0" sz="1900" spc="10">
                <a:latin typeface="Arial"/>
                <a:cs typeface="Arial"/>
              </a:rPr>
              <a:t>to </a:t>
            </a:r>
            <a:r>
              <a:rPr dirty="0" sz="1900" spc="-50">
                <a:latin typeface="Arial"/>
                <a:cs typeface="Arial"/>
              </a:rPr>
              <a:t>classify </a:t>
            </a:r>
            <a:r>
              <a:rPr dirty="0" sz="1900" spc="-40">
                <a:latin typeface="Arial"/>
                <a:cs typeface="Arial"/>
              </a:rPr>
              <a:t>query </a:t>
            </a:r>
            <a:r>
              <a:rPr dirty="0" sz="1900" spc="-25">
                <a:latin typeface="Arial"/>
                <a:cs typeface="Arial"/>
              </a:rPr>
              <a:t>subgraph </a:t>
            </a:r>
            <a:r>
              <a:rPr dirty="0" sz="1900" spc="-40">
                <a:latin typeface="Arial"/>
                <a:cs typeface="Arial"/>
              </a:rPr>
              <a:t>using </a:t>
            </a:r>
            <a:r>
              <a:rPr dirty="0" sz="1900" spc="-25">
                <a:latin typeface="Arial"/>
                <a:cs typeface="Arial"/>
              </a:rPr>
              <a:t>the  closest </a:t>
            </a:r>
            <a:r>
              <a:rPr dirty="0" sz="1900" spc="-10">
                <a:latin typeface="Arial"/>
                <a:cs typeface="Arial"/>
              </a:rPr>
              <a:t>point </a:t>
            </a:r>
            <a:r>
              <a:rPr dirty="0" sz="1900" spc="-30">
                <a:latin typeface="Arial"/>
                <a:cs typeface="Arial"/>
              </a:rPr>
              <a:t>from the </a:t>
            </a:r>
            <a:r>
              <a:rPr dirty="0" sz="1900" spc="-5">
                <a:latin typeface="Arial"/>
                <a:cs typeface="Arial"/>
              </a:rPr>
              <a:t>support </a:t>
            </a:r>
            <a:r>
              <a:rPr dirty="0" sz="1900" spc="-30">
                <a:latin typeface="Arial"/>
                <a:cs typeface="Arial"/>
              </a:rPr>
              <a:t>set </a:t>
            </a:r>
            <a:r>
              <a:rPr dirty="0" sz="1900" spc="-50">
                <a:latin typeface="Arial"/>
                <a:cs typeface="Arial"/>
              </a:rPr>
              <a:t>[It </a:t>
            </a:r>
            <a:r>
              <a:rPr dirty="0" sz="1900" spc="-25">
                <a:latin typeface="Arial"/>
                <a:cs typeface="Arial"/>
              </a:rPr>
              <a:t>compares </a:t>
            </a:r>
            <a:r>
              <a:rPr dirty="0" sz="1900" spc="-40">
                <a:latin typeface="Arial"/>
                <a:cs typeface="Arial"/>
              </a:rPr>
              <a:t>query </a:t>
            </a:r>
            <a:r>
              <a:rPr dirty="0" sz="1900" spc="-25">
                <a:latin typeface="Arial"/>
                <a:cs typeface="Arial"/>
              </a:rPr>
              <a:t>subgraph  </a:t>
            </a:r>
            <a:r>
              <a:rPr dirty="0" sz="1900" spc="-20">
                <a:latin typeface="Arial"/>
                <a:cs typeface="Arial"/>
              </a:rPr>
              <a:t>embedding </a:t>
            </a:r>
            <a:r>
              <a:rPr dirty="0" sz="1900" spc="5">
                <a:latin typeface="Arial"/>
                <a:cs typeface="Arial"/>
              </a:rPr>
              <a:t>to </a:t>
            </a:r>
            <a:r>
              <a:rPr dirty="0" sz="1900" spc="-30">
                <a:latin typeface="Arial"/>
                <a:cs typeface="Arial"/>
              </a:rPr>
              <a:t>the </a:t>
            </a:r>
            <a:r>
              <a:rPr dirty="0" sz="1900" spc="-5">
                <a:latin typeface="Arial"/>
                <a:cs typeface="Arial"/>
              </a:rPr>
              <a:t>support </a:t>
            </a:r>
            <a:r>
              <a:rPr dirty="0" sz="1900" spc="-25">
                <a:latin typeface="Arial"/>
                <a:cs typeface="Arial"/>
              </a:rPr>
              <a:t>subgraph</a:t>
            </a:r>
            <a:r>
              <a:rPr dirty="0" sz="1900" spc="80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embedding]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3718" y="375411"/>
            <a:ext cx="805751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00"/>
              <a:t>What </a:t>
            </a:r>
            <a:r>
              <a:rPr dirty="0" sz="4600" spc="-130"/>
              <a:t>is </a:t>
            </a:r>
            <a:r>
              <a:rPr dirty="0" sz="4600" spc="-70"/>
              <a:t>the </a:t>
            </a:r>
            <a:r>
              <a:rPr dirty="0" sz="4600" spc="-165"/>
              <a:t>value </a:t>
            </a:r>
            <a:r>
              <a:rPr dirty="0" sz="4600" spc="-60"/>
              <a:t>of</a:t>
            </a:r>
            <a:r>
              <a:rPr dirty="0" sz="4600" spc="335"/>
              <a:t> </a:t>
            </a:r>
            <a:r>
              <a:rPr dirty="0" sz="4600" spc="-70"/>
              <a:t>subgraphs?</a:t>
            </a:r>
            <a:endParaRPr sz="4600"/>
          </a:p>
        </p:txBody>
      </p:sp>
      <p:sp>
        <p:nvSpPr>
          <p:cNvPr id="5" name="object 5"/>
          <p:cNvSpPr/>
          <p:nvPr/>
        </p:nvSpPr>
        <p:spPr>
          <a:xfrm>
            <a:off x="6145752" y="1066800"/>
            <a:ext cx="1196321" cy="781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83176" y="1656947"/>
            <a:ext cx="248285" cy="203200"/>
          </a:xfrm>
          <a:custGeom>
            <a:avLst/>
            <a:gdLst/>
            <a:ahLst/>
            <a:cxnLst/>
            <a:rect l="l" t="t" r="r" b="b"/>
            <a:pathLst>
              <a:path w="248284" h="203200">
                <a:moveTo>
                  <a:pt x="75864" y="42396"/>
                </a:moveTo>
                <a:lnTo>
                  <a:pt x="58013" y="64709"/>
                </a:lnTo>
                <a:lnTo>
                  <a:pt x="230338" y="202575"/>
                </a:lnTo>
                <a:lnTo>
                  <a:pt x="248189" y="180262"/>
                </a:lnTo>
                <a:lnTo>
                  <a:pt x="75864" y="42396"/>
                </a:lnTo>
                <a:close/>
              </a:path>
              <a:path w="248284" h="203200">
                <a:moveTo>
                  <a:pt x="0" y="0"/>
                </a:moveTo>
                <a:lnTo>
                  <a:pt x="40162" y="87022"/>
                </a:lnTo>
                <a:lnTo>
                  <a:pt x="58013" y="64709"/>
                </a:lnTo>
                <a:lnTo>
                  <a:pt x="46856" y="55783"/>
                </a:lnTo>
                <a:lnTo>
                  <a:pt x="64707" y="33470"/>
                </a:lnTo>
                <a:lnTo>
                  <a:pt x="83005" y="33470"/>
                </a:lnTo>
                <a:lnTo>
                  <a:pt x="93715" y="20083"/>
                </a:lnTo>
                <a:lnTo>
                  <a:pt x="0" y="0"/>
                </a:lnTo>
                <a:close/>
              </a:path>
              <a:path w="248284" h="203200">
                <a:moveTo>
                  <a:pt x="64707" y="33470"/>
                </a:moveTo>
                <a:lnTo>
                  <a:pt x="46856" y="55783"/>
                </a:lnTo>
                <a:lnTo>
                  <a:pt x="58013" y="64709"/>
                </a:lnTo>
                <a:lnTo>
                  <a:pt x="75864" y="42396"/>
                </a:lnTo>
                <a:lnTo>
                  <a:pt x="64707" y="33470"/>
                </a:lnTo>
                <a:close/>
              </a:path>
              <a:path w="248284" h="203200">
                <a:moveTo>
                  <a:pt x="83005" y="33470"/>
                </a:moveTo>
                <a:lnTo>
                  <a:pt x="64707" y="33470"/>
                </a:lnTo>
                <a:lnTo>
                  <a:pt x="75864" y="42396"/>
                </a:lnTo>
                <a:lnTo>
                  <a:pt x="83005" y="33470"/>
                </a:lnTo>
                <a:close/>
              </a:path>
            </a:pathLst>
          </a:custGeom>
          <a:solidFill>
            <a:srgbClr val="BE4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93891" y="1752092"/>
            <a:ext cx="1220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"/>
                <a:cs typeface="Arial"/>
              </a:rPr>
              <a:t>Support</a:t>
            </a:r>
            <a:r>
              <a:rPr dirty="0" sz="1200" spc="-80">
                <a:latin typeface="Arial"/>
                <a:cs typeface="Arial"/>
              </a:rPr>
              <a:t> </a:t>
            </a:r>
            <a:r>
              <a:rPr dirty="0" sz="1200" spc="-15">
                <a:latin typeface="Arial"/>
                <a:cs typeface="Arial"/>
              </a:rPr>
              <a:t>subgraph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3891" y="1931923"/>
            <a:ext cx="768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Arial"/>
                <a:cs typeface="Arial"/>
              </a:rPr>
              <a:t>embedding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25522" y="1404585"/>
            <a:ext cx="156210" cy="83820"/>
          </a:xfrm>
          <a:custGeom>
            <a:avLst/>
            <a:gdLst/>
            <a:ahLst/>
            <a:cxnLst/>
            <a:rect l="l" t="t" r="r" b="b"/>
            <a:pathLst>
              <a:path w="156209" h="83819">
                <a:moveTo>
                  <a:pt x="61440" y="4955"/>
                </a:moveTo>
                <a:lnTo>
                  <a:pt x="0" y="78515"/>
                </a:lnTo>
                <a:lnTo>
                  <a:pt x="95712" y="83531"/>
                </a:lnTo>
                <a:lnTo>
                  <a:pt x="86779" y="63051"/>
                </a:lnTo>
                <a:lnTo>
                  <a:pt x="71192" y="63051"/>
                </a:lnTo>
                <a:lnTo>
                  <a:pt x="59768" y="36859"/>
                </a:lnTo>
                <a:lnTo>
                  <a:pt x="72864" y="31147"/>
                </a:lnTo>
                <a:lnTo>
                  <a:pt x="61440" y="4955"/>
                </a:lnTo>
                <a:close/>
              </a:path>
              <a:path w="156209" h="83819">
                <a:moveTo>
                  <a:pt x="72864" y="31147"/>
                </a:moveTo>
                <a:lnTo>
                  <a:pt x="59768" y="36859"/>
                </a:lnTo>
                <a:lnTo>
                  <a:pt x="71192" y="63051"/>
                </a:lnTo>
                <a:lnTo>
                  <a:pt x="84288" y="57339"/>
                </a:lnTo>
                <a:lnTo>
                  <a:pt x="72864" y="31147"/>
                </a:lnTo>
                <a:close/>
              </a:path>
              <a:path w="156209" h="83819">
                <a:moveTo>
                  <a:pt x="84288" y="57339"/>
                </a:moveTo>
                <a:lnTo>
                  <a:pt x="71192" y="63051"/>
                </a:lnTo>
                <a:lnTo>
                  <a:pt x="86779" y="63051"/>
                </a:lnTo>
                <a:lnTo>
                  <a:pt x="84288" y="57339"/>
                </a:lnTo>
                <a:close/>
              </a:path>
              <a:path w="156209" h="83819">
                <a:moveTo>
                  <a:pt x="144275" y="0"/>
                </a:moveTo>
                <a:lnTo>
                  <a:pt x="72864" y="31147"/>
                </a:lnTo>
                <a:lnTo>
                  <a:pt x="84288" y="57339"/>
                </a:lnTo>
                <a:lnTo>
                  <a:pt x="155699" y="26192"/>
                </a:lnTo>
                <a:lnTo>
                  <a:pt x="144275" y="0"/>
                </a:lnTo>
                <a:close/>
              </a:path>
            </a:pathLst>
          </a:custGeom>
          <a:solidFill>
            <a:srgbClr val="BE4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33571" y="1218691"/>
            <a:ext cx="1083945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dirty="0" sz="1200" spc="-40">
                <a:latin typeface="Arial"/>
                <a:cs typeface="Arial"/>
              </a:rPr>
              <a:t>Query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 spc="-15">
                <a:latin typeface="Arial"/>
                <a:cs typeface="Arial"/>
              </a:rPr>
              <a:t>subgraph  embedding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9603" y="6624777"/>
            <a:ext cx="3804920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48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344" y="1371600"/>
            <a:ext cx="8692055" cy="963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3344" y="2472560"/>
            <a:ext cx="8692055" cy="11989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0207" y="500379"/>
            <a:ext cx="836549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20"/>
              <a:t>Theoretical </a:t>
            </a:r>
            <a:r>
              <a:rPr dirty="0" sz="4600" spc="-75"/>
              <a:t>Motivation </a:t>
            </a:r>
            <a:r>
              <a:rPr dirty="0" sz="4600" spc="-65"/>
              <a:t>for</a:t>
            </a:r>
            <a:r>
              <a:rPr dirty="0" sz="4600" spc="85"/>
              <a:t> </a:t>
            </a:r>
            <a:r>
              <a:rPr dirty="0" sz="4600" spc="-65"/>
              <a:t>G-Meta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258847" y="4114800"/>
            <a:ext cx="4747260" cy="243205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76835" marR="357505">
              <a:lnSpc>
                <a:spcPct val="99400"/>
              </a:lnSpc>
              <a:spcBef>
                <a:spcPts val="260"/>
              </a:spcBef>
            </a:pPr>
            <a:r>
              <a:rPr dirty="0" sz="1800" spc="-75">
                <a:latin typeface="Arial"/>
                <a:cs typeface="Arial"/>
              </a:rPr>
              <a:t>The </a:t>
            </a:r>
            <a:r>
              <a:rPr dirty="0" sz="1800" spc="-45">
                <a:latin typeface="Arial"/>
                <a:cs typeface="Arial"/>
              </a:rPr>
              <a:t>influence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70">
                <a:latin typeface="Arial"/>
                <a:cs typeface="Arial"/>
              </a:rPr>
              <a:t>a </a:t>
            </a:r>
            <a:r>
              <a:rPr dirty="0" sz="1800" spc="-20">
                <a:latin typeface="Arial"/>
                <a:cs typeface="Arial"/>
              </a:rPr>
              <a:t>node on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 spc="-20">
                <a:latin typeface="Arial"/>
                <a:cs typeface="Arial"/>
              </a:rPr>
              <a:t>target node  </a:t>
            </a:r>
            <a:r>
              <a:rPr dirty="0" sz="1800" spc="-30">
                <a:latin typeface="Arial"/>
                <a:cs typeface="Arial"/>
              </a:rPr>
              <a:t>decays </a:t>
            </a:r>
            <a:r>
              <a:rPr dirty="0" sz="1800" spc="-45">
                <a:latin typeface="Arial"/>
                <a:cs typeface="Arial"/>
              </a:rPr>
              <a:t>exponentially </a:t>
            </a:r>
            <a:r>
              <a:rPr dirty="0" sz="1800" spc="-55">
                <a:latin typeface="Arial"/>
                <a:cs typeface="Arial"/>
              </a:rPr>
              <a:t>as </a:t>
            </a:r>
            <a:r>
              <a:rPr dirty="0" sz="1800" spc="-20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go </a:t>
            </a:r>
            <a:r>
              <a:rPr dirty="0" sz="1800" spc="-35">
                <a:latin typeface="Arial"/>
                <a:cs typeface="Arial"/>
              </a:rPr>
              <a:t>further </a:t>
            </a:r>
            <a:r>
              <a:rPr dirty="0" sz="1800" spc="-45">
                <a:latin typeface="Arial"/>
                <a:cs typeface="Arial"/>
              </a:rPr>
              <a:t>away  </a:t>
            </a:r>
            <a:r>
              <a:rPr dirty="0" sz="1800" spc="-30">
                <a:latin typeface="Arial"/>
                <a:cs typeface="Arial"/>
              </a:rPr>
              <a:t>from </a:t>
            </a:r>
            <a:r>
              <a:rPr dirty="0" sz="1800" spc="-25">
                <a:latin typeface="Arial"/>
                <a:cs typeface="Arial"/>
              </a:rPr>
              <a:t>the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target</a:t>
            </a:r>
            <a:endParaRPr sz="1800">
              <a:latin typeface="Arial"/>
              <a:cs typeface="Arial"/>
            </a:endParaRPr>
          </a:p>
          <a:p>
            <a:pPr marL="76835">
              <a:lnSpc>
                <a:spcPct val="100000"/>
              </a:lnSpc>
              <a:spcBef>
                <a:spcPts val="935"/>
              </a:spcBef>
            </a:pPr>
            <a:r>
              <a:rPr dirty="0" sz="1750" spc="-30">
                <a:latin typeface="Arial"/>
                <a:cs typeface="Arial"/>
              </a:rPr>
              <a:t>TL;DR</a:t>
            </a:r>
            <a:r>
              <a:rPr dirty="0" sz="1800" spc="-3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362585" marR="645795" indent="-285750">
              <a:lnSpc>
                <a:spcPts val="2090"/>
              </a:lnSpc>
              <a:spcBef>
                <a:spcPts val="175"/>
              </a:spcBef>
              <a:buFont typeface="Malgun Gothic"/>
              <a:buChar char="▪"/>
              <a:tabLst>
                <a:tab pos="362585" algn="l"/>
                <a:tab pos="363220" algn="l"/>
              </a:tabLst>
            </a:pPr>
            <a:r>
              <a:rPr dirty="0" sz="1800" spc="-30">
                <a:solidFill>
                  <a:srgbClr val="C00000"/>
                </a:solidFill>
                <a:latin typeface="Arial"/>
                <a:cs typeface="Arial"/>
              </a:rPr>
              <a:t>Local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subgraphs </a:t>
            </a:r>
            <a:r>
              <a:rPr dirty="0" sz="1800" spc="-35">
                <a:solidFill>
                  <a:srgbClr val="C00000"/>
                </a:solidFill>
                <a:latin typeface="Arial"/>
                <a:cs typeface="Arial"/>
              </a:rPr>
              <a:t>around </a:t>
            </a:r>
            <a:r>
              <a:rPr dirty="0" sz="1800" spc="-20">
                <a:solidFill>
                  <a:srgbClr val="C00000"/>
                </a:solidFill>
                <a:latin typeface="Arial"/>
                <a:cs typeface="Arial"/>
              </a:rPr>
              <a:t>target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nodes  contain </a:t>
            </a:r>
            <a:r>
              <a:rPr dirty="0" sz="1800" spc="-70">
                <a:solidFill>
                  <a:srgbClr val="C00000"/>
                </a:solidFill>
                <a:latin typeface="Arial"/>
                <a:cs typeface="Arial"/>
              </a:rPr>
              <a:t>all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55">
                <a:solidFill>
                  <a:srgbClr val="C00000"/>
                </a:solidFill>
                <a:latin typeface="Arial"/>
                <a:cs typeface="Arial"/>
              </a:rPr>
              <a:t>relevant</a:t>
            </a:r>
            <a:r>
              <a:rPr dirty="0" sz="1800" spc="1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C00000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marL="362585" marR="332740" indent="-285750">
              <a:lnSpc>
                <a:spcPts val="2210"/>
              </a:lnSpc>
              <a:spcBef>
                <a:spcPts val="20"/>
              </a:spcBef>
              <a:buFont typeface="Malgun Gothic"/>
              <a:buChar char="▪"/>
              <a:tabLst>
                <a:tab pos="362585" algn="l"/>
                <a:tab pos="363220" algn="l"/>
              </a:tabLst>
            </a:pPr>
            <a:r>
              <a:rPr dirty="0" sz="1800" spc="-30">
                <a:solidFill>
                  <a:srgbClr val="C00000"/>
                </a:solidFill>
                <a:latin typeface="Arial"/>
                <a:cs typeface="Arial"/>
              </a:rPr>
              <a:t>Local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subgraphs </a:t>
            </a:r>
            <a:r>
              <a:rPr dirty="0" sz="1800" spc="-50">
                <a:solidFill>
                  <a:srgbClr val="C00000"/>
                </a:solidFill>
                <a:latin typeface="Arial"/>
                <a:cs typeface="Arial"/>
              </a:rPr>
              <a:t>preserve </a:t>
            </a:r>
            <a:r>
              <a:rPr dirty="0" sz="1800" spc="-55">
                <a:solidFill>
                  <a:srgbClr val="C00000"/>
                </a:solidFill>
                <a:latin typeface="Arial"/>
                <a:cs typeface="Arial"/>
              </a:rPr>
              <a:t>near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45">
                <a:solidFill>
                  <a:srgbClr val="C00000"/>
                </a:solidFill>
                <a:latin typeface="Arial"/>
                <a:cs typeface="Arial"/>
              </a:rPr>
              <a:t>same  </a:t>
            </a:r>
            <a:r>
              <a:rPr dirty="0" sz="1800" spc="-50">
                <a:solidFill>
                  <a:srgbClr val="C00000"/>
                </a:solidFill>
                <a:latin typeface="Arial"/>
                <a:cs typeface="Arial"/>
              </a:rPr>
              <a:t>feature </a:t>
            </a:r>
            <a:r>
              <a:rPr dirty="0" sz="1800" spc="-35">
                <a:solidFill>
                  <a:srgbClr val="C00000"/>
                </a:solidFill>
                <a:latin typeface="Arial"/>
                <a:cs typeface="Arial"/>
              </a:rPr>
              <a:t>information </a:t>
            </a:r>
            <a:r>
              <a:rPr dirty="0" sz="1800" spc="-55">
                <a:solidFill>
                  <a:srgbClr val="C00000"/>
                </a:solidFill>
                <a:latin typeface="Arial"/>
                <a:cs typeface="Arial"/>
              </a:rPr>
              <a:t>as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50">
                <a:solidFill>
                  <a:srgbClr val="C00000"/>
                </a:solidFill>
                <a:latin typeface="Arial"/>
                <a:cs typeface="Arial"/>
              </a:rPr>
              <a:t>entire</a:t>
            </a:r>
            <a:r>
              <a:rPr dirty="0" sz="1800" spc="2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C00000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42836" y="438793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3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2" y="109586"/>
                </a:lnTo>
                <a:lnTo>
                  <a:pt x="137119" y="85006"/>
                </a:lnTo>
                <a:lnTo>
                  <a:pt x="137785" y="58124"/>
                </a:lnTo>
                <a:lnTo>
                  <a:pt x="127775" y="32050"/>
                </a:lnTo>
                <a:lnTo>
                  <a:pt x="108510" y="11830"/>
                </a:lnTo>
                <a:lnTo>
                  <a:pt x="83938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42836" y="438793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97706" y="4453479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79686" y="438419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6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79686" y="438419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15000" y="4455828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10286" y="438419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6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3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8" y="128752"/>
                </a:lnTo>
                <a:lnTo>
                  <a:pt x="126462" y="109586"/>
                </a:lnTo>
                <a:lnTo>
                  <a:pt x="137120" y="85006"/>
                </a:lnTo>
                <a:lnTo>
                  <a:pt x="137785" y="58124"/>
                </a:lnTo>
                <a:lnTo>
                  <a:pt x="127775" y="32050"/>
                </a:lnTo>
                <a:lnTo>
                  <a:pt x="108511" y="11830"/>
                </a:lnTo>
                <a:lnTo>
                  <a:pt x="83939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10286" y="438419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65156" y="4466368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47136" y="439708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3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47136" y="439708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82449" y="4468717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77738" y="439708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3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77737" y="439708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38853" y="4466367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20833" y="4397080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6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20833" y="4397080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56146" y="4468715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51434" y="439708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3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2" y="109585"/>
                </a:lnTo>
                <a:lnTo>
                  <a:pt x="137119" y="85005"/>
                </a:lnTo>
                <a:lnTo>
                  <a:pt x="137785" y="58123"/>
                </a:lnTo>
                <a:lnTo>
                  <a:pt x="127775" y="32050"/>
                </a:lnTo>
                <a:lnTo>
                  <a:pt x="108510" y="11830"/>
                </a:lnTo>
                <a:lnTo>
                  <a:pt x="83938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51434" y="439708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249078" y="4522723"/>
            <a:ext cx="131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3033" y="4522723"/>
            <a:ext cx="148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53247" y="4304763"/>
            <a:ext cx="141859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10">
                <a:latin typeface="Arial"/>
                <a:cs typeface="Arial"/>
              </a:rPr>
              <a:t>High</a:t>
            </a:r>
            <a:r>
              <a:rPr dirty="0" sz="1750" spc="-85">
                <a:latin typeface="Arial"/>
                <a:cs typeface="Arial"/>
              </a:rPr>
              <a:t> </a:t>
            </a:r>
            <a:r>
              <a:rPr dirty="0" sz="1750" spc="-25">
                <a:latin typeface="Arial"/>
                <a:cs typeface="Arial"/>
              </a:rPr>
              <a:t>Influence</a:t>
            </a:r>
            <a:endParaRPr sz="17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42836" y="548539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2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2" y="109585"/>
                </a:lnTo>
                <a:lnTo>
                  <a:pt x="137119" y="85006"/>
                </a:lnTo>
                <a:lnTo>
                  <a:pt x="137785" y="58124"/>
                </a:lnTo>
                <a:lnTo>
                  <a:pt x="127775" y="32051"/>
                </a:lnTo>
                <a:lnTo>
                  <a:pt x="108510" y="11830"/>
                </a:lnTo>
                <a:lnTo>
                  <a:pt x="83938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242836" y="548539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397706" y="5550941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79686" y="548165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2"/>
                </a:lnTo>
                <a:lnTo>
                  <a:pt x="53846" y="137664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579686" y="548165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715000" y="5553289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10286" y="5481655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6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2"/>
                </a:lnTo>
                <a:lnTo>
                  <a:pt x="53847" y="137664"/>
                </a:lnTo>
                <a:lnTo>
                  <a:pt x="80622" y="138573"/>
                </a:lnTo>
                <a:lnTo>
                  <a:pt x="106498" y="128752"/>
                </a:lnTo>
                <a:lnTo>
                  <a:pt x="126462" y="109585"/>
                </a:lnTo>
                <a:lnTo>
                  <a:pt x="137120" y="85005"/>
                </a:lnTo>
                <a:lnTo>
                  <a:pt x="137785" y="58123"/>
                </a:lnTo>
                <a:lnTo>
                  <a:pt x="127775" y="32050"/>
                </a:lnTo>
                <a:lnTo>
                  <a:pt x="108511" y="11829"/>
                </a:lnTo>
                <a:lnTo>
                  <a:pt x="83939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910286" y="5481656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65156" y="556383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247136" y="549454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6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247136" y="549454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388306" y="5566178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77738" y="549454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77737" y="549454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38853" y="5563829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20833" y="549454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920833" y="549454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56146" y="5566177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489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251434" y="5494543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3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2" y="109586"/>
                </a:lnTo>
                <a:lnTo>
                  <a:pt x="137119" y="85006"/>
                </a:lnTo>
                <a:lnTo>
                  <a:pt x="137785" y="58124"/>
                </a:lnTo>
                <a:lnTo>
                  <a:pt x="127775" y="32050"/>
                </a:lnTo>
                <a:lnTo>
                  <a:pt x="108510" y="11830"/>
                </a:lnTo>
                <a:lnTo>
                  <a:pt x="83938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251434" y="549454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249078" y="5620003"/>
            <a:ext cx="131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53033" y="5620003"/>
            <a:ext cx="148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Arial"/>
                <a:cs typeface="Arial"/>
              </a:rPr>
              <a:t>u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53247" y="5402043"/>
            <a:ext cx="13843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25">
                <a:latin typeface="Arial"/>
                <a:cs typeface="Arial"/>
              </a:rPr>
              <a:t>Low</a:t>
            </a:r>
            <a:r>
              <a:rPr dirty="0" sz="1750" spc="-80">
                <a:latin typeface="Arial"/>
                <a:cs typeface="Arial"/>
              </a:rPr>
              <a:t> </a:t>
            </a:r>
            <a:r>
              <a:rPr dirty="0" sz="1750" spc="-25">
                <a:latin typeface="Arial"/>
                <a:cs typeface="Arial"/>
              </a:rPr>
              <a:t>Influence</a:t>
            </a:r>
            <a:endParaRPr sz="17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881183" y="5233580"/>
            <a:ext cx="62865" cy="253365"/>
          </a:xfrm>
          <a:custGeom>
            <a:avLst/>
            <a:gdLst/>
            <a:ahLst/>
            <a:cxnLst/>
            <a:rect l="l" t="t" r="r" b="b"/>
            <a:pathLst>
              <a:path w="62864" h="253364">
                <a:moveTo>
                  <a:pt x="0" y="0"/>
                </a:moveTo>
                <a:lnTo>
                  <a:pt x="62417" y="25281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10999" y="5174310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8"/>
                </a:lnTo>
                <a:lnTo>
                  <a:pt x="10010" y="106521"/>
                </a:lnTo>
                <a:lnTo>
                  <a:pt x="29274" y="126742"/>
                </a:lnTo>
                <a:lnTo>
                  <a:pt x="53846" y="137664"/>
                </a:lnTo>
                <a:lnTo>
                  <a:pt x="80622" y="138573"/>
                </a:lnTo>
                <a:lnTo>
                  <a:pt x="106497" y="128753"/>
                </a:lnTo>
                <a:lnTo>
                  <a:pt x="126461" y="109586"/>
                </a:lnTo>
                <a:lnTo>
                  <a:pt x="137118" y="85006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810999" y="517431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78710" y="520973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9" y="85005"/>
                </a:lnTo>
                <a:lnTo>
                  <a:pt x="137785" y="58123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078710" y="520973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043621" y="5347397"/>
            <a:ext cx="89535" cy="176530"/>
          </a:xfrm>
          <a:custGeom>
            <a:avLst/>
            <a:gdLst/>
            <a:ahLst/>
            <a:cxnLst/>
            <a:rect l="l" t="t" r="r" b="b"/>
            <a:pathLst>
              <a:path w="89535" h="176529">
                <a:moveTo>
                  <a:pt x="88936" y="0"/>
                </a:moveTo>
                <a:lnTo>
                  <a:pt x="0" y="17628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92415" y="5607284"/>
            <a:ext cx="89535" cy="176530"/>
          </a:xfrm>
          <a:custGeom>
            <a:avLst/>
            <a:gdLst/>
            <a:ahLst/>
            <a:cxnLst/>
            <a:rect l="l" t="t" r="r" b="b"/>
            <a:pathLst>
              <a:path w="89535" h="176529">
                <a:moveTo>
                  <a:pt x="88936" y="0"/>
                </a:moveTo>
                <a:lnTo>
                  <a:pt x="0" y="17628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088843" y="576461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2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088843" y="5764612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340774" y="5613363"/>
            <a:ext cx="95250" cy="169545"/>
          </a:xfrm>
          <a:custGeom>
            <a:avLst/>
            <a:gdLst/>
            <a:ahLst/>
            <a:cxnLst/>
            <a:rect l="l" t="t" r="r" b="b"/>
            <a:pathLst>
              <a:path w="95250" h="169545">
                <a:moveTo>
                  <a:pt x="0" y="0"/>
                </a:moveTo>
                <a:lnTo>
                  <a:pt x="94687" y="16900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397024" y="577935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2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97024" y="5779354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185207" y="5338484"/>
            <a:ext cx="93345" cy="166370"/>
          </a:xfrm>
          <a:custGeom>
            <a:avLst/>
            <a:gdLst/>
            <a:ahLst/>
            <a:cxnLst/>
            <a:rect l="l" t="t" r="r" b="b"/>
            <a:pathLst>
              <a:path w="93345" h="166370">
                <a:moveTo>
                  <a:pt x="0" y="0"/>
                </a:moveTo>
                <a:lnTo>
                  <a:pt x="93216" y="1658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688775" y="5607284"/>
            <a:ext cx="401320" cy="211454"/>
          </a:xfrm>
          <a:custGeom>
            <a:avLst/>
            <a:gdLst/>
            <a:ahLst/>
            <a:cxnLst/>
            <a:rect l="l" t="t" r="r" b="b"/>
            <a:pathLst>
              <a:path w="401320" h="211454">
                <a:moveTo>
                  <a:pt x="0" y="0"/>
                </a:moveTo>
                <a:lnTo>
                  <a:pt x="400733" y="21089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680785" y="5629792"/>
            <a:ext cx="93345" cy="166370"/>
          </a:xfrm>
          <a:custGeom>
            <a:avLst/>
            <a:gdLst/>
            <a:ahLst/>
            <a:cxnLst/>
            <a:rect l="l" t="t" r="r" b="b"/>
            <a:pathLst>
              <a:path w="93345" h="166370">
                <a:moveTo>
                  <a:pt x="0" y="0"/>
                </a:moveTo>
                <a:lnTo>
                  <a:pt x="93216" y="1658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715942" y="578344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4"/>
                </a:lnTo>
                <a:lnTo>
                  <a:pt x="127774" y="32051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715942" y="5783441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14879" y="5326841"/>
            <a:ext cx="95250" cy="169545"/>
          </a:xfrm>
          <a:custGeom>
            <a:avLst/>
            <a:gdLst/>
            <a:ahLst/>
            <a:cxnLst/>
            <a:rect l="l" t="t" r="r" b="b"/>
            <a:pathLst>
              <a:path w="95250" h="169545">
                <a:moveTo>
                  <a:pt x="0" y="0"/>
                </a:moveTo>
                <a:lnTo>
                  <a:pt x="94687" y="16900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13258" y="5205647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3" y="0"/>
                </a:moveTo>
                <a:lnTo>
                  <a:pt x="31288" y="9820"/>
                </a:lnTo>
                <a:lnTo>
                  <a:pt x="11323" y="28987"/>
                </a:lnTo>
                <a:lnTo>
                  <a:pt x="666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5" y="126743"/>
                </a:lnTo>
                <a:lnTo>
                  <a:pt x="53847" y="137665"/>
                </a:lnTo>
                <a:lnTo>
                  <a:pt x="80622" y="138573"/>
                </a:lnTo>
                <a:lnTo>
                  <a:pt x="106498" y="128752"/>
                </a:lnTo>
                <a:lnTo>
                  <a:pt x="126462" y="109586"/>
                </a:lnTo>
                <a:lnTo>
                  <a:pt x="137120" y="85006"/>
                </a:lnTo>
                <a:lnTo>
                  <a:pt x="137785" y="58124"/>
                </a:lnTo>
                <a:lnTo>
                  <a:pt x="127775" y="32050"/>
                </a:lnTo>
                <a:lnTo>
                  <a:pt x="108511" y="11830"/>
                </a:lnTo>
                <a:lnTo>
                  <a:pt x="83939" y="908"/>
                </a:lnTo>
                <a:lnTo>
                  <a:pt x="5716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13260" y="5205647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82449" y="5312201"/>
            <a:ext cx="509270" cy="198755"/>
          </a:xfrm>
          <a:custGeom>
            <a:avLst/>
            <a:gdLst/>
            <a:ahLst/>
            <a:cxnLst/>
            <a:rect l="l" t="t" r="r" b="b"/>
            <a:pathLst>
              <a:path w="509270" h="198754">
                <a:moveTo>
                  <a:pt x="0" y="198285"/>
                </a:moveTo>
                <a:lnTo>
                  <a:pt x="50882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889154" y="5222718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57162" y="0"/>
                </a:moveTo>
                <a:lnTo>
                  <a:pt x="31287" y="9820"/>
                </a:lnTo>
                <a:lnTo>
                  <a:pt x="11323" y="28987"/>
                </a:lnTo>
                <a:lnTo>
                  <a:pt x="665" y="53567"/>
                </a:lnTo>
                <a:lnTo>
                  <a:pt x="0" y="80449"/>
                </a:lnTo>
                <a:lnTo>
                  <a:pt x="10010" y="106522"/>
                </a:lnTo>
                <a:lnTo>
                  <a:pt x="29274" y="126743"/>
                </a:lnTo>
                <a:lnTo>
                  <a:pt x="53846" y="137665"/>
                </a:lnTo>
                <a:lnTo>
                  <a:pt x="80622" y="138573"/>
                </a:lnTo>
                <a:lnTo>
                  <a:pt x="106497" y="128752"/>
                </a:lnTo>
                <a:lnTo>
                  <a:pt x="126461" y="109585"/>
                </a:lnTo>
                <a:lnTo>
                  <a:pt x="137118" y="85005"/>
                </a:lnTo>
                <a:lnTo>
                  <a:pt x="137784" y="58123"/>
                </a:lnTo>
                <a:lnTo>
                  <a:pt x="127774" y="32050"/>
                </a:lnTo>
                <a:lnTo>
                  <a:pt x="108509" y="11830"/>
                </a:lnTo>
                <a:lnTo>
                  <a:pt x="83937" y="908"/>
                </a:lnTo>
                <a:lnTo>
                  <a:pt x="5716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889154" y="5222718"/>
            <a:ext cx="137795" cy="139065"/>
          </a:xfrm>
          <a:custGeom>
            <a:avLst/>
            <a:gdLst/>
            <a:ahLst/>
            <a:cxnLst/>
            <a:rect l="l" t="t" r="r" b="b"/>
            <a:pathLst>
              <a:path w="137795" h="139064">
                <a:moveTo>
                  <a:pt x="10010" y="106522"/>
                </a:moveTo>
                <a:lnTo>
                  <a:pt x="0" y="80449"/>
                </a:lnTo>
                <a:lnTo>
                  <a:pt x="665" y="53567"/>
                </a:lnTo>
                <a:lnTo>
                  <a:pt x="11323" y="28987"/>
                </a:lnTo>
                <a:lnTo>
                  <a:pt x="31287" y="9820"/>
                </a:lnTo>
                <a:lnTo>
                  <a:pt x="57162" y="0"/>
                </a:lnTo>
                <a:lnTo>
                  <a:pt x="83938" y="908"/>
                </a:lnTo>
                <a:lnTo>
                  <a:pt x="108510" y="11830"/>
                </a:lnTo>
                <a:lnTo>
                  <a:pt x="127774" y="32051"/>
                </a:lnTo>
                <a:lnTo>
                  <a:pt x="137785" y="58124"/>
                </a:lnTo>
                <a:lnTo>
                  <a:pt x="137119" y="85005"/>
                </a:lnTo>
                <a:lnTo>
                  <a:pt x="126461" y="109585"/>
                </a:lnTo>
                <a:lnTo>
                  <a:pt x="106497" y="128752"/>
                </a:lnTo>
                <a:lnTo>
                  <a:pt x="80622" y="138573"/>
                </a:lnTo>
                <a:lnTo>
                  <a:pt x="53846" y="137665"/>
                </a:lnTo>
                <a:lnTo>
                  <a:pt x="29274" y="126742"/>
                </a:lnTo>
                <a:lnTo>
                  <a:pt x="10010" y="106522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973699" y="5359989"/>
            <a:ext cx="31115" cy="135890"/>
          </a:xfrm>
          <a:custGeom>
            <a:avLst/>
            <a:gdLst/>
            <a:ahLst/>
            <a:cxnLst/>
            <a:rect l="l" t="t" r="r" b="b"/>
            <a:pathLst>
              <a:path w="31115" h="135889">
                <a:moveTo>
                  <a:pt x="0" y="0"/>
                </a:moveTo>
                <a:lnTo>
                  <a:pt x="31072" y="1354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853064" y="5632207"/>
            <a:ext cx="121920" cy="201930"/>
          </a:xfrm>
          <a:custGeom>
            <a:avLst/>
            <a:gdLst/>
            <a:ahLst/>
            <a:cxnLst/>
            <a:rect l="l" t="t" r="r" b="b"/>
            <a:pathLst>
              <a:path w="121920" h="201929">
                <a:moveTo>
                  <a:pt x="0" y="201692"/>
                </a:moveTo>
                <a:lnTo>
                  <a:pt x="12161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669603" y="6624777"/>
            <a:ext cx="3804920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48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027443"/>
            <a:ext cx="7927889" cy="56828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7890" y="11557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5570" y="2414716"/>
            <a:ext cx="5605780" cy="1042669"/>
          </a:xfrm>
          <a:custGeom>
            <a:avLst/>
            <a:gdLst/>
            <a:ahLst/>
            <a:cxnLst/>
            <a:rect l="l" t="t" r="r" b="b"/>
            <a:pathLst>
              <a:path w="5605780" h="1042670">
                <a:moveTo>
                  <a:pt x="4671024" y="694242"/>
                </a:moveTo>
                <a:lnTo>
                  <a:pt x="3269717" y="694242"/>
                </a:lnTo>
                <a:lnTo>
                  <a:pt x="3354617" y="1042222"/>
                </a:lnTo>
                <a:lnTo>
                  <a:pt x="4671024" y="694242"/>
                </a:lnTo>
                <a:close/>
              </a:path>
              <a:path w="5605780" h="1042670">
                <a:moveTo>
                  <a:pt x="5605229" y="0"/>
                </a:moveTo>
                <a:lnTo>
                  <a:pt x="0" y="0"/>
                </a:lnTo>
                <a:lnTo>
                  <a:pt x="0" y="694242"/>
                </a:lnTo>
                <a:lnTo>
                  <a:pt x="5605229" y="694242"/>
                </a:lnTo>
                <a:lnTo>
                  <a:pt x="56052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5570" y="2414716"/>
            <a:ext cx="5605780" cy="1042669"/>
          </a:xfrm>
          <a:custGeom>
            <a:avLst/>
            <a:gdLst/>
            <a:ahLst/>
            <a:cxnLst/>
            <a:rect l="l" t="t" r="r" b="b"/>
            <a:pathLst>
              <a:path w="5605780" h="1042670">
                <a:moveTo>
                  <a:pt x="0" y="0"/>
                </a:moveTo>
                <a:lnTo>
                  <a:pt x="3269717" y="0"/>
                </a:lnTo>
                <a:lnTo>
                  <a:pt x="4671025" y="0"/>
                </a:lnTo>
                <a:lnTo>
                  <a:pt x="5605230" y="0"/>
                </a:lnTo>
                <a:lnTo>
                  <a:pt x="5605230" y="404976"/>
                </a:lnTo>
                <a:lnTo>
                  <a:pt x="5605230" y="578533"/>
                </a:lnTo>
                <a:lnTo>
                  <a:pt x="5605230" y="694243"/>
                </a:lnTo>
                <a:lnTo>
                  <a:pt x="4671025" y="694243"/>
                </a:lnTo>
                <a:lnTo>
                  <a:pt x="3354617" y="1042223"/>
                </a:lnTo>
                <a:lnTo>
                  <a:pt x="3269717" y="694243"/>
                </a:lnTo>
                <a:lnTo>
                  <a:pt x="0" y="694243"/>
                </a:lnTo>
                <a:lnTo>
                  <a:pt x="0" y="578533"/>
                </a:lnTo>
                <a:lnTo>
                  <a:pt x="0" y="40497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74310" y="2474467"/>
            <a:ext cx="542798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25">
                <a:solidFill>
                  <a:srgbClr val="C00000"/>
                </a:solidFill>
                <a:latin typeface="Arial"/>
                <a:cs typeface="Arial"/>
              </a:rPr>
              <a:t>How </a:t>
            </a:r>
            <a:r>
              <a:rPr dirty="0" sz="1800" spc="4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C00000"/>
                </a:solidFill>
                <a:latin typeface="Arial"/>
                <a:cs typeface="Arial"/>
              </a:rPr>
              <a:t>represent </a:t>
            </a:r>
            <a:r>
              <a:rPr dirty="0" sz="1800" spc="-15">
                <a:solidFill>
                  <a:srgbClr val="C00000"/>
                </a:solidFill>
                <a:latin typeface="Arial"/>
                <a:cs typeface="Arial"/>
              </a:rPr>
              <a:t>COVID-19? </a:t>
            </a:r>
            <a:r>
              <a:rPr dirty="0" sz="1800" spc="10">
                <a:latin typeface="Arial"/>
                <a:cs typeface="Arial"/>
              </a:rPr>
              <a:t>Network neighborhood  </a:t>
            </a:r>
            <a:r>
              <a:rPr dirty="0" sz="1800" spc="25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human </a:t>
            </a:r>
            <a:r>
              <a:rPr dirty="0" sz="1800" spc="-40">
                <a:latin typeface="Arial"/>
                <a:cs typeface="Arial"/>
              </a:rPr>
              <a:t>PPI </a:t>
            </a:r>
            <a:r>
              <a:rPr dirty="0" sz="1800" spc="15">
                <a:latin typeface="Arial"/>
                <a:cs typeface="Arial"/>
              </a:rPr>
              <a:t>network </a:t>
            </a:r>
            <a:r>
              <a:rPr dirty="0" sz="1800" spc="0">
                <a:latin typeface="Arial"/>
                <a:cs typeface="Arial"/>
              </a:rPr>
              <a:t>targeted </a:t>
            </a:r>
            <a:r>
              <a:rPr dirty="0" sz="1800" spc="25">
                <a:latin typeface="Arial"/>
                <a:cs typeface="Arial"/>
              </a:rPr>
              <a:t>by </a:t>
            </a:r>
            <a:r>
              <a:rPr dirty="0" sz="1800" spc="-20">
                <a:latin typeface="Arial"/>
                <a:cs typeface="Arial"/>
              </a:rPr>
              <a:t>SARS-CoV2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virus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687" y="6630873"/>
            <a:ext cx="7179309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Medicine Framework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Identifying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Drug Repurposing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Opportunities for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Covid-19, </a:t>
            </a:r>
            <a:r>
              <a:rPr dirty="0" sz="1200" spc="3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arXiv:2004.07229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1656" y="375411"/>
            <a:ext cx="804418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25"/>
              <a:t>COVID-19 </a:t>
            </a:r>
            <a:r>
              <a:rPr dirty="0" sz="4600" spc="-90"/>
              <a:t>Repurposing</a:t>
            </a:r>
            <a:r>
              <a:rPr dirty="0" sz="4600" spc="55"/>
              <a:t> </a:t>
            </a:r>
            <a:r>
              <a:rPr dirty="0" sz="4600" spc="-100"/>
              <a:t>Dataset</a:t>
            </a:r>
            <a:endParaRPr sz="4600"/>
          </a:p>
        </p:txBody>
      </p:sp>
      <p:sp>
        <p:nvSpPr>
          <p:cNvPr id="8" name="object 8"/>
          <p:cNvSpPr txBox="1"/>
          <p:nvPr/>
        </p:nvSpPr>
        <p:spPr>
          <a:xfrm>
            <a:off x="6631940" y="2541523"/>
            <a:ext cx="2497455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10"/>
              </a:spcBef>
            </a:pPr>
            <a:r>
              <a:rPr dirty="0" sz="1200" spc="-25" b="1">
                <a:latin typeface="Arial"/>
                <a:cs typeface="Arial"/>
              </a:rPr>
              <a:t>Viral </a:t>
            </a:r>
            <a:r>
              <a:rPr dirty="0" sz="1200" b="1">
                <a:latin typeface="Arial"/>
                <a:cs typeface="Arial"/>
              </a:rPr>
              <a:t>Disease </a:t>
            </a:r>
            <a:r>
              <a:rPr dirty="0" sz="1200" spc="-5" b="1">
                <a:latin typeface="Arial"/>
                <a:cs typeface="Arial"/>
              </a:rPr>
              <a:t>Module: </a:t>
            </a:r>
            <a:r>
              <a:rPr dirty="0" sz="1200">
                <a:latin typeface="Arial"/>
                <a:cs typeface="Arial"/>
              </a:rPr>
              <a:t>Gordon </a:t>
            </a:r>
            <a:r>
              <a:rPr dirty="0" sz="1200" spc="5">
                <a:latin typeface="Arial"/>
                <a:cs typeface="Arial"/>
              </a:rPr>
              <a:t>et  </a:t>
            </a:r>
            <a:r>
              <a:rPr dirty="0" sz="1200" spc="-10">
                <a:latin typeface="Arial"/>
                <a:cs typeface="Arial"/>
              </a:rPr>
              <a:t>al., Nature </a:t>
            </a:r>
            <a:r>
              <a:rPr dirty="0" sz="1200" spc="-5">
                <a:latin typeface="Arial"/>
                <a:cs typeface="Arial"/>
              </a:rPr>
              <a:t>2020 </a:t>
            </a:r>
            <a:r>
              <a:rPr dirty="0" sz="1200">
                <a:latin typeface="Arial"/>
                <a:cs typeface="Arial"/>
              </a:rPr>
              <a:t>expressed </a:t>
            </a:r>
            <a:r>
              <a:rPr dirty="0" sz="1200" spc="-5">
                <a:latin typeface="Arial"/>
                <a:cs typeface="Arial"/>
              </a:rPr>
              <a:t>26 </a:t>
            </a:r>
            <a:r>
              <a:rPr dirty="0" sz="1200" spc="10">
                <a:latin typeface="Arial"/>
                <a:cs typeface="Arial"/>
              </a:rPr>
              <a:t>of </a:t>
            </a:r>
            <a:r>
              <a:rPr dirty="0" sz="1200">
                <a:latin typeface="Arial"/>
                <a:cs typeface="Arial"/>
              </a:rPr>
              <a:t>the  </a:t>
            </a:r>
            <a:r>
              <a:rPr dirty="0" sz="1200" spc="-5">
                <a:latin typeface="Arial"/>
                <a:cs typeface="Arial"/>
              </a:rPr>
              <a:t>29 </a:t>
            </a:r>
            <a:r>
              <a:rPr dirty="0" sz="1200" spc="-15">
                <a:latin typeface="Arial"/>
                <a:cs typeface="Arial"/>
              </a:rPr>
              <a:t>SARS-CoV2 </a:t>
            </a:r>
            <a:r>
              <a:rPr dirty="0" sz="1200" spc="0">
                <a:latin typeface="Arial"/>
                <a:cs typeface="Arial"/>
              </a:rPr>
              <a:t>proteins and </a:t>
            </a:r>
            <a:r>
              <a:rPr dirty="0" sz="1200">
                <a:latin typeface="Arial"/>
                <a:cs typeface="Arial"/>
              </a:rPr>
              <a:t>used  </a:t>
            </a:r>
            <a:r>
              <a:rPr dirty="0" sz="1200" spc="0">
                <a:latin typeface="Arial"/>
                <a:cs typeface="Arial"/>
              </a:rPr>
              <a:t>AP-MS </a:t>
            </a:r>
            <a:r>
              <a:rPr dirty="0" sz="1200" spc="25">
                <a:latin typeface="Arial"/>
                <a:cs typeface="Arial"/>
              </a:rPr>
              <a:t>to </a:t>
            </a:r>
            <a:r>
              <a:rPr dirty="0" sz="1200" spc="0">
                <a:latin typeface="Arial"/>
                <a:cs typeface="Arial"/>
              </a:rPr>
              <a:t>identify </a:t>
            </a:r>
            <a:r>
              <a:rPr dirty="0" sz="1200" spc="-5">
                <a:latin typeface="Arial"/>
                <a:cs typeface="Arial"/>
              </a:rPr>
              <a:t>332 human  </a:t>
            </a:r>
            <a:r>
              <a:rPr dirty="0" sz="1200" spc="0">
                <a:latin typeface="Arial"/>
                <a:cs typeface="Arial"/>
              </a:rPr>
              <a:t>proteins </a:t>
            </a:r>
            <a:r>
              <a:rPr dirty="0" sz="1200" spc="25">
                <a:latin typeface="Arial"/>
                <a:cs typeface="Arial"/>
              </a:rPr>
              <a:t>to </a:t>
            </a:r>
            <a:r>
              <a:rPr dirty="0" sz="1200" spc="10">
                <a:latin typeface="Arial"/>
                <a:cs typeface="Arial"/>
              </a:rPr>
              <a:t>which </a:t>
            </a:r>
            <a:r>
              <a:rPr dirty="0" sz="1200" spc="-10">
                <a:latin typeface="Arial"/>
                <a:cs typeface="Arial"/>
              </a:rPr>
              <a:t>viral </a:t>
            </a:r>
            <a:r>
              <a:rPr dirty="0" sz="1200" spc="0">
                <a:latin typeface="Arial"/>
                <a:cs typeface="Arial"/>
              </a:rPr>
              <a:t>proteins</a:t>
            </a:r>
            <a:r>
              <a:rPr dirty="0" sz="1200" spc="-80">
                <a:latin typeface="Arial"/>
                <a:cs typeface="Arial"/>
              </a:rPr>
              <a:t> </a:t>
            </a:r>
            <a:r>
              <a:rPr dirty="0" sz="1200" spc="10">
                <a:latin typeface="Arial"/>
                <a:cs typeface="Arial"/>
              </a:rPr>
              <a:t>bind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3224" y="1069267"/>
            <a:ext cx="6705600" cy="5422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93224" y="1066800"/>
            <a:ext cx="381000" cy="429895"/>
          </a:xfrm>
          <a:custGeom>
            <a:avLst/>
            <a:gdLst/>
            <a:ahLst/>
            <a:cxnLst/>
            <a:rect l="l" t="t" r="r" b="b"/>
            <a:pathLst>
              <a:path w="381000" h="429894">
                <a:moveTo>
                  <a:pt x="0" y="0"/>
                </a:moveTo>
                <a:lnTo>
                  <a:pt x="381000" y="0"/>
                </a:lnTo>
                <a:lnTo>
                  <a:pt x="381000" y="429567"/>
                </a:lnTo>
                <a:lnTo>
                  <a:pt x="0" y="4295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91200" y="1237312"/>
            <a:ext cx="381000" cy="429895"/>
          </a:xfrm>
          <a:custGeom>
            <a:avLst/>
            <a:gdLst/>
            <a:ahLst/>
            <a:cxnLst/>
            <a:rect l="l" t="t" r="r" b="b"/>
            <a:pathLst>
              <a:path w="381000" h="429894">
                <a:moveTo>
                  <a:pt x="0" y="0"/>
                </a:moveTo>
                <a:lnTo>
                  <a:pt x="381000" y="0"/>
                </a:lnTo>
                <a:lnTo>
                  <a:pt x="381000" y="429567"/>
                </a:lnTo>
                <a:lnTo>
                  <a:pt x="0" y="4295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92036" y="3572503"/>
            <a:ext cx="381000" cy="429895"/>
          </a:xfrm>
          <a:custGeom>
            <a:avLst/>
            <a:gdLst/>
            <a:ahLst/>
            <a:cxnLst/>
            <a:rect l="l" t="t" r="r" b="b"/>
            <a:pathLst>
              <a:path w="381000" h="429895">
                <a:moveTo>
                  <a:pt x="0" y="0"/>
                </a:moveTo>
                <a:lnTo>
                  <a:pt x="381000" y="0"/>
                </a:lnTo>
                <a:lnTo>
                  <a:pt x="381000" y="429567"/>
                </a:lnTo>
                <a:lnTo>
                  <a:pt x="0" y="4295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56493" y="375411"/>
            <a:ext cx="683196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70"/>
              <a:t>Embedding</a:t>
            </a:r>
            <a:r>
              <a:rPr dirty="0" sz="4600" spc="0"/>
              <a:t> </a:t>
            </a:r>
            <a:r>
              <a:rPr dirty="0" sz="4600" spc="-85"/>
              <a:t>Space</a:t>
            </a:r>
            <a:endParaRPr sz="4600"/>
          </a:p>
        </p:txBody>
      </p:sp>
      <p:sp>
        <p:nvSpPr>
          <p:cNvPr id="8" name="object 8"/>
          <p:cNvSpPr txBox="1"/>
          <p:nvPr/>
        </p:nvSpPr>
        <p:spPr>
          <a:xfrm>
            <a:off x="1056687" y="6630873"/>
            <a:ext cx="7179309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Medicine Framework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Identifying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Drug Repurposing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Opportunities for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Covid-19, </a:t>
            </a:r>
            <a:r>
              <a:rPr dirty="0" sz="1200" spc="3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arXiv:2004.07229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1369" y="1479803"/>
            <a:ext cx="4157345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335">
              <a:lnSpc>
                <a:spcPct val="100000"/>
              </a:lnSpc>
              <a:spcBef>
                <a:spcPts val="100"/>
              </a:spcBef>
            </a:pPr>
            <a:r>
              <a:rPr dirty="0" sz="2000" spc="-95">
                <a:latin typeface="Arial"/>
                <a:cs typeface="Arial"/>
              </a:rPr>
              <a:t>We </a:t>
            </a:r>
            <a:r>
              <a:rPr dirty="0" sz="2000" spc="-15">
                <a:latin typeface="Arial"/>
                <a:cs typeface="Arial"/>
              </a:rPr>
              <a:t>test </a:t>
            </a:r>
            <a:r>
              <a:rPr dirty="0" sz="2000" spc="-40">
                <a:latin typeface="Arial"/>
                <a:cs typeface="Arial"/>
              </a:rPr>
              <a:t>each </a:t>
            </a:r>
            <a:r>
              <a:rPr dirty="0" sz="2000" spc="-50">
                <a:latin typeface="Arial"/>
                <a:cs typeface="Arial"/>
              </a:rPr>
              <a:t>pipeline’s </a:t>
            </a:r>
            <a:r>
              <a:rPr dirty="0" sz="2000" spc="-45">
                <a:latin typeface="Arial"/>
                <a:cs typeface="Arial"/>
              </a:rPr>
              <a:t>ability </a:t>
            </a:r>
            <a:r>
              <a:rPr dirty="0" sz="2000" spc="10">
                <a:latin typeface="Arial"/>
                <a:cs typeface="Arial"/>
              </a:rPr>
              <a:t>to  </a:t>
            </a:r>
            <a:r>
              <a:rPr dirty="0" sz="2000" spc="-50">
                <a:latin typeface="Arial"/>
                <a:cs typeface="Arial"/>
              </a:rPr>
              <a:t>recover </a:t>
            </a:r>
            <a:r>
              <a:rPr dirty="0" sz="2000" spc="-20">
                <a:latin typeface="Arial"/>
                <a:cs typeface="Arial"/>
              </a:rPr>
              <a:t>drugs </a:t>
            </a:r>
            <a:r>
              <a:rPr dirty="0" sz="2000" spc="-45">
                <a:latin typeface="Arial"/>
                <a:cs typeface="Arial"/>
              </a:rPr>
              <a:t>currently </a:t>
            </a:r>
            <a:r>
              <a:rPr dirty="0" sz="2000" spc="-60">
                <a:latin typeface="Arial"/>
                <a:cs typeface="Arial"/>
              </a:rPr>
              <a:t>in </a:t>
            </a:r>
            <a:r>
              <a:rPr dirty="0" sz="2000" spc="-45">
                <a:latin typeface="Arial"/>
                <a:cs typeface="Arial"/>
              </a:rPr>
              <a:t>clinical </a:t>
            </a:r>
            <a:r>
              <a:rPr dirty="0" sz="2000" spc="-50">
                <a:latin typeface="Arial"/>
                <a:cs typeface="Arial"/>
              </a:rPr>
              <a:t>trials  </a:t>
            </a:r>
            <a:r>
              <a:rPr dirty="0" sz="2000" spc="-30">
                <a:latin typeface="Arial"/>
                <a:cs typeface="Arial"/>
              </a:rPr>
              <a:t>for </a:t>
            </a:r>
            <a:r>
              <a:rPr dirty="0" sz="2000" spc="-50">
                <a:latin typeface="Arial"/>
                <a:cs typeface="Arial"/>
              </a:rPr>
              <a:t>COVID-19 </a:t>
            </a:r>
            <a:r>
              <a:rPr dirty="0" sz="2000" spc="-65">
                <a:latin typeface="Arial"/>
                <a:cs typeface="Arial"/>
              </a:rPr>
              <a:t>(67 </a:t>
            </a:r>
            <a:r>
              <a:rPr dirty="0" sz="2000" spc="-20">
                <a:latin typeface="Arial"/>
                <a:cs typeface="Arial"/>
              </a:rPr>
              <a:t>drugs </a:t>
            </a:r>
            <a:r>
              <a:rPr dirty="0" sz="2000" spc="-35">
                <a:latin typeface="Arial"/>
                <a:cs typeface="Arial"/>
              </a:rPr>
              <a:t>from  </a:t>
            </a:r>
            <a:r>
              <a:rPr dirty="0" sz="2000" spc="-65">
                <a:latin typeface="Arial"/>
                <a:cs typeface="Arial"/>
              </a:rPr>
              <a:t>ClinicalTrials.gov).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271780">
              <a:lnSpc>
                <a:spcPct val="100000"/>
              </a:lnSpc>
            </a:pPr>
            <a:r>
              <a:rPr dirty="0" sz="2000" spc="-75">
                <a:latin typeface="Arial"/>
                <a:cs typeface="Arial"/>
              </a:rPr>
              <a:t>The </a:t>
            </a:r>
            <a:r>
              <a:rPr dirty="0" sz="2000" spc="-15">
                <a:latin typeface="Arial"/>
                <a:cs typeface="Arial"/>
              </a:rPr>
              <a:t>best </a:t>
            </a:r>
            <a:r>
              <a:rPr dirty="0" sz="2000" spc="-50">
                <a:latin typeface="Arial"/>
                <a:cs typeface="Arial"/>
              </a:rPr>
              <a:t>individual </a:t>
            </a:r>
            <a:r>
              <a:rPr dirty="0" sz="2000" spc="-75">
                <a:latin typeface="Arial"/>
                <a:cs typeface="Arial"/>
              </a:rPr>
              <a:t>ROC </a:t>
            </a:r>
            <a:r>
              <a:rPr dirty="0" sz="2000" spc="-45">
                <a:latin typeface="Arial"/>
                <a:cs typeface="Arial"/>
              </a:rPr>
              <a:t>curves </a:t>
            </a:r>
            <a:r>
              <a:rPr dirty="0" sz="2000" spc="-80">
                <a:latin typeface="Arial"/>
                <a:cs typeface="Arial"/>
              </a:rPr>
              <a:t>are  </a:t>
            </a:r>
            <a:r>
              <a:rPr dirty="0" sz="2000" spc="-25">
                <a:latin typeface="Arial"/>
                <a:cs typeface="Arial"/>
              </a:rPr>
              <a:t>obtained </a:t>
            </a:r>
            <a:r>
              <a:rPr dirty="0" sz="2000" spc="-20">
                <a:latin typeface="Arial"/>
                <a:cs typeface="Arial"/>
              </a:rPr>
              <a:t>by </a:t>
            </a:r>
            <a:r>
              <a:rPr dirty="0" sz="2000" spc="-30">
                <a:latin typeface="Arial"/>
                <a:cs typeface="Arial"/>
              </a:rPr>
              <a:t>the AI-based</a:t>
            </a:r>
            <a:r>
              <a:rPr dirty="0" sz="2000" spc="15">
                <a:latin typeface="Arial"/>
                <a:cs typeface="Arial"/>
              </a:rPr>
              <a:t> </a:t>
            </a:r>
            <a:r>
              <a:rPr dirty="0" sz="2000" spc="-15">
                <a:latin typeface="Arial"/>
                <a:cs typeface="Arial"/>
              </a:rPr>
              <a:t>methods.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254635">
              <a:lnSpc>
                <a:spcPct val="100000"/>
              </a:lnSpc>
            </a:pPr>
            <a:r>
              <a:rPr dirty="0" sz="2000" spc="-75">
                <a:latin typeface="Arial"/>
                <a:cs typeface="Arial"/>
              </a:rPr>
              <a:t>The </a:t>
            </a:r>
            <a:r>
              <a:rPr dirty="0" sz="2000" spc="-10">
                <a:latin typeface="Arial"/>
                <a:cs typeface="Arial"/>
              </a:rPr>
              <a:t>second-best </a:t>
            </a:r>
            <a:r>
              <a:rPr dirty="0" sz="2000" spc="-35">
                <a:latin typeface="Arial"/>
                <a:cs typeface="Arial"/>
              </a:rPr>
              <a:t>performance </a:t>
            </a:r>
            <a:r>
              <a:rPr dirty="0" sz="2000" spc="-60">
                <a:latin typeface="Arial"/>
                <a:cs typeface="Arial"/>
              </a:rPr>
              <a:t>is  </a:t>
            </a:r>
            <a:r>
              <a:rPr dirty="0" sz="2000" spc="-30">
                <a:latin typeface="Arial"/>
                <a:cs typeface="Arial"/>
              </a:rPr>
              <a:t>provided </a:t>
            </a:r>
            <a:r>
              <a:rPr dirty="0" sz="2000" spc="-20">
                <a:latin typeface="Arial"/>
                <a:cs typeface="Arial"/>
              </a:rPr>
              <a:t>by </a:t>
            </a:r>
            <a:r>
              <a:rPr dirty="0" sz="2000" spc="-30">
                <a:latin typeface="Arial"/>
                <a:cs typeface="Arial"/>
              </a:rPr>
              <a:t>the </a:t>
            </a:r>
            <a:r>
              <a:rPr dirty="0" sz="2000" spc="-35">
                <a:latin typeface="Arial"/>
                <a:cs typeface="Arial"/>
              </a:rPr>
              <a:t>proximity </a:t>
            </a:r>
            <a:r>
              <a:rPr dirty="0" sz="2000" spc="-25">
                <a:latin typeface="Arial"/>
                <a:cs typeface="Arial"/>
              </a:rPr>
              <a:t>P3. </a:t>
            </a:r>
            <a:r>
              <a:rPr dirty="0" sz="2000" spc="-45">
                <a:latin typeface="Arial"/>
                <a:cs typeface="Arial"/>
              </a:rPr>
              <a:t>Close  </a:t>
            </a:r>
            <a:r>
              <a:rPr dirty="0" sz="2000" spc="-30">
                <a:latin typeface="Arial"/>
                <a:cs typeface="Arial"/>
              </a:rPr>
              <a:t>behind </a:t>
            </a:r>
            <a:r>
              <a:rPr dirty="0" sz="2000" spc="-60">
                <a:latin typeface="Arial"/>
                <a:cs typeface="Arial"/>
              </a:rPr>
              <a:t>is </a:t>
            </a:r>
            <a:r>
              <a:rPr dirty="0" sz="2000" spc="-40">
                <a:latin typeface="Arial"/>
                <a:cs typeface="Arial"/>
              </a:rPr>
              <a:t>P1 </a:t>
            </a:r>
            <a:r>
              <a:rPr dirty="0" sz="2000" spc="-15">
                <a:latin typeface="Arial"/>
                <a:cs typeface="Arial"/>
              </a:rPr>
              <a:t>with </a:t>
            </a:r>
            <a:r>
              <a:rPr dirty="0" sz="2000" spc="-65">
                <a:latin typeface="Arial"/>
                <a:cs typeface="Arial"/>
              </a:rPr>
              <a:t>AUC </a:t>
            </a:r>
            <a:r>
              <a:rPr dirty="0" sz="2000" spc="25">
                <a:latin typeface="Arial"/>
                <a:cs typeface="Arial"/>
              </a:rPr>
              <a:t>= </a:t>
            </a:r>
            <a:r>
              <a:rPr dirty="0" sz="2000" spc="-5">
                <a:latin typeface="Arial"/>
                <a:cs typeface="Arial"/>
              </a:rPr>
              <a:t>0.68 </a:t>
            </a:r>
            <a:r>
              <a:rPr dirty="0" sz="2000" spc="-30">
                <a:latin typeface="Arial"/>
                <a:cs typeface="Arial"/>
              </a:rPr>
              <a:t>and  </a:t>
            </a:r>
            <a:r>
              <a:rPr dirty="0" sz="2000" spc="-65">
                <a:latin typeface="Arial"/>
                <a:cs typeface="Arial"/>
              </a:rPr>
              <a:t>AUC </a:t>
            </a:r>
            <a:r>
              <a:rPr dirty="0" sz="2000" spc="25">
                <a:latin typeface="Arial"/>
                <a:cs typeface="Arial"/>
              </a:rPr>
              <a:t>=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0.58.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55">
                <a:latin typeface="Arial"/>
                <a:cs typeface="Arial"/>
              </a:rPr>
              <a:t>Diffusion </a:t>
            </a:r>
            <a:r>
              <a:rPr dirty="0" sz="2000" spc="-15">
                <a:latin typeface="Arial"/>
                <a:cs typeface="Arial"/>
              </a:rPr>
              <a:t>methods </a:t>
            </a:r>
            <a:r>
              <a:rPr dirty="0" sz="2000" spc="-50">
                <a:latin typeface="Arial"/>
                <a:cs typeface="Arial"/>
              </a:rPr>
              <a:t>offer </a:t>
            </a:r>
            <a:r>
              <a:rPr dirty="0" sz="2000" spc="-75">
                <a:latin typeface="Arial"/>
                <a:cs typeface="Arial"/>
              </a:rPr>
              <a:t>ROC </a:t>
            </a:r>
            <a:r>
              <a:rPr dirty="0" sz="2000" spc="-25">
                <a:latin typeface="Arial"/>
                <a:cs typeface="Arial"/>
              </a:rPr>
              <a:t>between  </a:t>
            </a:r>
            <a:r>
              <a:rPr dirty="0" sz="2000">
                <a:latin typeface="Arial"/>
                <a:cs typeface="Arial"/>
              </a:rPr>
              <a:t>0.55-0.56.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908" y="1069654"/>
            <a:ext cx="464820" cy="786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105"/>
              </a:lnSpc>
            </a:pPr>
            <a:r>
              <a:rPr dirty="0" sz="5200" spc="185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7873" y="1245238"/>
            <a:ext cx="2378075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70">
                <a:solidFill>
                  <a:srgbClr val="231F20"/>
                </a:solidFill>
                <a:latin typeface="Arial"/>
                <a:cs typeface="Arial"/>
              </a:rPr>
              <a:t>Individual</a:t>
            </a:r>
            <a:r>
              <a:rPr dirty="0" sz="2900" spc="-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900" spc="-105">
                <a:solidFill>
                  <a:srgbClr val="231F20"/>
                </a:solidFill>
                <a:latin typeface="Arial"/>
                <a:cs typeface="Arial"/>
              </a:rPr>
              <a:t>ROC</a:t>
            </a:r>
            <a:endParaRPr sz="2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72615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72615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3979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1" y="24595"/>
                </a:lnTo>
                <a:lnTo>
                  <a:pt x="0" y="61498"/>
                </a:lnTo>
                <a:lnTo>
                  <a:pt x="642" y="75617"/>
                </a:lnTo>
                <a:lnTo>
                  <a:pt x="16264" y="114040"/>
                </a:lnTo>
                <a:lnTo>
                  <a:pt x="40995" y="122823"/>
                </a:lnTo>
                <a:lnTo>
                  <a:pt x="50302" y="121847"/>
                </a:lnTo>
                <a:lnTo>
                  <a:pt x="58464" y="118920"/>
                </a:lnTo>
                <a:lnTo>
                  <a:pt x="65498" y="114040"/>
                </a:lnTo>
                <a:lnTo>
                  <a:pt x="68739" y="110300"/>
                </a:lnTo>
                <a:lnTo>
                  <a:pt x="32700" y="110300"/>
                </a:lnTo>
                <a:lnTo>
                  <a:pt x="26513" y="106233"/>
                </a:lnTo>
                <a:lnTo>
                  <a:pt x="16109" y="61498"/>
                </a:lnTo>
                <a:lnTo>
                  <a:pt x="16479" y="50056"/>
                </a:lnTo>
                <a:lnTo>
                  <a:pt x="32700" y="12691"/>
                </a:lnTo>
                <a:lnTo>
                  <a:pt x="68750" y="12691"/>
                </a:lnTo>
                <a:lnTo>
                  <a:pt x="65498" y="8924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1" y="12691"/>
                </a:lnTo>
                <a:lnTo>
                  <a:pt x="55477" y="16763"/>
                </a:lnTo>
                <a:lnTo>
                  <a:pt x="59706" y="24895"/>
                </a:lnTo>
                <a:lnTo>
                  <a:pt x="62388" y="31757"/>
                </a:lnTo>
                <a:lnTo>
                  <a:pt x="64322" y="40143"/>
                </a:lnTo>
                <a:lnTo>
                  <a:pt x="65493" y="50056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1" y="110300"/>
                </a:lnTo>
                <a:lnTo>
                  <a:pt x="68739" y="110300"/>
                </a:lnTo>
                <a:lnTo>
                  <a:pt x="81991" y="61498"/>
                </a:lnTo>
                <a:lnTo>
                  <a:pt x="81323" y="47467"/>
                </a:lnTo>
                <a:lnTo>
                  <a:pt x="79327" y="35161"/>
                </a:lnTo>
                <a:lnTo>
                  <a:pt x="76021" y="24595"/>
                </a:lnTo>
                <a:lnTo>
                  <a:pt x="71419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64123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4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9187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1" y="24595"/>
                </a:lnTo>
                <a:lnTo>
                  <a:pt x="0" y="61498"/>
                </a:lnTo>
                <a:lnTo>
                  <a:pt x="642" y="75617"/>
                </a:lnTo>
                <a:lnTo>
                  <a:pt x="16264" y="114040"/>
                </a:lnTo>
                <a:lnTo>
                  <a:pt x="40995" y="122823"/>
                </a:lnTo>
                <a:lnTo>
                  <a:pt x="50302" y="121847"/>
                </a:lnTo>
                <a:lnTo>
                  <a:pt x="58464" y="118920"/>
                </a:lnTo>
                <a:lnTo>
                  <a:pt x="65498" y="114040"/>
                </a:lnTo>
                <a:lnTo>
                  <a:pt x="68739" y="110300"/>
                </a:lnTo>
                <a:lnTo>
                  <a:pt x="32700" y="110300"/>
                </a:lnTo>
                <a:lnTo>
                  <a:pt x="26513" y="106233"/>
                </a:lnTo>
                <a:lnTo>
                  <a:pt x="16104" y="61498"/>
                </a:lnTo>
                <a:lnTo>
                  <a:pt x="16475" y="50056"/>
                </a:lnTo>
                <a:lnTo>
                  <a:pt x="32700" y="12691"/>
                </a:lnTo>
                <a:lnTo>
                  <a:pt x="68750" y="12691"/>
                </a:lnTo>
                <a:lnTo>
                  <a:pt x="65498" y="8924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1" y="12691"/>
                </a:lnTo>
                <a:lnTo>
                  <a:pt x="55477" y="16763"/>
                </a:lnTo>
                <a:lnTo>
                  <a:pt x="59712" y="24895"/>
                </a:lnTo>
                <a:lnTo>
                  <a:pt x="62390" y="31757"/>
                </a:lnTo>
                <a:lnTo>
                  <a:pt x="64322" y="40143"/>
                </a:lnTo>
                <a:lnTo>
                  <a:pt x="65493" y="50056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1" y="110300"/>
                </a:lnTo>
                <a:lnTo>
                  <a:pt x="68739" y="110300"/>
                </a:lnTo>
                <a:lnTo>
                  <a:pt x="81997" y="61498"/>
                </a:lnTo>
                <a:lnTo>
                  <a:pt x="81327" y="47467"/>
                </a:lnTo>
                <a:lnTo>
                  <a:pt x="79330" y="35161"/>
                </a:lnTo>
                <a:lnTo>
                  <a:pt x="76022" y="24595"/>
                </a:lnTo>
                <a:lnTo>
                  <a:pt x="71419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80005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80005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61370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1000" y="0"/>
                </a:moveTo>
                <a:lnTo>
                  <a:pt x="5835" y="24595"/>
                </a:lnTo>
                <a:lnTo>
                  <a:pt x="0" y="61498"/>
                </a:lnTo>
                <a:lnTo>
                  <a:pt x="643" y="75617"/>
                </a:lnTo>
                <a:lnTo>
                  <a:pt x="16266" y="114040"/>
                </a:lnTo>
                <a:lnTo>
                  <a:pt x="41000" y="122823"/>
                </a:lnTo>
                <a:lnTo>
                  <a:pt x="50305" y="121847"/>
                </a:lnTo>
                <a:lnTo>
                  <a:pt x="58467" y="118920"/>
                </a:lnTo>
                <a:lnTo>
                  <a:pt x="65500" y="114040"/>
                </a:lnTo>
                <a:lnTo>
                  <a:pt x="68740" y="110300"/>
                </a:lnTo>
                <a:lnTo>
                  <a:pt x="32706" y="110300"/>
                </a:lnTo>
                <a:lnTo>
                  <a:pt x="26518" y="106233"/>
                </a:lnTo>
                <a:lnTo>
                  <a:pt x="16109" y="61498"/>
                </a:lnTo>
                <a:lnTo>
                  <a:pt x="16480" y="50056"/>
                </a:lnTo>
                <a:lnTo>
                  <a:pt x="32706" y="12691"/>
                </a:lnTo>
                <a:lnTo>
                  <a:pt x="68750" y="12691"/>
                </a:lnTo>
                <a:lnTo>
                  <a:pt x="65500" y="8924"/>
                </a:lnTo>
                <a:lnTo>
                  <a:pt x="58467" y="3986"/>
                </a:lnTo>
                <a:lnTo>
                  <a:pt x="50305" y="1001"/>
                </a:lnTo>
                <a:lnTo>
                  <a:pt x="41000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6" y="12691"/>
                </a:lnTo>
                <a:lnTo>
                  <a:pt x="55482" y="16763"/>
                </a:lnTo>
                <a:lnTo>
                  <a:pt x="59711" y="24895"/>
                </a:lnTo>
                <a:lnTo>
                  <a:pt x="62390" y="31757"/>
                </a:lnTo>
                <a:lnTo>
                  <a:pt x="64322" y="40143"/>
                </a:lnTo>
                <a:lnTo>
                  <a:pt x="65493" y="50056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6" y="110300"/>
                </a:lnTo>
                <a:lnTo>
                  <a:pt x="68740" y="110300"/>
                </a:lnTo>
                <a:lnTo>
                  <a:pt x="81997" y="61498"/>
                </a:lnTo>
                <a:lnTo>
                  <a:pt x="81328" y="47467"/>
                </a:lnTo>
                <a:lnTo>
                  <a:pt x="79332" y="35161"/>
                </a:lnTo>
                <a:lnTo>
                  <a:pt x="76024" y="24595"/>
                </a:lnTo>
                <a:lnTo>
                  <a:pt x="71419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71514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4" h="0">
                <a:moveTo>
                  <a:pt x="0" y="0"/>
                </a:moveTo>
                <a:lnTo>
                  <a:pt x="16753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17719" y="5812034"/>
            <a:ext cx="75565" cy="121285"/>
          </a:xfrm>
          <a:custGeom>
            <a:avLst/>
            <a:gdLst/>
            <a:ahLst/>
            <a:cxnLst/>
            <a:rect l="l" t="t" r="r" b="b"/>
            <a:pathLst>
              <a:path w="75564" h="121285">
                <a:moveTo>
                  <a:pt x="67684" y="13502"/>
                </a:moveTo>
                <a:lnTo>
                  <a:pt x="41812" y="13502"/>
                </a:lnTo>
                <a:lnTo>
                  <a:pt x="47506" y="15616"/>
                </a:lnTo>
                <a:lnTo>
                  <a:pt x="56294" y="23424"/>
                </a:lnTo>
                <a:lnTo>
                  <a:pt x="58571" y="28632"/>
                </a:lnTo>
                <a:lnTo>
                  <a:pt x="58571" y="38716"/>
                </a:lnTo>
                <a:lnTo>
                  <a:pt x="57429" y="42783"/>
                </a:lnTo>
                <a:lnTo>
                  <a:pt x="55477" y="46692"/>
                </a:lnTo>
                <a:lnTo>
                  <a:pt x="53525" y="50753"/>
                </a:lnTo>
                <a:lnTo>
                  <a:pt x="0" y="107206"/>
                </a:lnTo>
                <a:lnTo>
                  <a:pt x="0" y="120709"/>
                </a:lnTo>
                <a:lnTo>
                  <a:pt x="75328" y="120709"/>
                </a:lnTo>
                <a:lnTo>
                  <a:pt x="75328" y="107206"/>
                </a:lnTo>
                <a:lnTo>
                  <a:pt x="19358" y="107206"/>
                </a:lnTo>
                <a:lnTo>
                  <a:pt x="56456" y="69138"/>
                </a:lnTo>
                <a:lnTo>
                  <a:pt x="60685" y="64742"/>
                </a:lnTo>
                <a:lnTo>
                  <a:pt x="61982" y="63120"/>
                </a:lnTo>
                <a:lnTo>
                  <a:pt x="66866" y="57258"/>
                </a:lnTo>
                <a:lnTo>
                  <a:pt x="70116" y="52056"/>
                </a:lnTo>
                <a:lnTo>
                  <a:pt x="71911" y="47660"/>
                </a:lnTo>
                <a:lnTo>
                  <a:pt x="73695" y="43437"/>
                </a:lnTo>
                <a:lnTo>
                  <a:pt x="74674" y="38716"/>
                </a:lnTo>
                <a:lnTo>
                  <a:pt x="74674" y="33839"/>
                </a:lnTo>
                <a:lnTo>
                  <a:pt x="73975" y="26547"/>
                </a:lnTo>
                <a:lnTo>
                  <a:pt x="71888" y="20030"/>
                </a:lnTo>
                <a:lnTo>
                  <a:pt x="68428" y="14276"/>
                </a:lnTo>
                <a:lnTo>
                  <a:pt x="67684" y="13502"/>
                </a:lnTo>
                <a:close/>
              </a:path>
              <a:path w="75564" h="121285">
                <a:moveTo>
                  <a:pt x="34328" y="0"/>
                </a:moveTo>
                <a:lnTo>
                  <a:pt x="29606" y="0"/>
                </a:lnTo>
                <a:lnTo>
                  <a:pt x="24399" y="648"/>
                </a:lnTo>
                <a:lnTo>
                  <a:pt x="13340" y="3249"/>
                </a:lnTo>
                <a:lnTo>
                  <a:pt x="7302" y="5214"/>
                </a:lnTo>
                <a:lnTo>
                  <a:pt x="816" y="7808"/>
                </a:lnTo>
                <a:lnTo>
                  <a:pt x="816" y="24079"/>
                </a:lnTo>
                <a:lnTo>
                  <a:pt x="7153" y="20499"/>
                </a:lnTo>
                <a:lnTo>
                  <a:pt x="13178" y="17893"/>
                </a:lnTo>
                <a:lnTo>
                  <a:pt x="18710" y="16103"/>
                </a:lnTo>
                <a:lnTo>
                  <a:pt x="24243" y="14481"/>
                </a:lnTo>
                <a:lnTo>
                  <a:pt x="29606" y="13502"/>
                </a:lnTo>
                <a:lnTo>
                  <a:pt x="67684" y="13502"/>
                </a:lnTo>
                <a:lnTo>
                  <a:pt x="63610" y="9268"/>
                </a:lnTo>
                <a:lnTo>
                  <a:pt x="57646" y="5207"/>
                </a:lnTo>
                <a:lnTo>
                  <a:pt x="50800" y="2318"/>
                </a:lnTo>
                <a:lnTo>
                  <a:pt x="43021" y="579"/>
                </a:lnTo>
                <a:lnTo>
                  <a:pt x="3432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487401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87401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68765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6" y="0"/>
                </a:moveTo>
                <a:lnTo>
                  <a:pt x="5831" y="24595"/>
                </a:lnTo>
                <a:lnTo>
                  <a:pt x="0" y="61498"/>
                </a:lnTo>
                <a:lnTo>
                  <a:pt x="642" y="75617"/>
                </a:lnTo>
                <a:lnTo>
                  <a:pt x="16265" y="114040"/>
                </a:lnTo>
                <a:lnTo>
                  <a:pt x="40996" y="122823"/>
                </a:lnTo>
                <a:lnTo>
                  <a:pt x="50300" y="121847"/>
                </a:lnTo>
                <a:lnTo>
                  <a:pt x="58463" y="118920"/>
                </a:lnTo>
                <a:lnTo>
                  <a:pt x="65498" y="114040"/>
                </a:lnTo>
                <a:lnTo>
                  <a:pt x="68740" y="110300"/>
                </a:lnTo>
                <a:lnTo>
                  <a:pt x="32701" y="110300"/>
                </a:lnTo>
                <a:lnTo>
                  <a:pt x="26520" y="106233"/>
                </a:lnTo>
                <a:lnTo>
                  <a:pt x="16104" y="61498"/>
                </a:lnTo>
                <a:lnTo>
                  <a:pt x="16475" y="50056"/>
                </a:lnTo>
                <a:lnTo>
                  <a:pt x="32701" y="12691"/>
                </a:lnTo>
                <a:lnTo>
                  <a:pt x="68750" y="12691"/>
                </a:lnTo>
                <a:lnTo>
                  <a:pt x="65498" y="8924"/>
                </a:lnTo>
                <a:lnTo>
                  <a:pt x="58463" y="3986"/>
                </a:lnTo>
                <a:lnTo>
                  <a:pt x="50300" y="1001"/>
                </a:lnTo>
                <a:lnTo>
                  <a:pt x="40996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2" y="12691"/>
                </a:lnTo>
                <a:lnTo>
                  <a:pt x="55478" y="16763"/>
                </a:lnTo>
                <a:lnTo>
                  <a:pt x="59707" y="24895"/>
                </a:lnTo>
                <a:lnTo>
                  <a:pt x="62389" y="31757"/>
                </a:lnTo>
                <a:lnTo>
                  <a:pt x="64323" y="40143"/>
                </a:lnTo>
                <a:lnTo>
                  <a:pt x="65494" y="50056"/>
                </a:lnTo>
                <a:lnTo>
                  <a:pt x="65888" y="61498"/>
                </a:lnTo>
                <a:lnTo>
                  <a:pt x="65494" y="72935"/>
                </a:lnTo>
                <a:lnTo>
                  <a:pt x="49292" y="110300"/>
                </a:lnTo>
                <a:lnTo>
                  <a:pt x="68740" y="110300"/>
                </a:lnTo>
                <a:lnTo>
                  <a:pt x="81997" y="61498"/>
                </a:lnTo>
                <a:lnTo>
                  <a:pt x="81328" y="47467"/>
                </a:lnTo>
                <a:lnTo>
                  <a:pt x="79331" y="35161"/>
                </a:lnTo>
                <a:lnTo>
                  <a:pt x="76023" y="24595"/>
                </a:lnTo>
                <a:lnTo>
                  <a:pt x="71420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78905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4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21211" y="5814148"/>
            <a:ext cx="86995" cy="118745"/>
          </a:xfrm>
          <a:custGeom>
            <a:avLst/>
            <a:gdLst/>
            <a:ahLst/>
            <a:cxnLst/>
            <a:rect l="l" t="t" r="r" b="b"/>
            <a:pathLst>
              <a:path w="86994" h="118745">
                <a:moveTo>
                  <a:pt x="69467" y="90611"/>
                </a:moveTo>
                <a:lnTo>
                  <a:pt x="53519" y="90611"/>
                </a:lnTo>
                <a:lnTo>
                  <a:pt x="53519" y="118595"/>
                </a:lnTo>
                <a:lnTo>
                  <a:pt x="69467" y="118595"/>
                </a:lnTo>
                <a:lnTo>
                  <a:pt x="69467" y="90611"/>
                </a:lnTo>
                <a:close/>
              </a:path>
              <a:path w="86994" h="118745">
                <a:moveTo>
                  <a:pt x="69467" y="0"/>
                </a:moveTo>
                <a:lnTo>
                  <a:pt x="49291" y="0"/>
                </a:lnTo>
                <a:lnTo>
                  <a:pt x="0" y="75162"/>
                </a:lnTo>
                <a:lnTo>
                  <a:pt x="0" y="90611"/>
                </a:lnTo>
                <a:lnTo>
                  <a:pt x="86387" y="90611"/>
                </a:lnTo>
                <a:lnTo>
                  <a:pt x="86387" y="77271"/>
                </a:lnTo>
                <a:lnTo>
                  <a:pt x="13009" y="77271"/>
                </a:lnTo>
                <a:lnTo>
                  <a:pt x="53519" y="13988"/>
                </a:lnTo>
                <a:lnTo>
                  <a:pt x="69467" y="13988"/>
                </a:lnTo>
                <a:lnTo>
                  <a:pt x="69467" y="0"/>
                </a:lnTo>
                <a:close/>
              </a:path>
              <a:path w="86994" h="118745">
                <a:moveTo>
                  <a:pt x="69467" y="13988"/>
                </a:moveTo>
                <a:lnTo>
                  <a:pt x="53519" y="13988"/>
                </a:lnTo>
                <a:lnTo>
                  <a:pt x="53519" y="77271"/>
                </a:lnTo>
                <a:lnTo>
                  <a:pt x="69467" y="77271"/>
                </a:lnTo>
                <a:lnTo>
                  <a:pt x="69467" y="1398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94792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94792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6157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1001" y="0"/>
                </a:moveTo>
                <a:lnTo>
                  <a:pt x="5833" y="24595"/>
                </a:lnTo>
                <a:lnTo>
                  <a:pt x="0" y="61498"/>
                </a:lnTo>
                <a:lnTo>
                  <a:pt x="643" y="75617"/>
                </a:lnTo>
                <a:lnTo>
                  <a:pt x="16266" y="114040"/>
                </a:lnTo>
                <a:lnTo>
                  <a:pt x="41001" y="122823"/>
                </a:lnTo>
                <a:lnTo>
                  <a:pt x="50305" y="121847"/>
                </a:lnTo>
                <a:lnTo>
                  <a:pt x="58467" y="118920"/>
                </a:lnTo>
                <a:lnTo>
                  <a:pt x="65501" y="114040"/>
                </a:lnTo>
                <a:lnTo>
                  <a:pt x="68740" y="110300"/>
                </a:lnTo>
                <a:lnTo>
                  <a:pt x="32706" y="110300"/>
                </a:lnTo>
                <a:lnTo>
                  <a:pt x="26518" y="106233"/>
                </a:lnTo>
                <a:lnTo>
                  <a:pt x="16109" y="61498"/>
                </a:lnTo>
                <a:lnTo>
                  <a:pt x="16480" y="50056"/>
                </a:lnTo>
                <a:lnTo>
                  <a:pt x="32706" y="12691"/>
                </a:lnTo>
                <a:lnTo>
                  <a:pt x="68751" y="12691"/>
                </a:lnTo>
                <a:lnTo>
                  <a:pt x="65501" y="8924"/>
                </a:lnTo>
                <a:lnTo>
                  <a:pt x="58467" y="3986"/>
                </a:lnTo>
                <a:lnTo>
                  <a:pt x="50305" y="1001"/>
                </a:lnTo>
                <a:lnTo>
                  <a:pt x="41001" y="0"/>
                </a:lnTo>
                <a:close/>
              </a:path>
              <a:path w="82550" h="123189">
                <a:moveTo>
                  <a:pt x="68751" y="12691"/>
                </a:moveTo>
                <a:lnTo>
                  <a:pt x="49296" y="12691"/>
                </a:lnTo>
                <a:lnTo>
                  <a:pt x="55477" y="16763"/>
                </a:lnTo>
                <a:lnTo>
                  <a:pt x="59711" y="24895"/>
                </a:lnTo>
                <a:lnTo>
                  <a:pt x="62390" y="31757"/>
                </a:lnTo>
                <a:lnTo>
                  <a:pt x="64325" y="40143"/>
                </a:lnTo>
                <a:lnTo>
                  <a:pt x="65498" y="50056"/>
                </a:lnTo>
                <a:lnTo>
                  <a:pt x="65892" y="61498"/>
                </a:lnTo>
                <a:lnTo>
                  <a:pt x="65498" y="72935"/>
                </a:lnTo>
                <a:lnTo>
                  <a:pt x="49296" y="110300"/>
                </a:lnTo>
                <a:lnTo>
                  <a:pt x="68740" y="110300"/>
                </a:lnTo>
                <a:lnTo>
                  <a:pt x="81997" y="61498"/>
                </a:lnTo>
                <a:lnTo>
                  <a:pt x="81328" y="47467"/>
                </a:lnTo>
                <a:lnTo>
                  <a:pt x="79332" y="35161"/>
                </a:lnTo>
                <a:lnTo>
                  <a:pt x="76024" y="24595"/>
                </a:lnTo>
                <a:lnTo>
                  <a:pt x="71419" y="15784"/>
                </a:lnTo>
                <a:lnTo>
                  <a:pt x="68751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86301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4" h="0">
                <a:moveTo>
                  <a:pt x="0" y="0"/>
                </a:moveTo>
                <a:lnTo>
                  <a:pt x="16753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32016" y="5812035"/>
            <a:ext cx="81915" cy="123189"/>
          </a:xfrm>
          <a:custGeom>
            <a:avLst/>
            <a:gdLst/>
            <a:ahLst/>
            <a:cxnLst/>
            <a:rect l="l" t="t" r="r" b="b"/>
            <a:pathLst>
              <a:path w="81914" h="123189">
                <a:moveTo>
                  <a:pt x="53039" y="0"/>
                </a:moveTo>
                <a:lnTo>
                  <a:pt x="49135" y="0"/>
                </a:lnTo>
                <a:lnTo>
                  <a:pt x="38463" y="1061"/>
                </a:lnTo>
                <a:lnTo>
                  <a:pt x="7483" y="25783"/>
                </a:lnTo>
                <a:lnTo>
                  <a:pt x="0" y="61492"/>
                </a:lnTo>
                <a:lnTo>
                  <a:pt x="673" y="75612"/>
                </a:lnTo>
                <a:lnTo>
                  <a:pt x="16905" y="114038"/>
                </a:lnTo>
                <a:lnTo>
                  <a:pt x="42299" y="122823"/>
                </a:lnTo>
                <a:lnTo>
                  <a:pt x="50780" y="122149"/>
                </a:lnTo>
                <a:lnTo>
                  <a:pt x="58389" y="120119"/>
                </a:lnTo>
                <a:lnTo>
                  <a:pt x="65112" y="116716"/>
                </a:lnTo>
                <a:lnTo>
                  <a:pt x="70933" y="111927"/>
                </a:lnTo>
                <a:lnTo>
                  <a:pt x="72224" y="110300"/>
                </a:lnTo>
                <a:lnTo>
                  <a:pt x="35145" y="110300"/>
                </a:lnTo>
                <a:lnTo>
                  <a:pt x="29444" y="107855"/>
                </a:lnTo>
                <a:lnTo>
                  <a:pt x="20981" y="98095"/>
                </a:lnTo>
                <a:lnTo>
                  <a:pt x="18900" y="91333"/>
                </a:lnTo>
                <a:lnTo>
                  <a:pt x="18987" y="73829"/>
                </a:lnTo>
                <a:lnTo>
                  <a:pt x="20981" y="67349"/>
                </a:lnTo>
                <a:lnTo>
                  <a:pt x="29444" y="57588"/>
                </a:lnTo>
                <a:lnTo>
                  <a:pt x="31586" y="56609"/>
                </a:lnTo>
                <a:lnTo>
                  <a:pt x="15942" y="56609"/>
                </a:lnTo>
                <a:lnTo>
                  <a:pt x="30017" y="19543"/>
                </a:lnTo>
                <a:lnTo>
                  <a:pt x="49783" y="13502"/>
                </a:lnTo>
                <a:lnTo>
                  <a:pt x="74189" y="13502"/>
                </a:lnTo>
                <a:lnTo>
                  <a:pt x="74189" y="4720"/>
                </a:lnTo>
                <a:lnTo>
                  <a:pt x="69635" y="3093"/>
                </a:lnTo>
                <a:lnTo>
                  <a:pt x="65401" y="1952"/>
                </a:lnTo>
                <a:lnTo>
                  <a:pt x="61334" y="1135"/>
                </a:lnTo>
                <a:lnTo>
                  <a:pt x="57105" y="486"/>
                </a:lnTo>
                <a:lnTo>
                  <a:pt x="53039" y="0"/>
                </a:lnTo>
                <a:close/>
              </a:path>
              <a:path w="81914" h="123189">
                <a:moveTo>
                  <a:pt x="72788" y="54982"/>
                </a:moveTo>
                <a:lnTo>
                  <a:pt x="49453" y="54982"/>
                </a:lnTo>
                <a:lnTo>
                  <a:pt x="55153" y="57588"/>
                </a:lnTo>
                <a:lnTo>
                  <a:pt x="63616" y="67349"/>
                </a:lnTo>
                <a:lnTo>
                  <a:pt x="65616" y="73829"/>
                </a:lnTo>
                <a:lnTo>
                  <a:pt x="65703" y="91333"/>
                </a:lnTo>
                <a:lnTo>
                  <a:pt x="63616" y="98095"/>
                </a:lnTo>
                <a:lnTo>
                  <a:pt x="55153" y="107855"/>
                </a:lnTo>
                <a:lnTo>
                  <a:pt x="49453" y="110300"/>
                </a:lnTo>
                <a:lnTo>
                  <a:pt x="72224" y="110300"/>
                </a:lnTo>
                <a:lnTo>
                  <a:pt x="75654" y="105976"/>
                </a:lnTo>
                <a:lnTo>
                  <a:pt x="79064" y="99111"/>
                </a:lnTo>
                <a:lnTo>
                  <a:pt x="81133" y="91333"/>
                </a:lnTo>
                <a:lnTo>
                  <a:pt x="81829" y="82641"/>
                </a:lnTo>
                <a:lnTo>
                  <a:pt x="81164" y="73829"/>
                </a:lnTo>
                <a:lnTo>
                  <a:pt x="79188" y="65964"/>
                </a:lnTo>
                <a:lnTo>
                  <a:pt x="75930" y="59077"/>
                </a:lnTo>
                <a:lnTo>
                  <a:pt x="72788" y="54982"/>
                </a:lnTo>
                <a:close/>
              </a:path>
              <a:path w="81914" h="123189">
                <a:moveTo>
                  <a:pt x="43279" y="42290"/>
                </a:moveTo>
                <a:lnTo>
                  <a:pt x="37578" y="42290"/>
                </a:lnTo>
                <a:lnTo>
                  <a:pt x="32376" y="43599"/>
                </a:lnTo>
                <a:lnTo>
                  <a:pt x="22940" y="48477"/>
                </a:lnTo>
                <a:lnTo>
                  <a:pt x="19036" y="52056"/>
                </a:lnTo>
                <a:lnTo>
                  <a:pt x="15942" y="56609"/>
                </a:lnTo>
                <a:lnTo>
                  <a:pt x="31586" y="56609"/>
                </a:lnTo>
                <a:lnTo>
                  <a:pt x="35145" y="54982"/>
                </a:lnTo>
                <a:lnTo>
                  <a:pt x="72788" y="54982"/>
                </a:lnTo>
                <a:lnTo>
                  <a:pt x="71419" y="53198"/>
                </a:lnTo>
                <a:lnTo>
                  <a:pt x="65809" y="48473"/>
                </a:lnTo>
                <a:lnTo>
                  <a:pt x="59239" y="45059"/>
                </a:lnTo>
                <a:lnTo>
                  <a:pt x="51724" y="42988"/>
                </a:lnTo>
                <a:lnTo>
                  <a:pt x="43279" y="42290"/>
                </a:lnTo>
                <a:close/>
              </a:path>
              <a:path w="81914" h="123189">
                <a:moveTo>
                  <a:pt x="74189" y="13502"/>
                </a:moveTo>
                <a:lnTo>
                  <a:pt x="53687" y="13502"/>
                </a:lnTo>
                <a:lnTo>
                  <a:pt x="57760" y="13988"/>
                </a:lnTo>
                <a:lnTo>
                  <a:pt x="66050" y="15940"/>
                </a:lnTo>
                <a:lnTo>
                  <a:pt x="70123" y="17406"/>
                </a:lnTo>
                <a:lnTo>
                  <a:pt x="74189" y="19358"/>
                </a:lnTo>
                <a:lnTo>
                  <a:pt x="74189" y="1350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02188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02188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83552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1" y="24595"/>
                </a:lnTo>
                <a:lnTo>
                  <a:pt x="0" y="61498"/>
                </a:lnTo>
                <a:lnTo>
                  <a:pt x="642" y="75617"/>
                </a:lnTo>
                <a:lnTo>
                  <a:pt x="16265" y="114040"/>
                </a:lnTo>
                <a:lnTo>
                  <a:pt x="40995" y="122823"/>
                </a:lnTo>
                <a:lnTo>
                  <a:pt x="50302" y="121847"/>
                </a:lnTo>
                <a:lnTo>
                  <a:pt x="58464" y="118920"/>
                </a:lnTo>
                <a:lnTo>
                  <a:pt x="65496" y="114040"/>
                </a:lnTo>
                <a:lnTo>
                  <a:pt x="68736" y="110300"/>
                </a:lnTo>
                <a:lnTo>
                  <a:pt x="32701" y="110300"/>
                </a:lnTo>
                <a:lnTo>
                  <a:pt x="26513" y="106233"/>
                </a:lnTo>
                <a:lnTo>
                  <a:pt x="16104" y="61498"/>
                </a:lnTo>
                <a:lnTo>
                  <a:pt x="16475" y="50056"/>
                </a:lnTo>
                <a:lnTo>
                  <a:pt x="32701" y="12691"/>
                </a:lnTo>
                <a:lnTo>
                  <a:pt x="68746" y="12691"/>
                </a:lnTo>
                <a:lnTo>
                  <a:pt x="65496" y="8924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46" y="12691"/>
                </a:moveTo>
                <a:lnTo>
                  <a:pt x="49291" y="12691"/>
                </a:lnTo>
                <a:lnTo>
                  <a:pt x="55478" y="16763"/>
                </a:lnTo>
                <a:lnTo>
                  <a:pt x="59706" y="24895"/>
                </a:lnTo>
                <a:lnTo>
                  <a:pt x="62387" y="31757"/>
                </a:lnTo>
                <a:lnTo>
                  <a:pt x="64322" y="40143"/>
                </a:lnTo>
                <a:lnTo>
                  <a:pt x="65493" y="50056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1" y="110300"/>
                </a:lnTo>
                <a:lnTo>
                  <a:pt x="68736" y="110300"/>
                </a:lnTo>
                <a:lnTo>
                  <a:pt x="81997" y="61498"/>
                </a:lnTo>
                <a:lnTo>
                  <a:pt x="81328" y="47467"/>
                </a:lnTo>
                <a:lnTo>
                  <a:pt x="79330" y="35161"/>
                </a:lnTo>
                <a:lnTo>
                  <a:pt x="76020" y="24595"/>
                </a:lnTo>
                <a:lnTo>
                  <a:pt x="71414" y="15784"/>
                </a:lnTo>
                <a:lnTo>
                  <a:pt x="68746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93692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39085" y="5812032"/>
            <a:ext cx="81915" cy="123189"/>
          </a:xfrm>
          <a:custGeom>
            <a:avLst/>
            <a:gdLst/>
            <a:ahLst/>
            <a:cxnLst/>
            <a:rect l="l" t="t" r="r" b="b"/>
            <a:pathLst>
              <a:path w="81914" h="123189">
                <a:moveTo>
                  <a:pt x="40670" y="0"/>
                </a:moveTo>
                <a:lnTo>
                  <a:pt x="2768" y="21310"/>
                </a:lnTo>
                <a:lnTo>
                  <a:pt x="2768" y="37581"/>
                </a:lnTo>
                <a:lnTo>
                  <a:pt x="4552" y="43275"/>
                </a:lnTo>
                <a:lnTo>
                  <a:pt x="12360" y="52711"/>
                </a:lnTo>
                <a:lnTo>
                  <a:pt x="17731" y="55961"/>
                </a:lnTo>
                <a:lnTo>
                  <a:pt x="24566" y="57588"/>
                </a:lnTo>
                <a:lnTo>
                  <a:pt x="16757" y="59384"/>
                </a:lnTo>
                <a:lnTo>
                  <a:pt x="10734" y="62958"/>
                </a:lnTo>
                <a:lnTo>
                  <a:pt x="6510" y="68165"/>
                </a:lnTo>
                <a:lnTo>
                  <a:pt x="2108" y="73373"/>
                </a:lnTo>
                <a:lnTo>
                  <a:pt x="0" y="79878"/>
                </a:lnTo>
                <a:lnTo>
                  <a:pt x="0" y="87361"/>
                </a:lnTo>
                <a:lnTo>
                  <a:pt x="23224" y="120588"/>
                </a:lnTo>
                <a:lnTo>
                  <a:pt x="40670" y="122823"/>
                </a:lnTo>
                <a:lnTo>
                  <a:pt x="49859" y="122269"/>
                </a:lnTo>
                <a:lnTo>
                  <a:pt x="57918" y="120588"/>
                </a:lnTo>
                <a:lnTo>
                  <a:pt x="64879" y="117747"/>
                </a:lnTo>
                <a:lnTo>
                  <a:pt x="70770" y="113717"/>
                </a:lnTo>
                <a:lnTo>
                  <a:pt x="73895" y="110300"/>
                </a:lnTo>
                <a:lnTo>
                  <a:pt x="33030" y="110300"/>
                </a:lnTo>
                <a:lnTo>
                  <a:pt x="27005" y="108348"/>
                </a:lnTo>
                <a:lnTo>
                  <a:pt x="18218" y="100209"/>
                </a:lnTo>
                <a:lnTo>
                  <a:pt x="16103" y="94521"/>
                </a:lnTo>
                <a:lnTo>
                  <a:pt x="16227" y="79878"/>
                </a:lnTo>
                <a:lnTo>
                  <a:pt x="18218" y="74670"/>
                </a:lnTo>
                <a:lnTo>
                  <a:pt x="27005" y="66538"/>
                </a:lnTo>
                <a:lnTo>
                  <a:pt x="33030" y="64423"/>
                </a:lnTo>
                <a:lnTo>
                  <a:pt x="71681" y="64423"/>
                </a:lnTo>
                <a:lnTo>
                  <a:pt x="70445" y="62958"/>
                </a:lnTo>
                <a:lnTo>
                  <a:pt x="64427" y="59384"/>
                </a:lnTo>
                <a:lnTo>
                  <a:pt x="56780" y="57588"/>
                </a:lnTo>
                <a:lnTo>
                  <a:pt x="63615" y="55961"/>
                </a:lnTo>
                <a:lnTo>
                  <a:pt x="68818" y="52711"/>
                </a:lnTo>
                <a:lnTo>
                  <a:pt x="69628" y="51732"/>
                </a:lnTo>
                <a:lnTo>
                  <a:pt x="33679" y="51732"/>
                </a:lnTo>
                <a:lnTo>
                  <a:pt x="28308" y="50104"/>
                </a:lnTo>
                <a:lnTo>
                  <a:pt x="20500" y="43275"/>
                </a:lnTo>
                <a:lnTo>
                  <a:pt x="18704" y="38392"/>
                </a:lnTo>
                <a:lnTo>
                  <a:pt x="18704" y="26031"/>
                </a:lnTo>
                <a:lnTo>
                  <a:pt x="20500" y="21310"/>
                </a:lnTo>
                <a:lnTo>
                  <a:pt x="28308" y="14481"/>
                </a:lnTo>
                <a:lnTo>
                  <a:pt x="33679" y="12691"/>
                </a:lnTo>
                <a:lnTo>
                  <a:pt x="73785" y="12691"/>
                </a:lnTo>
                <a:lnTo>
                  <a:pt x="68493" y="8300"/>
                </a:lnTo>
                <a:lnTo>
                  <a:pt x="62910" y="4669"/>
                </a:lnTo>
                <a:lnTo>
                  <a:pt x="56413" y="2075"/>
                </a:lnTo>
                <a:lnTo>
                  <a:pt x="49000" y="519"/>
                </a:lnTo>
                <a:lnTo>
                  <a:pt x="40670" y="0"/>
                </a:lnTo>
                <a:close/>
              </a:path>
              <a:path w="81914" h="123189">
                <a:moveTo>
                  <a:pt x="71681" y="64423"/>
                </a:moveTo>
                <a:lnTo>
                  <a:pt x="48317" y="64423"/>
                </a:lnTo>
                <a:lnTo>
                  <a:pt x="54335" y="66538"/>
                </a:lnTo>
                <a:lnTo>
                  <a:pt x="58732" y="70604"/>
                </a:lnTo>
                <a:lnTo>
                  <a:pt x="62956" y="74670"/>
                </a:lnTo>
                <a:lnTo>
                  <a:pt x="65243" y="80202"/>
                </a:lnTo>
                <a:lnTo>
                  <a:pt x="65243" y="94521"/>
                </a:lnTo>
                <a:lnTo>
                  <a:pt x="62956" y="100047"/>
                </a:lnTo>
                <a:lnTo>
                  <a:pt x="58564" y="104119"/>
                </a:lnTo>
                <a:lnTo>
                  <a:pt x="54174" y="108348"/>
                </a:lnTo>
                <a:lnTo>
                  <a:pt x="48155" y="110300"/>
                </a:lnTo>
                <a:lnTo>
                  <a:pt x="73895" y="110300"/>
                </a:lnTo>
                <a:lnTo>
                  <a:pt x="75374" y="108682"/>
                </a:lnTo>
                <a:lnTo>
                  <a:pt x="78680" y="102612"/>
                </a:lnTo>
                <a:lnTo>
                  <a:pt x="80674" y="95505"/>
                </a:lnTo>
                <a:lnTo>
                  <a:pt x="81342" y="87361"/>
                </a:lnTo>
                <a:lnTo>
                  <a:pt x="81342" y="79878"/>
                </a:lnTo>
                <a:lnTo>
                  <a:pt x="79066" y="73373"/>
                </a:lnTo>
                <a:lnTo>
                  <a:pt x="74837" y="68165"/>
                </a:lnTo>
                <a:lnTo>
                  <a:pt x="71681" y="64423"/>
                </a:lnTo>
                <a:close/>
              </a:path>
              <a:path w="81914" h="123189">
                <a:moveTo>
                  <a:pt x="73785" y="12691"/>
                </a:moveTo>
                <a:lnTo>
                  <a:pt x="47506" y="12691"/>
                </a:lnTo>
                <a:lnTo>
                  <a:pt x="52876" y="14481"/>
                </a:lnTo>
                <a:lnTo>
                  <a:pt x="60684" y="21310"/>
                </a:lnTo>
                <a:lnTo>
                  <a:pt x="62637" y="26031"/>
                </a:lnTo>
                <a:lnTo>
                  <a:pt x="62637" y="38392"/>
                </a:lnTo>
                <a:lnTo>
                  <a:pt x="60684" y="43275"/>
                </a:lnTo>
                <a:lnTo>
                  <a:pt x="52876" y="50104"/>
                </a:lnTo>
                <a:lnTo>
                  <a:pt x="47506" y="51732"/>
                </a:lnTo>
                <a:lnTo>
                  <a:pt x="69628" y="51732"/>
                </a:lnTo>
                <a:lnTo>
                  <a:pt x="76626" y="43275"/>
                </a:lnTo>
                <a:lnTo>
                  <a:pt x="78578" y="37581"/>
                </a:lnTo>
                <a:lnTo>
                  <a:pt x="78578" y="21310"/>
                </a:lnTo>
                <a:lnTo>
                  <a:pt x="75161" y="13832"/>
                </a:lnTo>
                <a:lnTo>
                  <a:pt x="73785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09577" y="5748092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ln w="40668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09577" y="5727758"/>
            <a:ext cx="0" cy="41275"/>
          </a:xfrm>
          <a:custGeom>
            <a:avLst/>
            <a:gdLst/>
            <a:ahLst/>
            <a:cxnLst/>
            <a:rect l="l" t="t" r="r" b="b"/>
            <a:pathLst>
              <a:path w="0" h="41275">
                <a:moveTo>
                  <a:pt x="0" y="0"/>
                </a:moveTo>
                <a:lnTo>
                  <a:pt x="0" y="40668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98104" y="5814148"/>
            <a:ext cx="71120" cy="118745"/>
          </a:xfrm>
          <a:custGeom>
            <a:avLst/>
            <a:gdLst/>
            <a:ahLst/>
            <a:cxnLst/>
            <a:rect l="l" t="t" r="r" b="b"/>
            <a:pathLst>
              <a:path w="71120" h="118745">
                <a:moveTo>
                  <a:pt x="70603" y="105092"/>
                </a:moveTo>
                <a:lnTo>
                  <a:pt x="2277" y="105092"/>
                </a:lnTo>
                <a:lnTo>
                  <a:pt x="2277" y="118594"/>
                </a:lnTo>
                <a:lnTo>
                  <a:pt x="70603" y="118594"/>
                </a:lnTo>
                <a:lnTo>
                  <a:pt x="70603" y="105092"/>
                </a:lnTo>
                <a:close/>
              </a:path>
              <a:path w="71120" h="118745">
                <a:moveTo>
                  <a:pt x="44413" y="14643"/>
                </a:moveTo>
                <a:lnTo>
                  <a:pt x="28472" y="14643"/>
                </a:lnTo>
                <a:lnTo>
                  <a:pt x="28472" y="105092"/>
                </a:lnTo>
                <a:lnTo>
                  <a:pt x="44413" y="105092"/>
                </a:lnTo>
                <a:lnTo>
                  <a:pt x="44413" y="14643"/>
                </a:lnTo>
                <a:close/>
              </a:path>
              <a:path w="71120" h="118745">
                <a:moveTo>
                  <a:pt x="44413" y="0"/>
                </a:moveTo>
                <a:lnTo>
                  <a:pt x="28304" y="0"/>
                </a:lnTo>
                <a:lnTo>
                  <a:pt x="0" y="5693"/>
                </a:lnTo>
                <a:lnTo>
                  <a:pt x="0" y="20337"/>
                </a:lnTo>
                <a:lnTo>
                  <a:pt x="28472" y="14643"/>
                </a:lnTo>
                <a:lnTo>
                  <a:pt x="44413" y="14643"/>
                </a:lnTo>
                <a:lnTo>
                  <a:pt x="444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01084" y="5922655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46150" y="581203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1001" y="0"/>
                </a:moveTo>
                <a:lnTo>
                  <a:pt x="5836" y="24595"/>
                </a:lnTo>
                <a:lnTo>
                  <a:pt x="0" y="61498"/>
                </a:lnTo>
                <a:lnTo>
                  <a:pt x="643" y="75617"/>
                </a:lnTo>
                <a:lnTo>
                  <a:pt x="16268" y="114040"/>
                </a:lnTo>
                <a:lnTo>
                  <a:pt x="41001" y="122823"/>
                </a:lnTo>
                <a:lnTo>
                  <a:pt x="50305" y="121847"/>
                </a:lnTo>
                <a:lnTo>
                  <a:pt x="58466" y="118920"/>
                </a:lnTo>
                <a:lnTo>
                  <a:pt x="65499" y="114040"/>
                </a:lnTo>
                <a:lnTo>
                  <a:pt x="68740" y="110300"/>
                </a:lnTo>
                <a:lnTo>
                  <a:pt x="32706" y="110300"/>
                </a:lnTo>
                <a:lnTo>
                  <a:pt x="26520" y="106233"/>
                </a:lnTo>
                <a:lnTo>
                  <a:pt x="16109" y="61498"/>
                </a:lnTo>
                <a:lnTo>
                  <a:pt x="16480" y="50056"/>
                </a:lnTo>
                <a:lnTo>
                  <a:pt x="32706" y="12691"/>
                </a:lnTo>
                <a:lnTo>
                  <a:pt x="68751" y="12691"/>
                </a:lnTo>
                <a:lnTo>
                  <a:pt x="65499" y="8924"/>
                </a:lnTo>
                <a:lnTo>
                  <a:pt x="58466" y="3986"/>
                </a:lnTo>
                <a:lnTo>
                  <a:pt x="50305" y="1001"/>
                </a:lnTo>
                <a:lnTo>
                  <a:pt x="41001" y="0"/>
                </a:lnTo>
                <a:close/>
              </a:path>
              <a:path w="82550" h="123189">
                <a:moveTo>
                  <a:pt x="68751" y="12691"/>
                </a:moveTo>
                <a:lnTo>
                  <a:pt x="49297" y="12691"/>
                </a:lnTo>
                <a:lnTo>
                  <a:pt x="55478" y="16763"/>
                </a:lnTo>
                <a:lnTo>
                  <a:pt x="59712" y="24895"/>
                </a:lnTo>
                <a:lnTo>
                  <a:pt x="62392" y="31757"/>
                </a:lnTo>
                <a:lnTo>
                  <a:pt x="64326" y="40143"/>
                </a:lnTo>
                <a:lnTo>
                  <a:pt x="65499" y="50056"/>
                </a:lnTo>
                <a:lnTo>
                  <a:pt x="65893" y="61498"/>
                </a:lnTo>
                <a:lnTo>
                  <a:pt x="65499" y="72935"/>
                </a:lnTo>
                <a:lnTo>
                  <a:pt x="49297" y="110300"/>
                </a:lnTo>
                <a:lnTo>
                  <a:pt x="68740" y="110300"/>
                </a:lnTo>
                <a:lnTo>
                  <a:pt x="81997" y="61498"/>
                </a:lnTo>
                <a:lnTo>
                  <a:pt x="81329" y="47467"/>
                </a:lnTo>
                <a:lnTo>
                  <a:pt x="79333" y="35161"/>
                </a:lnTo>
                <a:lnTo>
                  <a:pt x="76025" y="24595"/>
                </a:lnTo>
                <a:lnTo>
                  <a:pt x="71420" y="15784"/>
                </a:lnTo>
                <a:lnTo>
                  <a:pt x="68751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55093" y="5555485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55093" y="5555485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66411" y="5496595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3" y="24595"/>
                </a:lnTo>
                <a:lnTo>
                  <a:pt x="0" y="61498"/>
                </a:lnTo>
                <a:lnTo>
                  <a:pt x="643" y="75616"/>
                </a:lnTo>
                <a:lnTo>
                  <a:pt x="16264" y="114040"/>
                </a:lnTo>
                <a:lnTo>
                  <a:pt x="40995" y="122822"/>
                </a:lnTo>
                <a:lnTo>
                  <a:pt x="50302" y="121847"/>
                </a:lnTo>
                <a:lnTo>
                  <a:pt x="58464" y="118920"/>
                </a:lnTo>
                <a:lnTo>
                  <a:pt x="65498" y="114040"/>
                </a:lnTo>
                <a:lnTo>
                  <a:pt x="68739" y="110299"/>
                </a:lnTo>
                <a:lnTo>
                  <a:pt x="32706" y="110299"/>
                </a:lnTo>
                <a:lnTo>
                  <a:pt x="26519" y="106233"/>
                </a:lnTo>
                <a:lnTo>
                  <a:pt x="16109" y="61498"/>
                </a:lnTo>
                <a:lnTo>
                  <a:pt x="16480" y="50055"/>
                </a:lnTo>
                <a:lnTo>
                  <a:pt x="32706" y="12691"/>
                </a:lnTo>
                <a:lnTo>
                  <a:pt x="68750" y="12691"/>
                </a:lnTo>
                <a:lnTo>
                  <a:pt x="65498" y="8923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1" y="12691"/>
                </a:lnTo>
                <a:lnTo>
                  <a:pt x="55478" y="16757"/>
                </a:lnTo>
                <a:lnTo>
                  <a:pt x="59712" y="24895"/>
                </a:lnTo>
                <a:lnTo>
                  <a:pt x="62390" y="31756"/>
                </a:lnTo>
                <a:lnTo>
                  <a:pt x="64322" y="40142"/>
                </a:lnTo>
                <a:lnTo>
                  <a:pt x="65493" y="50055"/>
                </a:lnTo>
                <a:lnTo>
                  <a:pt x="65887" y="61498"/>
                </a:lnTo>
                <a:lnTo>
                  <a:pt x="65493" y="72934"/>
                </a:lnTo>
                <a:lnTo>
                  <a:pt x="49291" y="110299"/>
                </a:lnTo>
                <a:lnTo>
                  <a:pt x="68739" y="110299"/>
                </a:lnTo>
                <a:lnTo>
                  <a:pt x="81997" y="61498"/>
                </a:lnTo>
                <a:lnTo>
                  <a:pt x="81328" y="47470"/>
                </a:lnTo>
                <a:lnTo>
                  <a:pt x="79332" y="35163"/>
                </a:lnTo>
                <a:lnTo>
                  <a:pt x="76024" y="24595"/>
                </a:lnTo>
                <a:lnTo>
                  <a:pt x="71419" y="15783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6550" y="5607221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21618" y="5496595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1001" y="0"/>
                </a:moveTo>
                <a:lnTo>
                  <a:pt x="5833" y="24595"/>
                </a:lnTo>
                <a:lnTo>
                  <a:pt x="0" y="61498"/>
                </a:lnTo>
                <a:lnTo>
                  <a:pt x="643" y="75616"/>
                </a:lnTo>
                <a:lnTo>
                  <a:pt x="16265" y="114040"/>
                </a:lnTo>
                <a:lnTo>
                  <a:pt x="41001" y="122822"/>
                </a:lnTo>
                <a:lnTo>
                  <a:pt x="50305" y="121847"/>
                </a:lnTo>
                <a:lnTo>
                  <a:pt x="58467" y="118920"/>
                </a:lnTo>
                <a:lnTo>
                  <a:pt x="65501" y="114040"/>
                </a:lnTo>
                <a:lnTo>
                  <a:pt x="68740" y="110299"/>
                </a:lnTo>
                <a:lnTo>
                  <a:pt x="32706" y="110299"/>
                </a:lnTo>
                <a:lnTo>
                  <a:pt x="26519" y="106233"/>
                </a:lnTo>
                <a:lnTo>
                  <a:pt x="16109" y="61498"/>
                </a:lnTo>
                <a:lnTo>
                  <a:pt x="16479" y="50055"/>
                </a:lnTo>
                <a:lnTo>
                  <a:pt x="32706" y="12691"/>
                </a:lnTo>
                <a:lnTo>
                  <a:pt x="68751" y="12691"/>
                </a:lnTo>
                <a:lnTo>
                  <a:pt x="65501" y="8923"/>
                </a:lnTo>
                <a:lnTo>
                  <a:pt x="58467" y="3986"/>
                </a:lnTo>
                <a:lnTo>
                  <a:pt x="50305" y="1001"/>
                </a:lnTo>
                <a:lnTo>
                  <a:pt x="41001" y="0"/>
                </a:lnTo>
                <a:close/>
              </a:path>
              <a:path w="82550" h="123189">
                <a:moveTo>
                  <a:pt x="68751" y="12691"/>
                </a:moveTo>
                <a:lnTo>
                  <a:pt x="49296" y="12691"/>
                </a:lnTo>
                <a:lnTo>
                  <a:pt x="55477" y="16757"/>
                </a:lnTo>
                <a:lnTo>
                  <a:pt x="59712" y="24895"/>
                </a:lnTo>
                <a:lnTo>
                  <a:pt x="62390" y="31756"/>
                </a:lnTo>
                <a:lnTo>
                  <a:pt x="64322" y="40142"/>
                </a:lnTo>
                <a:lnTo>
                  <a:pt x="65493" y="50055"/>
                </a:lnTo>
                <a:lnTo>
                  <a:pt x="65887" y="61498"/>
                </a:lnTo>
                <a:lnTo>
                  <a:pt x="65493" y="72934"/>
                </a:lnTo>
                <a:lnTo>
                  <a:pt x="49296" y="110299"/>
                </a:lnTo>
                <a:lnTo>
                  <a:pt x="68740" y="110299"/>
                </a:lnTo>
                <a:lnTo>
                  <a:pt x="81997" y="61498"/>
                </a:lnTo>
                <a:lnTo>
                  <a:pt x="81328" y="47470"/>
                </a:lnTo>
                <a:lnTo>
                  <a:pt x="79332" y="35163"/>
                </a:lnTo>
                <a:lnTo>
                  <a:pt x="76024" y="24595"/>
                </a:lnTo>
                <a:lnTo>
                  <a:pt x="71419" y="15783"/>
                </a:lnTo>
                <a:lnTo>
                  <a:pt x="68751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55093" y="4866388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55093" y="4866388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6411" y="4807498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3" y="24595"/>
                </a:lnTo>
                <a:lnTo>
                  <a:pt x="0" y="61498"/>
                </a:lnTo>
                <a:lnTo>
                  <a:pt x="643" y="75619"/>
                </a:lnTo>
                <a:lnTo>
                  <a:pt x="16264" y="114043"/>
                </a:lnTo>
                <a:lnTo>
                  <a:pt x="40995" y="122828"/>
                </a:lnTo>
                <a:lnTo>
                  <a:pt x="50302" y="121852"/>
                </a:lnTo>
                <a:lnTo>
                  <a:pt x="58464" y="118925"/>
                </a:lnTo>
                <a:lnTo>
                  <a:pt x="65498" y="114043"/>
                </a:lnTo>
                <a:lnTo>
                  <a:pt x="68741" y="110299"/>
                </a:lnTo>
                <a:lnTo>
                  <a:pt x="32706" y="110299"/>
                </a:lnTo>
                <a:lnTo>
                  <a:pt x="26519" y="106239"/>
                </a:lnTo>
                <a:lnTo>
                  <a:pt x="16109" y="61498"/>
                </a:lnTo>
                <a:lnTo>
                  <a:pt x="16480" y="50058"/>
                </a:lnTo>
                <a:lnTo>
                  <a:pt x="32706" y="12691"/>
                </a:lnTo>
                <a:lnTo>
                  <a:pt x="68750" y="12691"/>
                </a:lnTo>
                <a:lnTo>
                  <a:pt x="65498" y="8923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1" y="12691"/>
                </a:lnTo>
                <a:lnTo>
                  <a:pt x="55478" y="16762"/>
                </a:lnTo>
                <a:lnTo>
                  <a:pt x="59712" y="24895"/>
                </a:lnTo>
                <a:lnTo>
                  <a:pt x="62390" y="31757"/>
                </a:lnTo>
                <a:lnTo>
                  <a:pt x="64322" y="40144"/>
                </a:lnTo>
                <a:lnTo>
                  <a:pt x="65493" y="50058"/>
                </a:lnTo>
                <a:lnTo>
                  <a:pt x="65887" y="61498"/>
                </a:lnTo>
                <a:lnTo>
                  <a:pt x="65493" y="72937"/>
                </a:lnTo>
                <a:lnTo>
                  <a:pt x="49291" y="110299"/>
                </a:lnTo>
                <a:lnTo>
                  <a:pt x="68741" y="110299"/>
                </a:lnTo>
                <a:lnTo>
                  <a:pt x="81997" y="61498"/>
                </a:lnTo>
                <a:lnTo>
                  <a:pt x="81328" y="47470"/>
                </a:lnTo>
                <a:lnTo>
                  <a:pt x="79332" y="35163"/>
                </a:lnTo>
                <a:lnTo>
                  <a:pt x="76024" y="24595"/>
                </a:lnTo>
                <a:lnTo>
                  <a:pt x="71419" y="15783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6550" y="4918126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2759" y="4807499"/>
            <a:ext cx="75565" cy="121285"/>
          </a:xfrm>
          <a:custGeom>
            <a:avLst/>
            <a:gdLst/>
            <a:ahLst/>
            <a:cxnLst/>
            <a:rect l="l" t="t" r="r" b="b"/>
            <a:pathLst>
              <a:path w="75565" h="121285">
                <a:moveTo>
                  <a:pt x="67679" y="13502"/>
                </a:moveTo>
                <a:lnTo>
                  <a:pt x="41812" y="13502"/>
                </a:lnTo>
                <a:lnTo>
                  <a:pt x="47501" y="15617"/>
                </a:lnTo>
                <a:lnTo>
                  <a:pt x="56294" y="23425"/>
                </a:lnTo>
                <a:lnTo>
                  <a:pt x="58571" y="28632"/>
                </a:lnTo>
                <a:lnTo>
                  <a:pt x="58571" y="38723"/>
                </a:lnTo>
                <a:lnTo>
                  <a:pt x="57430" y="42783"/>
                </a:lnTo>
                <a:lnTo>
                  <a:pt x="55477" y="46694"/>
                </a:lnTo>
                <a:lnTo>
                  <a:pt x="53520" y="50754"/>
                </a:lnTo>
                <a:lnTo>
                  <a:pt x="0" y="107207"/>
                </a:lnTo>
                <a:lnTo>
                  <a:pt x="0" y="120709"/>
                </a:lnTo>
                <a:lnTo>
                  <a:pt x="75324" y="120709"/>
                </a:lnTo>
                <a:lnTo>
                  <a:pt x="75324" y="107207"/>
                </a:lnTo>
                <a:lnTo>
                  <a:pt x="19359" y="107207"/>
                </a:lnTo>
                <a:lnTo>
                  <a:pt x="56451" y="69140"/>
                </a:lnTo>
                <a:lnTo>
                  <a:pt x="60685" y="64748"/>
                </a:lnTo>
                <a:lnTo>
                  <a:pt x="61983" y="63121"/>
                </a:lnTo>
                <a:lnTo>
                  <a:pt x="66866" y="57264"/>
                </a:lnTo>
                <a:lnTo>
                  <a:pt x="70116" y="52063"/>
                </a:lnTo>
                <a:lnTo>
                  <a:pt x="71912" y="47666"/>
                </a:lnTo>
                <a:lnTo>
                  <a:pt x="73696" y="43437"/>
                </a:lnTo>
                <a:lnTo>
                  <a:pt x="74675" y="38723"/>
                </a:lnTo>
                <a:lnTo>
                  <a:pt x="74675" y="33840"/>
                </a:lnTo>
                <a:lnTo>
                  <a:pt x="73976" y="26548"/>
                </a:lnTo>
                <a:lnTo>
                  <a:pt x="71889" y="20034"/>
                </a:lnTo>
                <a:lnTo>
                  <a:pt x="68428" y="14281"/>
                </a:lnTo>
                <a:lnTo>
                  <a:pt x="67679" y="13502"/>
                </a:lnTo>
                <a:close/>
              </a:path>
              <a:path w="75565" h="121285">
                <a:moveTo>
                  <a:pt x="34328" y="0"/>
                </a:moveTo>
                <a:lnTo>
                  <a:pt x="29607" y="0"/>
                </a:lnTo>
                <a:lnTo>
                  <a:pt x="24399" y="648"/>
                </a:lnTo>
                <a:lnTo>
                  <a:pt x="13340" y="3256"/>
                </a:lnTo>
                <a:lnTo>
                  <a:pt x="7297" y="5217"/>
                </a:lnTo>
                <a:lnTo>
                  <a:pt x="816" y="7809"/>
                </a:lnTo>
                <a:lnTo>
                  <a:pt x="816" y="24079"/>
                </a:lnTo>
                <a:lnTo>
                  <a:pt x="7154" y="20500"/>
                </a:lnTo>
                <a:lnTo>
                  <a:pt x="13178" y="17893"/>
                </a:lnTo>
                <a:lnTo>
                  <a:pt x="18710" y="16108"/>
                </a:lnTo>
                <a:lnTo>
                  <a:pt x="24237" y="14481"/>
                </a:lnTo>
                <a:lnTo>
                  <a:pt x="29607" y="13502"/>
                </a:lnTo>
                <a:lnTo>
                  <a:pt x="67679" y="13502"/>
                </a:lnTo>
                <a:lnTo>
                  <a:pt x="63611" y="9274"/>
                </a:lnTo>
                <a:lnTo>
                  <a:pt x="57641" y="5208"/>
                </a:lnTo>
                <a:lnTo>
                  <a:pt x="50800" y="2319"/>
                </a:lnTo>
                <a:lnTo>
                  <a:pt x="43021" y="579"/>
                </a:lnTo>
                <a:lnTo>
                  <a:pt x="3432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55093" y="4177296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55093" y="4177296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6411" y="4118406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3" y="24596"/>
                </a:lnTo>
                <a:lnTo>
                  <a:pt x="0" y="61498"/>
                </a:lnTo>
                <a:lnTo>
                  <a:pt x="643" y="75617"/>
                </a:lnTo>
                <a:lnTo>
                  <a:pt x="16264" y="114041"/>
                </a:lnTo>
                <a:lnTo>
                  <a:pt x="40995" y="122824"/>
                </a:lnTo>
                <a:lnTo>
                  <a:pt x="50302" y="121848"/>
                </a:lnTo>
                <a:lnTo>
                  <a:pt x="58464" y="118921"/>
                </a:lnTo>
                <a:lnTo>
                  <a:pt x="65498" y="114041"/>
                </a:lnTo>
                <a:lnTo>
                  <a:pt x="68739" y="110300"/>
                </a:lnTo>
                <a:lnTo>
                  <a:pt x="32706" y="110300"/>
                </a:lnTo>
                <a:lnTo>
                  <a:pt x="26519" y="106234"/>
                </a:lnTo>
                <a:lnTo>
                  <a:pt x="16109" y="61498"/>
                </a:lnTo>
                <a:lnTo>
                  <a:pt x="16480" y="50058"/>
                </a:lnTo>
                <a:lnTo>
                  <a:pt x="32706" y="12691"/>
                </a:lnTo>
                <a:lnTo>
                  <a:pt x="68750" y="12691"/>
                </a:lnTo>
                <a:lnTo>
                  <a:pt x="65498" y="8922"/>
                </a:lnTo>
                <a:lnTo>
                  <a:pt x="58464" y="3984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1" y="12691"/>
                </a:lnTo>
                <a:lnTo>
                  <a:pt x="55478" y="16764"/>
                </a:lnTo>
                <a:lnTo>
                  <a:pt x="59712" y="24890"/>
                </a:lnTo>
                <a:lnTo>
                  <a:pt x="62390" y="31755"/>
                </a:lnTo>
                <a:lnTo>
                  <a:pt x="64322" y="40144"/>
                </a:lnTo>
                <a:lnTo>
                  <a:pt x="65493" y="50058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1" y="110300"/>
                </a:lnTo>
                <a:lnTo>
                  <a:pt x="68739" y="110300"/>
                </a:lnTo>
                <a:lnTo>
                  <a:pt x="81997" y="61498"/>
                </a:lnTo>
                <a:lnTo>
                  <a:pt x="81328" y="47468"/>
                </a:lnTo>
                <a:lnTo>
                  <a:pt x="79332" y="35162"/>
                </a:lnTo>
                <a:lnTo>
                  <a:pt x="76024" y="24596"/>
                </a:lnTo>
                <a:lnTo>
                  <a:pt x="71419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76550" y="4229026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8856" y="4120522"/>
            <a:ext cx="86995" cy="118745"/>
          </a:xfrm>
          <a:custGeom>
            <a:avLst/>
            <a:gdLst/>
            <a:ahLst/>
            <a:cxnLst/>
            <a:rect l="l" t="t" r="r" b="b"/>
            <a:pathLst>
              <a:path w="86995" h="118745">
                <a:moveTo>
                  <a:pt x="69467" y="90611"/>
                </a:moveTo>
                <a:lnTo>
                  <a:pt x="53525" y="90611"/>
                </a:lnTo>
                <a:lnTo>
                  <a:pt x="53525" y="118590"/>
                </a:lnTo>
                <a:lnTo>
                  <a:pt x="69467" y="118590"/>
                </a:lnTo>
                <a:lnTo>
                  <a:pt x="69467" y="90611"/>
                </a:lnTo>
                <a:close/>
              </a:path>
              <a:path w="86995" h="118745">
                <a:moveTo>
                  <a:pt x="69467" y="0"/>
                </a:moveTo>
                <a:lnTo>
                  <a:pt x="49291" y="0"/>
                </a:lnTo>
                <a:lnTo>
                  <a:pt x="0" y="75163"/>
                </a:lnTo>
                <a:lnTo>
                  <a:pt x="0" y="90611"/>
                </a:lnTo>
                <a:lnTo>
                  <a:pt x="86388" y="90611"/>
                </a:lnTo>
                <a:lnTo>
                  <a:pt x="86388" y="77271"/>
                </a:lnTo>
                <a:lnTo>
                  <a:pt x="13016" y="77271"/>
                </a:lnTo>
                <a:lnTo>
                  <a:pt x="53525" y="13989"/>
                </a:lnTo>
                <a:lnTo>
                  <a:pt x="69467" y="13989"/>
                </a:lnTo>
                <a:lnTo>
                  <a:pt x="69467" y="0"/>
                </a:lnTo>
                <a:close/>
              </a:path>
              <a:path w="86995" h="118745">
                <a:moveTo>
                  <a:pt x="69467" y="13989"/>
                </a:moveTo>
                <a:lnTo>
                  <a:pt x="53525" y="13989"/>
                </a:lnTo>
                <a:lnTo>
                  <a:pt x="53525" y="77271"/>
                </a:lnTo>
                <a:lnTo>
                  <a:pt x="69467" y="77271"/>
                </a:lnTo>
                <a:lnTo>
                  <a:pt x="69467" y="1398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55093" y="3488201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55093" y="3488201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66411" y="3429310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3" y="24596"/>
                </a:lnTo>
                <a:lnTo>
                  <a:pt x="0" y="61498"/>
                </a:lnTo>
                <a:lnTo>
                  <a:pt x="643" y="75617"/>
                </a:lnTo>
                <a:lnTo>
                  <a:pt x="16264" y="114041"/>
                </a:lnTo>
                <a:lnTo>
                  <a:pt x="40995" y="122824"/>
                </a:lnTo>
                <a:lnTo>
                  <a:pt x="50302" y="121848"/>
                </a:lnTo>
                <a:lnTo>
                  <a:pt x="58464" y="118921"/>
                </a:lnTo>
                <a:lnTo>
                  <a:pt x="65498" y="114041"/>
                </a:lnTo>
                <a:lnTo>
                  <a:pt x="68739" y="110300"/>
                </a:lnTo>
                <a:lnTo>
                  <a:pt x="32706" y="110300"/>
                </a:lnTo>
                <a:lnTo>
                  <a:pt x="26519" y="106234"/>
                </a:lnTo>
                <a:lnTo>
                  <a:pt x="16109" y="61498"/>
                </a:lnTo>
                <a:lnTo>
                  <a:pt x="16480" y="50059"/>
                </a:lnTo>
                <a:lnTo>
                  <a:pt x="32706" y="12691"/>
                </a:lnTo>
                <a:lnTo>
                  <a:pt x="68749" y="12691"/>
                </a:lnTo>
                <a:lnTo>
                  <a:pt x="65498" y="8924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49" y="12691"/>
                </a:moveTo>
                <a:lnTo>
                  <a:pt x="49291" y="12691"/>
                </a:lnTo>
                <a:lnTo>
                  <a:pt x="55478" y="16763"/>
                </a:lnTo>
                <a:lnTo>
                  <a:pt x="59712" y="24895"/>
                </a:lnTo>
                <a:lnTo>
                  <a:pt x="62390" y="31758"/>
                </a:lnTo>
                <a:lnTo>
                  <a:pt x="64322" y="40145"/>
                </a:lnTo>
                <a:lnTo>
                  <a:pt x="65493" y="50059"/>
                </a:lnTo>
                <a:lnTo>
                  <a:pt x="65887" y="61498"/>
                </a:lnTo>
                <a:lnTo>
                  <a:pt x="65493" y="72935"/>
                </a:lnTo>
                <a:lnTo>
                  <a:pt x="49291" y="110300"/>
                </a:lnTo>
                <a:lnTo>
                  <a:pt x="68739" y="110300"/>
                </a:lnTo>
                <a:lnTo>
                  <a:pt x="81997" y="61498"/>
                </a:lnTo>
                <a:lnTo>
                  <a:pt x="81328" y="47468"/>
                </a:lnTo>
                <a:lnTo>
                  <a:pt x="79332" y="35162"/>
                </a:lnTo>
                <a:lnTo>
                  <a:pt x="76024" y="24596"/>
                </a:lnTo>
                <a:lnTo>
                  <a:pt x="71419" y="15784"/>
                </a:lnTo>
                <a:lnTo>
                  <a:pt x="68749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76550" y="3539933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22271" y="3429313"/>
            <a:ext cx="81915" cy="123189"/>
          </a:xfrm>
          <a:custGeom>
            <a:avLst/>
            <a:gdLst/>
            <a:ahLst/>
            <a:cxnLst/>
            <a:rect l="l" t="t" r="r" b="b"/>
            <a:pathLst>
              <a:path w="81915" h="123189">
                <a:moveTo>
                  <a:pt x="53039" y="0"/>
                </a:moveTo>
                <a:lnTo>
                  <a:pt x="49134" y="0"/>
                </a:lnTo>
                <a:lnTo>
                  <a:pt x="38462" y="1062"/>
                </a:lnTo>
                <a:lnTo>
                  <a:pt x="7482" y="25783"/>
                </a:lnTo>
                <a:lnTo>
                  <a:pt x="0" y="61492"/>
                </a:lnTo>
                <a:lnTo>
                  <a:pt x="673" y="75611"/>
                </a:lnTo>
                <a:lnTo>
                  <a:pt x="16904" y="114037"/>
                </a:lnTo>
                <a:lnTo>
                  <a:pt x="42299" y="122822"/>
                </a:lnTo>
                <a:lnTo>
                  <a:pt x="50776" y="122149"/>
                </a:lnTo>
                <a:lnTo>
                  <a:pt x="58384" y="120118"/>
                </a:lnTo>
                <a:lnTo>
                  <a:pt x="65108" y="116716"/>
                </a:lnTo>
                <a:lnTo>
                  <a:pt x="70933" y="111927"/>
                </a:lnTo>
                <a:lnTo>
                  <a:pt x="72225" y="110299"/>
                </a:lnTo>
                <a:lnTo>
                  <a:pt x="35139" y="110299"/>
                </a:lnTo>
                <a:lnTo>
                  <a:pt x="29445" y="107854"/>
                </a:lnTo>
                <a:lnTo>
                  <a:pt x="20981" y="98094"/>
                </a:lnTo>
                <a:lnTo>
                  <a:pt x="18896" y="91335"/>
                </a:lnTo>
                <a:lnTo>
                  <a:pt x="18982" y="73829"/>
                </a:lnTo>
                <a:lnTo>
                  <a:pt x="20981" y="67348"/>
                </a:lnTo>
                <a:lnTo>
                  <a:pt x="29445" y="57588"/>
                </a:lnTo>
                <a:lnTo>
                  <a:pt x="31574" y="56615"/>
                </a:lnTo>
                <a:lnTo>
                  <a:pt x="15941" y="56615"/>
                </a:lnTo>
                <a:lnTo>
                  <a:pt x="30017" y="19542"/>
                </a:lnTo>
                <a:lnTo>
                  <a:pt x="49783" y="13501"/>
                </a:lnTo>
                <a:lnTo>
                  <a:pt x="74183" y="13501"/>
                </a:lnTo>
                <a:lnTo>
                  <a:pt x="74183" y="4720"/>
                </a:lnTo>
                <a:lnTo>
                  <a:pt x="69635" y="3092"/>
                </a:lnTo>
                <a:lnTo>
                  <a:pt x="65401" y="1957"/>
                </a:lnTo>
                <a:lnTo>
                  <a:pt x="61334" y="1140"/>
                </a:lnTo>
                <a:lnTo>
                  <a:pt x="57100" y="486"/>
                </a:lnTo>
                <a:lnTo>
                  <a:pt x="53039" y="0"/>
                </a:lnTo>
                <a:close/>
              </a:path>
              <a:path w="81915" h="123189">
                <a:moveTo>
                  <a:pt x="72792" y="54987"/>
                </a:moveTo>
                <a:lnTo>
                  <a:pt x="49453" y="54987"/>
                </a:lnTo>
                <a:lnTo>
                  <a:pt x="55153" y="57588"/>
                </a:lnTo>
                <a:lnTo>
                  <a:pt x="63616" y="67348"/>
                </a:lnTo>
                <a:lnTo>
                  <a:pt x="65616" y="73829"/>
                </a:lnTo>
                <a:lnTo>
                  <a:pt x="65702" y="91335"/>
                </a:lnTo>
                <a:lnTo>
                  <a:pt x="63616" y="98094"/>
                </a:lnTo>
                <a:lnTo>
                  <a:pt x="55153" y="107854"/>
                </a:lnTo>
                <a:lnTo>
                  <a:pt x="49453" y="110299"/>
                </a:lnTo>
                <a:lnTo>
                  <a:pt x="72225" y="110299"/>
                </a:lnTo>
                <a:lnTo>
                  <a:pt x="75653" y="105978"/>
                </a:lnTo>
                <a:lnTo>
                  <a:pt x="79064" y="99114"/>
                </a:lnTo>
                <a:lnTo>
                  <a:pt x="81133" y="91335"/>
                </a:lnTo>
                <a:lnTo>
                  <a:pt x="81829" y="82640"/>
                </a:lnTo>
                <a:lnTo>
                  <a:pt x="81164" y="73829"/>
                </a:lnTo>
                <a:lnTo>
                  <a:pt x="79188" y="65966"/>
                </a:lnTo>
                <a:lnTo>
                  <a:pt x="75930" y="59079"/>
                </a:lnTo>
                <a:lnTo>
                  <a:pt x="72792" y="54987"/>
                </a:lnTo>
                <a:close/>
              </a:path>
              <a:path w="81915" h="123189">
                <a:moveTo>
                  <a:pt x="43278" y="42296"/>
                </a:moveTo>
                <a:lnTo>
                  <a:pt x="37578" y="42296"/>
                </a:lnTo>
                <a:lnTo>
                  <a:pt x="32376" y="43599"/>
                </a:lnTo>
                <a:lnTo>
                  <a:pt x="22939" y="48482"/>
                </a:lnTo>
                <a:lnTo>
                  <a:pt x="19035" y="52062"/>
                </a:lnTo>
                <a:lnTo>
                  <a:pt x="15941" y="56615"/>
                </a:lnTo>
                <a:lnTo>
                  <a:pt x="31574" y="56615"/>
                </a:lnTo>
                <a:lnTo>
                  <a:pt x="35139" y="54987"/>
                </a:lnTo>
                <a:lnTo>
                  <a:pt x="72792" y="54987"/>
                </a:lnTo>
                <a:lnTo>
                  <a:pt x="71419" y="53197"/>
                </a:lnTo>
                <a:lnTo>
                  <a:pt x="65809" y="48473"/>
                </a:lnTo>
                <a:lnTo>
                  <a:pt x="59239" y="45061"/>
                </a:lnTo>
                <a:lnTo>
                  <a:pt x="51724" y="42992"/>
                </a:lnTo>
                <a:lnTo>
                  <a:pt x="43278" y="42296"/>
                </a:lnTo>
                <a:close/>
              </a:path>
              <a:path w="81915" h="123189">
                <a:moveTo>
                  <a:pt x="74183" y="13501"/>
                </a:moveTo>
                <a:lnTo>
                  <a:pt x="53687" y="13501"/>
                </a:lnTo>
                <a:lnTo>
                  <a:pt x="57754" y="13987"/>
                </a:lnTo>
                <a:lnTo>
                  <a:pt x="66049" y="15946"/>
                </a:lnTo>
                <a:lnTo>
                  <a:pt x="70122" y="17405"/>
                </a:lnTo>
                <a:lnTo>
                  <a:pt x="74183" y="19357"/>
                </a:lnTo>
                <a:lnTo>
                  <a:pt x="74183" y="1350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55093" y="2799104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55093" y="2799104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6411" y="274021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0995" y="0"/>
                </a:moveTo>
                <a:lnTo>
                  <a:pt x="5833" y="24598"/>
                </a:lnTo>
                <a:lnTo>
                  <a:pt x="0" y="61504"/>
                </a:lnTo>
                <a:lnTo>
                  <a:pt x="643" y="75623"/>
                </a:lnTo>
                <a:lnTo>
                  <a:pt x="16264" y="114046"/>
                </a:lnTo>
                <a:lnTo>
                  <a:pt x="40995" y="122829"/>
                </a:lnTo>
                <a:lnTo>
                  <a:pt x="50302" y="121853"/>
                </a:lnTo>
                <a:lnTo>
                  <a:pt x="58464" y="118926"/>
                </a:lnTo>
                <a:lnTo>
                  <a:pt x="65498" y="114046"/>
                </a:lnTo>
                <a:lnTo>
                  <a:pt x="68740" y="110305"/>
                </a:lnTo>
                <a:lnTo>
                  <a:pt x="32706" y="110305"/>
                </a:lnTo>
                <a:lnTo>
                  <a:pt x="26519" y="106239"/>
                </a:lnTo>
                <a:lnTo>
                  <a:pt x="16109" y="61504"/>
                </a:lnTo>
                <a:lnTo>
                  <a:pt x="16480" y="50062"/>
                </a:lnTo>
                <a:lnTo>
                  <a:pt x="32706" y="12692"/>
                </a:lnTo>
                <a:lnTo>
                  <a:pt x="68750" y="12692"/>
                </a:lnTo>
                <a:lnTo>
                  <a:pt x="65498" y="8924"/>
                </a:lnTo>
                <a:lnTo>
                  <a:pt x="58464" y="3986"/>
                </a:lnTo>
                <a:lnTo>
                  <a:pt x="50302" y="1001"/>
                </a:lnTo>
                <a:lnTo>
                  <a:pt x="40995" y="0"/>
                </a:lnTo>
                <a:close/>
              </a:path>
              <a:path w="82550" h="123189">
                <a:moveTo>
                  <a:pt x="68750" y="12692"/>
                </a:moveTo>
                <a:lnTo>
                  <a:pt x="49291" y="12692"/>
                </a:lnTo>
                <a:lnTo>
                  <a:pt x="55478" y="16763"/>
                </a:lnTo>
                <a:lnTo>
                  <a:pt x="59712" y="24895"/>
                </a:lnTo>
                <a:lnTo>
                  <a:pt x="62390" y="31760"/>
                </a:lnTo>
                <a:lnTo>
                  <a:pt x="64322" y="40148"/>
                </a:lnTo>
                <a:lnTo>
                  <a:pt x="65493" y="50062"/>
                </a:lnTo>
                <a:lnTo>
                  <a:pt x="65887" y="61504"/>
                </a:lnTo>
                <a:lnTo>
                  <a:pt x="65493" y="72941"/>
                </a:lnTo>
                <a:lnTo>
                  <a:pt x="49291" y="110305"/>
                </a:lnTo>
                <a:lnTo>
                  <a:pt x="68740" y="110305"/>
                </a:lnTo>
                <a:lnTo>
                  <a:pt x="81997" y="61504"/>
                </a:lnTo>
                <a:lnTo>
                  <a:pt x="81328" y="47473"/>
                </a:lnTo>
                <a:lnTo>
                  <a:pt x="79332" y="35166"/>
                </a:lnTo>
                <a:lnTo>
                  <a:pt x="76024" y="24598"/>
                </a:lnTo>
                <a:lnTo>
                  <a:pt x="71419" y="15784"/>
                </a:lnTo>
                <a:lnTo>
                  <a:pt x="68750" y="126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76550" y="2850844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21948" y="2740212"/>
            <a:ext cx="81915" cy="123189"/>
          </a:xfrm>
          <a:custGeom>
            <a:avLst/>
            <a:gdLst/>
            <a:ahLst/>
            <a:cxnLst/>
            <a:rect l="l" t="t" r="r" b="b"/>
            <a:pathLst>
              <a:path w="81915" h="123189">
                <a:moveTo>
                  <a:pt x="40671" y="0"/>
                </a:moveTo>
                <a:lnTo>
                  <a:pt x="2763" y="21316"/>
                </a:lnTo>
                <a:lnTo>
                  <a:pt x="2763" y="37581"/>
                </a:lnTo>
                <a:lnTo>
                  <a:pt x="4553" y="43281"/>
                </a:lnTo>
                <a:lnTo>
                  <a:pt x="12356" y="52711"/>
                </a:lnTo>
                <a:lnTo>
                  <a:pt x="17726" y="55967"/>
                </a:lnTo>
                <a:lnTo>
                  <a:pt x="24561" y="57594"/>
                </a:lnTo>
                <a:lnTo>
                  <a:pt x="16752" y="59390"/>
                </a:lnTo>
                <a:lnTo>
                  <a:pt x="10728" y="62958"/>
                </a:lnTo>
                <a:lnTo>
                  <a:pt x="6505" y="68172"/>
                </a:lnTo>
                <a:lnTo>
                  <a:pt x="2108" y="73379"/>
                </a:lnTo>
                <a:lnTo>
                  <a:pt x="0" y="79884"/>
                </a:lnTo>
                <a:lnTo>
                  <a:pt x="0" y="87368"/>
                </a:lnTo>
                <a:lnTo>
                  <a:pt x="23222" y="120594"/>
                </a:lnTo>
                <a:lnTo>
                  <a:pt x="40671" y="122829"/>
                </a:lnTo>
                <a:lnTo>
                  <a:pt x="49856" y="122275"/>
                </a:lnTo>
                <a:lnTo>
                  <a:pt x="57914" y="120594"/>
                </a:lnTo>
                <a:lnTo>
                  <a:pt x="64874" y="117753"/>
                </a:lnTo>
                <a:lnTo>
                  <a:pt x="70765" y="113723"/>
                </a:lnTo>
                <a:lnTo>
                  <a:pt x="73890" y="110305"/>
                </a:lnTo>
                <a:lnTo>
                  <a:pt x="33024" y="110305"/>
                </a:lnTo>
                <a:lnTo>
                  <a:pt x="27006" y="108353"/>
                </a:lnTo>
                <a:lnTo>
                  <a:pt x="18218" y="100215"/>
                </a:lnTo>
                <a:lnTo>
                  <a:pt x="16098" y="94527"/>
                </a:lnTo>
                <a:lnTo>
                  <a:pt x="16222" y="79884"/>
                </a:lnTo>
                <a:lnTo>
                  <a:pt x="18218" y="74677"/>
                </a:lnTo>
                <a:lnTo>
                  <a:pt x="27006" y="66544"/>
                </a:lnTo>
                <a:lnTo>
                  <a:pt x="33024" y="64429"/>
                </a:lnTo>
                <a:lnTo>
                  <a:pt x="71679" y="64429"/>
                </a:lnTo>
                <a:lnTo>
                  <a:pt x="70440" y="62958"/>
                </a:lnTo>
                <a:lnTo>
                  <a:pt x="64422" y="59390"/>
                </a:lnTo>
                <a:lnTo>
                  <a:pt x="56775" y="57594"/>
                </a:lnTo>
                <a:lnTo>
                  <a:pt x="63611" y="55967"/>
                </a:lnTo>
                <a:lnTo>
                  <a:pt x="68813" y="52711"/>
                </a:lnTo>
                <a:lnTo>
                  <a:pt x="69619" y="51738"/>
                </a:lnTo>
                <a:lnTo>
                  <a:pt x="33673" y="51738"/>
                </a:lnTo>
                <a:lnTo>
                  <a:pt x="28303" y="50110"/>
                </a:lnTo>
                <a:lnTo>
                  <a:pt x="20495" y="43281"/>
                </a:lnTo>
                <a:lnTo>
                  <a:pt x="18705" y="38398"/>
                </a:lnTo>
                <a:lnTo>
                  <a:pt x="18705" y="26037"/>
                </a:lnTo>
                <a:lnTo>
                  <a:pt x="20495" y="21316"/>
                </a:lnTo>
                <a:lnTo>
                  <a:pt x="28303" y="14481"/>
                </a:lnTo>
                <a:lnTo>
                  <a:pt x="33673" y="12692"/>
                </a:lnTo>
                <a:lnTo>
                  <a:pt x="73786" y="12692"/>
                </a:lnTo>
                <a:lnTo>
                  <a:pt x="68488" y="8300"/>
                </a:lnTo>
                <a:lnTo>
                  <a:pt x="62908" y="4672"/>
                </a:lnTo>
                <a:lnTo>
                  <a:pt x="56411" y="2078"/>
                </a:lnTo>
                <a:lnTo>
                  <a:pt x="48998" y="519"/>
                </a:lnTo>
                <a:lnTo>
                  <a:pt x="40671" y="0"/>
                </a:lnTo>
                <a:close/>
              </a:path>
              <a:path w="81915" h="123189">
                <a:moveTo>
                  <a:pt x="71679" y="64429"/>
                </a:moveTo>
                <a:lnTo>
                  <a:pt x="48312" y="64429"/>
                </a:lnTo>
                <a:lnTo>
                  <a:pt x="54331" y="66544"/>
                </a:lnTo>
                <a:lnTo>
                  <a:pt x="58727" y="70604"/>
                </a:lnTo>
                <a:lnTo>
                  <a:pt x="62956" y="74677"/>
                </a:lnTo>
                <a:lnTo>
                  <a:pt x="65238" y="80208"/>
                </a:lnTo>
                <a:lnTo>
                  <a:pt x="65238" y="94527"/>
                </a:lnTo>
                <a:lnTo>
                  <a:pt x="62956" y="100053"/>
                </a:lnTo>
                <a:lnTo>
                  <a:pt x="58565" y="104126"/>
                </a:lnTo>
                <a:lnTo>
                  <a:pt x="54174" y="108353"/>
                </a:lnTo>
                <a:lnTo>
                  <a:pt x="48155" y="110305"/>
                </a:lnTo>
                <a:lnTo>
                  <a:pt x="73890" y="110305"/>
                </a:lnTo>
                <a:lnTo>
                  <a:pt x="75370" y="108687"/>
                </a:lnTo>
                <a:lnTo>
                  <a:pt x="78678" y="102616"/>
                </a:lnTo>
                <a:lnTo>
                  <a:pt x="80674" y="95509"/>
                </a:lnTo>
                <a:lnTo>
                  <a:pt x="81342" y="87368"/>
                </a:lnTo>
                <a:lnTo>
                  <a:pt x="81342" y="79884"/>
                </a:lnTo>
                <a:lnTo>
                  <a:pt x="79060" y="73379"/>
                </a:lnTo>
                <a:lnTo>
                  <a:pt x="74831" y="68172"/>
                </a:lnTo>
                <a:lnTo>
                  <a:pt x="71679" y="64429"/>
                </a:lnTo>
                <a:close/>
              </a:path>
              <a:path w="81915" h="123189">
                <a:moveTo>
                  <a:pt x="73786" y="12692"/>
                </a:moveTo>
                <a:lnTo>
                  <a:pt x="47501" y="12692"/>
                </a:lnTo>
                <a:lnTo>
                  <a:pt x="52871" y="14481"/>
                </a:lnTo>
                <a:lnTo>
                  <a:pt x="60679" y="21316"/>
                </a:lnTo>
                <a:lnTo>
                  <a:pt x="62632" y="26037"/>
                </a:lnTo>
                <a:lnTo>
                  <a:pt x="62632" y="38398"/>
                </a:lnTo>
                <a:lnTo>
                  <a:pt x="60679" y="43281"/>
                </a:lnTo>
                <a:lnTo>
                  <a:pt x="52871" y="50110"/>
                </a:lnTo>
                <a:lnTo>
                  <a:pt x="47501" y="51738"/>
                </a:lnTo>
                <a:lnTo>
                  <a:pt x="69619" y="51738"/>
                </a:lnTo>
                <a:lnTo>
                  <a:pt x="76627" y="43281"/>
                </a:lnTo>
                <a:lnTo>
                  <a:pt x="78574" y="37581"/>
                </a:lnTo>
                <a:lnTo>
                  <a:pt x="78574" y="21316"/>
                </a:lnTo>
                <a:lnTo>
                  <a:pt x="75162" y="13832"/>
                </a:lnTo>
                <a:lnTo>
                  <a:pt x="73786" y="126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55093" y="2110012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0" y="0"/>
                </a:moveTo>
                <a:lnTo>
                  <a:pt x="4067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55093" y="2110012"/>
            <a:ext cx="41275" cy="0"/>
          </a:xfrm>
          <a:custGeom>
            <a:avLst/>
            <a:gdLst/>
            <a:ahLst/>
            <a:cxnLst/>
            <a:rect l="l" t="t" r="r" b="b"/>
            <a:pathLst>
              <a:path w="41275" h="0">
                <a:moveTo>
                  <a:pt x="40671" y="0"/>
                </a:moveTo>
                <a:lnTo>
                  <a:pt x="0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73573" y="2053238"/>
            <a:ext cx="71120" cy="118745"/>
          </a:xfrm>
          <a:custGeom>
            <a:avLst/>
            <a:gdLst/>
            <a:ahLst/>
            <a:cxnLst/>
            <a:rect l="l" t="t" r="r" b="b"/>
            <a:pathLst>
              <a:path w="71120" h="118744">
                <a:moveTo>
                  <a:pt x="70603" y="105093"/>
                </a:moveTo>
                <a:lnTo>
                  <a:pt x="2276" y="105093"/>
                </a:lnTo>
                <a:lnTo>
                  <a:pt x="2276" y="118595"/>
                </a:lnTo>
                <a:lnTo>
                  <a:pt x="70603" y="118595"/>
                </a:lnTo>
                <a:lnTo>
                  <a:pt x="70603" y="105093"/>
                </a:lnTo>
                <a:close/>
              </a:path>
              <a:path w="71120" h="118744">
                <a:moveTo>
                  <a:pt x="44408" y="14638"/>
                </a:moveTo>
                <a:lnTo>
                  <a:pt x="28471" y="14638"/>
                </a:lnTo>
                <a:lnTo>
                  <a:pt x="28471" y="105093"/>
                </a:lnTo>
                <a:lnTo>
                  <a:pt x="44408" y="105093"/>
                </a:lnTo>
                <a:lnTo>
                  <a:pt x="44408" y="14638"/>
                </a:lnTo>
                <a:close/>
              </a:path>
              <a:path w="71120" h="118744">
                <a:moveTo>
                  <a:pt x="44408" y="0"/>
                </a:moveTo>
                <a:lnTo>
                  <a:pt x="28303" y="0"/>
                </a:lnTo>
                <a:lnTo>
                  <a:pt x="0" y="5694"/>
                </a:lnTo>
                <a:lnTo>
                  <a:pt x="0" y="20337"/>
                </a:lnTo>
                <a:lnTo>
                  <a:pt x="28471" y="14638"/>
                </a:lnTo>
                <a:lnTo>
                  <a:pt x="44408" y="14638"/>
                </a:lnTo>
                <a:lnTo>
                  <a:pt x="4440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6550" y="2161748"/>
            <a:ext cx="17145" cy="0"/>
          </a:xfrm>
          <a:custGeom>
            <a:avLst/>
            <a:gdLst/>
            <a:ahLst/>
            <a:cxnLst/>
            <a:rect l="l" t="t" r="r" b="b"/>
            <a:pathLst>
              <a:path w="17145" h="0">
                <a:moveTo>
                  <a:pt x="0" y="0"/>
                </a:moveTo>
                <a:lnTo>
                  <a:pt x="16758" y="0"/>
                </a:lnTo>
              </a:path>
            </a:pathLst>
          </a:custGeom>
          <a:ln w="20169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21618" y="2051122"/>
            <a:ext cx="82550" cy="123189"/>
          </a:xfrm>
          <a:custGeom>
            <a:avLst/>
            <a:gdLst/>
            <a:ahLst/>
            <a:cxnLst/>
            <a:rect l="l" t="t" r="r" b="b"/>
            <a:pathLst>
              <a:path w="82550" h="123189">
                <a:moveTo>
                  <a:pt x="41001" y="0"/>
                </a:moveTo>
                <a:lnTo>
                  <a:pt x="5833" y="24596"/>
                </a:lnTo>
                <a:lnTo>
                  <a:pt x="0" y="61498"/>
                </a:lnTo>
                <a:lnTo>
                  <a:pt x="643" y="75617"/>
                </a:lnTo>
                <a:lnTo>
                  <a:pt x="16265" y="114040"/>
                </a:lnTo>
                <a:lnTo>
                  <a:pt x="41001" y="122822"/>
                </a:lnTo>
                <a:lnTo>
                  <a:pt x="50305" y="121847"/>
                </a:lnTo>
                <a:lnTo>
                  <a:pt x="58467" y="118920"/>
                </a:lnTo>
                <a:lnTo>
                  <a:pt x="65501" y="114040"/>
                </a:lnTo>
                <a:lnTo>
                  <a:pt x="68741" y="110299"/>
                </a:lnTo>
                <a:lnTo>
                  <a:pt x="32706" y="110299"/>
                </a:lnTo>
                <a:lnTo>
                  <a:pt x="26519" y="106234"/>
                </a:lnTo>
                <a:lnTo>
                  <a:pt x="16109" y="61498"/>
                </a:lnTo>
                <a:lnTo>
                  <a:pt x="16479" y="50058"/>
                </a:lnTo>
                <a:lnTo>
                  <a:pt x="32706" y="12691"/>
                </a:lnTo>
                <a:lnTo>
                  <a:pt x="68750" y="12691"/>
                </a:lnTo>
                <a:lnTo>
                  <a:pt x="65501" y="8924"/>
                </a:lnTo>
                <a:lnTo>
                  <a:pt x="58467" y="3986"/>
                </a:lnTo>
                <a:lnTo>
                  <a:pt x="50305" y="1001"/>
                </a:lnTo>
                <a:lnTo>
                  <a:pt x="41001" y="0"/>
                </a:lnTo>
                <a:close/>
              </a:path>
              <a:path w="82550" h="123189">
                <a:moveTo>
                  <a:pt x="68750" y="12691"/>
                </a:moveTo>
                <a:lnTo>
                  <a:pt x="49296" y="12691"/>
                </a:lnTo>
                <a:lnTo>
                  <a:pt x="55477" y="16757"/>
                </a:lnTo>
                <a:lnTo>
                  <a:pt x="59712" y="24895"/>
                </a:lnTo>
                <a:lnTo>
                  <a:pt x="62390" y="31757"/>
                </a:lnTo>
                <a:lnTo>
                  <a:pt x="64322" y="40145"/>
                </a:lnTo>
                <a:lnTo>
                  <a:pt x="65493" y="50058"/>
                </a:lnTo>
                <a:lnTo>
                  <a:pt x="65887" y="61498"/>
                </a:lnTo>
                <a:lnTo>
                  <a:pt x="65493" y="72934"/>
                </a:lnTo>
                <a:lnTo>
                  <a:pt x="49296" y="110299"/>
                </a:lnTo>
                <a:lnTo>
                  <a:pt x="68741" y="110299"/>
                </a:lnTo>
                <a:lnTo>
                  <a:pt x="81997" y="61498"/>
                </a:lnTo>
                <a:lnTo>
                  <a:pt x="81328" y="47470"/>
                </a:lnTo>
                <a:lnTo>
                  <a:pt x="79332" y="35163"/>
                </a:lnTo>
                <a:lnTo>
                  <a:pt x="76024" y="24596"/>
                </a:lnTo>
                <a:lnTo>
                  <a:pt x="71419" y="15784"/>
                </a:lnTo>
                <a:lnTo>
                  <a:pt x="68750" y="1269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072615" y="2110012"/>
            <a:ext cx="3537585" cy="3445510"/>
          </a:xfrm>
          <a:custGeom>
            <a:avLst/>
            <a:gdLst/>
            <a:ahLst/>
            <a:cxnLst/>
            <a:rect l="l" t="t" r="r" b="b"/>
            <a:pathLst>
              <a:path w="3537585" h="3445510">
                <a:moveTo>
                  <a:pt x="0" y="3445472"/>
                </a:moveTo>
                <a:lnTo>
                  <a:pt x="3536960" y="0"/>
                </a:lnTo>
              </a:path>
            </a:pathLst>
          </a:custGeom>
          <a:ln w="17367">
            <a:solidFill>
              <a:srgbClr val="D1D3D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95764" y="1937737"/>
            <a:ext cx="0" cy="3790315"/>
          </a:xfrm>
          <a:custGeom>
            <a:avLst/>
            <a:gdLst/>
            <a:ahLst/>
            <a:cxnLst/>
            <a:rect l="l" t="t" r="r" b="b"/>
            <a:pathLst>
              <a:path w="0" h="3790315">
                <a:moveTo>
                  <a:pt x="0" y="3790020"/>
                </a:moveTo>
                <a:lnTo>
                  <a:pt x="0" y="0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786427" y="1937737"/>
            <a:ext cx="0" cy="3790315"/>
          </a:xfrm>
          <a:custGeom>
            <a:avLst/>
            <a:gdLst/>
            <a:ahLst/>
            <a:cxnLst/>
            <a:rect l="l" t="t" r="r" b="b"/>
            <a:pathLst>
              <a:path w="0" h="3790315">
                <a:moveTo>
                  <a:pt x="0" y="3790020"/>
                </a:moveTo>
                <a:lnTo>
                  <a:pt x="0" y="0"/>
                </a:lnTo>
              </a:path>
            </a:pathLst>
          </a:custGeom>
          <a:ln w="11187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95764" y="5727758"/>
            <a:ext cx="3891279" cy="0"/>
          </a:xfrm>
          <a:custGeom>
            <a:avLst/>
            <a:gdLst/>
            <a:ahLst/>
            <a:cxnLst/>
            <a:rect l="l" t="t" r="r" b="b"/>
            <a:pathLst>
              <a:path w="3891279" h="0">
                <a:moveTo>
                  <a:pt x="0" y="0"/>
                </a:moveTo>
                <a:lnTo>
                  <a:pt x="3890664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95764" y="1937739"/>
            <a:ext cx="3891279" cy="0"/>
          </a:xfrm>
          <a:custGeom>
            <a:avLst/>
            <a:gdLst/>
            <a:ahLst/>
            <a:cxnLst/>
            <a:rect l="l" t="t" r="r" b="b"/>
            <a:pathLst>
              <a:path w="3891279" h="0">
                <a:moveTo>
                  <a:pt x="0" y="0"/>
                </a:moveTo>
                <a:lnTo>
                  <a:pt x="3890664" y="0"/>
                </a:lnTo>
              </a:path>
            </a:pathLst>
          </a:custGeom>
          <a:ln w="11186">
            <a:solidFill>
              <a:srgbClr val="D1D3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1705457" y="5987512"/>
            <a:ext cx="2271395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100">
                <a:solidFill>
                  <a:srgbClr val="231F20"/>
                </a:solidFill>
                <a:latin typeface="Arial"/>
                <a:cs typeface="Arial"/>
              </a:rPr>
              <a:t>False </a:t>
            </a:r>
            <a:r>
              <a:rPr dirty="0" sz="2300" spc="-40">
                <a:solidFill>
                  <a:srgbClr val="231F20"/>
                </a:solidFill>
                <a:latin typeface="Arial"/>
                <a:cs typeface="Arial"/>
              </a:rPr>
              <a:t>positive</a:t>
            </a:r>
            <a:r>
              <a:rPr dirty="0" sz="2300" spc="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231F20"/>
                </a:solidFill>
                <a:latin typeface="Arial"/>
                <a:cs typeface="Arial"/>
              </a:rPr>
              <a:t>rate</a:t>
            </a:r>
            <a:endParaRPr sz="23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3936" y="2840633"/>
            <a:ext cx="369570" cy="2153285"/>
          </a:xfrm>
          <a:prstGeom prst="rect">
            <a:avLst/>
          </a:prstGeom>
        </p:spPr>
        <p:txBody>
          <a:bodyPr wrap="square" lIns="0" tIns="254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300" spc="-215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dirty="0" sz="2300">
                <a:solidFill>
                  <a:srgbClr val="231F20"/>
                </a:solidFill>
                <a:latin typeface="Arial"/>
                <a:cs typeface="Arial"/>
              </a:rPr>
              <a:t>rue</a:t>
            </a:r>
            <a:r>
              <a:rPr dirty="0" sz="2300" spc="-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231F20"/>
                </a:solidFill>
                <a:latin typeface="Arial"/>
                <a:cs typeface="Arial"/>
              </a:rPr>
              <a:t>positive</a:t>
            </a:r>
            <a:r>
              <a:rPr dirty="0" sz="2300" spc="-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231F20"/>
                </a:solidFill>
                <a:latin typeface="Arial"/>
                <a:cs typeface="Arial"/>
              </a:rPr>
              <a:t>rate</a:t>
            </a:r>
            <a:endParaRPr sz="23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52742" y="2092206"/>
            <a:ext cx="3634821" cy="35234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9531" y="1189573"/>
            <a:ext cx="654050" cy="619760"/>
          </a:xfrm>
          <a:custGeom>
            <a:avLst/>
            <a:gdLst/>
            <a:ahLst/>
            <a:cxnLst/>
            <a:rect l="l" t="t" r="r" b="b"/>
            <a:pathLst>
              <a:path w="654050" h="619760">
                <a:moveTo>
                  <a:pt x="0" y="0"/>
                </a:moveTo>
                <a:lnTo>
                  <a:pt x="653844" y="0"/>
                </a:lnTo>
                <a:lnTo>
                  <a:pt x="653844" y="619431"/>
                </a:lnTo>
                <a:lnTo>
                  <a:pt x="0" y="6194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952998" y="2895600"/>
            <a:ext cx="3999229" cy="0"/>
          </a:xfrm>
          <a:custGeom>
            <a:avLst/>
            <a:gdLst/>
            <a:ahLst/>
            <a:cxnLst/>
            <a:rect l="l" t="t" r="r" b="b"/>
            <a:pathLst>
              <a:path w="3999229" h="0">
                <a:moveTo>
                  <a:pt x="3999090" y="0"/>
                </a:moveTo>
                <a:lnTo>
                  <a:pt x="0" y="1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xfrm>
            <a:off x="508793" y="375411"/>
            <a:ext cx="812673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120"/>
              <a:t>COVID-19</a:t>
            </a:r>
            <a:r>
              <a:rPr dirty="0" sz="4600" spc="50"/>
              <a:t> </a:t>
            </a:r>
            <a:r>
              <a:rPr dirty="0" sz="4600" spc="-85"/>
              <a:t>Repurposing</a:t>
            </a:r>
            <a:endParaRPr sz="4600"/>
          </a:p>
        </p:txBody>
      </p:sp>
      <p:sp>
        <p:nvSpPr>
          <p:cNvPr id="76" name="object 76"/>
          <p:cNvSpPr/>
          <p:nvPr/>
        </p:nvSpPr>
        <p:spPr>
          <a:xfrm>
            <a:off x="4952998" y="3814990"/>
            <a:ext cx="3999229" cy="0"/>
          </a:xfrm>
          <a:custGeom>
            <a:avLst/>
            <a:gdLst/>
            <a:ahLst/>
            <a:cxnLst/>
            <a:rect l="l" t="t" r="r" b="b"/>
            <a:pathLst>
              <a:path w="3999229" h="0">
                <a:moveTo>
                  <a:pt x="3999090" y="0"/>
                </a:moveTo>
                <a:lnTo>
                  <a:pt x="0" y="1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952998" y="5334000"/>
            <a:ext cx="3999229" cy="0"/>
          </a:xfrm>
          <a:custGeom>
            <a:avLst/>
            <a:gdLst/>
            <a:ahLst/>
            <a:cxnLst/>
            <a:rect l="l" t="t" r="r" b="b"/>
            <a:pathLst>
              <a:path w="3999229" h="0">
                <a:moveTo>
                  <a:pt x="3999090" y="0"/>
                </a:moveTo>
                <a:lnTo>
                  <a:pt x="0" y="1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475845" y="3352800"/>
            <a:ext cx="985519" cy="762000"/>
          </a:xfrm>
          <a:custGeom>
            <a:avLst/>
            <a:gdLst/>
            <a:ahLst/>
            <a:cxnLst/>
            <a:rect l="l" t="t" r="r" b="b"/>
            <a:pathLst>
              <a:path w="985520" h="762000">
                <a:moveTo>
                  <a:pt x="0" y="0"/>
                </a:moveTo>
                <a:lnTo>
                  <a:pt x="984928" y="0"/>
                </a:lnTo>
                <a:lnTo>
                  <a:pt x="984928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73214" y="1788321"/>
            <a:ext cx="763905" cy="807085"/>
          </a:xfrm>
          <a:custGeom>
            <a:avLst/>
            <a:gdLst/>
            <a:ahLst/>
            <a:cxnLst/>
            <a:rect l="l" t="t" r="r" b="b"/>
            <a:pathLst>
              <a:path w="763905" h="807085">
                <a:moveTo>
                  <a:pt x="179674" y="0"/>
                </a:moveTo>
                <a:lnTo>
                  <a:pt x="0" y="162585"/>
                </a:lnTo>
                <a:lnTo>
                  <a:pt x="493892" y="708388"/>
                </a:lnTo>
                <a:lnTo>
                  <a:pt x="404055" y="789682"/>
                </a:lnTo>
                <a:lnTo>
                  <a:pt x="746316" y="806770"/>
                </a:lnTo>
                <a:lnTo>
                  <a:pt x="759345" y="545802"/>
                </a:lnTo>
                <a:lnTo>
                  <a:pt x="673566" y="545802"/>
                </a:lnTo>
                <a:lnTo>
                  <a:pt x="179674" y="0"/>
                </a:lnTo>
                <a:close/>
              </a:path>
              <a:path w="763905" h="807085">
                <a:moveTo>
                  <a:pt x="763404" y="464510"/>
                </a:moveTo>
                <a:lnTo>
                  <a:pt x="673566" y="545802"/>
                </a:lnTo>
                <a:lnTo>
                  <a:pt x="759345" y="545802"/>
                </a:lnTo>
                <a:lnTo>
                  <a:pt x="763404" y="4645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73214" y="1788321"/>
            <a:ext cx="763905" cy="807085"/>
          </a:xfrm>
          <a:custGeom>
            <a:avLst/>
            <a:gdLst/>
            <a:ahLst/>
            <a:cxnLst/>
            <a:rect l="l" t="t" r="r" b="b"/>
            <a:pathLst>
              <a:path w="763905" h="807085">
                <a:moveTo>
                  <a:pt x="746316" y="806769"/>
                </a:moveTo>
                <a:lnTo>
                  <a:pt x="404055" y="789681"/>
                </a:lnTo>
                <a:lnTo>
                  <a:pt x="493892" y="708388"/>
                </a:lnTo>
                <a:lnTo>
                  <a:pt x="0" y="162585"/>
                </a:lnTo>
                <a:lnTo>
                  <a:pt x="179673" y="0"/>
                </a:lnTo>
                <a:lnTo>
                  <a:pt x="673566" y="545802"/>
                </a:lnTo>
                <a:lnTo>
                  <a:pt x="763403" y="464509"/>
                </a:lnTo>
                <a:lnTo>
                  <a:pt x="746316" y="806769"/>
                </a:lnTo>
                <a:close/>
              </a:path>
            </a:pathLst>
          </a:custGeom>
          <a:ln w="380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56687" y="6630873"/>
            <a:ext cx="7179309" cy="2057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Medicine Framework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Identifying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Drug Repurposing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Opportunities for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Covid-19, </a:t>
            </a:r>
            <a:r>
              <a:rPr dirty="0" sz="1200" spc="3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arXiv:2004.07229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732" y="27939"/>
            <a:ext cx="859599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120"/>
              <a:t>Experimental </a:t>
            </a:r>
            <a:r>
              <a:rPr dirty="0" sz="4600" spc="-150"/>
              <a:t>Validation</a:t>
            </a:r>
            <a:r>
              <a:rPr dirty="0" sz="4600" spc="165"/>
              <a:t> </a:t>
            </a:r>
            <a:r>
              <a:rPr dirty="0" sz="4600" spc="-55"/>
              <a:t>of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3170713" y="725931"/>
            <a:ext cx="280543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85">
                <a:solidFill>
                  <a:srgbClr val="C00000"/>
                </a:solidFill>
                <a:latin typeface="Arial"/>
                <a:cs typeface="Arial"/>
              </a:rPr>
              <a:t>Predictions</a:t>
            </a:r>
            <a:endParaRPr sz="4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1457267"/>
            <a:ext cx="3048000" cy="406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037" y="1452505"/>
            <a:ext cx="3057525" cy="4073525"/>
          </a:xfrm>
          <a:custGeom>
            <a:avLst/>
            <a:gdLst/>
            <a:ahLst/>
            <a:cxnLst/>
            <a:rect l="l" t="t" r="r" b="b"/>
            <a:pathLst>
              <a:path w="3057525" h="4073525">
                <a:moveTo>
                  <a:pt x="0" y="0"/>
                </a:moveTo>
                <a:lnTo>
                  <a:pt x="3057525" y="0"/>
                </a:lnTo>
                <a:lnTo>
                  <a:pt x="3057525" y="4073525"/>
                </a:lnTo>
                <a:lnTo>
                  <a:pt x="0" y="40735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9961" y="5671820"/>
            <a:ext cx="300291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40">
                <a:latin typeface="Arial"/>
                <a:cs typeface="Arial"/>
              </a:rPr>
              <a:t>National </a:t>
            </a:r>
            <a:r>
              <a:rPr dirty="0" sz="1800" spc="-45">
                <a:latin typeface="Arial"/>
                <a:cs typeface="Arial"/>
              </a:rPr>
              <a:t>Emerging </a:t>
            </a:r>
            <a:r>
              <a:rPr dirty="0" sz="1800" spc="-35">
                <a:latin typeface="Arial"/>
                <a:cs typeface="Arial"/>
              </a:rPr>
              <a:t>Infectious  </a:t>
            </a:r>
            <a:r>
              <a:rPr dirty="0" sz="1800" spc="-60">
                <a:latin typeface="Arial"/>
                <a:cs typeface="Arial"/>
              </a:rPr>
              <a:t>Diseases </a:t>
            </a:r>
            <a:r>
              <a:rPr dirty="0" sz="1800" spc="-35">
                <a:latin typeface="Arial"/>
                <a:cs typeface="Arial"/>
              </a:rPr>
              <a:t>Laboratories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 spc="-105">
                <a:latin typeface="Arial"/>
                <a:cs typeface="Arial"/>
              </a:rPr>
              <a:t>(NEIDL)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66659" y="1447800"/>
            <a:ext cx="2439302" cy="27020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61896" y="1443037"/>
            <a:ext cx="2449195" cy="2712085"/>
          </a:xfrm>
          <a:custGeom>
            <a:avLst/>
            <a:gdLst/>
            <a:ahLst/>
            <a:cxnLst/>
            <a:rect l="l" t="t" r="r" b="b"/>
            <a:pathLst>
              <a:path w="2449195" h="2712085">
                <a:moveTo>
                  <a:pt x="0" y="0"/>
                </a:moveTo>
                <a:lnTo>
                  <a:pt x="2448828" y="0"/>
                </a:lnTo>
                <a:lnTo>
                  <a:pt x="2448828" y="2711581"/>
                </a:lnTo>
                <a:lnTo>
                  <a:pt x="0" y="271158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74687" y="1447800"/>
            <a:ext cx="2501601" cy="27318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69925" y="1443037"/>
            <a:ext cx="2511425" cy="2741930"/>
          </a:xfrm>
          <a:custGeom>
            <a:avLst/>
            <a:gdLst/>
            <a:ahLst/>
            <a:cxnLst/>
            <a:rect l="l" t="t" r="r" b="b"/>
            <a:pathLst>
              <a:path w="2511425" h="2741929">
                <a:moveTo>
                  <a:pt x="0" y="0"/>
                </a:moveTo>
                <a:lnTo>
                  <a:pt x="2511127" y="0"/>
                </a:lnTo>
                <a:lnTo>
                  <a:pt x="2511127" y="2741338"/>
                </a:lnTo>
                <a:lnTo>
                  <a:pt x="0" y="274133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49242" y="3403834"/>
            <a:ext cx="5562600" cy="831215"/>
          </a:xfrm>
          <a:custGeom>
            <a:avLst/>
            <a:gdLst/>
            <a:ahLst/>
            <a:cxnLst/>
            <a:rect l="l" t="t" r="r" b="b"/>
            <a:pathLst>
              <a:path w="5562600" h="831214">
                <a:moveTo>
                  <a:pt x="0" y="0"/>
                </a:moveTo>
                <a:lnTo>
                  <a:pt x="5562600" y="0"/>
                </a:lnTo>
                <a:lnTo>
                  <a:pt x="5562600" y="830996"/>
                </a:lnTo>
                <a:lnTo>
                  <a:pt x="0" y="8309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27982" y="3438383"/>
            <a:ext cx="4257040" cy="753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370"/>
              </a:lnSpc>
              <a:spcBef>
                <a:spcPts val="125"/>
              </a:spcBef>
            </a:pPr>
            <a:r>
              <a:rPr dirty="0" sz="1150" spc="10">
                <a:solidFill>
                  <a:srgbClr val="7F7F7F"/>
                </a:solidFill>
                <a:latin typeface="Arial"/>
                <a:cs typeface="Arial"/>
              </a:rPr>
              <a:t>New</a:t>
            </a:r>
            <a:r>
              <a:rPr dirty="0" sz="1150" spc="-1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7F7F7F"/>
                </a:solidFill>
                <a:latin typeface="Arial"/>
                <a:cs typeface="Arial"/>
              </a:rPr>
              <a:t>algorithms: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Prioritizing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Communities, </a:t>
            </a:r>
            <a:r>
              <a:rPr dirty="0" sz="1200" spc="-30" i="1">
                <a:solidFill>
                  <a:srgbClr val="7F7F7F"/>
                </a:solidFill>
                <a:latin typeface="Arial"/>
                <a:cs typeface="Arial"/>
              </a:rPr>
              <a:t>Nature </a:t>
            </a:r>
            <a:r>
              <a:rPr dirty="0" sz="1200" spc="-20" i="1">
                <a:solidFill>
                  <a:srgbClr val="7F7F7F"/>
                </a:solidFill>
                <a:latin typeface="Arial"/>
                <a:cs typeface="Arial"/>
              </a:rPr>
              <a:t>Communications</a:t>
            </a:r>
            <a:r>
              <a:rPr dirty="0" sz="1200" spc="155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  <a:spcBef>
                <a:spcPts val="70"/>
              </a:spcBef>
            </a:pP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Subgraph </a:t>
            </a:r>
            <a:r>
              <a:rPr dirty="0" sz="1200" spc="-35">
                <a:solidFill>
                  <a:srgbClr val="7F7F7F"/>
                </a:solidFill>
                <a:latin typeface="Arial"/>
                <a:cs typeface="Arial"/>
              </a:rPr>
              <a:t>Neural </a:t>
            </a:r>
            <a:r>
              <a:rPr dirty="0" sz="1200" spc="-15">
                <a:solidFill>
                  <a:srgbClr val="7F7F7F"/>
                </a:solidFill>
                <a:latin typeface="Arial"/>
                <a:cs typeface="Arial"/>
              </a:rPr>
              <a:t>Networks, </a:t>
            </a:r>
            <a:r>
              <a:rPr dirty="0" sz="1200" spc="-45" i="1">
                <a:solidFill>
                  <a:srgbClr val="7F7F7F"/>
                </a:solidFill>
                <a:latin typeface="Arial"/>
                <a:cs typeface="Arial"/>
              </a:rPr>
              <a:t>NeurIPS</a:t>
            </a:r>
            <a:r>
              <a:rPr dirty="0" sz="1200" spc="110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 i="1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 i="1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6378" y="4276855"/>
            <a:ext cx="5486400" cy="2176780"/>
          </a:xfrm>
          <a:prstGeom prst="rect">
            <a:avLst/>
          </a:prstGeom>
          <a:solidFill>
            <a:srgbClr val="C00000"/>
          </a:solidFill>
        </p:spPr>
        <p:txBody>
          <a:bodyPr wrap="square" lIns="0" tIns="223520" rIns="0" bIns="0" rtlCol="0" vert="horz">
            <a:spAutoFit/>
          </a:bodyPr>
          <a:lstStyle/>
          <a:p>
            <a:pPr marL="221615" marR="200025">
              <a:lnSpc>
                <a:spcPts val="2110"/>
              </a:lnSpc>
              <a:spcBef>
                <a:spcPts val="1760"/>
              </a:spcBef>
            </a:pPr>
            <a:r>
              <a:rPr dirty="0" sz="1750" spc="-20">
                <a:solidFill>
                  <a:srgbClr val="FFFFFF"/>
                </a:solidFill>
                <a:latin typeface="Arial"/>
                <a:cs typeface="Arial"/>
              </a:rPr>
              <a:t>Results: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918 compounds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screened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efficacy  against 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SARS-CoV-2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VeroE6</a:t>
            </a:r>
            <a:r>
              <a:rPr dirty="0" sz="1800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cells:</a:t>
            </a:r>
            <a:endParaRPr sz="1800">
              <a:latin typeface="Arial"/>
              <a:cs typeface="Arial"/>
            </a:endParaRPr>
          </a:p>
          <a:p>
            <a:pPr marL="508000" marR="254635" indent="-285750">
              <a:lnSpc>
                <a:spcPct val="102200"/>
              </a:lnSpc>
              <a:spcBef>
                <a:spcPts val="315"/>
              </a:spcBef>
              <a:buSzPct val="102857"/>
              <a:buFont typeface="Malgun Gothic"/>
              <a:buChar char="▪"/>
              <a:tabLst>
                <a:tab pos="507365" algn="l"/>
                <a:tab pos="508000" algn="l"/>
              </a:tabLst>
            </a:pPr>
            <a:r>
              <a:rPr dirty="0" sz="1750" spc="25">
                <a:solidFill>
                  <a:srgbClr val="FFFFFF"/>
                </a:solidFill>
                <a:latin typeface="Arial"/>
                <a:cs typeface="Arial"/>
              </a:rPr>
              <a:t>77 </a:t>
            </a:r>
            <a:r>
              <a:rPr dirty="0" sz="1750" spc="5">
                <a:solidFill>
                  <a:srgbClr val="FFFFFF"/>
                </a:solidFill>
                <a:latin typeface="Arial"/>
                <a:cs typeface="Arial"/>
              </a:rPr>
              <a:t>showed strong/weak </a:t>
            </a:r>
            <a:r>
              <a:rPr dirty="0" sz="1750" spc="-10">
                <a:solidFill>
                  <a:srgbClr val="FFFFFF"/>
                </a:solidFill>
                <a:latin typeface="Arial"/>
                <a:cs typeface="Arial"/>
              </a:rPr>
              <a:t>effect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being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active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over  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broad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range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concentrations</a:t>
            </a:r>
            <a:endParaRPr sz="1800">
              <a:latin typeface="Arial"/>
              <a:cs typeface="Arial"/>
            </a:endParaRPr>
          </a:p>
          <a:p>
            <a:pPr marL="508000" marR="219075" indent="-285750">
              <a:lnSpc>
                <a:spcPts val="2090"/>
              </a:lnSpc>
              <a:spcBef>
                <a:spcPts val="555"/>
              </a:spcBef>
              <a:buFont typeface="Malgun Gothic"/>
              <a:buChar char="▪"/>
              <a:tabLst>
                <a:tab pos="507365" algn="l"/>
                <a:tab pos="508000" algn="l"/>
              </a:tabLst>
            </a:pP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order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750">
                <a:solidFill>
                  <a:srgbClr val="FFFFFF"/>
                </a:solidFill>
                <a:latin typeface="Arial"/>
                <a:cs typeface="Arial"/>
              </a:rPr>
              <a:t>magnitude </a:t>
            </a:r>
            <a:r>
              <a:rPr dirty="0" sz="1750" spc="-20">
                <a:solidFill>
                  <a:srgbClr val="FFFFFF"/>
                </a:solidFill>
                <a:latin typeface="Arial"/>
                <a:cs typeface="Arial"/>
              </a:rPr>
              <a:t>higher </a:t>
            </a:r>
            <a:r>
              <a:rPr dirty="0" sz="1750" spc="-10">
                <a:solidFill>
                  <a:srgbClr val="FFFFFF"/>
                </a:solidFill>
                <a:latin typeface="Arial"/>
                <a:cs typeface="Arial"/>
              </a:rPr>
              <a:t>hit </a:t>
            </a:r>
            <a:r>
              <a:rPr dirty="0" sz="1750" spc="-15">
                <a:solidFill>
                  <a:srgbClr val="FFFFFF"/>
                </a:solidFill>
                <a:latin typeface="Arial"/>
                <a:cs typeface="Arial"/>
              </a:rPr>
              <a:t>rate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among 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top  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100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drugs 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than </a:t>
            </a:r>
            <a:r>
              <a:rPr dirty="0" sz="1750" spc="-5">
                <a:solidFill>
                  <a:srgbClr val="FFFFFF"/>
                </a:solidFill>
                <a:latin typeface="Arial"/>
                <a:cs typeface="Arial"/>
              </a:rPr>
              <a:t>prior</a:t>
            </a:r>
            <a:r>
              <a:rPr dirty="0" sz="17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 spc="25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38930" y="3089720"/>
            <a:ext cx="2653665" cy="369570"/>
          </a:xfrm>
          <a:custGeom>
            <a:avLst/>
            <a:gdLst/>
            <a:ahLst/>
            <a:cxnLst/>
            <a:rect l="l" t="t" r="r" b="b"/>
            <a:pathLst>
              <a:path w="2653665" h="369570">
                <a:moveTo>
                  <a:pt x="0" y="0"/>
                </a:moveTo>
                <a:lnTo>
                  <a:pt x="2653162" y="0"/>
                </a:lnTo>
                <a:lnTo>
                  <a:pt x="2653162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17761" y="3123692"/>
            <a:ext cx="2096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Ranked </a:t>
            </a:r>
            <a:r>
              <a:rPr dirty="0" sz="1800" spc="-35">
                <a:latin typeface="Arial"/>
                <a:cs typeface="Arial"/>
              </a:rPr>
              <a:t>lists </a:t>
            </a:r>
            <a:r>
              <a:rPr dirty="0" sz="1800" spc="-20">
                <a:latin typeface="Arial"/>
                <a:cs typeface="Arial"/>
              </a:rPr>
              <a:t>of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drugs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54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979895" y="6604507"/>
            <a:ext cx="71793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Network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Medicine Framework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Identifying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Drug Repurposing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Opportunities for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Covid-19, </a:t>
            </a:r>
            <a:r>
              <a:rPr dirty="0" sz="1200" spc="3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7F7F7F"/>
                </a:solidFill>
                <a:latin typeface="Arial"/>
                <a:cs typeface="Arial"/>
              </a:rPr>
              <a:t>arXiv:2004.07229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2262" y="375411"/>
            <a:ext cx="596074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10"/>
              <a:t>Results: </a:t>
            </a:r>
            <a:r>
              <a:rPr dirty="0" sz="4600" spc="-35"/>
              <a:t>Network</a:t>
            </a:r>
            <a:r>
              <a:rPr dirty="0" sz="4600" spc="25"/>
              <a:t> </a:t>
            </a:r>
            <a:r>
              <a:rPr dirty="0" sz="4600" spc="-100"/>
              <a:t>Drugs</a:t>
            </a:r>
            <a:endParaRPr sz="4600"/>
          </a:p>
        </p:txBody>
      </p:sp>
      <p:sp>
        <p:nvSpPr>
          <p:cNvPr id="3" name="object 3"/>
          <p:cNvSpPr/>
          <p:nvPr/>
        </p:nvSpPr>
        <p:spPr>
          <a:xfrm>
            <a:off x="138950" y="3026056"/>
            <a:ext cx="5257799" cy="3202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2038" y="6260084"/>
            <a:ext cx="421957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193040">
              <a:lnSpc>
                <a:spcPts val="2090"/>
              </a:lnSpc>
              <a:spcBef>
                <a:spcPts val="225"/>
              </a:spcBef>
            </a:pPr>
            <a:r>
              <a:rPr dirty="0" sz="1800" spc="10">
                <a:latin typeface="Arial"/>
                <a:cs typeface="Arial"/>
              </a:rPr>
              <a:t>58/77 </a:t>
            </a:r>
            <a:r>
              <a:rPr dirty="0" sz="1800" spc="-20">
                <a:latin typeface="Arial"/>
                <a:cs typeface="Arial"/>
              </a:rPr>
              <a:t>drugs </a:t>
            </a:r>
            <a:r>
              <a:rPr dirty="0" sz="1800" spc="-10">
                <a:latin typeface="Arial"/>
                <a:cs typeface="Arial"/>
              </a:rPr>
              <a:t>with </a:t>
            </a:r>
            <a:r>
              <a:rPr dirty="0" sz="1800" spc="-35">
                <a:latin typeface="Arial"/>
                <a:cs typeface="Arial"/>
              </a:rPr>
              <a:t>positive </a:t>
            </a:r>
            <a:r>
              <a:rPr dirty="0" sz="1800" spc="-40">
                <a:latin typeface="Arial"/>
                <a:cs typeface="Arial"/>
              </a:rPr>
              <a:t>experimental  </a:t>
            </a:r>
            <a:r>
              <a:rPr dirty="0" sz="1800" spc="-10">
                <a:latin typeface="Arial"/>
                <a:cs typeface="Arial"/>
              </a:rPr>
              <a:t>outcome </a:t>
            </a:r>
            <a:r>
              <a:rPr dirty="0" sz="1800" spc="-70">
                <a:latin typeface="Arial"/>
                <a:cs typeface="Arial"/>
              </a:rPr>
              <a:t>are </a:t>
            </a:r>
            <a:r>
              <a:rPr dirty="0" sz="1800" spc="-25">
                <a:latin typeface="Arial"/>
                <a:cs typeface="Arial"/>
              </a:rPr>
              <a:t>among </a:t>
            </a:r>
            <a:r>
              <a:rPr dirty="0" sz="1800" spc="10">
                <a:latin typeface="Arial"/>
                <a:cs typeface="Arial"/>
              </a:rPr>
              <a:t>top </a:t>
            </a:r>
            <a:r>
              <a:rPr dirty="0" sz="1800" spc="-5">
                <a:latin typeface="Arial"/>
                <a:cs typeface="Arial"/>
              </a:rPr>
              <a:t>750 </a:t>
            </a:r>
            <a:r>
              <a:rPr dirty="0" sz="1800" spc="-30">
                <a:latin typeface="Arial"/>
                <a:cs typeface="Arial"/>
              </a:rPr>
              <a:t>ranked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drugs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50249" y="3344419"/>
            <a:ext cx="3625100" cy="33072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88699" y="5181600"/>
            <a:ext cx="914400" cy="1371600"/>
          </a:xfrm>
          <a:custGeom>
            <a:avLst/>
            <a:gdLst/>
            <a:ahLst/>
            <a:cxnLst/>
            <a:rect l="l" t="t" r="r" b="b"/>
            <a:pathLst>
              <a:path w="914400" h="1371600">
                <a:moveTo>
                  <a:pt x="0" y="0"/>
                </a:moveTo>
                <a:lnTo>
                  <a:pt x="914400" y="0"/>
                </a:lnTo>
                <a:lnTo>
                  <a:pt x="914400" y="1371599"/>
                </a:lnTo>
                <a:lnTo>
                  <a:pt x="0" y="13715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41977" y="6395691"/>
            <a:ext cx="194437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10">
                <a:latin typeface="Arial"/>
                <a:cs typeface="Arial"/>
              </a:rPr>
              <a:t>Network </a:t>
            </a:r>
            <a:r>
              <a:rPr dirty="0" sz="1750" spc="0">
                <a:latin typeface="Arial"/>
                <a:cs typeface="Arial"/>
              </a:rPr>
              <a:t>drugs</a:t>
            </a:r>
            <a:r>
              <a:rPr dirty="0" sz="1750" spc="-40">
                <a:latin typeface="Arial"/>
                <a:cs typeface="Arial"/>
              </a:rPr>
              <a:t> </a:t>
            </a:r>
            <a:r>
              <a:rPr dirty="0" sz="1750" spc="-80">
                <a:latin typeface="Arial"/>
                <a:cs typeface="Arial"/>
              </a:rPr>
              <a:t>(D3)</a:t>
            </a:r>
            <a:endParaRPr sz="17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54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566416" y="1356867"/>
            <a:ext cx="8220075" cy="239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Malgun Gothic"/>
              <a:buChar char="▪"/>
              <a:tabLst>
                <a:tab pos="355600" algn="l"/>
              </a:tabLst>
            </a:pPr>
            <a:r>
              <a:rPr dirty="0" sz="2800" spc="10">
                <a:latin typeface="Arial"/>
                <a:cs typeface="Arial"/>
              </a:rPr>
              <a:t>76/77 </a:t>
            </a:r>
            <a:r>
              <a:rPr dirty="0" sz="2800" spc="-40">
                <a:latin typeface="Arial"/>
                <a:cs typeface="Arial"/>
              </a:rPr>
              <a:t>drugs </a:t>
            </a:r>
            <a:r>
              <a:rPr dirty="0" sz="2800" spc="-30">
                <a:latin typeface="Arial"/>
                <a:cs typeface="Arial"/>
              </a:rPr>
              <a:t>that </a:t>
            </a:r>
            <a:r>
              <a:rPr dirty="0" sz="2800" spc="-70">
                <a:latin typeface="Arial"/>
                <a:cs typeface="Arial"/>
              </a:rPr>
              <a:t>successfully </a:t>
            </a:r>
            <a:r>
              <a:rPr dirty="0" sz="2800" spc="-50">
                <a:latin typeface="Arial"/>
                <a:cs typeface="Arial"/>
              </a:rPr>
              <a:t>reduced </a:t>
            </a:r>
            <a:r>
              <a:rPr dirty="0" sz="2800" spc="-105">
                <a:latin typeface="Arial"/>
                <a:cs typeface="Arial"/>
              </a:rPr>
              <a:t>viral</a:t>
            </a:r>
            <a:r>
              <a:rPr dirty="0" sz="2800" spc="175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infection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dirty="0" baseline="1010" sz="4125" spc="60" u="sng">
                <a:latin typeface="Arial"/>
                <a:cs typeface="Arial"/>
              </a:rPr>
              <a:t>do </a:t>
            </a:r>
            <a:r>
              <a:rPr dirty="0" baseline="1010" sz="4125" spc="7" u="sng">
                <a:latin typeface="Arial"/>
                <a:cs typeface="Arial"/>
              </a:rPr>
              <a:t>not </a:t>
            </a:r>
            <a:r>
              <a:rPr dirty="0" baseline="1010" sz="4125" u="sng">
                <a:latin typeface="Arial"/>
                <a:cs typeface="Arial"/>
              </a:rPr>
              <a:t>bind</a:t>
            </a:r>
            <a:r>
              <a:rPr dirty="0" baseline="1010" sz="4125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proteins </a:t>
            </a:r>
            <a:r>
              <a:rPr dirty="0" sz="2800" spc="-40">
                <a:latin typeface="Arial"/>
                <a:cs typeface="Arial"/>
              </a:rPr>
              <a:t>targeted by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SARS-CoV-2:</a:t>
            </a:r>
            <a:endParaRPr sz="2800">
              <a:latin typeface="Arial"/>
              <a:cs typeface="Arial"/>
            </a:endParaRPr>
          </a:p>
          <a:p>
            <a:pPr lvl="1" marL="755650" marR="198755" indent="-285750">
              <a:lnSpc>
                <a:spcPct val="100800"/>
              </a:lnSpc>
              <a:spcBef>
                <a:spcPts val="515"/>
              </a:spcBef>
              <a:buClr>
                <a:srgbClr val="C00000"/>
              </a:buClr>
              <a:buFont typeface="Malgun Gothic"/>
              <a:buChar char="▪"/>
              <a:tabLst>
                <a:tab pos="755650" algn="l"/>
              </a:tabLst>
            </a:pPr>
            <a:r>
              <a:rPr dirty="0" sz="2400" spc="-85">
                <a:latin typeface="Arial"/>
                <a:cs typeface="Arial"/>
              </a:rPr>
              <a:t>These </a:t>
            </a:r>
            <a:r>
              <a:rPr dirty="0" sz="2400" spc="-25">
                <a:latin typeface="Arial"/>
                <a:cs typeface="Arial"/>
              </a:rPr>
              <a:t>drugs </a:t>
            </a:r>
            <a:r>
              <a:rPr dirty="0" sz="2400" spc="-95">
                <a:latin typeface="Arial"/>
                <a:cs typeface="Arial"/>
              </a:rPr>
              <a:t>rely </a:t>
            </a:r>
            <a:r>
              <a:rPr dirty="0" sz="2400" spc="-25">
                <a:latin typeface="Arial"/>
                <a:cs typeface="Arial"/>
              </a:rPr>
              <a:t>on </a:t>
            </a:r>
            <a:r>
              <a:rPr dirty="0" baseline="1182" sz="3525" spc="7">
                <a:latin typeface="Arial"/>
                <a:cs typeface="Arial"/>
              </a:rPr>
              <a:t>network-based </a:t>
            </a:r>
            <a:r>
              <a:rPr dirty="0" baseline="1182" sz="3525" spc="-7">
                <a:latin typeface="Arial"/>
                <a:cs typeface="Arial"/>
              </a:rPr>
              <a:t>actions </a:t>
            </a:r>
            <a:r>
              <a:rPr dirty="0" sz="2400" spc="-15">
                <a:latin typeface="Arial"/>
                <a:cs typeface="Arial"/>
              </a:rPr>
              <a:t>that </a:t>
            </a:r>
            <a:r>
              <a:rPr dirty="0" sz="2400" spc="-85">
                <a:latin typeface="Arial"/>
                <a:cs typeface="Arial"/>
              </a:rPr>
              <a:t>cannot  </a:t>
            </a:r>
            <a:r>
              <a:rPr dirty="0" sz="2400" spc="-30">
                <a:latin typeface="Arial"/>
                <a:cs typeface="Arial"/>
              </a:rPr>
              <a:t>be </a:t>
            </a:r>
            <a:r>
              <a:rPr dirty="0" sz="2400" spc="-45">
                <a:latin typeface="Arial"/>
                <a:cs typeface="Arial"/>
              </a:rPr>
              <a:t>identified </a:t>
            </a:r>
            <a:r>
              <a:rPr dirty="0" sz="2400" spc="-30">
                <a:latin typeface="Arial"/>
                <a:cs typeface="Arial"/>
              </a:rPr>
              <a:t>by </a:t>
            </a:r>
            <a:r>
              <a:rPr dirty="0" sz="2400" spc="-10">
                <a:latin typeface="Arial"/>
                <a:cs typeface="Arial"/>
              </a:rPr>
              <a:t>docking-based</a:t>
            </a:r>
            <a:r>
              <a:rPr dirty="0" sz="2400" spc="75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strategies</a:t>
            </a:r>
            <a:endParaRPr sz="2400">
              <a:latin typeface="Arial"/>
              <a:cs typeface="Arial"/>
            </a:endParaRPr>
          </a:p>
          <a:p>
            <a:pPr marL="5049520" marR="1931035">
              <a:lnSpc>
                <a:spcPts val="2090"/>
              </a:lnSpc>
              <a:spcBef>
                <a:spcPts val="1470"/>
              </a:spcBef>
            </a:pPr>
            <a:r>
              <a:rPr dirty="0" sz="1800" spc="-35">
                <a:latin typeface="Arial"/>
                <a:cs typeface="Arial"/>
              </a:rPr>
              <a:t>Direct </a:t>
            </a:r>
            <a:r>
              <a:rPr dirty="0" sz="1800" spc="-20">
                <a:latin typeface="Arial"/>
                <a:cs typeface="Arial"/>
              </a:rPr>
              <a:t>target  drugs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(D1-2)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4278" y="2118030"/>
            <a:ext cx="947878" cy="719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220" y="1303679"/>
            <a:ext cx="6140975" cy="42506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99175" y="4315493"/>
            <a:ext cx="565376" cy="565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91566" y="3754628"/>
            <a:ext cx="16732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15">
                <a:latin typeface="Arial"/>
                <a:cs typeface="Arial"/>
              </a:rPr>
              <a:t>Network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70">
                <a:latin typeface="Arial"/>
                <a:cs typeface="Arial"/>
              </a:rPr>
              <a:t>a  </a:t>
            </a:r>
            <a:r>
              <a:rPr dirty="0" sz="1800" spc="-35">
                <a:latin typeface="Arial"/>
                <a:cs typeface="Arial"/>
              </a:rPr>
              <a:t>bacterial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species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5574996"/>
            <a:ext cx="8382000" cy="90233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65405" rIns="0" bIns="0" rtlCol="0" vert="horz">
            <a:spAutoFit/>
          </a:bodyPr>
          <a:lstStyle/>
          <a:p>
            <a:pPr marL="571500" marR="436880" indent="133350">
              <a:lnSpc>
                <a:spcPts val="3100"/>
              </a:lnSpc>
              <a:spcBef>
                <a:spcPts val="515"/>
              </a:spcBef>
            </a:pPr>
            <a:r>
              <a:rPr dirty="0" sz="2600" spc="-30">
                <a:solidFill>
                  <a:srgbClr val="FFFFFF"/>
                </a:solidFill>
                <a:latin typeface="Arial"/>
                <a:cs typeface="Arial"/>
              </a:rPr>
              <a:t>Motivation: </a:t>
            </a:r>
            <a:r>
              <a:rPr dirty="0" sz="2600" spc="0">
                <a:solidFill>
                  <a:srgbClr val="FFFFFF"/>
                </a:solidFill>
                <a:latin typeface="Arial"/>
                <a:cs typeface="Arial"/>
              </a:rPr>
              <a:t>How </a:t>
            </a:r>
            <a:r>
              <a:rPr dirty="0" sz="2600" spc="-3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600" spc="-20">
                <a:solidFill>
                  <a:srgbClr val="FFFFFF"/>
                </a:solidFill>
                <a:latin typeface="Arial"/>
                <a:cs typeface="Arial"/>
              </a:rPr>
              <a:t>we </a:t>
            </a:r>
            <a:r>
              <a:rPr dirty="0" sz="2600" spc="-80">
                <a:solidFill>
                  <a:srgbClr val="FFFFFF"/>
                </a:solidFill>
                <a:latin typeface="Arial"/>
                <a:cs typeface="Arial"/>
              </a:rPr>
              <a:t>leverage </a:t>
            </a:r>
            <a:r>
              <a:rPr dirty="0" sz="2600" spc="-110">
                <a:solidFill>
                  <a:srgbClr val="FFFFFF"/>
                </a:solidFill>
                <a:latin typeface="Arial"/>
                <a:cs typeface="Arial"/>
              </a:rPr>
              <a:t>PPI 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networks </a:t>
            </a:r>
            <a:r>
              <a:rPr dirty="0" sz="2600" spc="-2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dirty="0" sz="2600" spc="-25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dirty="0" sz="2600" spc="-40">
                <a:solidFill>
                  <a:srgbClr val="FFFFFF"/>
                </a:solidFill>
                <a:latin typeface="Arial"/>
                <a:cs typeface="Arial"/>
              </a:rPr>
              <a:t>organisms </a:t>
            </a:r>
            <a:r>
              <a:rPr dirty="0" sz="2600" spc="1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complete </a:t>
            </a:r>
            <a:r>
              <a:rPr dirty="0" sz="2600" spc="-45">
                <a:solidFill>
                  <a:srgbClr val="FFFFFF"/>
                </a:solidFill>
                <a:latin typeface="Arial"/>
                <a:cs typeface="Arial"/>
              </a:rPr>
              <a:t>human </a:t>
            </a:r>
            <a:r>
              <a:rPr dirty="0" sz="2600" spc="-110">
                <a:solidFill>
                  <a:srgbClr val="FFFFFF"/>
                </a:solidFill>
                <a:latin typeface="Arial"/>
                <a:cs typeface="Arial"/>
              </a:rPr>
              <a:t>PPI</a:t>
            </a:r>
            <a:r>
              <a:rPr dirty="0" sz="26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network?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6587235"/>
            <a:ext cx="86086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solidFill>
                  <a:srgbClr val="A6A6A6"/>
                </a:solidFill>
                <a:latin typeface="Arial"/>
                <a:cs typeface="Arial"/>
              </a:rPr>
              <a:t>Zitnik, Marinka, Marcus </a:t>
            </a:r>
            <a:r>
              <a:rPr dirty="0" sz="1000">
                <a:solidFill>
                  <a:srgbClr val="A6A6A6"/>
                </a:solidFill>
                <a:latin typeface="Arial"/>
                <a:cs typeface="Arial"/>
              </a:rPr>
              <a:t>W. </a:t>
            </a:r>
            <a:r>
              <a:rPr dirty="0" sz="1000" spc="-5">
                <a:solidFill>
                  <a:srgbClr val="A6A6A6"/>
                </a:solidFill>
                <a:latin typeface="Arial"/>
                <a:cs typeface="Arial"/>
              </a:rPr>
              <a:t>Feldman, </a:t>
            </a:r>
            <a:r>
              <a:rPr dirty="0" sz="1000" spc="-10">
                <a:solidFill>
                  <a:srgbClr val="A6A6A6"/>
                </a:solidFill>
                <a:latin typeface="Arial"/>
                <a:cs typeface="Arial"/>
              </a:rPr>
              <a:t>and </a:t>
            </a:r>
            <a:r>
              <a:rPr dirty="0" sz="1000" spc="-5">
                <a:solidFill>
                  <a:srgbClr val="A6A6A6"/>
                </a:solidFill>
                <a:latin typeface="Arial"/>
                <a:cs typeface="Arial"/>
              </a:rPr>
              <a:t>Jure Leskovec. "Evolution of resilience </a:t>
            </a:r>
            <a:r>
              <a:rPr dirty="0" sz="1000">
                <a:solidFill>
                  <a:srgbClr val="A6A6A6"/>
                </a:solidFill>
                <a:latin typeface="Arial"/>
                <a:cs typeface="Arial"/>
              </a:rPr>
              <a:t>in </a:t>
            </a:r>
            <a:r>
              <a:rPr dirty="0" sz="1000" spc="-5">
                <a:solidFill>
                  <a:srgbClr val="A6A6A6"/>
                </a:solidFill>
                <a:latin typeface="Arial"/>
                <a:cs typeface="Arial"/>
              </a:rPr>
              <a:t>protein interactomes across the tree of life." PNAS </a:t>
            </a:r>
            <a:r>
              <a:rPr dirty="0" sz="1000" spc="-10">
                <a:solidFill>
                  <a:srgbClr val="A6A6A6"/>
                </a:solidFill>
                <a:latin typeface="Arial"/>
                <a:cs typeface="Arial"/>
              </a:rPr>
              <a:t>(2019):</a:t>
            </a:r>
            <a:r>
              <a:rPr dirty="0" sz="1000" spc="-4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A6A6A6"/>
                </a:solidFill>
                <a:latin typeface="Arial"/>
                <a:cs typeface="Arial"/>
              </a:rPr>
              <a:t>4426-4433.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2333" y="180339"/>
            <a:ext cx="838009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95"/>
              <a:t>Transfer </a:t>
            </a:r>
            <a:r>
              <a:rPr dirty="0" sz="4600" spc="-110"/>
              <a:t>Learning </a:t>
            </a:r>
            <a:r>
              <a:rPr dirty="0" sz="4600" spc="-85"/>
              <a:t>Across</a:t>
            </a:r>
            <a:r>
              <a:rPr dirty="0" sz="4600" spc="204"/>
              <a:t> </a:t>
            </a:r>
            <a:r>
              <a:rPr dirty="0" sz="4600" spc="-90"/>
              <a:t>Graphs:</a:t>
            </a:r>
            <a:endParaRPr sz="4600"/>
          </a:p>
        </p:txBody>
      </p:sp>
      <p:sp>
        <p:nvSpPr>
          <p:cNvPr id="9" name="object 9"/>
          <p:cNvSpPr txBox="1"/>
          <p:nvPr/>
        </p:nvSpPr>
        <p:spPr>
          <a:xfrm>
            <a:off x="2106041" y="878331"/>
            <a:ext cx="62801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445"/>
              </a:lnSpc>
              <a:spcBef>
                <a:spcPts val="100"/>
              </a:spcBef>
            </a:pPr>
            <a:r>
              <a:rPr dirty="0" sz="4600" spc="-135">
                <a:solidFill>
                  <a:srgbClr val="C00000"/>
                </a:solidFill>
                <a:latin typeface="Arial"/>
                <a:cs typeface="Arial"/>
              </a:rPr>
              <a:t>Tree-of-Life</a:t>
            </a:r>
            <a:r>
              <a:rPr dirty="0" sz="4600" spc="-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4600" spc="-100">
                <a:solidFill>
                  <a:srgbClr val="C00000"/>
                </a:solidFill>
                <a:latin typeface="Arial"/>
                <a:cs typeface="Arial"/>
              </a:rPr>
              <a:t>Dataset</a:t>
            </a:r>
            <a:endParaRPr sz="4600">
              <a:latin typeface="Arial"/>
              <a:cs typeface="Arial"/>
            </a:endParaRPr>
          </a:p>
          <a:p>
            <a:pPr marL="4442460" marR="5080">
              <a:lnSpc>
                <a:spcPts val="2110"/>
              </a:lnSpc>
              <a:spcBef>
                <a:spcPts val="35"/>
              </a:spcBef>
            </a:pPr>
            <a:r>
              <a:rPr dirty="0" sz="1800" spc="-15">
                <a:latin typeface="Arial"/>
                <a:cs typeface="Arial"/>
              </a:rPr>
              <a:t>Network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800" spc="-55">
                <a:latin typeface="Arial"/>
                <a:cs typeface="Arial"/>
              </a:rPr>
              <a:t>an  </a:t>
            </a:r>
            <a:r>
              <a:rPr dirty="0" sz="1800" spc="-30">
                <a:latin typeface="Arial"/>
                <a:cs typeface="Arial"/>
              </a:rPr>
              <a:t>eukaryotic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species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15462" y="0"/>
            <a:ext cx="4113529" cy="325755"/>
          </a:xfrm>
          <a:custGeom>
            <a:avLst/>
            <a:gdLst/>
            <a:ahLst/>
            <a:cxnLst/>
            <a:rect l="l" t="t" r="r" b="b"/>
            <a:pathLst>
              <a:path w="4113529" h="325755">
                <a:moveTo>
                  <a:pt x="0" y="0"/>
                </a:moveTo>
                <a:lnTo>
                  <a:pt x="4113075" y="0"/>
                </a:lnTo>
                <a:lnTo>
                  <a:pt x="4113075" y="325437"/>
                </a:lnTo>
                <a:lnTo>
                  <a:pt x="0" y="32543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57995" y="0"/>
            <a:ext cx="3628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-2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29320" sz="2700" spc="-869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60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95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baseline="-29320" sz="2700" spc="-100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sz="700" spc="-21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4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baseline="-29320" sz="2700" spc="-101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802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0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63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7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1267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p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209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:</a:t>
            </a:r>
            <a:r>
              <a:rPr dirty="0" baseline="-29320" sz="2700" spc="-13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25">
                <a:solidFill>
                  <a:srgbClr val="898989"/>
                </a:solidFill>
                <a:latin typeface="Arial"/>
                <a:cs typeface="Arial"/>
              </a:rPr>
              <a:t>//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baseline="-29320" sz="2700" spc="-84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7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l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90">
                <a:solidFill>
                  <a:srgbClr val="898989"/>
                </a:solidFill>
                <a:latin typeface="Arial"/>
                <a:cs typeface="Arial"/>
              </a:rPr>
              <a:t>b</a:t>
            </a:r>
            <a:r>
              <a:rPr dirty="0" baseline="-29320" sz="2700" spc="-997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484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24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229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2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baseline="-29320" sz="2700" spc="-78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v</a:t>
            </a:r>
            <a:r>
              <a:rPr dirty="0" baseline="-29320" sz="2700" spc="-982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335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baseline="-29320" sz="2700" spc="-31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375">
                <a:solidFill>
                  <a:srgbClr val="898989"/>
                </a:solidFill>
                <a:latin typeface="Arial"/>
                <a:cs typeface="Arial"/>
              </a:rPr>
              <a:t>e</a:t>
            </a:r>
            <a:r>
              <a:rPr dirty="0" baseline="-29320" sz="2700" spc="-757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u</a:t>
            </a:r>
            <a:r>
              <a:rPr dirty="0" baseline="-29320" sz="2700" spc="-262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10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81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c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11</a:t>
            </a:r>
            <a:r>
              <a:rPr dirty="0" sz="700" spc="-19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dirty="0" baseline="-29320" sz="2700" spc="-7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700" spc="-35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85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0</a:t>
            </a:r>
            <a:r>
              <a:rPr dirty="0" sz="700" spc="-20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102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1</a:t>
            </a:r>
            <a:r>
              <a:rPr dirty="0" sz="700" spc="-8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baseline="-29320" sz="27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-5"/>
              <a:t>54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582" y="375411"/>
            <a:ext cx="744474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00"/>
              <a:t>Problem Formulation:</a:t>
            </a:r>
            <a:r>
              <a:rPr dirty="0" sz="4600" spc="40"/>
              <a:t> </a:t>
            </a:r>
            <a:r>
              <a:rPr dirty="0" sz="4600" spc="-65"/>
              <a:t>G-Meta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56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1989" y="1876551"/>
            <a:ext cx="2471420" cy="294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99700"/>
              </a:lnSpc>
              <a:spcBef>
                <a:spcPts val="105"/>
              </a:spcBef>
            </a:pPr>
            <a:r>
              <a:rPr dirty="0" sz="1900" spc="-40">
                <a:solidFill>
                  <a:srgbClr val="C00000"/>
                </a:solidFill>
                <a:latin typeface="Arial"/>
                <a:cs typeface="Arial"/>
              </a:rPr>
              <a:t>Meta-learner </a:t>
            </a:r>
            <a:r>
              <a:rPr dirty="0" sz="1900" spc="-40">
                <a:latin typeface="Arial"/>
                <a:cs typeface="Arial"/>
              </a:rPr>
              <a:t>needs </a:t>
            </a:r>
            <a:r>
              <a:rPr dirty="0" sz="1900" spc="10">
                <a:latin typeface="Arial"/>
                <a:cs typeface="Arial"/>
              </a:rPr>
              <a:t>to  </a:t>
            </a:r>
            <a:r>
              <a:rPr dirty="0" sz="1900" spc="-40">
                <a:latin typeface="Arial"/>
                <a:cs typeface="Arial"/>
              </a:rPr>
              <a:t>make </a:t>
            </a:r>
            <a:r>
              <a:rPr dirty="0" sz="1900" spc="-25">
                <a:latin typeface="Arial"/>
                <a:cs typeface="Arial"/>
              </a:rPr>
              <a:t>predictions </a:t>
            </a:r>
            <a:r>
              <a:rPr dirty="0" sz="1900" spc="-20">
                <a:latin typeface="Arial"/>
                <a:cs typeface="Arial"/>
              </a:rPr>
              <a:t>on </a:t>
            </a:r>
            <a:r>
              <a:rPr dirty="0" sz="1900" spc="-75">
                <a:latin typeface="Arial"/>
                <a:cs typeface="Arial"/>
              </a:rPr>
              <a:t>a  </a:t>
            </a:r>
            <a:r>
              <a:rPr dirty="0" sz="1900" spc="-25">
                <a:latin typeface="Arial"/>
                <a:cs typeface="Arial"/>
              </a:rPr>
              <a:t>new graph by </a:t>
            </a:r>
            <a:r>
              <a:rPr dirty="0" sz="1900" spc="-50">
                <a:latin typeface="Arial"/>
                <a:cs typeface="Arial"/>
              </a:rPr>
              <a:t>learning  </a:t>
            </a:r>
            <a:r>
              <a:rPr dirty="0" sz="1900" spc="-30">
                <a:latin typeface="Arial"/>
                <a:cs typeface="Arial"/>
              </a:rPr>
              <a:t>from </a:t>
            </a:r>
            <a:r>
              <a:rPr dirty="0" sz="1900" spc="-25">
                <a:latin typeface="Arial"/>
                <a:cs typeface="Arial"/>
              </a:rPr>
              <a:t>other graphs </a:t>
            </a:r>
            <a:r>
              <a:rPr dirty="0" sz="1900" spc="-15">
                <a:latin typeface="Arial"/>
                <a:cs typeface="Arial"/>
              </a:rPr>
              <a:t>with  </a:t>
            </a:r>
            <a:r>
              <a:rPr dirty="0" sz="1900" spc="-25">
                <a:latin typeface="Arial"/>
                <a:cs typeface="Arial"/>
              </a:rPr>
              <a:t>the </a:t>
            </a:r>
            <a:r>
              <a:rPr dirty="0" sz="1900" spc="-50">
                <a:latin typeface="Arial"/>
                <a:cs typeface="Arial"/>
              </a:rPr>
              <a:t>same </a:t>
            </a:r>
            <a:r>
              <a:rPr dirty="0" sz="1900" spc="-55">
                <a:latin typeface="Arial"/>
                <a:cs typeface="Arial"/>
              </a:rPr>
              <a:t>label</a:t>
            </a:r>
            <a:r>
              <a:rPr dirty="0" sz="1900" spc="0">
                <a:latin typeface="Arial"/>
                <a:cs typeface="Arial"/>
              </a:rPr>
              <a:t> </a:t>
            </a:r>
            <a:r>
              <a:rPr dirty="0" sz="1900" spc="-30">
                <a:latin typeface="Arial"/>
                <a:cs typeface="Arial"/>
              </a:rPr>
              <a:t>set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Times New Roman"/>
              <a:cs typeface="Times New Roman"/>
            </a:endParaRPr>
          </a:p>
          <a:p>
            <a:pPr marL="34290" marR="5080">
              <a:lnSpc>
                <a:spcPct val="100000"/>
              </a:lnSpc>
            </a:pPr>
            <a:r>
              <a:rPr dirty="0" sz="1800" spc="-55">
                <a:latin typeface="Arial"/>
                <a:cs typeface="Arial"/>
              </a:rPr>
              <a:t>Each </a:t>
            </a:r>
            <a:r>
              <a:rPr dirty="0" sz="1800" spc="-20">
                <a:latin typeface="Arial"/>
                <a:cs typeface="Arial"/>
              </a:rPr>
              <a:t>task </a:t>
            </a:r>
            <a:r>
              <a:rPr dirty="0" sz="1800" spc="-55">
                <a:latin typeface="Arial"/>
                <a:cs typeface="Arial"/>
              </a:rPr>
              <a:t>is </a:t>
            </a:r>
            <a:r>
              <a:rPr dirty="0" sz="1800" spc="-7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batch </a:t>
            </a:r>
            <a:r>
              <a:rPr dirty="0" sz="1800" spc="-20">
                <a:latin typeface="Arial"/>
                <a:cs typeface="Arial"/>
              </a:rPr>
              <a:t>of </a:t>
            </a:r>
            <a:r>
              <a:rPr dirty="0" sz="1750" spc="-40">
                <a:latin typeface="Arial"/>
                <a:cs typeface="Arial"/>
              </a:rPr>
              <a:t>a  </a:t>
            </a:r>
            <a:r>
              <a:rPr dirty="0" sz="1750">
                <a:latin typeface="Arial"/>
                <a:cs typeface="Arial"/>
              </a:rPr>
              <a:t>few </a:t>
            </a:r>
            <a:r>
              <a:rPr dirty="0" sz="1800" spc="-15">
                <a:latin typeface="Arial"/>
                <a:cs typeface="Arial"/>
              </a:rPr>
              <a:t>nodes/edges </a:t>
            </a:r>
            <a:r>
              <a:rPr dirty="0" sz="1800" spc="-30">
                <a:latin typeface="Arial"/>
                <a:cs typeface="Arial"/>
              </a:rPr>
              <a:t>from 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750" spc="-15">
                <a:latin typeface="Arial"/>
                <a:cs typeface="Arial"/>
              </a:rPr>
              <a:t>same </a:t>
            </a:r>
            <a:r>
              <a:rPr dirty="0" sz="1800" spc="-50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 </a:t>
            </a:r>
            <a:r>
              <a:rPr dirty="0" sz="1800" spc="0">
                <a:latin typeface="Arial"/>
                <a:cs typeface="Arial"/>
              </a:rPr>
              <a:t>but  </a:t>
            </a:r>
            <a:r>
              <a:rPr dirty="0" sz="1800" spc="-30">
                <a:latin typeface="Arial"/>
                <a:cs typeface="Arial"/>
              </a:rPr>
              <a:t>from </a:t>
            </a:r>
            <a:r>
              <a:rPr dirty="0" sz="1800" spc="-70">
                <a:latin typeface="Arial"/>
                <a:cs typeface="Arial"/>
              </a:rPr>
              <a:t>a </a:t>
            </a:r>
            <a:r>
              <a:rPr dirty="0" sz="1750" spc="-20">
                <a:latin typeface="Arial"/>
                <a:cs typeface="Arial"/>
              </a:rPr>
              <a:t>different</a:t>
            </a:r>
            <a:r>
              <a:rPr dirty="0" sz="1750" spc="4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96621" y="1524000"/>
            <a:ext cx="4550128" cy="3611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5978" y="5547473"/>
            <a:ext cx="8382000" cy="72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15462" y="0"/>
            <a:ext cx="4113529" cy="325755"/>
          </a:xfrm>
          <a:custGeom>
            <a:avLst/>
            <a:gdLst/>
            <a:ahLst/>
            <a:cxnLst/>
            <a:rect l="l" t="t" r="r" b="b"/>
            <a:pathLst>
              <a:path w="4113529" h="325755">
                <a:moveTo>
                  <a:pt x="0" y="0"/>
                </a:moveTo>
                <a:lnTo>
                  <a:pt x="4113075" y="0"/>
                </a:lnTo>
                <a:lnTo>
                  <a:pt x="4113075" y="325437"/>
                </a:lnTo>
                <a:lnTo>
                  <a:pt x="0" y="32543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69603" y="6619747"/>
            <a:ext cx="3804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7995" y="0"/>
            <a:ext cx="3628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-2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29320" sz="2700" spc="-869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60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95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baseline="-29320" sz="2700" spc="-100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sz="700" spc="-21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4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baseline="-29320" sz="2700" spc="-101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802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0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63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7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1267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p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209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:</a:t>
            </a:r>
            <a:r>
              <a:rPr dirty="0" baseline="-29320" sz="2700" spc="-13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25">
                <a:solidFill>
                  <a:srgbClr val="898989"/>
                </a:solidFill>
                <a:latin typeface="Arial"/>
                <a:cs typeface="Arial"/>
              </a:rPr>
              <a:t>//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baseline="-29320" sz="2700" spc="-84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7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l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90">
                <a:solidFill>
                  <a:srgbClr val="898989"/>
                </a:solidFill>
                <a:latin typeface="Arial"/>
                <a:cs typeface="Arial"/>
              </a:rPr>
              <a:t>b</a:t>
            </a:r>
            <a:r>
              <a:rPr dirty="0" baseline="-29320" sz="2700" spc="-997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484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24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229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2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baseline="-29320" sz="2700" spc="-78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v</a:t>
            </a:r>
            <a:r>
              <a:rPr dirty="0" baseline="-29320" sz="2700" spc="-982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335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baseline="-29320" sz="2700" spc="-31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375">
                <a:solidFill>
                  <a:srgbClr val="898989"/>
                </a:solidFill>
                <a:latin typeface="Arial"/>
                <a:cs typeface="Arial"/>
              </a:rPr>
              <a:t>e</a:t>
            </a:r>
            <a:r>
              <a:rPr dirty="0" baseline="-29320" sz="2700" spc="-757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u</a:t>
            </a:r>
            <a:r>
              <a:rPr dirty="0" baseline="-29320" sz="2700" spc="-262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10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81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c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11</a:t>
            </a:r>
            <a:r>
              <a:rPr dirty="0" sz="700" spc="-19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dirty="0" baseline="-29320" sz="2700" spc="-7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700" spc="-35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85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0</a:t>
            </a:r>
            <a:r>
              <a:rPr dirty="0" sz="700" spc="-20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102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1</a:t>
            </a:r>
            <a:r>
              <a:rPr dirty="0" sz="700" spc="-8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baseline="-29320"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0108" y="674115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57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55" y="1957088"/>
            <a:ext cx="8939707" cy="40880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55964" y="1180563"/>
            <a:ext cx="13589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30">
                <a:latin typeface="Arial"/>
                <a:cs typeface="Arial"/>
              </a:rPr>
              <a:t>Meta-Training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53095" y="1165323"/>
            <a:ext cx="129413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-25">
                <a:latin typeface="Arial"/>
                <a:cs typeface="Arial"/>
              </a:rPr>
              <a:t>Meta-Testing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7930" y="1444266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5237015" y="184666"/>
                </a:moveTo>
                <a:lnTo>
                  <a:pt x="30774" y="184666"/>
                </a:lnTo>
                <a:lnTo>
                  <a:pt x="18795" y="199178"/>
                </a:lnTo>
                <a:lnTo>
                  <a:pt x="9013" y="238754"/>
                </a:lnTo>
                <a:lnTo>
                  <a:pt x="2418" y="297452"/>
                </a:lnTo>
                <a:lnTo>
                  <a:pt x="0" y="369332"/>
                </a:lnTo>
                <a:lnTo>
                  <a:pt x="5267790" y="369332"/>
                </a:lnTo>
                <a:lnTo>
                  <a:pt x="5265371" y="297452"/>
                </a:lnTo>
                <a:lnTo>
                  <a:pt x="5258776" y="238754"/>
                </a:lnTo>
                <a:lnTo>
                  <a:pt x="5248994" y="199178"/>
                </a:lnTo>
                <a:lnTo>
                  <a:pt x="5237015" y="184666"/>
                </a:lnTo>
                <a:close/>
              </a:path>
              <a:path w="5267960" h="369569">
                <a:moveTo>
                  <a:pt x="2621515" y="0"/>
                </a:moveTo>
                <a:lnTo>
                  <a:pt x="2619096" y="71880"/>
                </a:lnTo>
                <a:lnTo>
                  <a:pt x="2612501" y="130579"/>
                </a:lnTo>
                <a:lnTo>
                  <a:pt x="2602719" y="170154"/>
                </a:lnTo>
                <a:lnTo>
                  <a:pt x="2590740" y="184666"/>
                </a:lnTo>
                <a:lnTo>
                  <a:pt x="2652289" y="184666"/>
                </a:lnTo>
                <a:lnTo>
                  <a:pt x="2640311" y="170154"/>
                </a:lnTo>
                <a:lnTo>
                  <a:pt x="2630528" y="130579"/>
                </a:lnTo>
                <a:lnTo>
                  <a:pt x="2623933" y="71880"/>
                </a:lnTo>
                <a:lnTo>
                  <a:pt x="2621515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929" y="1444266"/>
            <a:ext cx="5267960" cy="369570"/>
          </a:xfrm>
          <a:custGeom>
            <a:avLst/>
            <a:gdLst/>
            <a:ahLst/>
            <a:cxnLst/>
            <a:rect l="l" t="t" r="r" b="b"/>
            <a:pathLst>
              <a:path w="5267960" h="369569">
                <a:moveTo>
                  <a:pt x="0" y="369333"/>
                </a:moveTo>
                <a:lnTo>
                  <a:pt x="2418" y="297452"/>
                </a:lnTo>
                <a:lnTo>
                  <a:pt x="9013" y="238754"/>
                </a:lnTo>
                <a:lnTo>
                  <a:pt x="18795" y="199178"/>
                </a:lnTo>
                <a:lnTo>
                  <a:pt x="30775" y="184666"/>
                </a:lnTo>
                <a:lnTo>
                  <a:pt x="2590740" y="184666"/>
                </a:lnTo>
                <a:lnTo>
                  <a:pt x="2602719" y="170154"/>
                </a:lnTo>
                <a:lnTo>
                  <a:pt x="2612501" y="130578"/>
                </a:lnTo>
                <a:lnTo>
                  <a:pt x="2619096" y="71880"/>
                </a:lnTo>
                <a:lnTo>
                  <a:pt x="2621515" y="0"/>
                </a:lnTo>
                <a:lnTo>
                  <a:pt x="2623933" y="71880"/>
                </a:lnTo>
                <a:lnTo>
                  <a:pt x="2630529" y="130578"/>
                </a:lnTo>
                <a:lnTo>
                  <a:pt x="2640311" y="170154"/>
                </a:lnTo>
                <a:lnTo>
                  <a:pt x="2652290" y="184666"/>
                </a:lnTo>
                <a:lnTo>
                  <a:pt x="5237016" y="184666"/>
                </a:lnTo>
                <a:lnTo>
                  <a:pt x="5248995" y="199178"/>
                </a:lnTo>
                <a:lnTo>
                  <a:pt x="5258777" y="238754"/>
                </a:lnTo>
                <a:lnTo>
                  <a:pt x="5265372" y="297452"/>
                </a:lnTo>
                <a:lnTo>
                  <a:pt x="5267791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39853" y="1436187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2346971" y="184666"/>
                </a:moveTo>
                <a:lnTo>
                  <a:pt x="30777" y="184666"/>
                </a:lnTo>
                <a:lnTo>
                  <a:pt x="18797" y="199178"/>
                </a:lnTo>
                <a:lnTo>
                  <a:pt x="9014" y="238754"/>
                </a:lnTo>
                <a:lnTo>
                  <a:pt x="2418" y="297453"/>
                </a:lnTo>
                <a:lnTo>
                  <a:pt x="0" y="369333"/>
                </a:lnTo>
                <a:lnTo>
                  <a:pt x="2377749" y="369333"/>
                </a:lnTo>
                <a:lnTo>
                  <a:pt x="2375331" y="297453"/>
                </a:lnTo>
                <a:lnTo>
                  <a:pt x="2368735" y="238754"/>
                </a:lnTo>
                <a:lnTo>
                  <a:pt x="2358951" y="199178"/>
                </a:lnTo>
                <a:lnTo>
                  <a:pt x="2346971" y="184666"/>
                </a:lnTo>
                <a:close/>
              </a:path>
              <a:path w="2378075" h="369569">
                <a:moveTo>
                  <a:pt x="1183289" y="0"/>
                </a:moveTo>
                <a:lnTo>
                  <a:pt x="1180870" y="71880"/>
                </a:lnTo>
                <a:lnTo>
                  <a:pt x="1174274" y="130579"/>
                </a:lnTo>
                <a:lnTo>
                  <a:pt x="1164491" y="170154"/>
                </a:lnTo>
                <a:lnTo>
                  <a:pt x="1152511" y="184666"/>
                </a:lnTo>
                <a:lnTo>
                  <a:pt x="1214066" y="184666"/>
                </a:lnTo>
                <a:lnTo>
                  <a:pt x="1202086" y="170154"/>
                </a:lnTo>
                <a:lnTo>
                  <a:pt x="1192303" y="130579"/>
                </a:lnTo>
                <a:lnTo>
                  <a:pt x="1185708" y="71880"/>
                </a:lnTo>
                <a:lnTo>
                  <a:pt x="118328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9853" y="1436187"/>
            <a:ext cx="2378075" cy="369570"/>
          </a:xfrm>
          <a:custGeom>
            <a:avLst/>
            <a:gdLst/>
            <a:ahLst/>
            <a:cxnLst/>
            <a:rect l="l" t="t" r="r" b="b"/>
            <a:pathLst>
              <a:path w="2378075" h="369569">
                <a:moveTo>
                  <a:pt x="0" y="369333"/>
                </a:moveTo>
                <a:lnTo>
                  <a:pt x="2418" y="297452"/>
                </a:lnTo>
                <a:lnTo>
                  <a:pt x="9014" y="238754"/>
                </a:lnTo>
                <a:lnTo>
                  <a:pt x="18797" y="199178"/>
                </a:lnTo>
                <a:lnTo>
                  <a:pt x="30778" y="184666"/>
                </a:lnTo>
                <a:lnTo>
                  <a:pt x="1152512" y="184666"/>
                </a:lnTo>
                <a:lnTo>
                  <a:pt x="1164492" y="170154"/>
                </a:lnTo>
                <a:lnTo>
                  <a:pt x="1174275" y="130578"/>
                </a:lnTo>
                <a:lnTo>
                  <a:pt x="1180871" y="71880"/>
                </a:lnTo>
                <a:lnTo>
                  <a:pt x="1183290" y="0"/>
                </a:lnTo>
                <a:lnTo>
                  <a:pt x="1185708" y="71880"/>
                </a:lnTo>
                <a:lnTo>
                  <a:pt x="1192304" y="130578"/>
                </a:lnTo>
                <a:lnTo>
                  <a:pt x="1202087" y="170154"/>
                </a:lnTo>
                <a:lnTo>
                  <a:pt x="1214067" y="184666"/>
                </a:lnTo>
                <a:lnTo>
                  <a:pt x="2346972" y="184666"/>
                </a:lnTo>
                <a:lnTo>
                  <a:pt x="2358952" y="199178"/>
                </a:lnTo>
                <a:lnTo>
                  <a:pt x="2368735" y="238754"/>
                </a:lnTo>
                <a:lnTo>
                  <a:pt x="2375331" y="297452"/>
                </a:lnTo>
                <a:lnTo>
                  <a:pt x="2377750" y="369333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82654" y="1316052"/>
            <a:ext cx="0" cy="4524375"/>
          </a:xfrm>
          <a:custGeom>
            <a:avLst/>
            <a:gdLst/>
            <a:ahLst/>
            <a:cxnLst/>
            <a:rect l="l" t="t" r="r" b="b"/>
            <a:pathLst>
              <a:path w="0" h="4524375">
                <a:moveTo>
                  <a:pt x="0" y="0"/>
                </a:moveTo>
                <a:lnTo>
                  <a:pt x="1" y="4524079"/>
                </a:lnTo>
              </a:path>
            </a:pathLst>
          </a:custGeom>
          <a:ln w="28575">
            <a:solidFill>
              <a:srgbClr val="BE4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3855" y="2914299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7" y="0"/>
                </a:lnTo>
                <a:lnTo>
                  <a:pt x="2133587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3855" y="2914299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6254" y="301362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2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6254" y="3013622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77990" y="301030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77990" y="301030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03329" y="301113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03329" y="301113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6254" y="372564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2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6254" y="372564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77990" y="372231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1" y="245613"/>
                </a:lnTo>
                <a:lnTo>
                  <a:pt x="243205" y="216190"/>
                </a:lnTo>
                <a:lnTo>
                  <a:pt x="262311" y="178879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77990" y="372231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03329" y="372314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6" y="216189"/>
                </a:lnTo>
                <a:lnTo>
                  <a:pt x="55100" y="245612"/>
                </a:lnTo>
                <a:lnTo>
                  <a:pt x="92045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03329" y="372314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3855" y="3314700"/>
            <a:ext cx="214884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  <a:tabLst>
                <a:tab pos="810260" algn="l"/>
                <a:tab pos="15824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7">
                <a:latin typeface="Arial"/>
                <a:cs typeface="Arial"/>
              </a:rPr>
              <a:t>1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2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3</a:t>
            </a:r>
            <a:endParaRPr baseline="1984"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  <a:tabLst>
                <a:tab pos="810260" algn="l"/>
                <a:tab pos="15824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7">
                <a:latin typeface="Arial"/>
                <a:cs typeface="Arial"/>
              </a:rPr>
              <a:t>4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5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6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09005" y="2923712"/>
            <a:ext cx="30480" cy="1378585"/>
          </a:xfrm>
          <a:custGeom>
            <a:avLst/>
            <a:gdLst/>
            <a:ahLst/>
            <a:cxnLst/>
            <a:rect l="l" t="t" r="r" b="b"/>
            <a:pathLst>
              <a:path w="30479" h="1378585">
                <a:moveTo>
                  <a:pt x="0" y="1378242"/>
                </a:moveTo>
                <a:lnTo>
                  <a:pt x="30460" y="1378242"/>
                </a:lnTo>
                <a:lnTo>
                  <a:pt x="30460" y="0"/>
                </a:lnTo>
                <a:lnTo>
                  <a:pt x="0" y="0"/>
                </a:lnTo>
                <a:lnTo>
                  <a:pt x="0" y="1378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09005" y="2923712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63254" y="5239368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63254" y="5239368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7725" y="5255474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7725" y="5255474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866601" y="5264735"/>
            <a:ext cx="9525" cy="660400"/>
          </a:xfrm>
          <a:custGeom>
            <a:avLst/>
            <a:gdLst/>
            <a:ahLst/>
            <a:cxnLst/>
            <a:rect l="l" t="t" r="r" b="b"/>
            <a:pathLst>
              <a:path w="9525" h="660400">
                <a:moveTo>
                  <a:pt x="0" y="660335"/>
                </a:moveTo>
                <a:lnTo>
                  <a:pt x="9237" y="660335"/>
                </a:lnTo>
                <a:lnTo>
                  <a:pt x="9237" y="0"/>
                </a:lnTo>
                <a:lnTo>
                  <a:pt x="0" y="0"/>
                </a:lnTo>
                <a:lnTo>
                  <a:pt x="0" y="6603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55319" y="5264735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97083" y="2887596"/>
            <a:ext cx="2220595" cy="1442720"/>
          </a:xfrm>
          <a:custGeom>
            <a:avLst/>
            <a:gdLst/>
            <a:ahLst/>
            <a:cxnLst/>
            <a:rect l="l" t="t" r="r" b="b"/>
            <a:pathLst>
              <a:path w="2220595" h="1442720">
                <a:moveTo>
                  <a:pt x="0" y="0"/>
                </a:moveTo>
                <a:lnTo>
                  <a:pt x="2220521" y="0"/>
                </a:lnTo>
                <a:lnTo>
                  <a:pt x="2220521" y="1442140"/>
                </a:lnTo>
                <a:lnTo>
                  <a:pt x="0" y="14421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97083" y="2887596"/>
            <a:ext cx="2220595" cy="1442720"/>
          </a:xfrm>
          <a:custGeom>
            <a:avLst/>
            <a:gdLst/>
            <a:ahLst/>
            <a:cxnLst/>
            <a:rect l="l" t="t" r="r" b="b"/>
            <a:pathLst>
              <a:path w="2220595" h="1442720">
                <a:moveTo>
                  <a:pt x="0" y="0"/>
                </a:moveTo>
                <a:lnTo>
                  <a:pt x="2220521" y="0"/>
                </a:lnTo>
                <a:lnTo>
                  <a:pt x="2220521" y="1442140"/>
                </a:lnTo>
                <a:lnTo>
                  <a:pt x="0" y="144214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39466" y="2911520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343363" y="3299459"/>
            <a:ext cx="5911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98699" y="3311652"/>
            <a:ext cx="5911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0894" y="3305555"/>
            <a:ext cx="5911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43363" y="4024883"/>
            <a:ext cx="2216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10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11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12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47491" y="534486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6" y="271838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2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7491" y="534486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29227" y="534154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8"/>
                </a:lnTo>
                <a:lnTo>
                  <a:pt x="177125" y="264908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29227" y="534154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54566" y="534237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8"/>
                </a:lnTo>
                <a:lnTo>
                  <a:pt x="134585" y="271838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54566" y="534237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07725" y="5646420"/>
            <a:ext cx="22205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00"/>
              </a:spcBef>
              <a:tabLst>
                <a:tab pos="797560" algn="l"/>
                <a:tab pos="156972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-82">
                <a:latin typeface="Arial"/>
                <a:cs typeface="Arial"/>
              </a:rPr>
              <a:t>a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15">
                <a:latin typeface="Arial"/>
                <a:cs typeface="Arial"/>
              </a:rPr>
              <a:t>b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35">
                <a:latin typeface="Arial"/>
                <a:cs typeface="Arial"/>
              </a:rPr>
              <a:t> </a:t>
            </a:r>
            <a:r>
              <a:rPr dirty="0" baseline="1984" sz="2100" spc="37">
                <a:latin typeface="Arial"/>
                <a:cs typeface="Arial"/>
              </a:rPr>
              <a:t>c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63254" y="5646420"/>
            <a:ext cx="22205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  <a:tabLst>
                <a:tab pos="844550" algn="l"/>
                <a:tab pos="1616710" algn="l"/>
              </a:tabLst>
            </a:pPr>
            <a:r>
              <a:rPr dirty="0" baseline="3968" sz="2100" spc="-30">
                <a:latin typeface="Arial"/>
                <a:cs typeface="Arial"/>
              </a:rPr>
              <a:t>Node</a:t>
            </a:r>
            <a:r>
              <a:rPr dirty="0" baseline="3968" sz="2100">
                <a:latin typeface="Arial"/>
                <a:cs typeface="Arial"/>
              </a:rPr>
              <a:t> </a:t>
            </a:r>
            <a:r>
              <a:rPr dirty="0" baseline="3968" sz="2100" spc="22">
                <a:latin typeface="Arial"/>
                <a:cs typeface="Arial"/>
              </a:rPr>
              <a:t>d	</a:t>
            </a: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55">
                <a:latin typeface="Arial"/>
                <a:cs typeface="Arial"/>
              </a:rPr>
              <a:t>e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44">
                <a:latin typeface="Arial"/>
                <a:cs typeface="Arial"/>
              </a:rPr>
              <a:t>f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666429" y="2875277"/>
            <a:ext cx="2133600" cy="1378585"/>
          </a:xfrm>
          <a:custGeom>
            <a:avLst/>
            <a:gdLst/>
            <a:ahLst/>
            <a:cxnLst/>
            <a:rect l="l" t="t" r="r" b="b"/>
            <a:pathLst>
              <a:path w="2133600" h="1378585">
                <a:moveTo>
                  <a:pt x="0" y="0"/>
                </a:moveTo>
                <a:lnTo>
                  <a:pt x="2133588" y="0"/>
                </a:lnTo>
                <a:lnTo>
                  <a:pt x="2133588" y="1378242"/>
                </a:lnTo>
                <a:lnTo>
                  <a:pt x="0" y="137824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697083" y="3275076"/>
            <a:ext cx="2220595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13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14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15</a:t>
            </a:r>
            <a:endParaRPr baseline="1984"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</a:pPr>
            <a:r>
              <a:rPr dirty="0" baseline="3968" sz="2100" spc="-30">
                <a:latin typeface="Arial"/>
                <a:cs typeface="Arial"/>
              </a:rPr>
              <a:t>Node </a:t>
            </a:r>
            <a:r>
              <a:rPr dirty="0" baseline="3968" sz="2100" spc="-7">
                <a:latin typeface="Arial"/>
                <a:cs typeface="Arial"/>
              </a:rPr>
              <a:t>16  </a:t>
            </a:r>
            <a:r>
              <a:rPr dirty="0" sz="1400" spc="-20">
                <a:latin typeface="Arial"/>
                <a:cs typeface="Arial"/>
              </a:rPr>
              <a:t>Node </a:t>
            </a:r>
            <a:r>
              <a:rPr dirty="0" sz="1400" spc="-5">
                <a:latin typeface="Arial"/>
                <a:cs typeface="Arial"/>
              </a:rPr>
              <a:t>17  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37">
                <a:latin typeface="Arial"/>
                <a:cs typeface="Arial"/>
              </a:rPr>
              <a:t> </a:t>
            </a:r>
            <a:r>
              <a:rPr dirty="0" baseline="1984" sz="2100" spc="-7">
                <a:latin typeface="Arial"/>
                <a:cs typeface="Arial"/>
              </a:rPr>
              <a:t>18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646080" y="5263663"/>
            <a:ext cx="2220595" cy="660400"/>
          </a:xfrm>
          <a:custGeom>
            <a:avLst/>
            <a:gdLst/>
            <a:ahLst/>
            <a:cxnLst/>
            <a:rect l="l" t="t" r="r" b="b"/>
            <a:pathLst>
              <a:path w="2220595" h="660400">
                <a:moveTo>
                  <a:pt x="0" y="0"/>
                </a:moveTo>
                <a:lnTo>
                  <a:pt x="2220521" y="0"/>
                </a:lnTo>
                <a:lnTo>
                  <a:pt x="2220521" y="660335"/>
                </a:lnTo>
                <a:lnTo>
                  <a:pt x="0" y="6603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676057" y="5640323"/>
            <a:ext cx="5911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31393" y="5655564"/>
            <a:ext cx="1297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dirty="0" sz="1400" spc="-20">
                <a:latin typeface="Arial"/>
                <a:cs typeface="Arial"/>
              </a:rPr>
              <a:t>Node</a:t>
            </a:r>
            <a:r>
              <a:rPr dirty="0" sz="140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h	</a:t>
            </a:r>
            <a:r>
              <a:rPr dirty="0" baseline="1984" sz="2100" spc="-30">
                <a:latin typeface="Arial"/>
                <a:cs typeface="Arial"/>
              </a:rPr>
              <a:t>Node</a:t>
            </a:r>
            <a:r>
              <a:rPr dirty="0" baseline="1984" sz="2100" spc="-127">
                <a:latin typeface="Arial"/>
                <a:cs typeface="Arial"/>
              </a:rPr>
              <a:t> </a:t>
            </a:r>
            <a:r>
              <a:rPr dirty="0" baseline="1984" sz="2100" spc="-82">
                <a:latin typeface="Arial"/>
                <a:cs typeface="Arial"/>
              </a:rPr>
              <a:t>i</a:t>
            </a:r>
            <a:endParaRPr baseline="1984" sz="21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95403" y="6061964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70888" y="6058915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66896" y="6065011"/>
            <a:ext cx="1111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latin typeface="Arial"/>
                <a:cs typeface="Arial"/>
              </a:rPr>
              <a:t>Label </a:t>
            </a:r>
            <a:r>
              <a:rPr dirty="0" sz="1800" spc="-25">
                <a:latin typeface="Arial"/>
                <a:cs typeface="Arial"/>
              </a:rPr>
              <a:t>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9974" y="643962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5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064554" y="6174740"/>
            <a:ext cx="11671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6944" sz="5400" spc="75">
                <a:latin typeface="Arial"/>
                <a:cs typeface="Arial"/>
              </a:rPr>
              <a:t>~</a:t>
            </a:r>
            <a:r>
              <a:rPr dirty="0" baseline="-6944" sz="5400" spc="-832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Graph </a:t>
            </a:r>
            <a:r>
              <a:rPr dirty="0" sz="1800" spc="-5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47491" y="6363342"/>
            <a:ext cx="1772285" cy="432434"/>
          </a:xfrm>
          <a:custGeom>
            <a:avLst/>
            <a:gdLst/>
            <a:ahLst/>
            <a:cxnLst/>
            <a:rect l="l" t="t" r="r" b="b"/>
            <a:pathLst>
              <a:path w="1772285" h="432434">
                <a:moveTo>
                  <a:pt x="0" y="0"/>
                </a:moveTo>
                <a:lnTo>
                  <a:pt x="1771901" y="0"/>
                </a:lnTo>
                <a:lnTo>
                  <a:pt x="1771901" y="432059"/>
                </a:lnTo>
                <a:lnTo>
                  <a:pt x="0" y="43205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492037" y="296468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492037" y="296468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273773" y="296136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6" y="271837"/>
                </a:lnTo>
                <a:lnTo>
                  <a:pt x="177126" y="264907"/>
                </a:lnTo>
                <a:lnTo>
                  <a:pt x="214071" y="245612"/>
                </a:lnTo>
                <a:lnTo>
                  <a:pt x="243205" y="216189"/>
                </a:lnTo>
                <a:lnTo>
                  <a:pt x="262311" y="178878"/>
                </a:lnTo>
                <a:lnTo>
                  <a:pt x="269172" y="135917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273773" y="296136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099112" y="296219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099112" y="2962197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504065" y="368945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504065" y="368945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285801" y="368612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285801" y="3686129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111140" y="368695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111140" y="368695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456594" y="533996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1" y="245613"/>
                </a:lnTo>
                <a:lnTo>
                  <a:pt x="243205" y="216190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7"/>
                </a:lnTo>
                <a:lnTo>
                  <a:pt x="243205" y="55646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456594" y="533996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238330" y="533663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6" y="271837"/>
                </a:lnTo>
                <a:lnTo>
                  <a:pt x="177126" y="264908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238330" y="533663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063669" y="533746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9"/>
                </a:lnTo>
                <a:lnTo>
                  <a:pt x="25967" y="216190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5" y="271837"/>
                </a:lnTo>
                <a:lnTo>
                  <a:pt x="177125" y="264908"/>
                </a:lnTo>
                <a:lnTo>
                  <a:pt x="214070" y="245613"/>
                </a:lnTo>
                <a:lnTo>
                  <a:pt x="243204" y="216190"/>
                </a:lnTo>
                <a:lnTo>
                  <a:pt x="262310" y="178879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063669" y="533746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657399" y="643804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39" h="272415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544915" y="6361763"/>
            <a:ext cx="1772285" cy="432434"/>
          </a:xfrm>
          <a:custGeom>
            <a:avLst/>
            <a:gdLst/>
            <a:ahLst/>
            <a:cxnLst/>
            <a:rect l="l" t="t" r="r" b="b"/>
            <a:pathLst>
              <a:path w="1772285" h="432434">
                <a:moveTo>
                  <a:pt x="0" y="0"/>
                </a:moveTo>
                <a:lnTo>
                  <a:pt x="1771901" y="0"/>
                </a:lnTo>
                <a:lnTo>
                  <a:pt x="1771901" y="432059"/>
                </a:lnTo>
                <a:lnTo>
                  <a:pt x="0" y="43205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4041140" y="6174740"/>
            <a:ext cx="11880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858" sz="5400" spc="75">
                <a:latin typeface="Arial"/>
                <a:cs typeface="Arial"/>
              </a:rPr>
              <a:t>~</a:t>
            </a:r>
            <a:r>
              <a:rPr dirty="0" baseline="-3858" sz="5400" spc="-58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Graph </a:t>
            </a:r>
            <a:r>
              <a:rPr dirty="0" sz="1800" spc="-5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937090" y="643804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5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24608" y="6361763"/>
            <a:ext cx="1772285" cy="432434"/>
          </a:xfrm>
          <a:custGeom>
            <a:avLst/>
            <a:gdLst/>
            <a:ahLst/>
            <a:cxnLst/>
            <a:rect l="l" t="t" r="r" b="b"/>
            <a:pathLst>
              <a:path w="1772284" h="432434">
                <a:moveTo>
                  <a:pt x="0" y="0"/>
                </a:moveTo>
                <a:lnTo>
                  <a:pt x="1771901" y="0"/>
                </a:lnTo>
                <a:lnTo>
                  <a:pt x="1771901" y="432059"/>
                </a:lnTo>
                <a:lnTo>
                  <a:pt x="0" y="43205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320831" y="6174740"/>
            <a:ext cx="11880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858" sz="5400" spc="75">
                <a:latin typeface="Arial"/>
                <a:cs typeface="Arial"/>
              </a:rPr>
              <a:t>~</a:t>
            </a:r>
            <a:r>
              <a:rPr dirty="0" baseline="-3858" sz="5400" spc="-58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Graph </a:t>
            </a:r>
            <a:r>
              <a:rPr dirty="0" sz="1800" spc="-5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838912" y="535236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838912" y="535236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620648" y="534904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620648" y="5349044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445986" y="534987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6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8"/>
                </a:lnTo>
                <a:lnTo>
                  <a:pt x="134586" y="271838"/>
                </a:lnTo>
                <a:lnTo>
                  <a:pt x="177126" y="264908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6" y="6929"/>
                </a:lnTo>
                <a:lnTo>
                  <a:pt x="134586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445986" y="5349873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828878" y="297507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828878" y="2975071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610614" y="297175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610614" y="2971750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8435953" y="297257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5" y="6929"/>
                </a:lnTo>
                <a:lnTo>
                  <a:pt x="55100" y="26224"/>
                </a:lnTo>
                <a:lnTo>
                  <a:pt x="25966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6" y="216191"/>
                </a:lnTo>
                <a:lnTo>
                  <a:pt x="55100" y="245613"/>
                </a:lnTo>
                <a:lnTo>
                  <a:pt x="92045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8435953" y="297257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858000" y="367742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6"/>
                </a:lnTo>
                <a:lnTo>
                  <a:pt x="6861" y="92957"/>
                </a:lnTo>
                <a:lnTo>
                  <a:pt x="0" y="135917"/>
                </a:lnTo>
                <a:lnTo>
                  <a:pt x="6861" y="178878"/>
                </a:lnTo>
                <a:lnTo>
                  <a:pt x="25967" y="216189"/>
                </a:lnTo>
                <a:lnTo>
                  <a:pt x="55101" y="245612"/>
                </a:lnTo>
                <a:lnTo>
                  <a:pt x="92046" y="264907"/>
                </a:lnTo>
                <a:lnTo>
                  <a:pt x="134585" y="271837"/>
                </a:lnTo>
                <a:lnTo>
                  <a:pt x="177125" y="264907"/>
                </a:lnTo>
                <a:lnTo>
                  <a:pt x="214070" y="245612"/>
                </a:lnTo>
                <a:lnTo>
                  <a:pt x="243204" y="216189"/>
                </a:lnTo>
                <a:lnTo>
                  <a:pt x="262310" y="178878"/>
                </a:lnTo>
                <a:lnTo>
                  <a:pt x="269171" y="135917"/>
                </a:lnTo>
                <a:lnTo>
                  <a:pt x="262310" y="92957"/>
                </a:lnTo>
                <a:lnTo>
                  <a:pt x="243204" y="55646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858000" y="3677428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639736" y="367410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1" y="245613"/>
                </a:lnTo>
                <a:lnTo>
                  <a:pt x="243205" y="216191"/>
                </a:lnTo>
                <a:lnTo>
                  <a:pt x="262311" y="178880"/>
                </a:lnTo>
                <a:lnTo>
                  <a:pt x="269172" y="135919"/>
                </a:lnTo>
                <a:lnTo>
                  <a:pt x="262311" y="92958"/>
                </a:lnTo>
                <a:lnTo>
                  <a:pt x="243205" y="55647"/>
                </a:lnTo>
                <a:lnTo>
                  <a:pt x="214071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D996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639736" y="3674106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465074" y="367493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134585" y="0"/>
                </a:moveTo>
                <a:lnTo>
                  <a:pt x="92046" y="6929"/>
                </a:lnTo>
                <a:lnTo>
                  <a:pt x="55101" y="26224"/>
                </a:lnTo>
                <a:lnTo>
                  <a:pt x="25967" y="55647"/>
                </a:lnTo>
                <a:lnTo>
                  <a:pt x="6861" y="92958"/>
                </a:lnTo>
                <a:lnTo>
                  <a:pt x="0" y="135919"/>
                </a:lnTo>
                <a:lnTo>
                  <a:pt x="6861" y="178880"/>
                </a:lnTo>
                <a:lnTo>
                  <a:pt x="25967" y="216191"/>
                </a:lnTo>
                <a:lnTo>
                  <a:pt x="55101" y="245613"/>
                </a:lnTo>
                <a:lnTo>
                  <a:pt x="92046" y="264909"/>
                </a:lnTo>
                <a:lnTo>
                  <a:pt x="134585" y="271838"/>
                </a:lnTo>
                <a:lnTo>
                  <a:pt x="177125" y="264909"/>
                </a:lnTo>
                <a:lnTo>
                  <a:pt x="214070" y="245613"/>
                </a:lnTo>
                <a:lnTo>
                  <a:pt x="243204" y="216191"/>
                </a:lnTo>
                <a:lnTo>
                  <a:pt x="262310" y="178880"/>
                </a:lnTo>
                <a:lnTo>
                  <a:pt x="269171" y="135919"/>
                </a:lnTo>
                <a:lnTo>
                  <a:pt x="262310" y="92958"/>
                </a:lnTo>
                <a:lnTo>
                  <a:pt x="243204" y="55647"/>
                </a:lnTo>
                <a:lnTo>
                  <a:pt x="214070" y="26224"/>
                </a:lnTo>
                <a:lnTo>
                  <a:pt x="177125" y="6929"/>
                </a:lnTo>
                <a:lnTo>
                  <a:pt x="134585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465074" y="3674935"/>
            <a:ext cx="269240" cy="272415"/>
          </a:xfrm>
          <a:custGeom>
            <a:avLst/>
            <a:gdLst/>
            <a:ahLst/>
            <a:cxnLst/>
            <a:rect l="l" t="t" r="r" b="b"/>
            <a:pathLst>
              <a:path w="269240" h="272414">
                <a:moveTo>
                  <a:pt x="0" y="135919"/>
                </a:moveTo>
                <a:lnTo>
                  <a:pt x="6861" y="92958"/>
                </a:lnTo>
                <a:lnTo>
                  <a:pt x="25967" y="55647"/>
                </a:lnTo>
                <a:lnTo>
                  <a:pt x="55101" y="26224"/>
                </a:lnTo>
                <a:lnTo>
                  <a:pt x="92046" y="6929"/>
                </a:lnTo>
                <a:lnTo>
                  <a:pt x="134586" y="0"/>
                </a:lnTo>
                <a:lnTo>
                  <a:pt x="177125" y="6929"/>
                </a:lnTo>
                <a:lnTo>
                  <a:pt x="214070" y="26224"/>
                </a:lnTo>
                <a:lnTo>
                  <a:pt x="243204" y="55647"/>
                </a:lnTo>
                <a:lnTo>
                  <a:pt x="262310" y="92958"/>
                </a:lnTo>
                <a:lnTo>
                  <a:pt x="269172" y="135919"/>
                </a:lnTo>
                <a:lnTo>
                  <a:pt x="262310" y="178879"/>
                </a:lnTo>
                <a:lnTo>
                  <a:pt x="243204" y="216191"/>
                </a:lnTo>
                <a:lnTo>
                  <a:pt x="214070" y="245613"/>
                </a:lnTo>
                <a:lnTo>
                  <a:pt x="177125" y="264908"/>
                </a:lnTo>
                <a:lnTo>
                  <a:pt x="134586" y="271838"/>
                </a:lnTo>
                <a:lnTo>
                  <a:pt x="92046" y="264908"/>
                </a:lnTo>
                <a:lnTo>
                  <a:pt x="55101" y="245613"/>
                </a:lnTo>
                <a:lnTo>
                  <a:pt x="25967" y="216191"/>
                </a:lnTo>
                <a:lnTo>
                  <a:pt x="6861" y="178879"/>
                </a:lnTo>
                <a:lnTo>
                  <a:pt x="0" y="135919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>
            <a:spLocks noGrp="1"/>
          </p:cNvSpPr>
          <p:nvPr>
            <p:ph type="title"/>
          </p:nvPr>
        </p:nvSpPr>
        <p:spPr>
          <a:xfrm>
            <a:off x="269874" y="375411"/>
            <a:ext cx="860869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70"/>
              <a:t>Few-Shot </a:t>
            </a:r>
            <a:r>
              <a:rPr dirty="0" sz="4600" spc="-110"/>
              <a:t>Learning </a:t>
            </a:r>
            <a:r>
              <a:rPr dirty="0" sz="4600" spc="-85"/>
              <a:t>across</a:t>
            </a:r>
            <a:r>
              <a:rPr dirty="0" sz="4600" spc="65"/>
              <a:t> </a:t>
            </a:r>
            <a:r>
              <a:rPr dirty="0" sz="4600" spc="-100"/>
              <a:t>Graphs</a:t>
            </a:r>
            <a:endParaRPr sz="4600"/>
          </a:p>
        </p:txBody>
      </p:sp>
      <p:sp>
        <p:nvSpPr>
          <p:cNvPr id="103" name="object 103"/>
          <p:cNvSpPr/>
          <p:nvPr/>
        </p:nvSpPr>
        <p:spPr>
          <a:xfrm>
            <a:off x="2515462" y="0"/>
            <a:ext cx="4113529" cy="325755"/>
          </a:xfrm>
          <a:custGeom>
            <a:avLst/>
            <a:gdLst/>
            <a:ahLst/>
            <a:cxnLst/>
            <a:rect l="l" t="t" r="r" b="b"/>
            <a:pathLst>
              <a:path w="4113529" h="325755">
                <a:moveTo>
                  <a:pt x="0" y="0"/>
                </a:moveTo>
                <a:lnTo>
                  <a:pt x="4113075" y="0"/>
                </a:lnTo>
                <a:lnTo>
                  <a:pt x="4113075" y="325437"/>
                </a:lnTo>
                <a:lnTo>
                  <a:pt x="0" y="32543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 txBox="1"/>
          <p:nvPr/>
        </p:nvSpPr>
        <p:spPr>
          <a:xfrm>
            <a:off x="2757995" y="0"/>
            <a:ext cx="3628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-2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29320" sz="2700" spc="-869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60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95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baseline="-29320" sz="2700" spc="-100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sz="700" spc="-21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4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baseline="-29320" sz="2700" spc="-101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802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0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63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7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1267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p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209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:</a:t>
            </a:r>
            <a:r>
              <a:rPr dirty="0" baseline="-29320" sz="2700" spc="-13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25">
                <a:solidFill>
                  <a:srgbClr val="898989"/>
                </a:solidFill>
                <a:latin typeface="Arial"/>
                <a:cs typeface="Arial"/>
              </a:rPr>
              <a:t>//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baseline="-29320" sz="2700" spc="-84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7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l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90">
                <a:solidFill>
                  <a:srgbClr val="898989"/>
                </a:solidFill>
                <a:latin typeface="Arial"/>
                <a:cs typeface="Arial"/>
              </a:rPr>
              <a:t>b</a:t>
            </a:r>
            <a:r>
              <a:rPr dirty="0" baseline="-29320" sz="2700" spc="-997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484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24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229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2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baseline="-29320" sz="2700" spc="-78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v</a:t>
            </a:r>
            <a:r>
              <a:rPr dirty="0" baseline="-29320" sz="2700" spc="-982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335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baseline="-29320" sz="2700" spc="-31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375">
                <a:solidFill>
                  <a:srgbClr val="898989"/>
                </a:solidFill>
                <a:latin typeface="Arial"/>
                <a:cs typeface="Arial"/>
              </a:rPr>
              <a:t>e</a:t>
            </a:r>
            <a:r>
              <a:rPr dirty="0" baseline="-29320" sz="2700" spc="-757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u</a:t>
            </a:r>
            <a:r>
              <a:rPr dirty="0" baseline="-29320" sz="2700" spc="-262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10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81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c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11</a:t>
            </a:r>
            <a:r>
              <a:rPr dirty="0" sz="700" spc="-19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dirty="0" baseline="-29320" sz="2700" spc="-7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700" spc="-35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85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0</a:t>
            </a:r>
            <a:r>
              <a:rPr dirty="0" sz="700" spc="-20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102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1</a:t>
            </a:r>
            <a:r>
              <a:rPr dirty="0" sz="700" spc="-8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baseline="-29320"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" y="1143000"/>
            <a:ext cx="8610600" cy="3068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58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042" y="2182091"/>
            <a:ext cx="8643620" cy="180340"/>
          </a:xfrm>
          <a:custGeom>
            <a:avLst/>
            <a:gdLst/>
            <a:ahLst/>
            <a:cxnLst/>
            <a:rect l="l" t="t" r="r" b="b"/>
            <a:pathLst>
              <a:path w="8643620" h="180339">
                <a:moveTo>
                  <a:pt x="0" y="0"/>
                </a:moveTo>
                <a:lnTo>
                  <a:pt x="8643257" y="0"/>
                </a:lnTo>
                <a:lnTo>
                  <a:pt x="8643257" y="180110"/>
                </a:lnTo>
                <a:lnTo>
                  <a:pt x="0" y="18011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0504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9681" y="375411"/>
            <a:ext cx="408622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65"/>
              <a:t>G-Meta:</a:t>
            </a:r>
            <a:r>
              <a:rPr dirty="0" sz="4600" spc="-60"/>
              <a:t> </a:t>
            </a:r>
            <a:r>
              <a:rPr dirty="0" sz="4600" spc="-125"/>
              <a:t>Results</a:t>
            </a:r>
            <a:endParaRPr sz="4600"/>
          </a:p>
        </p:txBody>
      </p:sp>
      <p:sp>
        <p:nvSpPr>
          <p:cNvPr id="6" name="object 6"/>
          <p:cNvSpPr txBox="1"/>
          <p:nvPr/>
        </p:nvSpPr>
        <p:spPr>
          <a:xfrm>
            <a:off x="154207" y="4245355"/>
            <a:ext cx="8724265" cy="23818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69900" marR="5715" indent="-457200">
              <a:lnSpc>
                <a:spcPct val="988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2400" spc="-30">
                <a:latin typeface="Arial"/>
                <a:cs typeface="Arial"/>
              </a:rPr>
              <a:t>G-Meta can </a:t>
            </a:r>
            <a:r>
              <a:rPr dirty="0" sz="2400" spc="-50">
                <a:solidFill>
                  <a:srgbClr val="C00000"/>
                </a:solidFill>
                <a:latin typeface="Arial"/>
                <a:cs typeface="Arial"/>
              </a:rPr>
              <a:t>successfully </a:t>
            </a:r>
            <a:r>
              <a:rPr dirty="0" sz="2400" spc="-70">
                <a:solidFill>
                  <a:srgbClr val="C00000"/>
                </a:solidFill>
                <a:latin typeface="Arial"/>
                <a:cs typeface="Arial"/>
              </a:rPr>
              <a:t>learn in </a:t>
            </a:r>
            <a:r>
              <a:rPr dirty="0" sz="2400" spc="-50">
                <a:solidFill>
                  <a:srgbClr val="C00000"/>
                </a:solidFill>
                <a:latin typeface="Arial"/>
                <a:cs typeface="Arial"/>
              </a:rPr>
              <a:t>challenging, </a:t>
            </a:r>
            <a:r>
              <a:rPr dirty="0" sz="2400" spc="-10">
                <a:solidFill>
                  <a:srgbClr val="C00000"/>
                </a:solidFill>
                <a:latin typeface="Arial"/>
                <a:cs typeface="Arial"/>
              </a:rPr>
              <a:t>few-shot </a:t>
            </a:r>
            <a:r>
              <a:rPr dirty="0" sz="2400" spc="-60">
                <a:solidFill>
                  <a:srgbClr val="C00000"/>
                </a:solidFill>
                <a:latin typeface="Arial"/>
                <a:cs typeface="Arial"/>
              </a:rPr>
              <a:t>learning 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settings</a:t>
            </a:r>
            <a:r>
              <a:rPr dirty="0" sz="2400" spc="-3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up </a:t>
            </a:r>
            <a:r>
              <a:rPr dirty="0" sz="2400" spc="15">
                <a:latin typeface="Arial"/>
                <a:cs typeface="Arial"/>
              </a:rPr>
              <a:t>to</a:t>
            </a:r>
            <a:r>
              <a:rPr dirty="0" sz="240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29.9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% </a:t>
            </a:r>
            <a:r>
              <a:rPr dirty="0" sz="2400" spc="-60">
                <a:latin typeface="Arial"/>
                <a:cs typeface="Arial"/>
              </a:rPr>
              <a:t>over </a:t>
            </a:r>
            <a:r>
              <a:rPr dirty="0" sz="2400" spc="-55">
                <a:latin typeface="Arial"/>
                <a:cs typeface="Arial"/>
              </a:rPr>
              <a:t>previous </a:t>
            </a:r>
            <a:r>
              <a:rPr dirty="0" sz="2400" spc="-15">
                <a:latin typeface="Arial"/>
                <a:cs typeface="Arial"/>
              </a:rPr>
              <a:t>works </a:t>
            </a:r>
            <a:r>
              <a:rPr dirty="0" sz="2400" spc="-35">
                <a:latin typeface="Arial"/>
                <a:cs typeface="Arial"/>
              </a:rPr>
              <a:t>and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16.3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% </a:t>
            </a:r>
            <a:r>
              <a:rPr dirty="0" sz="2400" spc="-60">
                <a:latin typeface="Arial"/>
                <a:cs typeface="Arial"/>
              </a:rPr>
              <a:t>over  </a:t>
            </a:r>
            <a:r>
              <a:rPr dirty="0" sz="2400" spc="-30">
                <a:latin typeface="Arial"/>
                <a:cs typeface="Arial"/>
              </a:rPr>
              <a:t>other </a:t>
            </a:r>
            <a:r>
              <a:rPr dirty="0" sz="2400" spc="-35">
                <a:latin typeface="Arial"/>
                <a:cs typeface="Arial"/>
              </a:rPr>
              <a:t>meta </a:t>
            </a:r>
            <a:r>
              <a:rPr dirty="0" sz="2400" spc="-60">
                <a:latin typeface="Arial"/>
                <a:cs typeface="Arial"/>
              </a:rPr>
              <a:t>learning</a:t>
            </a:r>
            <a:r>
              <a:rPr dirty="0" sz="2400" spc="0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  <a:p>
            <a:pPr marL="469900" marR="5080" indent="-457200">
              <a:lnSpc>
                <a:spcPct val="1008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2400" spc="-30">
                <a:latin typeface="Arial"/>
                <a:cs typeface="Arial"/>
              </a:rPr>
              <a:t>G-Meta </a:t>
            </a:r>
            <a:r>
              <a:rPr dirty="0" sz="2400" spc="-55">
                <a:solidFill>
                  <a:srgbClr val="C00000"/>
                </a:solidFill>
                <a:latin typeface="Arial"/>
                <a:cs typeface="Arial"/>
              </a:rPr>
              <a:t>scales </a:t>
            </a:r>
            <a:r>
              <a:rPr dirty="0" sz="2400" spc="15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large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graphs: </a:t>
            </a:r>
            <a:r>
              <a:rPr dirty="0" sz="2400" spc="-25">
                <a:latin typeface="Arial"/>
                <a:cs typeface="Arial"/>
              </a:rPr>
              <a:t>on </a:t>
            </a:r>
            <a:r>
              <a:rPr dirty="0" sz="2400" spc="-35">
                <a:latin typeface="Arial"/>
                <a:cs typeface="Arial"/>
              </a:rPr>
              <a:t>our new </a:t>
            </a:r>
            <a:r>
              <a:rPr dirty="0" sz="2400" spc="-65">
                <a:latin typeface="Arial"/>
                <a:cs typeface="Arial"/>
              </a:rPr>
              <a:t>Tree-of-Life </a:t>
            </a:r>
            <a:r>
              <a:rPr dirty="0" sz="2400" spc="-30">
                <a:latin typeface="Arial"/>
                <a:cs typeface="Arial"/>
              </a:rPr>
              <a:t>dataset  comprising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sz="2400" spc="-2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u="sng">
                <a:solidFill>
                  <a:srgbClr val="C00000"/>
                </a:solidFill>
                <a:latin typeface="Arial"/>
                <a:cs typeface="Arial"/>
              </a:rPr>
              <a:t>1,840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graphs, </a:t>
            </a:r>
            <a:r>
              <a:rPr dirty="0" sz="2400" spc="-15">
                <a:latin typeface="Arial"/>
                <a:cs typeface="Arial"/>
              </a:rPr>
              <a:t>100x </a:t>
            </a:r>
            <a:r>
              <a:rPr dirty="0" sz="2400" spc="-65">
                <a:latin typeface="Arial"/>
                <a:cs typeface="Arial"/>
              </a:rPr>
              <a:t>increase </a:t>
            </a:r>
            <a:r>
              <a:rPr dirty="0" sz="2400" spc="-70">
                <a:latin typeface="Arial"/>
                <a:cs typeface="Arial"/>
              </a:rPr>
              <a:t>in </a:t>
            </a:r>
            <a:r>
              <a:rPr dirty="0" sz="2400" spc="-35">
                <a:latin typeface="Arial"/>
                <a:cs typeface="Arial"/>
              </a:rPr>
              <a:t>graph </a:t>
            </a:r>
            <a:r>
              <a:rPr dirty="0" sz="2400" spc="-80">
                <a:latin typeface="Arial"/>
                <a:cs typeface="Arial"/>
              </a:rPr>
              <a:t>size  </a:t>
            </a:r>
            <a:r>
              <a:rPr dirty="0" sz="2400" spc="-75">
                <a:latin typeface="Arial"/>
                <a:cs typeface="Arial"/>
              </a:rPr>
              <a:t>relative </a:t>
            </a:r>
            <a:r>
              <a:rPr dirty="0" sz="2400" spc="15">
                <a:latin typeface="Arial"/>
                <a:cs typeface="Arial"/>
              </a:rPr>
              <a:t>to </a:t>
            </a:r>
            <a:r>
              <a:rPr dirty="0" sz="2400" spc="-30">
                <a:latin typeface="Arial"/>
                <a:cs typeface="Arial"/>
              </a:rPr>
              <a:t>prior </a:t>
            </a:r>
            <a:r>
              <a:rPr dirty="0" sz="2400" spc="-5">
                <a:latin typeface="Arial"/>
                <a:cs typeface="Arial"/>
              </a:rPr>
              <a:t>work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270"/>
              </a:lnSpc>
            </a:pPr>
            <a:r>
              <a:rPr dirty="0" sz="1200" spc="-20">
                <a:latin typeface="Arial"/>
                <a:cs typeface="Arial"/>
              </a:rPr>
              <a:t>Reported </a:t>
            </a:r>
            <a:r>
              <a:rPr dirty="0" sz="1200" spc="-35">
                <a:latin typeface="Arial"/>
                <a:cs typeface="Arial"/>
              </a:rPr>
              <a:t>is </a:t>
            </a:r>
            <a:r>
              <a:rPr dirty="0" sz="1200" spc="-20">
                <a:latin typeface="Arial"/>
                <a:cs typeface="Arial"/>
              </a:rPr>
              <a:t>multi-class </a:t>
            </a:r>
            <a:r>
              <a:rPr dirty="0" sz="1200" spc="-25">
                <a:latin typeface="Arial"/>
                <a:cs typeface="Arial"/>
              </a:rPr>
              <a:t>classification </a:t>
            </a:r>
            <a:r>
              <a:rPr dirty="0" sz="1200" spc="-15">
                <a:latin typeface="Arial"/>
                <a:cs typeface="Arial"/>
              </a:rPr>
              <a:t>accuracy </a:t>
            </a:r>
            <a:r>
              <a:rPr dirty="0" sz="1200" spc="-30">
                <a:latin typeface="Arial"/>
                <a:cs typeface="Arial"/>
              </a:rPr>
              <a:t>(five-fold </a:t>
            </a:r>
            <a:r>
              <a:rPr dirty="0" sz="1200" spc="-50">
                <a:latin typeface="Arial"/>
                <a:cs typeface="Arial"/>
              </a:rPr>
              <a:t>average) </a:t>
            </a:r>
            <a:r>
              <a:rPr dirty="0" sz="1200" spc="6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and standard </a:t>
            </a:r>
            <a:r>
              <a:rPr dirty="0" sz="1200" spc="-25">
                <a:latin typeface="Arial"/>
                <a:cs typeface="Arial"/>
              </a:rPr>
              <a:t>deviation. </a:t>
            </a:r>
            <a:r>
              <a:rPr dirty="0" sz="1200">
                <a:latin typeface="Arial"/>
                <a:cs typeface="Arial"/>
              </a:rPr>
              <a:t>N/A </a:t>
            </a:r>
            <a:r>
              <a:rPr dirty="0" sz="1200" spc="-30">
                <a:latin typeface="Arial"/>
                <a:cs typeface="Arial"/>
              </a:rPr>
              <a:t>means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207" y="6595364"/>
            <a:ext cx="1824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Arial"/>
                <a:cs typeface="Arial"/>
              </a:rPr>
              <a:t>the </a:t>
            </a:r>
            <a:r>
              <a:rPr dirty="0" sz="1200" spc="-10">
                <a:latin typeface="Arial"/>
                <a:cs typeface="Arial"/>
              </a:rPr>
              <a:t>method </a:t>
            </a:r>
            <a:r>
              <a:rPr dirty="0" sz="1200" spc="-20">
                <a:latin typeface="Arial"/>
                <a:cs typeface="Arial"/>
              </a:rPr>
              <a:t>does </a:t>
            </a:r>
            <a:r>
              <a:rPr dirty="0" sz="1200" spc="-5">
                <a:latin typeface="Arial"/>
                <a:cs typeface="Arial"/>
              </a:rPr>
              <a:t>not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40">
                <a:latin typeface="Arial"/>
                <a:cs typeface="Arial"/>
              </a:rPr>
              <a:t>apply.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15462" y="0"/>
            <a:ext cx="4113529" cy="325755"/>
          </a:xfrm>
          <a:custGeom>
            <a:avLst/>
            <a:gdLst/>
            <a:ahLst/>
            <a:cxnLst/>
            <a:rect l="l" t="t" r="r" b="b"/>
            <a:pathLst>
              <a:path w="4113529" h="325755">
                <a:moveTo>
                  <a:pt x="0" y="0"/>
                </a:moveTo>
                <a:lnTo>
                  <a:pt x="4113075" y="0"/>
                </a:lnTo>
                <a:lnTo>
                  <a:pt x="4113075" y="325437"/>
                </a:lnTo>
                <a:lnTo>
                  <a:pt x="0" y="325437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69603" y="6619747"/>
            <a:ext cx="3804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Graph </a:t>
            </a:r>
            <a:r>
              <a:rPr dirty="0" sz="1200" spc="-25">
                <a:solidFill>
                  <a:srgbClr val="7F7F7F"/>
                </a:solidFill>
                <a:latin typeface="Arial"/>
                <a:cs typeface="Arial"/>
              </a:rPr>
              <a:t>Meta </a:t>
            </a:r>
            <a:r>
              <a:rPr dirty="0" sz="1200" spc="-30">
                <a:solidFill>
                  <a:srgbClr val="7F7F7F"/>
                </a:solidFill>
                <a:latin typeface="Arial"/>
                <a:cs typeface="Arial"/>
              </a:rPr>
              <a:t>Learning </a:t>
            </a:r>
            <a:r>
              <a:rPr dirty="0" sz="1200" spc="-50">
                <a:solidFill>
                  <a:srgbClr val="7F7F7F"/>
                </a:solidFill>
                <a:latin typeface="Arial"/>
                <a:cs typeface="Arial"/>
              </a:rPr>
              <a:t>via </a:t>
            </a:r>
            <a:r>
              <a:rPr dirty="0" sz="1200" spc="-20">
                <a:solidFill>
                  <a:srgbClr val="7F7F7F"/>
                </a:solidFill>
                <a:latin typeface="Arial"/>
                <a:cs typeface="Arial"/>
              </a:rPr>
              <a:t>Local Subgraphs, </a:t>
            </a:r>
            <a:r>
              <a:rPr dirty="0" sz="1200" spc="-45">
                <a:solidFill>
                  <a:srgbClr val="7F7F7F"/>
                </a:solidFill>
                <a:latin typeface="Arial"/>
                <a:cs typeface="Arial"/>
              </a:rPr>
              <a:t>NeurIPS </a:t>
            </a:r>
            <a:r>
              <a:rPr dirty="0" sz="1200" spc="-10">
                <a:solidFill>
                  <a:srgbClr val="7F7F7F"/>
                </a:solidFill>
                <a:latin typeface="Arial"/>
                <a:cs typeface="Arial"/>
              </a:rPr>
              <a:t> 2020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7995" y="0"/>
            <a:ext cx="3628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-2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29320" sz="2700" spc="-869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60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95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baseline="-29320" sz="2700" spc="-100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sz="700" spc="-21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4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baseline="-29320" sz="2700" spc="-1012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802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0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baseline="-29320" sz="2700" spc="-63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7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1267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p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209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:</a:t>
            </a:r>
            <a:r>
              <a:rPr dirty="0" baseline="-29320" sz="2700" spc="-135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700" spc="25">
                <a:solidFill>
                  <a:srgbClr val="898989"/>
                </a:solidFill>
                <a:latin typeface="Arial"/>
                <a:cs typeface="Arial"/>
              </a:rPr>
              <a:t>//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z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baseline="-29320" sz="2700" spc="-847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700" spc="15">
                <a:solidFill>
                  <a:srgbClr val="898989"/>
                </a:solidFill>
                <a:latin typeface="Arial"/>
                <a:cs typeface="Arial"/>
              </a:rPr>
              <a:t>t</a:t>
            </a:r>
            <a:r>
              <a:rPr dirty="0" sz="700" spc="-70">
                <a:solidFill>
                  <a:srgbClr val="898989"/>
                </a:solidFill>
                <a:latin typeface="Arial"/>
                <a:cs typeface="Arial"/>
              </a:rPr>
              <a:t>n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i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k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l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90">
                <a:solidFill>
                  <a:srgbClr val="898989"/>
                </a:solidFill>
                <a:latin typeface="Arial"/>
                <a:cs typeface="Arial"/>
              </a:rPr>
              <a:t>b</a:t>
            </a:r>
            <a:r>
              <a:rPr dirty="0" baseline="-29320" sz="2700" spc="-997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484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24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229">
                <a:solidFill>
                  <a:srgbClr val="898989"/>
                </a:solidFill>
                <a:latin typeface="Arial"/>
                <a:cs typeface="Arial"/>
              </a:rPr>
              <a:t>s</a:t>
            </a:r>
            <a:r>
              <a:rPr dirty="0" baseline="-29320" sz="2700" spc="-111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2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baseline="-29320" sz="2700" spc="-78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v</a:t>
            </a:r>
            <a:r>
              <a:rPr dirty="0" baseline="-29320" sz="2700" spc="-982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 spc="-335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baseline="-29320" sz="2700" spc="-31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.</a:t>
            </a:r>
            <a:r>
              <a:rPr dirty="0" sz="700" spc="-375">
                <a:solidFill>
                  <a:srgbClr val="898989"/>
                </a:solidFill>
                <a:latin typeface="Arial"/>
                <a:cs typeface="Arial"/>
              </a:rPr>
              <a:t>e</a:t>
            </a:r>
            <a:r>
              <a:rPr dirty="0" baseline="-29320" sz="2700" spc="-757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700" spc="10">
                <a:solidFill>
                  <a:srgbClr val="898989"/>
                </a:solidFill>
                <a:latin typeface="Arial"/>
                <a:cs typeface="Arial"/>
              </a:rPr>
              <a:t>d</a:t>
            </a:r>
            <a:r>
              <a:rPr dirty="0" sz="700" spc="-290">
                <a:solidFill>
                  <a:srgbClr val="898989"/>
                </a:solidFill>
                <a:latin typeface="Arial"/>
                <a:cs typeface="Arial"/>
              </a:rPr>
              <a:t>u</a:t>
            </a:r>
            <a:r>
              <a:rPr dirty="0" baseline="-29320" sz="2700" spc="-262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700" spc="-105">
                <a:solidFill>
                  <a:srgbClr val="898989"/>
                </a:solidFill>
                <a:latin typeface="Arial"/>
                <a:cs typeface="Arial"/>
              </a:rPr>
              <a:t>-</a:t>
            </a:r>
            <a:r>
              <a:rPr dirty="0" baseline="-29320" sz="2700" spc="-81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40">
                <a:solidFill>
                  <a:srgbClr val="898989"/>
                </a:solidFill>
                <a:latin typeface="Arial"/>
                <a:cs typeface="Arial"/>
              </a:rPr>
              <a:t>M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700" spc="-30">
                <a:solidFill>
                  <a:srgbClr val="898989"/>
                </a:solidFill>
                <a:latin typeface="Arial"/>
                <a:cs typeface="Arial"/>
              </a:rPr>
              <a:t>a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r</a:t>
            </a:r>
            <a:r>
              <a:rPr dirty="0" sz="700">
                <a:solidFill>
                  <a:srgbClr val="898989"/>
                </a:solidFill>
                <a:latin typeface="Arial"/>
                <a:cs typeface="Arial"/>
              </a:rPr>
              <a:t>c</a:t>
            </a:r>
            <a:r>
              <a:rPr dirty="0" baseline="-29320" sz="2700" spc="-1357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h</a:t>
            </a:r>
            <a:r>
              <a:rPr dirty="0" sz="700" spc="-25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11</a:t>
            </a:r>
            <a:r>
              <a:rPr dirty="0" sz="700" spc="-190">
                <a:solidFill>
                  <a:srgbClr val="898989"/>
                </a:solidFill>
                <a:latin typeface="Arial"/>
                <a:cs typeface="Arial"/>
              </a:rPr>
              <a:t>,</a:t>
            </a:r>
            <a:r>
              <a:rPr dirty="0" baseline="-29320" sz="2700" spc="-7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700" spc="-35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85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0</a:t>
            </a:r>
            <a:r>
              <a:rPr dirty="0" sz="700" spc="-200">
                <a:solidFill>
                  <a:srgbClr val="898989"/>
                </a:solidFill>
                <a:latin typeface="Arial"/>
                <a:cs typeface="Arial"/>
              </a:rPr>
              <a:t>2</a:t>
            </a:r>
            <a:r>
              <a:rPr dirty="0" baseline="-29320" sz="2700" spc="-1027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1</a:t>
            </a:r>
            <a:r>
              <a:rPr dirty="0" sz="700" spc="-8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 spc="-7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29320" sz="2700" spc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baseline="-29320" sz="270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baseline="-29320"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Plan </a:t>
            </a:r>
            <a:r>
              <a:rPr dirty="0" spc="-70"/>
              <a:t>for</a:t>
            </a:r>
            <a:r>
              <a:rPr dirty="0" spc="80"/>
              <a:t> </a:t>
            </a:r>
            <a:r>
              <a:rPr dirty="0" spc="-245"/>
              <a:t>Today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763905" indent="-421005">
              <a:lnSpc>
                <a:spcPct val="100000"/>
              </a:lnSpc>
              <a:spcBef>
                <a:spcPts val="1040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14"/>
              <a:t>Safe </a:t>
            </a:r>
            <a:r>
              <a:rPr dirty="0" spc="-30"/>
              <a:t>drugs </a:t>
            </a:r>
            <a:r>
              <a:rPr dirty="0" spc="-50"/>
              <a:t>and </a:t>
            </a:r>
            <a:r>
              <a:rPr dirty="0" spc="-20"/>
              <a:t>drug</a:t>
            </a:r>
            <a:r>
              <a:rPr dirty="0" spc="190"/>
              <a:t> </a:t>
            </a:r>
            <a:r>
              <a:rPr dirty="0" spc="-40"/>
              <a:t>combinations</a:t>
            </a:r>
          </a:p>
          <a:p>
            <a:pPr marL="749300">
              <a:lnSpc>
                <a:spcPct val="100000"/>
              </a:lnSpc>
              <a:spcBef>
                <a:spcPts val="83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65">
                <a:solidFill>
                  <a:srgbClr val="C00000"/>
                </a:solidFill>
              </a:rPr>
              <a:t>Multi-relational </a:t>
            </a:r>
            <a:r>
              <a:rPr dirty="0" sz="3000" spc="-80">
                <a:solidFill>
                  <a:srgbClr val="C00000"/>
                </a:solidFill>
              </a:rPr>
              <a:t>link </a:t>
            </a:r>
            <a:r>
              <a:rPr dirty="0" sz="3000" spc="-35">
                <a:solidFill>
                  <a:srgbClr val="C00000"/>
                </a:solidFill>
              </a:rPr>
              <a:t>prediction on</a:t>
            </a:r>
            <a:r>
              <a:rPr dirty="0" sz="3000" spc="275">
                <a:solidFill>
                  <a:srgbClr val="C00000"/>
                </a:solidFill>
              </a:rPr>
              <a:t> </a:t>
            </a:r>
            <a:r>
              <a:rPr dirty="0" sz="3000" spc="-75">
                <a:solidFill>
                  <a:srgbClr val="C00000"/>
                </a:solidFill>
              </a:rPr>
              <a:t>KGs</a:t>
            </a:r>
            <a:endParaRPr sz="3000"/>
          </a:p>
          <a:p>
            <a:pPr marL="330200"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70"/>
              <a:t>Patient </a:t>
            </a:r>
            <a:r>
              <a:rPr dirty="0" spc="-20"/>
              <a:t>outcomes </a:t>
            </a:r>
            <a:r>
              <a:rPr dirty="0" spc="-195"/>
              <a:t>&amp; </a:t>
            </a:r>
            <a:r>
              <a:rPr dirty="0" spc="-90"/>
              <a:t>disease</a:t>
            </a:r>
            <a:r>
              <a:rPr dirty="0" spc="350"/>
              <a:t> </a:t>
            </a:r>
            <a:r>
              <a:rPr dirty="0" spc="-80"/>
              <a:t>classification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Subgraph</a:t>
            </a:r>
            <a:r>
              <a:rPr dirty="0" sz="3000" spc="25">
                <a:solidFill>
                  <a:srgbClr val="C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embeddings</a:t>
            </a:r>
            <a:endParaRPr sz="3000"/>
          </a:p>
          <a:p>
            <a:pPr marL="330200"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763905" indent="-414655">
              <a:lnSpc>
                <a:spcPct val="100000"/>
              </a:lnSpc>
              <a:buClr>
                <a:srgbClr val="000000"/>
              </a:buClr>
              <a:buFont typeface="Malgun Gothic"/>
              <a:buChar char="▪"/>
              <a:tabLst>
                <a:tab pos="764540" algn="l"/>
              </a:tabLst>
            </a:pPr>
            <a:r>
              <a:rPr dirty="0" spc="-100"/>
              <a:t>Effective </a:t>
            </a:r>
            <a:r>
              <a:rPr dirty="0" spc="-85"/>
              <a:t>disease</a:t>
            </a:r>
            <a:r>
              <a:rPr dirty="0" spc="100"/>
              <a:t> </a:t>
            </a:r>
            <a:r>
              <a:rPr dirty="0" spc="-50"/>
              <a:t>treatments</a:t>
            </a:r>
          </a:p>
          <a:p>
            <a:pPr marL="749300">
              <a:lnSpc>
                <a:spcPct val="100000"/>
              </a:lnSpc>
              <a:spcBef>
                <a:spcPts val="710"/>
              </a:spcBef>
            </a:pPr>
            <a:r>
              <a:rPr dirty="0" sz="3000" spc="-25" u="heavy">
                <a:solidFill>
                  <a:srgbClr val="000000"/>
                </a:solidFill>
              </a:rPr>
              <a:t>Methods:</a:t>
            </a:r>
            <a:r>
              <a:rPr dirty="0" sz="3000" spc="-25">
                <a:solidFill>
                  <a:srgbClr val="000000"/>
                </a:solidFill>
              </a:rPr>
              <a:t> </a:t>
            </a:r>
            <a:r>
              <a:rPr dirty="0" sz="3000" spc="-35">
                <a:solidFill>
                  <a:srgbClr val="C00000"/>
                </a:solidFill>
              </a:rPr>
              <a:t>Few-shot </a:t>
            </a:r>
            <a:r>
              <a:rPr dirty="0" sz="3000" spc="-75">
                <a:solidFill>
                  <a:srgbClr val="C00000"/>
                </a:solidFill>
              </a:rPr>
              <a:t>learning </a:t>
            </a:r>
            <a:r>
              <a:rPr dirty="0" sz="3000" spc="-45">
                <a:solidFill>
                  <a:srgbClr val="C00000"/>
                </a:solidFill>
              </a:rPr>
              <a:t>for</a:t>
            </a:r>
            <a:r>
              <a:rPr dirty="0" sz="3000" spc="150">
                <a:solidFill>
                  <a:srgbClr val="C00000"/>
                </a:solidFill>
              </a:rPr>
              <a:t> </a:t>
            </a:r>
            <a:r>
              <a:rPr dirty="0" sz="3000" spc="-40">
                <a:solidFill>
                  <a:srgbClr val="C00000"/>
                </a:solidFill>
              </a:rPr>
              <a:t>graphs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456292" y="6725919"/>
            <a:ext cx="1206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898989"/>
                </a:solidFill>
                <a:latin typeface="Arial"/>
                <a:cs typeface="Arial"/>
              </a:rPr>
              <a:t>59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257" y="1736921"/>
            <a:ext cx="948742" cy="898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3359" y="3276600"/>
            <a:ext cx="948742" cy="898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3359" y="4780719"/>
            <a:ext cx="948742" cy="8984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78187" y="14223"/>
            <a:ext cx="25895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Marinka </a:t>
            </a:r>
            <a:r>
              <a:rPr dirty="0" sz="700" spc="-5">
                <a:solidFill>
                  <a:srgbClr val="898989"/>
                </a:solidFill>
                <a:latin typeface="Arial"/>
                <a:cs typeface="Arial"/>
              </a:rPr>
              <a:t>Zitnik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https://zitniklab.hms.harvard.edu </a:t>
            </a:r>
            <a:r>
              <a:rPr dirty="0" sz="700" spc="30">
                <a:solidFill>
                  <a:srgbClr val="898989"/>
                </a:solidFill>
                <a:latin typeface="Arial"/>
                <a:cs typeface="Arial"/>
              </a:rPr>
              <a:t>- </a:t>
            </a:r>
            <a:r>
              <a:rPr dirty="0" sz="700" spc="-10">
                <a:solidFill>
                  <a:srgbClr val="898989"/>
                </a:solidFill>
                <a:latin typeface="Arial"/>
                <a:cs typeface="Arial"/>
              </a:rPr>
              <a:t>March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11,</a:t>
            </a:r>
            <a:r>
              <a:rPr dirty="0" sz="700" spc="-6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700" spc="-15">
                <a:solidFill>
                  <a:srgbClr val="898989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2026-10-21T00:09:36Z</dcterms:created>
  <dcterms:modified xsi:type="dcterms:W3CDTF">2026-10-21T00:09:36Z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2021-03-12T00:00:00Z</vt:filetime>
  </property>
  <property fmtid="{D5CDD505-2E9C-101B-9397-08002B2CF9AE}" pid="3" name="LastSaved">
    <vt:filetime>2026-10-20T00:00:00Z</vt:filetime>
  </property>
</Properties>
</file>