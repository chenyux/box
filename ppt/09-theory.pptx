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709675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563" y="2713227"/>
            <a:ext cx="7807959" cy="137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Relationship Id="rId11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hyperlink" Target="http://cs224w.stanford.edu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hyperlink" Target="http://cs224w.stanford.edu/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8.jpg"/><Relationship Id="rId6" Type="http://schemas.openxmlformats.org/officeDocument/2006/relationships/image" Target="../media/image49.jpg"/><Relationship Id="rId7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54.jpg"/><Relationship Id="rId7" Type="http://schemas.openxmlformats.org/officeDocument/2006/relationships/image" Target="../media/image55.jpg"/><Relationship Id="rId8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png"/><Relationship Id="rId15" Type="http://schemas.openxmlformats.org/officeDocument/2006/relationships/image" Target="../media/image91.png"/><Relationship Id="rId16" Type="http://schemas.openxmlformats.org/officeDocument/2006/relationships/image" Target="../media/image92.png"/><Relationship Id="rId17" Type="http://schemas.openxmlformats.org/officeDocument/2006/relationships/image" Target="../media/image93.png"/><Relationship Id="rId18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Relationship Id="rId12" Type="http://schemas.openxmlformats.org/officeDocument/2006/relationships/image" Target="../media/image132.png"/><Relationship Id="rId13" Type="http://schemas.openxmlformats.org/officeDocument/2006/relationships/image" Target="../media/image133.png"/><Relationship Id="rId14" Type="http://schemas.openxmlformats.org/officeDocument/2006/relationships/image" Target="../media/image134.png"/><Relationship Id="rId15" Type="http://schemas.openxmlformats.org/officeDocument/2006/relationships/image" Target="../media/image135.png"/><Relationship Id="rId16" Type="http://schemas.openxmlformats.org/officeDocument/2006/relationships/image" Target="../media/image136.png"/><Relationship Id="rId17" Type="http://schemas.openxmlformats.org/officeDocument/2006/relationships/image" Target="../media/image137.png"/><Relationship Id="rId18" Type="http://schemas.openxmlformats.org/officeDocument/2006/relationships/image" Target="../media/image138.png"/><Relationship Id="rId19" Type="http://schemas.openxmlformats.org/officeDocument/2006/relationships/image" Target="../media/image139.png"/><Relationship Id="rId20" Type="http://schemas.openxmlformats.org/officeDocument/2006/relationships/image" Target="../media/image140.png"/><Relationship Id="rId21" Type="http://schemas.openxmlformats.org/officeDocument/2006/relationships/image" Target="../media/image141.png"/><Relationship Id="rId22" Type="http://schemas.openxmlformats.org/officeDocument/2006/relationships/image" Target="../media/image142.png"/><Relationship Id="rId23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Relationship Id="rId9" Type="http://schemas.openxmlformats.org/officeDocument/2006/relationships/image" Target="../media/image150.png"/><Relationship Id="rId10" Type="http://schemas.openxmlformats.org/officeDocument/2006/relationships/image" Target="../media/image151.png"/><Relationship Id="rId11" Type="http://schemas.openxmlformats.org/officeDocument/2006/relationships/image" Target="../media/image152.png"/><Relationship Id="rId12" Type="http://schemas.openxmlformats.org/officeDocument/2006/relationships/image" Target="../media/image153.png"/><Relationship Id="rId13" Type="http://schemas.openxmlformats.org/officeDocument/2006/relationships/image" Target="../media/image154.png"/><Relationship Id="rId14" Type="http://schemas.openxmlformats.org/officeDocument/2006/relationships/image" Target="../media/image155.png"/><Relationship Id="rId15" Type="http://schemas.openxmlformats.org/officeDocument/2006/relationships/image" Target="../media/image156.png"/><Relationship Id="rId16" Type="http://schemas.openxmlformats.org/officeDocument/2006/relationships/image" Target="../media/image157.png"/><Relationship Id="rId17" Type="http://schemas.openxmlformats.org/officeDocument/2006/relationships/image" Target="../media/image158.png"/><Relationship Id="rId18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165.png"/><Relationship Id="rId9" Type="http://schemas.openxmlformats.org/officeDocument/2006/relationships/image" Target="../media/image166.png"/><Relationship Id="rId10" Type="http://schemas.openxmlformats.org/officeDocument/2006/relationships/image" Target="../media/image167.png"/><Relationship Id="rId11" Type="http://schemas.openxmlformats.org/officeDocument/2006/relationships/image" Target="../media/image168.png"/><Relationship Id="rId12" Type="http://schemas.openxmlformats.org/officeDocument/2006/relationships/image" Target="../media/image169.png"/><Relationship Id="rId13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Relationship Id="rId3" Type="http://schemas.openxmlformats.org/officeDocument/2006/relationships/image" Target="../media/image171.jpg"/><Relationship Id="rId4" Type="http://schemas.openxmlformats.org/officeDocument/2006/relationships/image" Target="../media/image172.jpg"/><Relationship Id="rId5" Type="http://schemas.openxmlformats.org/officeDocument/2006/relationships/image" Target="../media/image173.jpg"/><Relationship Id="rId6" Type="http://schemas.openxmlformats.org/officeDocument/2006/relationships/image" Target="../media/image174.jpg"/><Relationship Id="rId7" Type="http://schemas.openxmlformats.org/officeDocument/2006/relationships/image" Target="../media/image175.jpg"/><Relationship Id="rId8" Type="http://schemas.openxmlformats.org/officeDocument/2006/relationships/image" Target="../media/image176.jpg"/><Relationship Id="rId9" Type="http://schemas.openxmlformats.org/officeDocument/2006/relationships/image" Target="../media/image177.jpg"/><Relationship Id="rId10" Type="http://schemas.openxmlformats.org/officeDocument/2006/relationships/image" Target="../media/image178.jpg"/><Relationship Id="rId11" Type="http://schemas.openxmlformats.org/officeDocument/2006/relationships/hyperlink" Target="http://cs224w.stanford.edu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hyperlink" Target="http://cs224w.stanford.edu/" TargetMode="Externa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83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4.png"/><Relationship Id="rId3" Type="http://schemas.openxmlformats.org/officeDocument/2006/relationships/image" Target="../media/image185.jpg"/><Relationship Id="rId4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6.png"/><Relationship Id="rId3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7.png"/><Relationship Id="rId3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8.png"/><Relationship Id="rId3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png"/><Relationship Id="rId3" Type="http://schemas.openxmlformats.org/officeDocument/2006/relationships/hyperlink" Target="http://cs224w.stanford.edu/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0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1.png"/><Relationship Id="rId3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2.png"/><Relationship Id="rId3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3.png"/><Relationship Id="rId3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4.png"/><Relationship Id="rId3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5.png"/><Relationship Id="rId3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6.png"/><Relationship Id="rId3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9.png"/><Relationship Id="rId3" Type="http://schemas.openxmlformats.org/officeDocument/2006/relationships/image" Target="../media/image200.png"/><Relationship Id="rId4" Type="http://schemas.openxmlformats.org/officeDocument/2006/relationships/image" Target="../media/image201.png"/><Relationship Id="rId5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2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Relationship Id="rId5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5.png"/><Relationship Id="rId3" Type="http://schemas.openxmlformats.org/officeDocument/2006/relationships/image" Target="../media/image206.png"/><Relationship Id="rId4" Type="http://schemas.openxmlformats.org/officeDocument/2006/relationships/image" Target="../media/image207.png"/><Relationship Id="rId5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8.png"/><Relationship Id="rId3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9.png"/><Relationship Id="rId3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hyperlink" Target="http://cs224w.stanford.edu/" TargetMode="Externa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2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3.png"/><Relationship Id="rId3" Type="http://schemas.openxmlformats.org/officeDocument/2006/relationships/image" Target="../media/image214.png"/><Relationship Id="rId4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5.png"/><Relationship Id="rId3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6.png"/><Relationship Id="rId3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7.png"/><Relationship Id="rId3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8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9.png"/><Relationship Id="rId3" Type="http://schemas.openxmlformats.org/officeDocument/2006/relationships/image" Target="../media/image220.png"/><Relationship Id="rId4" Type="http://schemas.openxmlformats.org/officeDocument/2006/relationships/image" Target="../media/image221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222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3.png"/><Relationship Id="rId3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4.png"/><Relationship Id="rId3" Type="http://schemas.openxmlformats.org/officeDocument/2006/relationships/hyperlink" Target="http://cs224w.stanford.edu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5.png"/><Relationship Id="rId3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6.png"/><Relationship Id="rId3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7.png"/><Relationship Id="rId3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8.png"/><Relationship Id="rId3" Type="http://schemas.openxmlformats.org/officeDocument/2006/relationships/hyperlink" Target="http://cs224w.stanford.edu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9.png"/><Relationship Id="rId3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0.png"/><Relationship Id="rId3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1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2.png"/><Relationship Id="rId3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3.png"/><Relationship Id="rId3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5.png"/><Relationship Id="rId3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6.png"/><Relationship Id="rId3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7.png"/><Relationship Id="rId3" Type="http://schemas.openxmlformats.org/officeDocument/2006/relationships/hyperlink" Target="http://cs224w.stanford.edu/" TargetMode="Externa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8.png"/><Relationship Id="rId3" Type="http://schemas.openxmlformats.org/officeDocument/2006/relationships/hyperlink" Target="http://cs224w.stanford.edu/" TargetMode="Externa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Relationship Id="rId4" Type="http://schemas.openxmlformats.org/officeDocument/2006/relationships/hyperlink" Target="http://cs224w.stanford.edu/" TargetMode="Externa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1.png"/><Relationship Id="rId3" Type="http://schemas.openxmlformats.org/officeDocument/2006/relationships/hyperlink" Target="http://cs224w.stanford.edu/" TargetMode="Externa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2.png"/><Relationship Id="rId3" Type="http://schemas.openxmlformats.org/officeDocument/2006/relationships/hyperlink" Target="http://cs224w.stanford.edu/" TargetMode="Externa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3.png"/><Relationship Id="rId3" Type="http://schemas.openxmlformats.org/officeDocument/2006/relationships/hyperlink" Target="http://cs224w.stanford.edu/" TargetMode="Externa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4.png"/><Relationship Id="rId3" Type="http://schemas.openxmlformats.org/officeDocument/2006/relationships/image" Target="../media/image245.png"/><Relationship Id="rId4" Type="http://schemas.openxmlformats.org/officeDocument/2006/relationships/hyperlink" Target="http://cs224w.stanford.edu/" TargetMode="Externa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6.png"/><Relationship Id="rId3" Type="http://schemas.openxmlformats.org/officeDocument/2006/relationships/hyperlink" Target="http://cs224w.stanford.edu/" TargetMode="Externa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7.png"/><Relationship Id="rId3" Type="http://schemas.openxmlformats.org/officeDocument/2006/relationships/hyperlink" Target="http://cs224w.stanford.edu/" TargetMode="Externa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hyperlink" Target="http://cs224w.stanford.edu/" TargetMode="Externa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0.png"/><Relationship Id="rId3" Type="http://schemas.openxmlformats.org/officeDocument/2006/relationships/hyperlink" Target="http://cs224w.stanford.edu/" TargetMode="Externa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1.png"/><Relationship Id="rId3" Type="http://schemas.openxmlformats.org/officeDocument/2006/relationships/hyperlink" Target="http://cs224w.stanford.edu/" TargetMode="Externa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2.png"/><Relationship Id="rId3" Type="http://schemas.openxmlformats.org/officeDocument/2006/relationships/hyperlink" Target="http://cs224w.stanford.edu/" TargetMode="Externa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Relationship Id="rId12" Type="http://schemas.openxmlformats.org/officeDocument/2006/relationships/image" Target="../media/image263.png"/><Relationship Id="rId13" Type="http://schemas.openxmlformats.org/officeDocument/2006/relationships/image" Target="../media/image264.png"/><Relationship Id="rId14" Type="http://schemas.openxmlformats.org/officeDocument/2006/relationships/image" Target="../media/image265.png"/><Relationship Id="rId15" Type="http://schemas.openxmlformats.org/officeDocument/2006/relationships/image" Target="../media/image266.png"/><Relationship Id="rId16" Type="http://schemas.openxmlformats.org/officeDocument/2006/relationships/image" Target="../media/image267.png"/><Relationship Id="rId17" Type="http://schemas.openxmlformats.org/officeDocument/2006/relationships/image" Target="../media/image268.png"/><Relationship Id="rId18" Type="http://schemas.openxmlformats.org/officeDocument/2006/relationships/image" Target="../media/image269.png"/><Relationship Id="rId19" Type="http://schemas.openxmlformats.org/officeDocument/2006/relationships/image" Target="../media/image270.png"/><Relationship Id="rId20" Type="http://schemas.openxmlformats.org/officeDocument/2006/relationships/image" Target="../media/image271.png"/><Relationship Id="rId21" Type="http://schemas.openxmlformats.org/officeDocument/2006/relationships/image" Target="../media/image272.png"/><Relationship Id="rId22" Type="http://schemas.openxmlformats.org/officeDocument/2006/relationships/image" Target="../media/image273.png"/><Relationship Id="rId23" Type="http://schemas.openxmlformats.org/officeDocument/2006/relationships/image" Target="../media/image274.png"/><Relationship Id="rId24" Type="http://schemas.openxmlformats.org/officeDocument/2006/relationships/image" Target="../media/image275.png"/><Relationship Id="rId25" Type="http://schemas.openxmlformats.org/officeDocument/2006/relationships/image" Target="../media/image276.png"/><Relationship Id="rId26" Type="http://schemas.openxmlformats.org/officeDocument/2006/relationships/image" Target="../media/image277.png"/><Relationship Id="rId27" Type="http://schemas.openxmlformats.org/officeDocument/2006/relationships/image" Target="../media/image278.png"/><Relationship Id="rId28" Type="http://schemas.openxmlformats.org/officeDocument/2006/relationships/image" Target="../media/image279.png"/><Relationship Id="rId29" Type="http://schemas.openxmlformats.org/officeDocument/2006/relationships/image" Target="../media/image280.png"/><Relationship Id="rId30" Type="http://schemas.openxmlformats.org/officeDocument/2006/relationships/image" Target="../media/image281.png"/><Relationship Id="rId31" Type="http://schemas.openxmlformats.org/officeDocument/2006/relationships/image" Target="../media/image282.png"/><Relationship Id="rId32" Type="http://schemas.openxmlformats.org/officeDocument/2006/relationships/image" Target="../media/image283.png"/><Relationship Id="rId33" Type="http://schemas.openxmlformats.org/officeDocument/2006/relationships/image" Target="../media/image284.png"/><Relationship Id="rId34" Type="http://schemas.openxmlformats.org/officeDocument/2006/relationships/image" Target="../media/image285.png"/><Relationship Id="rId35" Type="http://schemas.openxmlformats.org/officeDocument/2006/relationships/image" Target="../media/image286.png"/><Relationship Id="rId36" Type="http://schemas.openxmlformats.org/officeDocument/2006/relationships/image" Target="../media/image287.png"/><Relationship Id="rId37" Type="http://schemas.openxmlformats.org/officeDocument/2006/relationships/image" Target="../media/image288.png"/><Relationship Id="rId38" Type="http://schemas.openxmlformats.org/officeDocument/2006/relationships/image" Target="../media/image289.png"/><Relationship Id="rId39" Type="http://schemas.openxmlformats.org/officeDocument/2006/relationships/image" Target="../media/image290.png"/><Relationship Id="rId40" Type="http://schemas.openxmlformats.org/officeDocument/2006/relationships/image" Target="../media/image291.png"/><Relationship Id="rId41" Type="http://schemas.openxmlformats.org/officeDocument/2006/relationships/image" Target="../media/image292.png"/><Relationship Id="rId42" Type="http://schemas.openxmlformats.org/officeDocument/2006/relationships/image" Target="../media/image293.png"/><Relationship Id="rId43" Type="http://schemas.openxmlformats.org/officeDocument/2006/relationships/image" Target="../media/image294.png"/><Relationship Id="rId44" Type="http://schemas.openxmlformats.org/officeDocument/2006/relationships/image" Target="../media/image295.png"/><Relationship Id="rId45" Type="http://schemas.openxmlformats.org/officeDocument/2006/relationships/image" Target="../media/image296.png"/><Relationship Id="rId46" Type="http://schemas.openxmlformats.org/officeDocument/2006/relationships/image" Target="../media/image297.png"/><Relationship Id="rId47" Type="http://schemas.openxmlformats.org/officeDocument/2006/relationships/image" Target="../media/image298.png"/><Relationship Id="rId48" Type="http://schemas.openxmlformats.org/officeDocument/2006/relationships/image" Target="../media/image299.png"/><Relationship Id="rId49" Type="http://schemas.openxmlformats.org/officeDocument/2006/relationships/image" Target="../media/image300.png"/><Relationship Id="rId50" Type="http://schemas.openxmlformats.org/officeDocument/2006/relationships/image" Target="../media/image301.png"/><Relationship Id="rId51" Type="http://schemas.openxmlformats.org/officeDocument/2006/relationships/image" Target="../media/image302.png"/><Relationship Id="rId52" Type="http://schemas.openxmlformats.org/officeDocument/2006/relationships/image" Target="../media/image303.png"/><Relationship Id="rId53" Type="http://schemas.openxmlformats.org/officeDocument/2006/relationships/image" Target="../media/image304.png"/><Relationship Id="rId54" Type="http://schemas.openxmlformats.org/officeDocument/2006/relationships/image" Target="../media/image305.png"/><Relationship Id="rId55" Type="http://schemas.openxmlformats.org/officeDocument/2006/relationships/image" Target="../media/image306.png"/><Relationship Id="rId56" Type="http://schemas.openxmlformats.org/officeDocument/2006/relationships/image" Target="../media/image307.png"/><Relationship Id="rId57" Type="http://schemas.openxmlformats.org/officeDocument/2006/relationships/image" Target="../media/image308.png"/><Relationship Id="rId58" Type="http://schemas.openxmlformats.org/officeDocument/2006/relationships/image" Target="../media/image309.png"/><Relationship Id="rId59" Type="http://schemas.openxmlformats.org/officeDocument/2006/relationships/image" Target="../media/image310.png"/><Relationship Id="rId60" Type="http://schemas.openxmlformats.org/officeDocument/2006/relationships/image" Target="../media/image311.png"/><Relationship Id="rId61" Type="http://schemas.openxmlformats.org/officeDocument/2006/relationships/image" Target="../media/image312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3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0831" y="3541776"/>
            <a:ext cx="8369808" cy="1298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2038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2874234"/>
            <a:ext cx="1145986" cy="1063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04853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04853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2716684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7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271197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83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90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2716684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192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7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3900520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90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024602" y="1437659"/>
            <a:ext cx="1405890" cy="682625"/>
          </a:xfrm>
          <a:prstGeom prst="rect"/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Evaluation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metrics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0268" y="2947084"/>
            <a:ext cx="956356" cy="11017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187447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04954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04954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1874471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9060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80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364976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3649762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3682850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368285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37040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37040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273217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2732171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015260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0"/>
                </a:moveTo>
                <a:lnTo>
                  <a:pt x="197683" y="85725"/>
                </a:lnTo>
                <a:lnTo>
                  <a:pt x="254834" y="57150"/>
                </a:lnTo>
                <a:lnTo>
                  <a:pt x="219861" y="57150"/>
                </a:lnTo>
                <a:lnTo>
                  <a:pt x="226258" y="50754"/>
                </a:lnTo>
                <a:lnTo>
                  <a:pt x="226258" y="34971"/>
                </a:lnTo>
                <a:lnTo>
                  <a:pt x="219861" y="28575"/>
                </a:lnTo>
                <a:lnTo>
                  <a:pt x="254831" y="28575"/>
                </a:lnTo>
                <a:lnTo>
                  <a:pt x="197683" y="0"/>
                </a:lnTo>
                <a:close/>
              </a:path>
              <a:path w="283844" h="85725">
                <a:moveTo>
                  <a:pt x="197683" y="28575"/>
                </a:moveTo>
                <a:lnTo>
                  <a:pt x="6396" y="28575"/>
                </a:lnTo>
                <a:lnTo>
                  <a:pt x="0" y="34971"/>
                </a:lnTo>
                <a:lnTo>
                  <a:pt x="1" y="50754"/>
                </a:lnTo>
                <a:lnTo>
                  <a:pt x="6396" y="57150"/>
                </a:lnTo>
                <a:lnTo>
                  <a:pt x="197683" y="57150"/>
                </a:lnTo>
                <a:lnTo>
                  <a:pt x="197683" y="28575"/>
                </a:lnTo>
                <a:close/>
              </a:path>
              <a:path w="283844" h="85725">
                <a:moveTo>
                  <a:pt x="254831" y="28575"/>
                </a:moveTo>
                <a:lnTo>
                  <a:pt x="219861" y="28575"/>
                </a:lnTo>
                <a:lnTo>
                  <a:pt x="226258" y="34971"/>
                </a:lnTo>
                <a:lnTo>
                  <a:pt x="226258" y="50754"/>
                </a:lnTo>
                <a:lnTo>
                  <a:pt x="219861" y="57150"/>
                </a:lnTo>
                <a:lnTo>
                  <a:pt x="254834" y="57150"/>
                </a:lnTo>
                <a:lnTo>
                  <a:pt x="283408" y="42863"/>
                </a:lnTo>
                <a:lnTo>
                  <a:pt x="25483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015124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6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5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4"/>
                </a:lnTo>
                <a:lnTo>
                  <a:pt x="0" y="35115"/>
                </a:lnTo>
                <a:lnTo>
                  <a:pt x="8" y="50896"/>
                </a:lnTo>
                <a:lnTo>
                  <a:pt x="6409" y="57289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6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011732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6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0"/>
                </a:lnTo>
                <a:lnTo>
                  <a:pt x="247023" y="56789"/>
                </a:lnTo>
                <a:lnTo>
                  <a:pt x="224848" y="57142"/>
                </a:lnTo>
                <a:lnTo>
                  <a:pt x="225303" y="85713"/>
                </a:lnTo>
                <a:lnTo>
                  <a:pt x="310334" y="41490"/>
                </a:lnTo>
                <a:lnTo>
                  <a:pt x="282696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8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8" y="57142"/>
                </a:lnTo>
                <a:lnTo>
                  <a:pt x="247023" y="56789"/>
                </a:lnTo>
                <a:lnTo>
                  <a:pt x="253318" y="50290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6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120163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4">
                <a:moveTo>
                  <a:pt x="525097" y="51251"/>
                </a:moveTo>
                <a:lnTo>
                  <a:pt x="0" y="587448"/>
                </a:lnTo>
                <a:lnTo>
                  <a:pt x="93" y="596494"/>
                </a:lnTo>
                <a:lnTo>
                  <a:pt x="11369" y="607536"/>
                </a:lnTo>
                <a:lnTo>
                  <a:pt x="20415" y="607442"/>
                </a:lnTo>
                <a:lnTo>
                  <a:pt x="545514" y="71245"/>
                </a:lnTo>
                <a:lnTo>
                  <a:pt x="525097" y="51251"/>
                </a:lnTo>
                <a:close/>
              </a:path>
              <a:path w="595629" h="607694">
                <a:moveTo>
                  <a:pt x="583924" y="35311"/>
                </a:moveTo>
                <a:lnTo>
                  <a:pt x="549661" y="35311"/>
                </a:lnTo>
                <a:lnTo>
                  <a:pt x="560936" y="46353"/>
                </a:lnTo>
                <a:lnTo>
                  <a:pt x="561031" y="55399"/>
                </a:lnTo>
                <a:lnTo>
                  <a:pt x="545514" y="71245"/>
                </a:lnTo>
                <a:lnTo>
                  <a:pt x="565929" y="91238"/>
                </a:lnTo>
                <a:lnTo>
                  <a:pt x="583924" y="35311"/>
                </a:lnTo>
                <a:close/>
              </a:path>
              <a:path w="595629" h="607694">
                <a:moveTo>
                  <a:pt x="549661" y="35311"/>
                </a:moveTo>
                <a:lnTo>
                  <a:pt x="540614" y="35406"/>
                </a:lnTo>
                <a:lnTo>
                  <a:pt x="525097" y="51251"/>
                </a:lnTo>
                <a:lnTo>
                  <a:pt x="545514" y="71245"/>
                </a:lnTo>
                <a:lnTo>
                  <a:pt x="561031" y="55399"/>
                </a:lnTo>
                <a:lnTo>
                  <a:pt x="560936" y="46353"/>
                </a:lnTo>
                <a:lnTo>
                  <a:pt x="549661" y="35311"/>
                </a:lnTo>
                <a:close/>
              </a:path>
              <a:path w="595629" h="607694">
                <a:moveTo>
                  <a:pt x="595285" y="0"/>
                </a:moveTo>
                <a:lnTo>
                  <a:pt x="504682" y="31258"/>
                </a:lnTo>
                <a:lnTo>
                  <a:pt x="525097" y="51251"/>
                </a:lnTo>
                <a:lnTo>
                  <a:pt x="540614" y="35406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120163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8"/>
                </a:moveTo>
                <a:lnTo>
                  <a:pt x="61106" y="61796"/>
                </a:lnTo>
                <a:lnTo>
                  <a:pt x="823328" y="612722"/>
                </a:lnTo>
                <a:lnTo>
                  <a:pt x="832260" y="611286"/>
                </a:lnTo>
                <a:lnTo>
                  <a:pt x="841504" y="598496"/>
                </a:lnTo>
                <a:lnTo>
                  <a:pt x="840066" y="589564"/>
                </a:lnTo>
                <a:lnTo>
                  <a:pt x="77845" y="38638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6"/>
                </a:lnTo>
                <a:lnTo>
                  <a:pt x="61106" y="61796"/>
                </a:lnTo>
                <a:lnTo>
                  <a:pt x="43131" y="48804"/>
                </a:lnTo>
                <a:lnTo>
                  <a:pt x="41694" y="39872"/>
                </a:lnTo>
                <a:lnTo>
                  <a:pt x="50939" y="27082"/>
                </a:lnTo>
                <a:lnTo>
                  <a:pt x="59870" y="25646"/>
                </a:lnTo>
                <a:lnTo>
                  <a:pt x="87235" y="25646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6"/>
                </a:moveTo>
                <a:lnTo>
                  <a:pt x="50939" y="27082"/>
                </a:lnTo>
                <a:lnTo>
                  <a:pt x="41694" y="39872"/>
                </a:lnTo>
                <a:lnTo>
                  <a:pt x="43131" y="48804"/>
                </a:lnTo>
                <a:lnTo>
                  <a:pt x="61106" y="61796"/>
                </a:lnTo>
                <a:lnTo>
                  <a:pt x="77845" y="38638"/>
                </a:lnTo>
                <a:lnTo>
                  <a:pt x="59870" y="25646"/>
                </a:lnTo>
                <a:close/>
              </a:path>
              <a:path w="842009" h="612775">
                <a:moveTo>
                  <a:pt x="87235" y="25646"/>
                </a:moveTo>
                <a:lnTo>
                  <a:pt x="59870" y="25646"/>
                </a:lnTo>
                <a:lnTo>
                  <a:pt x="77845" y="38638"/>
                </a:lnTo>
                <a:lnTo>
                  <a:pt x="87235" y="25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3382882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499"/>
                </a:moveTo>
                <a:lnTo>
                  <a:pt x="0" y="517638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3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499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3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4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4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4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4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3378524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8" y="476375"/>
                </a:moveTo>
                <a:lnTo>
                  <a:pt x="502743" y="497900"/>
                </a:lnTo>
                <a:lnTo>
                  <a:pt x="595509" y="521996"/>
                </a:lnTo>
                <a:lnTo>
                  <a:pt x="582775" y="490962"/>
                </a:lnTo>
                <a:lnTo>
                  <a:pt x="538245" y="490962"/>
                </a:lnTo>
                <a:lnTo>
                  <a:pt x="521538" y="476375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8" y="476375"/>
                </a:lnTo>
                <a:lnTo>
                  <a:pt x="538245" y="490962"/>
                </a:lnTo>
                <a:lnTo>
                  <a:pt x="547269" y="490352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2"/>
                </a:lnTo>
                <a:lnTo>
                  <a:pt x="538245" y="490962"/>
                </a:lnTo>
                <a:lnTo>
                  <a:pt x="582775" y="490962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3"/>
                </a:lnTo>
                <a:lnTo>
                  <a:pt x="521538" y="476375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029714"/>
            <a:ext cx="1035141" cy="10474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1874471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5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015260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0"/>
                </a:moveTo>
                <a:lnTo>
                  <a:pt x="131443" y="85725"/>
                </a:lnTo>
                <a:lnTo>
                  <a:pt x="188595" y="57150"/>
                </a:lnTo>
                <a:lnTo>
                  <a:pt x="153621" y="57150"/>
                </a:lnTo>
                <a:lnTo>
                  <a:pt x="160018" y="50754"/>
                </a:lnTo>
                <a:lnTo>
                  <a:pt x="160017" y="34970"/>
                </a:lnTo>
                <a:lnTo>
                  <a:pt x="153621" y="28575"/>
                </a:lnTo>
                <a:lnTo>
                  <a:pt x="188592" y="28575"/>
                </a:lnTo>
                <a:lnTo>
                  <a:pt x="131443" y="0"/>
                </a:lnTo>
                <a:close/>
              </a:path>
              <a:path w="217169" h="85725">
                <a:moveTo>
                  <a:pt x="131443" y="28575"/>
                </a:moveTo>
                <a:lnTo>
                  <a:pt x="6396" y="28575"/>
                </a:lnTo>
                <a:lnTo>
                  <a:pt x="0" y="34970"/>
                </a:lnTo>
                <a:lnTo>
                  <a:pt x="1" y="50754"/>
                </a:lnTo>
                <a:lnTo>
                  <a:pt x="6396" y="57150"/>
                </a:lnTo>
                <a:lnTo>
                  <a:pt x="131443" y="57150"/>
                </a:lnTo>
                <a:lnTo>
                  <a:pt x="131443" y="28575"/>
                </a:lnTo>
                <a:close/>
              </a:path>
              <a:path w="217169" h="85725">
                <a:moveTo>
                  <a:pt x="188592" y="28575"/>
                </a:moveTo>
                <a:lnTo>
                  <a:pt x="153621" y="28575"/>
                </a:lnTo>
                <a:lnTo>
                  <a:pt x="160017" y="34970"/>
                </a:lnTo>
                <a:lnTo>
                  <a:pt x="160018" y="50754"/>
                </a:lnTo>
                <a:lnTo>
                  <a:pt x="153621" y="57150"/>
                </a:lnTo>
                <a:lnTo>
                  <a:pt x="188595" y="57150"/>
                </a:lnTo>
                <a:lnTo>
                  <a:pt x="217168" y="42863"/>
                </a:lnTo>
                <a:lnTo>
                  <a:pt x="188592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2126" y="5478219"/>
            <a:ext cx="1035141" cy="10474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606177" y="5437097"/>
            <a:ext cx="1035141" cy="10474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975095" y="5437097"/>
            <a:ext cx="1035141" cy="1047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48814" y="5436181"/>
            <a:ext cx="1035141" cy="10474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41795" y="5436181"/>
            <a:ext cx="1035141" cy="10474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203065" y="5406673"/>
            <a:ext cx="1229360" cy="1151255"/>
          </a:xfrm>
          <a:custGeom>
            <a:avLst/>
            <a:gdLst/>
            <a:ahLst/>
            <a:cxnLst/>
            <a:rect l="l" t="t" r="r" b="b"/>
            <a:pathLst>
              <a:path w="1229360" h="1151254">
                <a:moveTo>
                  <a:pt x="0" y="0"/>
                </a:moveTo>
                <a:lnTo>
                  <a:pt x="1229293" y="0"/>
                </a:lnTo>
                <a:lnTo>
                  <a:pt x="1229293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574958" y="5399844"/>
            <a:ext cx="1183640" cy="1151255"/>
          </a:xfrm>
          <a:custGeom>
            <a:avLst/>
            <a:gdLst/>
            <a:ahLst/>
            <a:cxnLst/>
            <a:rect l="l" t="t" r="r" b="b"/>
            <a:pathLst>
              <a:path w="1183640" h="1151254">
                <a:moveTo>
                  <a:pt x="0" y="0"/>
                </a:moveTo>
                <a:lnTo>
                  <a:pt x="1183584" y="0"/>
                </a:lnTo>
                <a:lnTo>
                  <a:pt x="1183584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57313" y="5399844"/>
            <a:ext cx="3837304" cy="1151255"/>
          </a:xfrm>
          <a:custGeom>
            <a:avLst/>
            <a:gdLst/>
            <a:ahLst/>
            <a:cxnLst/>
            <a:rect l="l" t="t" r="r" b="b"/>
            <a:pathLst>
              <a:path w="3837304" h="1151254">
                <a:moveTo>
                  <a:pt x="0" y="0"/>
                </a:moveTo>
                <a:lnTo>
                  <a:pt x="3836751" y="0"/>
                </a:lnTo>
                <a:lnTo>
                  <a:pt x="3836751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542357" y="4480052"/>
            <a:ext cx="6743065" cy="167386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268732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(5) How do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split our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dataset 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into train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validation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set?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1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r>
              <a:rPr dirty="0" sz="20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split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1"/>
              </a:rPr>
              <a:t>http://cs224w.stanford.edu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775448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361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6BB76D"/>
                </a:solidFill>
                <a:latin typeface="Calibri"/>
                <a:cs typeface="Calibri"/>
              </a:rPr>
              <a:t>Fixed </a:t>
            </a: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split: </a:t>
            </a:r>
            <a:r>
              <a:rPr dirty="0" sz="3200" spc="-60">
                <a:solidFill>
                  <a:srgbClr val="6BB76D"/>
                </a:solidFill>
              </a:rPr>
              <a:t>We </a:t>
            </a:r>
            <a:r>
              <a:rPr dirty="0" sz="3200">
                <a:solidFill>
                  <a:srgbClr val="6BB76D"/>
                </a:solidFill>
              </a:rPr>
              <a:t>will </a:t>
            </a:r>
            <a:r>
              <a:rPr dirty="0" sz="3200" spc="-5">
                <a:solidFill>
                  <a:srgbClr val="6BB76D"/>
                </a:solidFill>
              </a:rPr>
              <a:t>split our </a:t>
            </a:r>
            <a:r>
              <a:rPr dirty="0" sz="3200" spc="-15">
                <a:solidFill>
                  <a:srgbClr val="6BB76D"/>
                </a:solidFill>
              </a:rPr>
              <a:t>dataset</a:t>
            </a:r>
            <a:r>
              <a:rPr dirty="0" sz="3200" spc="105">
                <a:solidFill>
                  <a:srgbClr val="6BB76D"/>
                </a:solidFill>
              </a:rPr>
              <a:t> </a:t>
            </a:r>
            <a:r>
              <a:rPr dirty="0" sz="3200" spc="-5" b="1">
                <a:solidFill>
                  <a:srgbClr val="6BB76D"/>
                </a:solidFill>
                <a:latin typeface="Calibri"/>
                <a:cs typeface="Calibri"/>
              </a:rPr>
              <a:t>once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26259"/>
            <a:ext cx="8024495" cy="445770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Arial"/>
              <a:buChar char="•"/>
              <a:tabLst>
                <a:tab pos="624840" algn="l"/>
                <a:tab pos="625475" algn="l"/>
              </a:tabLst>
            </a:pPr>
            <a:r>
              <a:rPr dirty="0" sz="2800" spc="-30" b="1">
                <a:latin typeface="Calibri"/>
                <a:cs typeface="Calibri"/>
              </a:rPr>
              <a:t>Training </a:t>
            </a:r>
            <a:r>
              <a:rPr dirty="0" sz="2800" spc="-10" b="1">
                <a:latin typeface="Calibri"/>
                <a:cs typeface="Calibri"/>
              </a:rPr>
              <a:t>set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used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optimizing GNN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parameters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Arial"/>
              <a:buChar char="•"/>
              <a:tabLst>
                <a:tab pos="624840" algn="l"/>
                <a:tab pos="625475" algn="l"/>
              </a:tabLst>
            </a:pPr>
            <a:r>
              <a:rPr dirty="0" sz="2800" spc="-25" b="1">
                <a:latin typeface="Calibri"/>
                <a:cs typeface="Calibri"/>
              </a:rPr>
              <a:t>Validation </a:t>
            </a:r>
            <a:r>
              <a:rPr dirty="0" sz="2800" spc="-10" b="1">
                <a:latin typeface="Calibri"/>
                <a:cs typeface="Calibri"/>
              </a:rPr>
              <a:t>set</a:t>
            </a:r>
            <a:r>
              <a:rPr dirty="0" sz="2800" spc="-10">
                <a:latin typeface="Calibri"/>
                <a:cs typeface="Calibri"/>
              </a:rPr>
              <a:t>: develop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model/hyperparameters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ts val="3329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•"/>
              <a:tabLst>
                <a:tab pos="624840" algn="l"/>
                <a:tab pos="625475" algn="l"/>
              </a:tabLst>
            </a:pPr>
            <a:r>
              <a:rPr dirty="0" sz="2800" spc="-75" b="1">
                <a:latin typeface="Calibri"/>
                <a:cs typeface="Calibri"/>
              </a:rPr>
              <a:t>Test </a:t>
            </a:r>
            <a:r>
              <a:rPr dirty="0" sz="2800" spc="-10" b="1">
                <a:latin typeface="Calibri"/>
                <a:cs typeface="Calibri"/>
              </a:rPr>
              <a:t>set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held out </a:t>
            </a:r>
            <a:r>
              <a:rPr dirty="0" sz="2800" spc="-10">
                <a:latin typeface="Calibri"/>
                <a:cs typeface="Calibri"/>
              </a:rPr>
              <a:t>until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report </a:t>
            </a:r>
            <a:r>
              <a:rPr dirty="0" sz="2800" spc="-5">
                <a:latin typeface="Calibri"/>
                <a:cs typeface="Calibri"/>
              </a:rPr>
              <a:t>final</a:t>
            </a:r>
            <a:r>
              <a:rPr dirty="0" sz="2800" spc="1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performance</a:t>
            </a:r>
            <a:endParaRPr sz="2800">
              <a:latin typeface="Calibri"/>
              <a:cs typeface="Calibri"/>
            </a:endParaRPr>
          </a:p>
          <a:p>
            <a:pPr marL="332740" marR="401955" indent="-320040">
              <a:lnSpc>
                <a:spcPts val="3910"/>
              </a:lnSpc>
              <a:spcBef>
                <a:spcPts val="3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A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concern: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sometimes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cannot </a:t>
            </a:r>
            <a:r>
              <a:rPr dirty="0" sz="3200" spc="-15">
                <a:solidFill>
                  <a:srgbClr val="0070C0"/>
                </a:solidFill>
                <a:latin typeface="Calibri"/>
                <a:cs typeface="Calibri"/>
              </a:rPr>
              <a:t>guarantee 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that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3200" spc="-25">
                <a:solidFill>
                  <a:srgbClr val="0070C0"/>
                </a:solidFill>
                <a:latin typeface="Calibri"/>
                <a:cs typeface="Calibri"/>
              </a:rPr>
              <a:t>test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set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will </a:t>
            </a:r>
            <a:r>
              <a:rPr dirty="0" sz="3200" spc="-10">
                <a:solidFill>
                  <a:srgbClr val="0070C0"/>
                </a:solidFill>
                <a:latin typeface="Calibri"/>
                <a:cs typeface="Calibri"/>
              </a:rPr>
              <a:t>really </a:t>
            </a:r>
            <a:r>
              <a:rPr dirty="0" sz="3200">
                <a:solidFill>
                  <a:srgbClr val="0070C0"/>
                </a:solidFill>
                <a:latin typeface="Calibri"/>
                <a:cs typeface="Calibri"/>
              </a:rPr>
              <a:t>be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held</a:t>
            </a:r>
            <a:r>
              <a:rPr dirty="0" sz="3200" spc="3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70C0"/>
                </a:solidFill>
                <a:latin typeface="Calibri"/>
                <a:cs typeface="Calibri"/>
              </a:rPr>
              <a:t>out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Random split: </a:t>
            </a: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will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randomly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split</a:t>
            </a:r>
            <a:r>
              <a:rPr dirty="0" sz="32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0"/>
              </a:spcBef>
            </a:pP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dataset into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validation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dirty="0" sz="32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endParaRPr sz="3200">
              <a:latin typeface="Calibri"/>
              <a:cs typeface="Calibri"/>
            </a:endParaRPr>
          </a:p>
          <a:p>
            <a:pPr lvl="1" marL="625475" marR="582930" indent="-274320">
              <a:lnSpc>
                <a:spcPts val="3290"/>
              </a:lnSpc>
              <a:spcBef>
                <a:spcPts val="825"/>
              </a:spcBef>
              <a:buClr>
                <a:srgbClr val="60B5CC"/>
              </a:buClr>
              <a:buFont typeface="Arial"/>
              <a:buChar char="•"/>
              <a:tabLst>
                <a:tab pos="624840" algn="l"/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report 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average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performance over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different  random</a:t>
            </a:r>
            <a:r>
              <a:rPr dirty="0" sz="2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seeds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571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507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Suppose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want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split an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image</a:t>
            </a:r>
            <a:r>
              <a:rPr dirty="0" sz="3200" spc="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dataset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7377430" cy="14998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Image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classification: </a:t>
            </a:r>
            <a:r>
              <a:rPr dirty="0" sz="2800" spc="-15" b="1">
                <a:latin typeface="Calibri"/>
                <a:cs typeface="Calibri"/>
              </a:rPr>
              <a:t>Each data </a:t>
            </a:r>
            <a:r>
              <a:rPr dirty="0" sz="2800" spc="-10" b="1">
                <a:latin typeface="Calibri"/>
                <a:cs typeface="Calibri"/>
              </a:rPr>
              <a:t>point </a:t>
            </a:r>
            <a:r>
              <a:rPr dirty="0" sz="2800" spc="-5" b="1">
                <a:latin typeface="Calibri"/>
                <a:cs typeface="Calibri"/>
              </a:rPr>
              <a:t>is </a:t>
            </a:r>
            <a:r>
              <a:rPr dirty="0" sz="2800" b="1">
                <a:latin typeface="Calibri"/>
                <a:cs typeface="Calibri"/>
              </a:rPr>
              <a:t>an</a:t>
            </a:r>
            <a:r>
              <a:rPr dirty="0" sz="2800" spc="30" b="1">
                <a:latin typeface="Calibri"/>
                <a:cs typeface="Calibri"/>
              </a:rPr>
              <a:t> </a:t>
            </a:r>
            <a:r>
              <a:rPr dirty="0" sz="2800" spc="-110" b="1">
                <a:latin typeface="Calibri"/>
                <a:cs typeface="Calibri"/>
              </a:rPr>
              <a:t>image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Here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data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points are</a:t>
            </a:r>
            <a:r>
              <a:rPr dirty="0" sz="28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independent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 b="1">
                <a:latin typeface="Calibri"/>
                <a:cs typeface="Calibri"/>
              </a:rPr>
              <a:t>Image </a:t>
            </a:r>
            <a:r>
              <a:rPr dirty="0" sz="2400" b="1">
                <a:latin typeface="Calibri"/>
                <a:cs typeface="Calibri"/>
              </a:rPr>
              <a:t>5 </a:t>
            </a:r>
            <a:r>
              <a:rPr dirty="0" sz="2400" spc="-5" b="1">
                <a:latin typeface="Calibri"/>
                <a:cs typeface="Calibri"/>
              </a:rPr>
              <a:t>will not </a:t>
            </a:r>
            <a:r>
              <a:rPr dirty="0" sz="2400" spc="-10" b="1">
                <a:latin typeface="Calibri"/>
                <a:cs typeface="Calibri"/>
              </a:rPr>
              <a:t>affect </a:t>
            </a:r>
            <a:r>
              <a:rPr dirty="0" sz="2400" spc="-5" b="1">
                <a:latin typeface="Calibri"/>
                <a:cs typeface="Calibri"/>
              </a:rPr>
              <a:t>our </a:t>
            </a:r>
            <a:r>
              <a:rPr dirty="0" sz="2400" spc="-10" b="1">
                <a:latin typeface="Calibri"/>
                <a:cs typeface="Calibri"/>
              </a:rPr>
              <a:t>prediction </a:t>
            </a:r>
            <a:r>
              <a:rPr dirty="0" sz="2400" spc="-5" b="1">
                <a:latin typeface="Calibri"/>
                <a:cs typeface="Calibri"/>
              </a:rPr>
              <a:t>on </a:t>
            </a:r>
            <a:r>
              <a:rPr dirty="0" sz="2400" spc="-10" b="1">
                <a:latin typeface="Calibri"/>
                <a:cs typeface="Calibri"/>
              </a:rPr>
              <a:t>image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5933" y="4299204"/>
            <a:ext cx="122491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  </a:t>
            </a: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57800" y="4407408"/>
            <a:ext cx="359663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02475" y="4424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302475" y="4424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42688" y="5349239"/>
            <a:ext cx="356615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84985" y="53678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84985" y="53678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30240" y="5349239"/>
            <a:ext cx="359663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775142" y="53678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75142" y="536786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278879" y="4593335"/>
            <a:ext cx="356616" cy="3535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21155" y="46101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321155" y="46101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95215" y="4547615"/>
            <a:ext cx="356615" cy="356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38633" y="456585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38633" y="456585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400957" y="460908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73316" y="44201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43178" y="536498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66519" y="5368035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14316" y="456336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42814" y="4335184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932935" y="586578"/>
                </a:moveTo>
                <a:lnTo>
                  <a:pt x="864432" y="600535"/>
                </a:lnTo>
                <a:lnTo>
                  <a:pt x="797034" y="612638"/>
                </a:lnTo>
                <a:lnTo>
                  <a:pt x="730949" y="622904"/>
                </a:lnTo>
                <a:lnTo>
                  <a:pt x="666383" y="631349"/>
                </a:lnTo>
                <a:lnTo>
                  <a:pt x="603543" y="637991"/>
                </a:lnTo>
                <a:lnTo>
                  <a:pt x="542637" y="642844"/>
                </a:lnTo>
                <a:lnTo>
                  <a:pt x="483871" y="645926"/>
                </a:lnTo>
                <a:lnTo>
                  <a:pt x="427452" y="647254"/>
                </a:lnTo>
                <a:lnTo>
                  <a:pt x="373588" y="646843"/>
                </a:lnTo>
                <a:lnTo>
                  <a:pt x="322485" y="644711"/>
                </a:lnTo>
                <a:lnTo>
                  <a:pt x="274350" y="640873"/>
                </a:lnTo>
                <a:lnTo>
                  <a:pt x="229391" y="635347"/>
                </a:lnTo>
                <a:lnTo>
                  <a:pt x="187814" y="628148"/>
                </a:lnTo>
                <a:lnTo>
                  <a:pt x="149826" y="619294"/>
                </a:lnTo>
                <a:lnTo>
                  <a:pt x="85447" y="596685"/>
                </a:lnTo>
                <a:lnTo>
                  <a:pt x="37910" y="567651"/>
                </a:lnTo>
                <a:lnTo>
                  <a:pt x="8870" y="532325"/>
                </a:lnTo>
                <a:lnTo>
                  <a:pt x="0" y="491226"/>
                </a:lnTo>
                <a:lnTo>
                  <a:pt x="3420" y="469434"/>
                </a:lnTo>
                <a:lnTo>
                  <a:pt x="25210" y="424226"/>
                </a:lnTo>
                <a:lnTo>
                  <a:pt x="65718" y="377523"/>
                </a:lnTo>
                <a:lnTo>
                  <a:pt x="123492" y="330128"/>
                </a:lnTo>
                <a:lnTo>
                  <a:pt x="158399" y="306422"/>
                </a:lnTo>
                <a:lnTo>
                  <a:pt x="197077" y="282844"/>
                </a:lnTo>
                <a:lnTo>
                  <a:pt x="239344" y="259495"/>
                </a:lnTo>
                <a:lnTo>
                  <a:pt x="285018" y="236475"/>
                </a:lnTo>
                <a:lnTo>
                  <a:pt x="333918" y="213885"/>
                </a:lnTo>
                <a:lnTo>
                  <a:pt x="385862" y="191825"/>
                </a:lnTo>
                <a:lnTo>
                  <a:pt x="440668" y="170395"/>
                </a:lnTo>
                <a:lnTo>
                  <a:pt x="498155" y="149696"/>
                </a:lnTo>
                <a:lnTo>
                  <a:pt x="558140" y="129828"/>
                </a:lnTo>
                <a:lnTo>
                  <a:pt x="620441" y="110891"/>
                </a:lnTo>
                <a:lnTo>
                  <a:pt x="684878" y="92987"/>
                </a:lnTo>
                <a:lnTo>
                  <a:pt x="751268" y="76215"/>
                </a:lnTo>
                <a:lnTo>
                  <a:pt x="819429" y="60675"/>
                </a:lnTo>
                <a:lnTo>
                  <a:pt x="887932" y="46718"/>
                </a:lnTo>
                <a:lnTo>
                  <a:pt x="955330" y="34615"/>
                </a:lnTo>
                <a:lnTo>
                  <a:pt x="1021415" y="24349"/>
                </a:lnTo>
                <a:lnTo>
                  <a:pt x="1085981" y="15904"/>
                </a:lnTo>
                <a:lnTo>
                  <a:pt x="1148821" y="9263"/>
                </a:lnTo>
                <a:lnTo>
                  <a:pt x="1209727" y="4409"/>
                </a:lnTo>
                <a:lnTo>
                  <a:pt x="1268493" y="1327"/>
                </a:lnTo>
                <a:lnTo>
                  <a:pt x="1324912" y="0"/>
                </a:lnTo>
                <a:lnTo>
                  <a:pt x="1378776" y="410"/>
                </a:lnTo>
                <a:lnTo>
                  <a:pt x="1429879" y="2543"/>
                </a:lnTo>
                <a:lnTo>
                  <a:pt x="1478014" y="6380"/>
                </a:lnTo>
                <a:lnTo>
                  <a:pt x="1522973" y="11906"/>
                </a:lnTo>
                <a:lnTo>
                  <a:pt x="1564550" y="19105"/>
                </a:lnTo>
                <a:lnTo>
                  <a:pt x="1602538" y="27959"/>
                </a:lnTo>
                <a:lnTo>
                  <a:pt x="1666917" y="50568"/>
                </a:lnTo>
                <a:lnTo>
                  <a:pt x="1714454" y="79602"/>
                </a:lnTo>
                <a:lnTo>
                  <a:pt x="1743494" y="114928"/>
                </a:lnTo>
                <a:lnTo>
                  <a:pt x="1752365" y="156027"/>
                </a:lnTo>
                <a:lnTo>
                  <a:pt x="1748944" y="177820"/>
                </a:lnTo>
                <a:lnTo>
                  <a:pt x="1727154" y="223028"/>
                </a:lnTo>
                <a:lnTo>
                  <a:pt x="1686646" y="269731"/>
                </a:lnTo>
                <a:lnTo>
                  <a:pt x="1628872" y="317126"/>
                </a:lnTo>
                <a:lnTo>
                  <a:pt x="1593965" y="340832"/>
                </a:lnTo>
                <a:lnTo>
                  <a:pt x="1555287" y="364409"/>
                </a:lnTo>
                <a:lnTo>
                  <a:pt x="1513020" y="387758"/>
                </a:lnTo>
                <a:lnTo>
                  <a:pt x="1467346" y="410778"/>
                </a:lnTo>
                <a:lnTo>
                  <a:pt x="1418446" y="433368"/>
                </a:lnTo>
                <a:lnTo>
                  <a:pt x="1366502" y="455428"/>
                </a:lnTo>
                <a:lnTo>
                  <a:pt x="1311696" y="476858"/>
                </a:lnTo>
                <a:lnTo>
                  <a:pt x="1254209" y="497558"/>
                </a:lnTo>
                <a:lnTo>
                  <a:pt x="1194224" y="517426"/>
                </a:lnTo>
                <a:lnTo>
                  <a:pt x="1131923" y="536362"/>
                </a:lnTo>
                <a:lnTo>
                  <a:pt x="1067486" y="554267"/>
                </a:lnTo>
                <a:lnTo>
                  <a:pt x="1001096" y="571039"/>
                </a:lnTo>
                <a:lnTo>
                  <a:pt x="932935" y="586578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695544" y="4498234"/>
            <a:ext cx="969010" cy="1268730"/>
          </a:xfrm>
          <a:custGeom>
            <a:avLst/>
            <a:gdLst/>
            <a:ahLst/>
            <a:cxnLst/>
            <a:rect l="l" t="t" r="r" b="b"/>
            <a:pathLst>
              <a:path w="969009" h="1268729">
                <a:moveTo>
                  <a:pt x="251766" y="473070"/>
                </a:moveTo>
                <a:lnTo>
                  <a:pt x="291405" y="417900"/>
                </a:lnTo>
                <a:lnTo>
                  <a:pt x="331917" y="365415"/>
                </a:lnTo>
                <a:lnTo>
                  <a:pt x="373072" y="315774"/>
                </a:lnTo>
                <a:lnTo>
                  <a:pt x="414636" y="269136"/>
                </a:lnTo>
                <a:lnTo>
                  <a:pt x="456377" y="225661"/>
                </a:lnTo>
                <a:lnTo>
                  <a:pt x="498063" y="185509"/>
                </a:lnTo>
                <a:lnTo>
                  <a:pt x="539463" y="148840"/>
                </a:lnTo>
                <a:lnTo>
                  <a:pt x="580343" y="115812"/>
                </a:lnTo>
                <a:lnTo>
                  <a:pt x="620471" y="86586"/>
                </a:lnTo>
                <a:lnTo>
                  <a:pt x="659616" y="61321"/>
                </a:lnTo>
                <a:lnTo>
                  <a:pt x="697546" y="40176"/>
                </a:lnTo>
                <a:lnTo>
                  <a:pt x="734027" y="23313"/>
                </a:lnTo>
                <a:lnTo>
                  <a:pt x="801716" y="3065"/>
                </a:lnTo>
                <a:lnTo>
                  <a:pt x="832460" y="0"/>
                </a:lnTo>
                <a:lnTo>
                  <a:pt x="860826" y="1853"/>
                </a:lnTo>
                <a:lnTo>
                  <a:pt x="909501" y="20956"/>
                </a:lnTo>
                <a:lnTo>
                  <a:pt x="944479" y="59822"/>
                </a:lnTo>
                <a:lnTo>
                  <a:pt x="964102" y="115594"/>
                </a:lnTo>
                <a:lnTo>
                  <a:pt x="968913" y="186083"/>
                </a:lnTo>
                <a:lnTo>
                  <a:pt x="965933" y="226162"/>
                </a:lnTo>
                <a:lnTo>
                  <a:pt x="959455" y="269101"/>
                </a:lnTo>
                <a:lnTo>
                  <a:pt x="949545" y="314625"/>
                </a:lnTo>
                <a:lnTo>
                  <a:pt x="936271" y="362461"/>
                </a:lnTo>
                <a:lnTo>
                  <a:pt x="919702" y="412336"/>
                </a:lnTo>
                <a:lnTo>
                  <a:pt x="899905" y="463976"/>
                </a:lnTo>
                <a:lnTo>
                  <a:pt x="876949" y="517107"/>
                </a:lnTo>
                <a:lnTo>
                  <a:pt x="850900" y="571456"/>
                </a:lnTo>
                <a:lnTo>
                  <a:pt x="821828" y="626750"/>
                </a:lnTo>
                <a:lnTo>
                  <a:pt x="789799" y="682716"/>
                </a:lnTo>
                <a:lnTo>
                  <a:pt x="754883" y="739079"/>
                </a:lnTo>
                <a:lnTo>
                  <a:pt x="717146" y="795566"/>
                </a:lnTo>
                <a:lnTo>
                  <a:pt x="677507" y="850736"/>
                </a:lnTo>
                <a:lnTo>
                  <a:pt x="636995" y="903221"/>
                </a:lnTo>
                <a:lnTo>
                  <a:pt x="595840" y="952862"/>
                </a:lnTo>
                <a:lnTo>
                  <a:pt x="554277" y="999500"/>
                </a:lnTo>
                <a:lnTo>
                  <a:pt x="512535" y="1042975"/>
                </a:lnTo>
                <a:lnTo>
                  <a:pt x="470849" y="1083127"/>
                </a:lnTo>
                <a:lnTo>
                  <a:pt x="429450" y="1119797"/>
                </a:lnTo>
                <a:lnTo>
                  <a:pt x="388570" y="1152824"/>
                </a:lnTo>
                <a:lnTo>
                  <a:pt x="348441" y="1182050"/>
                </a:lnTo>
                <a:lnTo>
                  <a:pt x="309296" y="1207315"/>
                </a:lnTo>
                <a:lnTo>
                  <a:pt x="271367" y="1228460"/>
                </a:lnTo>
                <a:lnTo>
                  <a:pt x="234886" y="1245324"/>
                </a:lnTo>
                <a:lnTo>
                  <a:pt x="167196" y="1265572"/>
                </a:lnTo>
                <a:lnTo>
                  <a:pt x="136453" y="1268637"/>
                </a:lnTo>
                <a:lnTo>
                  <a:pt x="108086" y="1266783"/>
                </a:lnTo>
                <a:lnTo>
                  <a:pt x="59411" y="1247681"/>
                </a:lnTo>
                <a:lnTo>
                  <a:pt x="24433" y="1208814"/>
                </a:lnTo>
                <a:lnTo>
                  <a:pt x="4810" y="1153042"/>
                </a:lnTo>
                <a:lnTo>
                  <a:pt x="0" y="1082553"/>
                </a:lnTo>
                <a:lnTo>
                  <a:pt x="2979" y="1042474"/>
                </a:lnTo>
                <a:lnTo>
                  <a:pt x="9458" y="999535"/>
                </a:lnTo>
                <a:lnTo>
                  <a:pt x="19368" y="954011"/>
                </a:lnTo>
                <a:lnTo>
                  <a:pt x="32641" y="906175"/>
                </a:lnTo>
                <a:lnTo>
                  <a:pt x="49210" y="856300"/>
                </a:lnTo>
                <a:lnTo>
                  <a:pt x="69007" y="804661"/>
                </a:lnTo>
                <a:lnTo>
                  <a:pt x="91964" y="751529"/>
                </a:lnTo>
                <a:lnTo>
                  <a:pt x="118012" y="697180"/>
                </a:lnTo>
                <a:lnTo>
                  <a:pt x="147084" y="641886"/>
                </a:lnTo>
                <a:lnTo>
                  <a:pt x="179113" y="585920"/>
                </a:lnTo>
                <a:lnTo>
                  <a:pt x="214029" y="529557"/>
                </a:lnTo>
                <a:lnTo>
                  <a:pt x="251766" y="473070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913632" y="5172455"/>
            <a:ext cx="359663" cy="3535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957880" y="5189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57880" y="5189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039412" y="518820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25574" y="5068027"/>
            <a:ext cx="1357630" cy="729615"/>
          </a:xfrm>
          <a:custGeom>
            <a:avLst/>
            <a:gdLst/>
            <a:ahLst/>
            <a:cxnLst/>
            <a:rect l="l" t="t" r="r" b="b"/>
            <a:pathLst>
              <a:path w="1357629" h="729614">
                <a:moveTo>
                  <a:pt x="4974" y="184179"/>
                </a:moveTo>
                <a:lnTo>
                  <a:pt x="31091" y="130131"/>
                </a:lnTo>
                <a:lnTo>
                  <a:pt x="76756" y="84911"/>
                </a:lnTo>
                <a:lnTo>
                  <a:pt x="139823" y="48902"/>
                </a:lnTo>
                <a:lnTo>
                  <a:pt x="177213" y="34473"/>
                </a:lnTo>
                <a:lnTo>
                  <a:pt x="218151" y="22491"/>
                </a:lnTo>
                <a:lnTo>
                  <a:pt x="262368" y="13004"/>
                </a:lnTo>
                <a:lnTo>
                  <a:pt x="309597" y="6062"/>
                </a:lnTo>
                <a:lnTo>
                  <a:pt x="359570" y="1711"/>
                </a:lnTo>
                <a:lnTo>
                  <a:pt x="412018" y="0"/>
                </a:lnTo>
                <a:lnTo>
                  <a:pt x="466674" y="976"/>
                </a:lnTo>
                <a:lnTo>
                  <a:pt x="523271" y="4690"/>
                </a:lnTo>
                <a:lnTo>
                  <a:pt x="581540" y="11187"/>
                </a:lnTo>
                <a:lnTo>
                  <a:pt x="641213" y="20517"/>
                </a:lnTo>
                <a:lnTo>
                  <a:pt x="702023" y="32727"/>
                </a:lnTo>
                <a:lnTo>
                  <a:pt x="763702" y="47866"/>
                </a:lnTo>
                <a:lnTo>
                  <a:pt x="824687" y="65594"/>
                </a:lnTo>
                <a:lnTo>
                  <a:pt x="883455" y="85425"/>
                </a:lnTo>
                <a:lnTo>
                  <a:pt x="939799" y="107182"/>
                </a:lnTo>
                <a:lnTo>
                  <a:pt x="993510" y="130690"/>
                </a:lnTo>
                <a:lnTo>
                  <a:pt x="1044380" y="155772"/>
                </a:lnTo>
                <a:lnTo>
                  <a:pt x="1092203" y="182254"/>
                </a:lnTo>
                <a:lnTo>
                  <a:pt x="1136769" y="209960"/>
                </a:lnTo>
                <a:lnTo>
                  <a:pt x="1177871" y="238715"/>
                </a:lnTo>
                <a:lnTo>
                  <a:pt x="1215301" y="268342"/>
                </a:lnTo>
                <a:lnTo>
                  <a:pt x="1248851" y="298666"/>
                </a:lnTo>
                <a:lnTo>
                  <a:pt x="1278313" y="329511"/>
                </a:lnTo>
                <a:lnTo>
                  <a:pt x="1303479" y="360703"/>
                </a:lnTo>
                <a:lnTo>
                  <a:pt x="1340093" y="423421"/>
                </a:lnTo>
                <a:lnTo>
                  <a:pt x="1357029" y="485415"/>
                </a:lnTo>
                <a:lnTo>
                  <a:pt x="1357598" y="515702"/>
                </a:lnTo>
                <a:lnTo>
                  <a:pt x="1352624" y="545281"/>
                </a:lnTo>
                <a:lnTo>
                  <a:pt x="1326506" y="599329"/>
                </a:lnTo>
                <a:lnTo>
                  <a:pt x="1280842" y="644549"/>
                </a:lnTo>
                <a:lnTo>
                  <a:pt x="1217774" y="680558"/>
                </a:lnTo>
                <a:lnTo>
                  <a:pt x="1180384" y="694987"/>
                </a:lnTo>
                <a:lnTo>
                  <a:pt x="1139446" y="706969"/>
                </a:lnTo>
                <a:lnTo>
                  <a:pt x="1095229" y="716456"/>
                </a:lnTo>
                <a:lnTo>
                  <a:pt x="1048000" y="723398"/>
                </a:lnTo>
                <a:lnTo>
                  <a:pt x="998028" y="727749"/>
                </a:lnTo>
                <a:lnTo>
                  <a:pt x="945579" y="729460"/>
                </a:lnTo>
                <a:lnTo>
                  <a:pt x="890923" y="728483"/>
                </a:lnTo>
                <a:lnTo>
                  <a:pt x="834326" y="724770"/>
                </a:lnTo>
                <a:lnTo>
                  <a:pt x="776057" y="718273"/>
                </a:lnTo>
                <a:lnTo>
                  <a:pt x="716384" y="708943"/>
                </a:lnTo>
                <a:lnTo>
                  <a:pt x="655574" y="696733"/>
                </a:lnTo>
                <a:lnTo>
                  <a:pt x="593895" y="681594"/>
                </a:lnTo>
                <a:lnTo>
                  <a:pt x="532910" y="663865"/>
                </a:lnTo>
                <a:lnTo>
                  <a:pt x="474142" y="644035"/>
                </a:lnTo>
                <a:lnTo>
                  <a:pt x="417799" y="622278"/>
                </a:lnTo>
                <a:lnTo>
                  <a:pt x="364088" y="598770"/>
                </a:lnTo>
                <a:lnTo>
                  <a:pt x="313217" y="573688"/>
                </a:lnTo>
                <a:lnTo>
                  <a:pt x="265395" y="547205"/>
                </a:lnTo>
                <a:lnTo>
                  <a:pt x="220829" y="519499"/>
                </a:lnTo>
                <a:lnTo>
                  <a:pt x="179727" y="490745"/>
                </a:lnTo>
                <a:lnTo>
                  <a:pt x="142297" y="461118"/>
                </a:lnTo>
                <a:lnTo>
                  <a:pt x="108747" y="430794"/>
                </a:lnTo>
                <a:lnTo>
                  <a:pt x="79285" y="399948"/>
                </a:lnTo>
                <a:lnTo>
                  <a:pt x="54118" y="368757"/>
                </a:lnTo>
                <a:lnTo>
                  <a:pt x="17504" y="306039"/>
                </a:lnTo>
                <a:lnTo>
                  <a:pt x="568" y="244045"/>
                </a:lnTo>
                <a:lnTo>
                  <a:pt x="0" y="213758"/>
                </a:lnTo>
                <a:lnTo>
                  <a:pt x="4974" y="184179"/>
                </a:lnTo>
                <a:close/>
              </a:path>
            </a:pathLst>
          </a:custGeom>
          <a:ln w="25399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571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4865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Splitting </a:t>
            </a: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a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graph dataset </a:t>
            </a: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dirty="0" sz="3200" spc="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different!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826259"/>
            <a:ext cx="8038465" cy="186880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Node classification: </a:t>
            </a:r>
            <a:r>
              <a:rPr dirty="0" sz="2800" spc="-15" b="1">
                <a:latin typeface="Calibri"/>
                <a:cs typeface="Calibri"/>
              </a:rPr>
              <a:t>Each data </a:t>
            </a:r>
            <a:r>
              <a:rPr dirty="0" sz="2800" spc="-10" b="1">
                <a:latin typeface="Calibri"/>
                <a:cs typeface="Calibri"/>
              </a:rPr>
              <a:t>point </a:t>
            </a:r>
            <a:r>
              <a:rPr dirty="0" sz="2800" spc="-5" b="1">
                <a:latin typeface="Calibri"/>
                <a:cs typeface="Calibri"/>
              </a:rPr>
              <a:t>is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Here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data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points are 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dirty="0" sz="2800" spc="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independent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49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 b="1">
                <a:latin typeface="Calibri"/>
                <a:cs typeface="Calibri"/>
              </a:rPr>
              <a:t>Node </a:t>
            </a:r>
            <a:r>
              <a:rPr dirty="0" sz="2400" b="1">
                <a:latin typeface="Calibri"/>
                <a:cs typeface="Calibri"/>
              </a:rPr>
              <a:t>5 </a:t>
            </a:r>
            <a:r>
              <a:rPr dirty="0" sz="2400" spc="-5" b="1">
                <a:latin typeface="Calibri"/>
                <a:cs typeface="Calibri"/>
              </a:rPr>
              <a:t>will </a:t>
            </a:r>
            <a:r>
              <a:rPr dirty="0" sz="2400" spc="-15" b="1">
                <a:latin typeface="Calibri"/>
                <a:cs typeface="Calibri"/>
              </a:rPr>
              <a:t>affect </a:t>
            </a:r>
            <a:r>
              <a:rPr dirty="0" sz="2400" spc="-5" b="1">
                <a:latin typeface="Calibri"/>
                <a:cs typeface="Calibri"/>
              </a:rPr>
              <a:t>our </a:t>
            </a:r>
            <a:r>
              <a:rPr dirty="0" sz="2400" spc="-10" b="1">
                <a:latin typeface="Calibri"/>
                <a:cs typeface="Calibri"/>
              </a:rPr>
              <a:t>prediction </a:t>
            </a:r>
            <a:r>
              <a:rPr dirty="0" sz="2400" spc="-5" b="1">
                <a:latin typeface="Calibri"/>
                <a:cs typeface="Calibri"/>
              </a:rPr>
              <a:t>on node 1, </a:t>
            </a:r>
            <a:r>
              <a:rPr dirty="0" sz="2400" spc="-5">
                <a:latin typeface="Calibri"/>
                <a:cs typeface="Calibri"/>
              </a:rPr>
              <a:t>because it will  </a:t>
            </a:r>
            <a:r>
              <a:rPr dirty="0" sz="2400" spc="-10">
                <a:latin typeface="Calibri"/>
                <a:cs typeface="Calibri"/>
              </a:rPr>
              <a:t>participate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 spc="-10">
                <a:latin typeface="Calibri"/>
                <a:cs typeface="Calibri"/>
              </a:rPr>
              <a:t>message </a:t>
            </a:r>
            <a:r>
              <a:rPr dirty="0" sz="2400" spc="-5">
                <a:latin typeface="Calibri"/>
                <a:cs typeface="Calibri"/>
              </a:rPr>
              <a:t>passing </a:t>
            </a:r>
            <a:r>
              <a:rPr dirty="0" sz="2400" spc="1010">
                <a:latin typeface="Arial"/>
                <a:cs typeface="Arial"/>
              </a:rPr>
              <a:t>à</a:t>
            </a:r>
            <a:r>
              <a:rPr dirty="0" sz="2400" spc="10">
                <a:latin typeface="Arial"/>
                <a:cs typeface="Arial"/>
              </a:rPr>
              <a:t> </a:t>
            </a:r>
            <a:r>
              <a:rPr dirty="0" sz="2400" spc="-20">
                <a:latin typeface="Calibri"/>
                <a:cs typeface="Calibri"/>
              </a:rPr>
              <a:t>affect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50">
                <a:latin typeface="Calibri"/>
                <a:cs typeface="Calibri"/>
              </a:rPr>
              <a:t>1’s </a:t>
            </a:r>
            <a:r>
              <a:rPr dirty="0" sz="2400" spc="-5">
                <a:latin typeface="Calibri"/>
                <a:cs typeface="Calibri"/>
              </a:rPr>
              <a:t>embedding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5716523"/>
            <a:ext cx="41332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What are </a:t>
            </a:r>
            <a:r>
              <a:rPr dirty="0" sz="3200" spc="-5" b="1">
                <a:latin typeface="Calibri"/>
                <a:cs typeface="Calibri"/>
              </a:rPr>
              <a:t>our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options?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0212" y="3930395"/>
            <a:ext cx="122491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  </a:t>
            </a: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02504" y="4207855"/>
            <a:ext cx="766445" cy="118110"/>
          </a:xfrm>
          <a:custGeom>
            <a:avLst/>
            <a:gdLst/>
            <a:ahLst/>
            <a:cxnLst/>
            <a:rect l="l" t="t" r="r" b="b"/>
            <a:pathLst>
              <a:path w="766445" h="118110">
                <a:moveTo>
                  <a:pt x="766212" y="0"/>
                </a:moveTo>
                <a:lnTo>
                  <a:pt x="0" y="11792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15462" y="4969607"/>
            <a:ext cx="749935" cy="191135"/>
          </a:xfrm>
          <a:custGeom>
            <a:avLst/>
            <a:gdLst/>
            <a:ahLst/>
            <a:cxnLst/>
            <a:rect l="l" t="t" r="r" b="b"/>
            <a:pathLst>
              <a:path w="749935" h="191135">
                <a:moveTo>
                  <a:pt x="749589" y="19067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73870" y="4427234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993522" y="5122690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83873" y="4284405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38858" y="4389856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397289" y="4224619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12079" y="4038600"/>
            <a:ext cx="359663" cy="35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56754" y="405722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56754" y="405722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96967" y="4983479"/>
            <a:ext cx="356615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39265" y="500029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39265" y="500029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84520" y="4983479"/>
            <a:ext cx="359663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29420" y="500029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729420" y="500029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33159" y="4224528"/>
            <a:ext cx="356615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75434" y="424261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75434" y="424261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349496" y="4178808"/>
            <a:ext cx="356615" cy="3566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392912" y="419828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92912" y="419828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6355236" y="424027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27596" y="40513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97457" y="4996179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20797" y="499922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8595" y="419760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535829" y="4220588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097093" y="3967611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932935" y="586578"/>
                </a:moveTo>
                <a:lnTo>
                  <a:pt x="864432" y="600535"/>
                </a:lnTo>
                <a:lnTo>
                  <a:pt x="797034" y="612638"/>
                </a:lnTo>
                <a:lnTo>
                  <a:pt x="730949" y="622904"/>
                </a:lnTo>
                <a:lnTo>
                  <a:pt x="666383" y="631349"/>
                </a:lnTo>
                <a:lnTo>
                  <a:pt x="603543" y="637991"/>
                </a:lnTo>
                <a:lnTo>
                  <a:pt x="542637" y="642844"/>
                </a:lnTo>
                <a:lnTo>
                  <a:pt x="483871" y="645926"/>
                </a:lnTo>
                <a:lnTo>
                  <a:pt x="427452" y="647254"/>
                </a:lnTo>
                <a:lnTo>
                  <a:pt x="373588" y="646843"/>
                </a:lnTo>
                <a:lnTo>
                  <a:pt x="322485" y="644711"/>
                </a:lnTo>
                <a:lnTo>
                  <a:pt x="274350" y="640873"/>
                </a:lnTo>
                <a:lnTo>
                  <a:pt x="229391" y="635347"/>
                </a:lnTo>
                <a:lnTo>
                  <a:pt x="187814" y="628148"/>
                </a:lnTo>
                <a:lnTo>
                  <a:pt x="149826" y="619294"/>
                </a:lnTo>
                <a:lnTo>
                  <a:pt x="85447" y="596685"/>
                </a:lnTo>
                <a:lnTo>
                  <a:pt x="37910" y="567651"/>
                </a:lnTo>
                <a:lnTo>
                  <a:pt x="8870" y="532325"/>
                </a:lnTo>
                <a:lnTo>
                  <a:pt x="0" y="491226"/>
                </a:lnTo>
                <a:lnTo>
                  <a:pt x="3420" y="469434"/>
                </a:lnTo>
                <a:lnTo>
                  <a:pt x="25210" y="424226"/>
                </a:lnTo>
                <a:lnTo>
                  <a:pt x="65718" y="377523"/>
                </a:lnTo>
                <a:lnTo>
                  <a:pt x="123492" y="330128"/>
                </a:lnTo>
                <a:lnTo>
                  <a:pt x="158399" y="306422"/>
                </a:lnTo>
                <a:lnTo>
                  <a:pt x="197077" y="282844"/>
                </a:lnTo>
                <a:lnTo>
                  <a:pt x="239344" y="259495"/>
                </a:lnTo>
                <a:lnTo>
                  <a:pt x="285018" y="236475"/>
                </a:lnTo>
                <a:lnTo>
                  <a:pt x="333918" y="213885"/>
                </a:lnTo>
                <a:lnTo>
                  <a:pt x="385862" y="191825"/>
                </a:lnTo>
                <a:lnTo>
                  <a:pt x="440668" y="170395"/>
                </a:lnTo>
                <a:lnTo>
                  <a:pt x="498155" y="149696"/>
                </a:lnTo>
                <a:lnTo>
                  <a:pt x="558140" y="129828"/>
                </a:lnTo>
                <a:lnTo>
                  <a:pt x="620441" y="110891"/>
                </a:lnTo>
                <a:lnTo>
                  <a:pt x="684878" y="92987"/>
                </a:lnTo>
                <a:lnTo>
                  <a:pt x="751268" y="76215"/>
                </a:lnTo>
                <a:lnTo>
                  <a:pt x="819429" y="60675"/>
                </a:lnTo>
                <a:lnTo>
                  <a:pt x="887932" y="46718"/>
                </a:lnTo>
                <a:lnTo>
                  <a:pt x="955330" y="34615"/>
                </a:lnTo>
                <a:lnTo>
                  <a:pt x="1021415" y="24349"/>
                </a:lnTo>
                <a:lnTo>
                  <a:pt x="1085981" y="15904"/>
                </a:lnTo>
                <a:lnTo>
                  <a:pt x="1148821" y="9263"/>
                </a:lnTo>
                <a:lnTo>
                  <a:pt x="1209727" y="4409"/>
                </a:lnTo>
                <a:lnTo>
                  <a:pt x="1268493" y="1327"/>
                </a:lnTo>
                <a:lnTo>
                  <a:pt x="1324912" y="0"/>
                </a:lnTo>
                <a:lnTo>
                  <a:pt x="1378776" y="410"/>
                </a:lnTo>
                <a:lnTo>
                  <a:pt x="1429879" y="2543"/>
                </a:lnTo>
                <a:lnTo>
                  <a:pt x="1478014" y="6380"/>
                </a:lnTo>
                <a:lnTo>
                  <a:pt x="1522973" y="11906"/>
                </a:lnTo>
                <a:lnTo>
                  <a:pt x="1564550" y="19105"/>
                </a:lnTo>
                <a:lnTo>
                  <a:pt x="1602538" y="27959"/>
                </a:lnTo>
                <a:lnTo>
                  <a:pt x="1666917" y="50568"/>
                </a:lnTo>
                <a:lnTo>
                  <a:pt x="1714454" y="79602"/>
                </a:lnTo>
                <a:lnTo>
                  <a:pt x="1743494" y="114928"/>
                </a:lnTo>
                <a:lnTo>
                  <a:pt x="1752365" y="156027"/>
                </a:lnTo>
                <a:lnTo>
                  <a:pt x="1748944" y="177820"/>
                </a:lnTo>
                <a:lnTo>
                  <a:pt x="1727154" y="223028"/>
                </a:lnTo>
                <a:lnTo>
                  <a:pt x="1686646" y="269731"/>
                </a:lnTo>
                <a:lnTo>
                  <a:pt x="1628872" y="317126"/>
                </a:lnTo>
                <a:lnTo>
                  <a:pt x="1593965" y="340832"/>
                </a:lnTo>
                <a:lnTo>
                  <a:pt x="1555287" y="364409"/>
                </a:lnTo>
                <a:lnTo>
                  <a:pt x="1513020" y="387758"/>
                </a:lnTo>
                <a:lnTo>
                  <a:pt x="1467346" y="410778"/>
                </a:lnTo>
                <a:lnTo>
                  <a:pt x="1418446" y="433368"/>
                </a:lnTo>
                <a:lnTo>
                  <a:pt x="1366502" y="455428"/>
                </a:lnTo>
                <a:lnTo>
                  <a:pt x="1311696" y="476858"/>
                </a:lnTo>
                <a:lnTo>
                  <a:pt x="1254209" y="497558"/>
                </a:lnTo>
                <a:lnTo>
                  <a:pt x="1194224" y="517426"/>
                </a:lnTo>
                <a:lnTo>
                  <a:pt x="1131923" y="536362"/>
                </a:lnTo>
                <a:lnTo>
                  <a:pt x="1067486" y="554267"/>
                </a:lnTo>
                <a:lnTo>
                  <a:pt x="1001096" y="571039"/>
                </a:lnTo>
                <a:lnTo>
                  <a:pt x="932935" y="586578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649823" y="4130661"/>
            <a:ext cx="969010" cy="1268730"/>
          </a:xfrm>
          <a:custGeom>
            <a:avLst/>
            <a:gdLst/>
            <a:ahLst/>
            <a:cxnLst/>
            <a:rect l="l" t="t" r="r" b="b"/>
            <a:pathLst>
              <a:path w="969009" h="1268729">
                <a:moveTo>
                  <a:pt x="251766" y="473070"/>
                </a:moveTo>
                <a:lnTo>
                  <a:pt x="291405" y="417900"/>
                </a:lnTo>
                <a:lnTo>
                  <a:pt x="331917" y="365415"/>
                </a:lnTo>
                <a:lnTo>
                  <a:pt x="373072" y="315774"/>
                </a:lnTo>
                <a:lnTo>
                  <a:pt x="414636" y="269136"/>
                </a:lnTo>
                <a:lnTo>
                  <a:pt x="456377" y="225661"/>
                </a:lnTo>
                <a:lnTo>
                  <a:pt x="498063" y="185509"/>
                </a:lnTo>
                <a:lnTo>
                  <a:pt x="539463" y="148840"/>
                </a:lnTo>
                <a:lnTo>
                  <a:pt x="580343" y="115812"/>
                </a:lnTo>
                <a:lnTo>
                  <a:pt x="620471" y="86586"/>
                </a:lnTo>
                <a:lnTo>
                  <a:pt x="659616" y="61321"/>
                </a:lnTo>
                <a:lnTo>
                  <a:pt x="697546" y="40176"/>
                </a:lnTo>
                <a:lnTo>
                  <a:pt x="734027" y="23313"/>
                </a:lnTo>
                <a:lnTo>
                  <a:pt x="801716" y="3065"/>
                </a:lnTo>
                <a:lnTo>
                  <a:pt x="832460" y="0"/>
                </a:lnTo>
                <a:lnTo>
                  <a:pt x="860826" y="1853"/>
                </a:lnTo>
                <a:lnTo>
                  <a:pt x="909501" y="20956"/>
                </a:lnTo>
                <a:lnTo>
                  <a:pt x="944479" y="59822"/>
                </a:lnTo>
                <a:lnTo>
                  <a:pt x="964102" y="115594"/>
                </a:lnTo>
                <a:lnTo>
                  <a:pt x="968913" y="186083"/>
                </a:lnTo>
                <a:lnTo>
                  <a:pt x="965933" y="226162"/>
                </a:lnTo>
                <a:lnTo>
                  <a:pt x="959455" y="269101"/>
                </a:lnTo>
                <a:lnTo>
                  <a:pt x="949545" y="314625"/>
                </a:lnTo>
                <a:lnTo>
                  <a:pt x="936271" y="362461"/>
                </a:lnTo>
                <a:lnTo>
                  <a:pt x="919702" y="412336"/>
                </a:lnTo>
                <a:lnTo>
                  <a:pt x="899905" y="463976"/>
                </a:lnTo>
                <a:lnTo>
                  <a:pt x="876949" y="517107"/>
                </a:lnTo>
                <a:lnTo>
                  <a:pt x="850900" y="571456"/>
                </a:lnTo>
                <a:lnTo>
                  <a:pt x="821828" y="626750"/>
                </a:lnTo>
                <a:lnTo>
                  <a:pt x="789799" y="682716"/>
                </a:lnTo>
                <a:lnTo>
                  <a:pt x="754883" y="739079"/>
                </a:lnTo>
                <a:lnTo>
                  <a:pt x="717146" y="795566"/>
                </a:lnTo>
                <a:lnTo>
                  <a:pt x="677507" y="850736"/>
                </a:lnTo>
                <a:lnTo>
                  <a:pt x="636995" y="903221"/>
                </a:lnTo>
                <a:lnTo>
                  <a:pt x="595840" y="952862"/>
                </a:lnTo>
                <a:lnTo>
                  <a:pt x="554277" y="999500"/>
                </a:lnTo>
                <a:lnTo>
                  <a:pt x="512535" y="1042975"/>
                </a:lnTo>
                <a:lnTo>
                  <a:pt x="470849" y="1083127"/>
                </a:lnTo>
                <a:lnTo>
                  <a:pt x="429450" y="1119797"/>
                </a:lnTo>
                <a:lnTo>
                  <a:pt x="388570" y="1152824"/>
                </a:lnTo>
                <a:lnTo>
                  <a:pt x="348441" y="1182050"/>
                </a:lnTo>
                <a:lnTo>
                  <a:pt x="309296" y="1207315"/>
                </a:lnTo>
                <a:lnTo>
                  <a:pt x="271367" y="1228460"/>
                </a:lnTo>
                <a:lnTo>
                  <a:pt x="234886" y="1245324"/>
                </a:lnTo>
                <a:lnTo>
                  <a:pt x="167196" y="1265572"/>
                </a:lnTo>
                <a:lnTo>
                  <a:pt x="136453" y="1268637"/>
                </a:lnTo>
                <a:lnTo>
                  <a:pt x="108086" y="1266783"/>
                </a:lnTo>
                <a:lnTo>
                  <a:pt x="59411" y="1247681"/>
                </a:lnTo>
                <a:lnTo>
                  <a:pt x="24433" y="1208814"/>
                </a:lnTo>
                <a:lnTo>
                  <a:pt x="4810" y="1153042"/>
                </a:lnTo>
                <a:lnTo>
                  <a:pt x="0" y="1082553"/>
                </a:lnTo>
                <a:lnTo>
                  <a:pt x="2979" y="1042474"/>
                </a:lnTo>
                <a:lnTo>
                  <a:pt x="9458" y="999535"/>
                </a:lnTo>
                <a:lnTo>
                  <a:pt x="19368" y="954011"/>
                </a:lnTo>
                <a:lnTo>
                  <a:pt x="32641" y="906175"/>
                </a:lnTo>
                <a:lnTo>
                  <a:pt x="49210" y="856300"/>
                </a:lnTo>
                <a:lnTo>
                  <a:pt x="69007" y="804661"/>
                </a:lnTo>
                <a:lnTo>
                  <a:pt x="91964" y="751529"/>
                </a:lnTo>
                <a:lnTo>
                  <a:pt x="118012" y="697180"/>
                </a:lnTo>
                <a:lnTo>
                  <a:pt x="147084" y="641886"/>
                </a:lnTo>
                <a:lnTo>
                  <a:pt x="179113" y="585920"/>
                </a:lnTo>
                <a:lnTo>
                  <a:pt x="214029" y="529557"/>
                </a:lnTo>
                <a:lnTo>
                  <a:pt x="251766" y="473070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867911" y="4803647"/>
            <a:ext cx="359663" cy="3566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12158" y="48217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912158" y="48217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993691" y="48193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779854" y="4700453"/>
            <a:ext cx="1357630" cy="729615"/>
          </a:xfrm>
          <a:custGeom>
            <a:avLst/>
            <a:gdLst/>
            <a:ahLst/>
            <a:cxnLst/>
            <a:rect l="l" t="t" r="r" b="b"/>
            <a:pathLst>
              <a:path w="1357629" h="729614">
                <a:moveTo>
                  <a:pt x="4974" y="184179"/>
                </a:moveTo>
                <a:lnTo>
                  <a:pt x="31091" y="130131"/>
                </a:lnTo>
                <a:lnTo>
                  <a:pt x="76756" y="84911"/>
                </a:lnTo>
                <a:lnTo>
                  <a:pt x="139823" y="48902"/>
                </a:lnTo>
                <a:lnTo>
                  <a:pt x="177213" y="34473"/>
                </a:lnTo>
                <a:lnTo>
                  <a:pt x="218151" y="22491"/>
                </a:lnTo>
                <a:lnTo>
                  <a:pt x="262368" y="13004"/>
                </a:lnTo>
                <a:lnTo>
                  <a:pt x="309597" y="6062"/>
                </a:lnTo>
                <a:lnTo>
                  <a:pt x="359570" y="1711"/>
                </a:lnTo>
                <a:lnTo>
                  <a:pt x="412018" y="0"/>
                </a:lnTo>
                <a:lnTo>
                  <a:pt x="466674" y="976"/>
                </a:lnTo>
                <a:lnTo>
                  <a:pt x="523271" y="4690"/>
                </a:lnTo>
                <a:lnTo>
                  <a:pt x="581540" y="11187"/>
                </a:lnTo>
                <a:lnTo>
                  <a:pt x="641213" y="20517"/>
                </a:lnTo>
                <a:lnTo>
                  <a:pt x="702023" y="32727"/>
                </a:lnTo>
                <a:lnTo>
                  <a:pt x="763702" y="47866"/>
                </a:lnTo>
                <a:lnTo>
                  <a:pt x="824687" y="65594"/>
                </a:lnTo>
                <a:lnTo>
                  <a:pt x="883455" y="85425"/>
                </a:lnTo>
                <a:lnTo>
                  <a:pt x="939799" y="107182"/>
                </a:lnTo>
                <a:lnTo>
                  <a:pt x="993510" y="130690"/>
                </a:lnTo>
                <a:lnTo>
                  <a:pt x="1044380" y="155772"/>
                </a:lnTo>
                <a:lnTo>
                  <a:pt x="1092203" y="182254"/>
                </a:lnTo>
                <a:lnTo>
                  <a:pt x="1136769" y="209960"/>
                </a:lnTo>
                <a:lnTo>
                  <a:pt x="1177871" y="238715"/>
                </a:lnTo>
                <a:lnTo>
                  <a:pt x="1215301" y="268342"/>
                </a:lnTo>
                <a:lnTo>
                  <a:pt x="1248851" y="298666"/>
                </a:lnTo>
                <a:lnTo>
                  <a:pt x="1278313" y="329511"/>
                </a:lnTo>
                <a:lnTo>
                  <a:pt x="1303479" y="360703"/>
                </a:lnTo>
                <a:lnTo>
                  <a:pt x="1340093" y="423421"/>
                </a:lnTo>
                <a:lnTo>
                  <a:pt x="1357029" y="485415"/>
                </a:lnTo>
                <a:lnTo>
                  <a:pt x="1357598" y="515702"/>
                </a:lnTo>
                <a:lnTo>
                  <a:pt x="1352624" y="545281"/>
                </a:lnTo>
                <a:lnTo>
                  <a:pt x="1326506" y="599329"/>
                </a:lnTo>
                <a:lnTo>
                  <a:pt x="1280842" y="644549"/>
                </a:lnTo>
                <a:lnTo>
                  <a:pt x="1217774" y="680558"/>
                </a:lnTo>
                <a:lnTo>
                  <a:pt x="1180384" y="694987"/>
                </a:lnTo>
                <a:lnTo>
                  <a:pt x="1139446" y="706969"/>
                </a:lnTo>
                <a:lnTo>
                  <a:pt x="1095229" y="716456"/>
                </a:lnTo>
                <a:lnTo>
                  <a:pt x="1048000" y="723398"/>
                </a:lnTo>
                <a:lnTo>
                  <a:pt x="998028" y="727749"/>
                </a:lnTo>
                <a:lnTo>
                  <a:pt x="945579" y="729460"/>
                </a:lnTo>
                <a:lnTo>
                  <a:pt x="890923" y="728483"/>
                </a:lnTo>
                <a:lnTo>
                  <a:pt x="834326" y="724770"/>
                </a:lnTo>
                <a:lnTo>
                  <a:pt x="776057" y="718273"/>
                </a:lnTo>
                <a:lnTo>
                  <a:pt x="716384" y="708943"/>
                </a:lnTo>
                <a:lnTo>
                  <a:pt x="655574" y="696733"/>
                </a:lnTo>
                <a:lnTo>
                  <a:pt x="593895" y="681594"/>
                </a:lnTo>
                <a:lnTo>
                  <a:pt x="532910" y="663865"/>
                </a:lnTo>
                <a:lnTo>
                  <a:pt x="474142" y="644035"/>
                </a:lnTo>
                <a:lnTo>
                  <a:pt x="417799" y="622278"/>
                </a:lnTo>
                <a:lnTo>
                  <a:pt x="364088" y="598770"/>
                </a:lnTo>
                <a:lnTo>
                  <a:pt x="313217" y="573688"/>
                </a:lnTo>
                <a:lnTo>
                  <a:pt x="265395" y="547205"/>
                </a:lnTo>
                <a:lnTo>
                  <a:pt x="220829" y="519499"/>
                </a:lnTo>
                <a:lnTo>
                  <a:pt x="179727" y="490745"/>
                </a:lnTo>
                <a:lnTo>
                  <a:pt x="142297" y="461118"/>
                </a:lnTo>
                <a:lnTo>
                  <a:pt x="108747" y="430794"/>
                </a:lnTo>
                <a:lnTo>
                  <a:pt x="79285" y="399948"/>
                </a:lnTo>
                <a:lnTo>
                  <a:pt x="54118" y="368757"/>
                </a:lnTo>
                <a:lnTo>
                  <a:pt x="17504" y="306039"/>
                </a:lnTo>
                <a:lnTo>
                  <a:pt x="568" y="244045"/>
                </a:lnTo>
                <a:lnTo>
                  <a:pt x="0" y="213758"/>
                </a:lnTo>
                <a:lnTo>
                  <a:pt x="4974" y="184179"/>
                </a:lnTo>
                <a:close/>
              </a:path>
            </a:pathLst>
          </a:custGeom>
          <a:ln w="25399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571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8029575" cy="183642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332740" marR="5080" indent="-320040">
              <a:lnSpc>
                <a:spcPct val="90000"/>
              </a:lnSpc>
              <a:spcBef>
                <a:spcPts val="48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Solution </a:t>
            </a: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1 </a:t>
            </a:r>
            <a:r>
              <a:rPr dirty="0" sz="3200" spc="-25" b="1">
                <a:solidFill>
                  <a:srgbClr val="0070C0"/>
                </a:solidFill>
                <a:latin typeface="Calibri"/>
                <a:cs typeface="Calibri"/>
              </a:rPr>
              <a:t>(Transductive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setting):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 input 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be observed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all the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dataset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splits </a:t>
            </a:r>
            <a:r>
              <a:rPr dirty="0" sz="3200" spc="-5" b="1">
                <a:latin typeface="Calibri"/>
                <a:cs typeface="Calibri"/>
              </a:rPr>
              <a:t> (training, </a:t>
            </a:r>
            <a:r>
              <a:rPr dirty="0" sz="3200" spc="-15" b="1">
                <a:latin typeface="Calibri"/>
                <a:cs typeface="Calibri"/>
              </a:rPr>
              <a:t>validation </a:t>
            </a:r>
            <a:r>
              <a:rPr dirty="0" sz="3200" spc="-5" b="1">
                <a:latin typeface="Calibri"/>
                <a:cs typeface="Calibri"/>
              </a:rPr>
              <a:t>and </a:t>
            </a:r>
            <a:r>
              <a:rPr dirty="0" sz="3200" spc="-20" b="1">
                <a:latin typeface="Calibri"/>
                <a:cs typeface="Calibri"/>
              </a:rPr>
              <a:t>test</a:t>
            </a:r>
            <a:r>
              <a:rPr dirty="0" sz="3200" spc="-10" b="1">
                <a:latin typeface="Calibri"/>
                <a:cs typeface="Calibri"/>
              </a:rPr>
              <a:t> set)</a:t>
            </a:r>
            <a:r>
              <a:rPr dirty="0" sz="3200" spc="-10"/>
              <a:t>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504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will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only split the (node)</a:t>
            </a:r>
            <a:r>
              <a:rPr dirty="0" sz="3200" spc="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3152139"/>
            <a:ext cx="7886700" cy="168402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287020" marR="23495" indent="-274320">
              <a:lnSpc>
                <a:spcPts val="30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45" b="1">
                <a:solidFill>
                  <a:srgbClr val="0070C0"/>
                </a:solidFill>
                <a:latin typeface="Calibri"/>
                <a:cs typeface="Calibri"/>
              </a:rPr>
              <a:t>At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training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time</a:t>
            </a:r>
            <a:r>
              <a:rPr dirty="0" sz="2800" spc="-5" b="1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 spc="-5">
                <a:latin typeface="Calibri"/>
                <a:cs typeface="Calibri"/>
              </a:rPr>
              <a:t>embeddings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using </a:t>
            </a:r>
            <a:r>
              <a:rPr dirty="0" sz="2800" spc="-130" b="1">
                <a:solidFill>
                  <a:srgbClr val="0070C0"/>
                </a:solidFill>
                <a:latin typeface="Calibri"/>
                <a:cs typeface="Calibri"/>
              </a:rPr>
              <a:t>the 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entire graph</a:t>
            </a:r>
            <a:r>
              <a:rPr dirty="0" sz="2800" spc="-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>
                <a:latin typeface="Calibri"/>
                <a:cs typeface="Calibri"/>
              </a:rPr>
              <a:t>train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using node </a:t>
            </a:r>
            <a:r>
              <a:rPr dirty="0" sz="2800" spc="-35" b="1">
                <a:solidFill>
                  <a:srgbClr val="0070C0"/>
                </a:solidFill>
                <a:latin typeface="Calibri"/>
                <a:cs typeface="Calibri"/>
              </a:rPr>
              <a:t>1&amp;2’s</a:t>
            </a:r>
            <a:r>
              <a:rPr dirty="0" sz="2800" spc="15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labels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ts val="3000"/>
              </a:lnSpc>
              <a:spcBef>
                <a:spcPts val="6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45" b="1">
                <a:solidFill>
                  <a:srgbClr val="6BB76D"/>
                </a:solidFill>
                <a:latin typeface="Calibri"/>
                <a:cs typeface="Calibri"/>
              </a:rPr>
              <a:t>At </a:t>
            </a:r>
            <a:r>
              <a:rPr dirty="0" sz="2800" spc="-10" b="1">
                <a:solidFill>
                  <a:srgbClr val="6BB76D"/>
                </a:solidFill>
                <a:latin typeface="Calibri"/>
                <a:cs typeface="Calibri"/>
              </a:rPr>
              <a:t>validation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time</a:t>
            </a:r>
            <a:r>
              <a:rPr dirty="0" sz="2800" spc="-5" b="1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 spc="-5">
                <a:latin typeface="Calibri"/>
                <a:cs typeface="Calibri"/>
              </a:rPr>
              <a:t>embeddings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using  the </a:t>
            </a:r>
            <a:r>
              <a:rPr dirty="0" sz="2800" spc="-15" b="1">
                <a:solidFill>
                  <a:srgbClr val="6BB76D"/>
                </a:solidFill>
                <a:latin typeface="Calibri"/>
                <a:cs typeface="Calibri"/>
              </a:rPr>
              <a:t>entire graph</a:t>
            </a:r>
            <a:r>
              <a:rPr dirty="0" sz="2800" spc="-15">
                <a:latin typeface="Calibri"/>
                <a:cs typeface="Calibri"/>
              </a:rPr>
              <a:t>,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0" b="1">
                <a:solidFill>
                  <a:srgbClr val="6BB76D"/>
                </a:solidFill>
                <a:latin typeface="Calibri"/>
                <a:cs typeface="Calibri"/>
              </a:rPr>
              <a:t>evaluate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on node </a:t>
            </a:r>
            <a:r>
              <a:rPr dirty="0" sz="2800" spc="-35" b="1">
                <a:solidFill>
                  <a:srgbClr val="6BB76D"/>
                </a:solidFill>
                <a:latin typeface="Calibri"/>
                <a:cs typeface="Calibri"/>
              </a:rPr>
              <a:t>3&amp;4’s</a:t>
            </a:r>
            <a:r>
              <a:rPr dirty="0" sz="2800" spc="14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6BB76D"/>
                </a:solidFill>
                <a:latin typeface="Calibri"/>
                <a:cs typeface="Calibri"/>
              </a:rPr>
              <a:t>labels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24948" y="5450065"/>
            <a:ext cx="766445" cy="118110"/>
          </a:xfrm>
          <a:custGeom>
            <a:avLst/>
            <a:gdLst/>
            <a:ahLst/>
            <a:cxnLst/>
            <a:rect l="l" t="t" r="r" b="b"/>
            <a:pathLst>
              <a:path w="766445" h="118110">
                <a:moveTo>
                  <a:pt x="766212" y="0"/>
                </a:moveTo>
                <a:lnTo>
                  <a:pt x="0" y="11792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37905" y="6211816"/>
            <a:ext cx="749935" cy="191135"/>
          </a:xfrm>
          <a:custGeom>
            <a:avLst/>
            <a:gdLst/>
            <a:ahLst/>
            <a:cxnLst/>
            <a:rect l="l" t="t" r="r" b="b"/>
            <a:pathLst>
              <a:path w="749935" h="191135">
                <a:moveTo>
                  <a:pt x="749589" y="19067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96312" y="5669443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15965" y="6364899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06317" y="5526615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61300" y="563206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19731" y="5466829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36464" y="5282183"/>
            <a:ext cx="356615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79198" y="52994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79198" y="52994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18303" y="6224015"/>
            <a:ext cx="356615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61707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61707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08903" y="6224015"/>
            <a:ext cx="356615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51864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51864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54496" y="5465063"/>
            <a:ext cx="356616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97877" y="54848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97877" y="54848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70832" y="5422391"/>
            <a:ext cx="359663" cy="356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15355" y="54404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15355" y="54404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58271" y="5462798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19535" y="5209820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932935" y="586578"/>
                </a:moveTo>
                <a:lnTo>
                  <a:pt x="864432" y="600535"/>
                </a:lnTo>
                <a:lnTo>
                  <a:pt x="797034" y="612638"/>
                </a:lnTo>
                <a:lnTo>
                  <a:pt x="730949" y="622904"/>
                </a:lnTo>
                <a:lnTo>
                  <a:pt x="666383" y="631349"/>
                </a:lnTo>
                <a:lnTo>
                  <a:pt x="603543" y="637991"/>
                </a:lnTo>
                <a:lnTo>
                  <a:pt x="542637" y="642844"/>
                </a:lnTo>
                <a:lnTo>
                  <a:pt x="483871" y="645926"/>
                </a:lnTo>
                <a:lnTo>
                  <a:pt x="427452" y="647254"/>
                </a:lnTo>
                <a:lnTo>
                  <a:pt x="373588" y="646843"/>
                </a:lnTo>
                <a:lnTo>
                  <a:pt x="322485" y="644711"/>
                </a:lnTo>
                <a:lnTo>
                  <a:pt x="274350" y="640873"/>
                </a:lnTo>
                <a:lnTo>
                  <a:pt x="229391" y="635347"/>
                </a:lnTo>
                <a:lnTo>
                  <a:pt x="187814" y="628148"/>
                </a:lnTo>
                <a:lnTo>
                  <a:pt x="149826" y="619294"/>
                </a:lnTo>
                <a:lnTo>
                  <a:pt x="85447" y="596685"/>
                </a:lnTo>
                <a:lnTo>
                  <a:pt x="37910" y="567651"/>
                </a:lnTo>
                <a:lnTo>
                  <a:pt x="8870" y="532325"/>
                </a:lnTo>
                <a:lnTo>
                  <a:pt x="0" y="491226"/>
                </a:lnTo>
                <a:lnTo>
                  <a:pt x="3420" y="469434"/>
                </a:lnTo>
                <a:lnTo>
                  <a:pt x="25210" y="424226"/>
                </a:lnTo>
                <a:lnTo>
                  <a:pt x="65718" y="377523"/>
                </a:lnTo>
                <a:lnTo>
                  <a:pt x="123492" y="330128"/>
                </a:lnTo>
                <a:lnTo>
                  <a:pt x="158399" y="306422"/>
                </a:lnTo>
                <a:lnTo>
                  <a:pt x="197077" y="282844"/>
                </a:lnTo>
                <a:lnTo>
                  <a:pt x="239344" y="259495"/>
                </a:lnTo>
                <a:lnTo>
                  <a:pt x="285018" y="236475"/>
                </a:lnTo>
                <a:lnTo>
                  <a:pt x="333918" y="213885"/>
                </a:lnTo>
                <a:lnTo>
                  <a:pt x="385862" y="191825"/>
                </a:lnTo>
                <a:lnTo>
                  <a:pt x="440668" y="170395"/>
                </a:lnTo>
                <a:lnTo>
                  <a:pt x="498155" y="149696"/>
                </a:lnTo>
                <a:lnTo>
                  <a:pt x="558140" y="129828"/>
                </a:lnTo>
                <a:lnTo>
                  <a:pt x="620441" y="110891"/>
                </a:lnTo>
                <a:lnTo>
                  <a:pt x="684878" y="92987"/>
                </a:lnTo>
                <a:lnTo>
                  <a:pt x="751268" y="76215"/>
                </a:lnTo>
                <a:lnTo>
                  <a:pt x="819429" y="60675"/>
                </a:lnTo>
                <a:lnTo>
                  <a:pt x="887932" y="46718"/>
                </a:lnTo>
                <a:lnTo>
                  <a:pt x="955330" y="34615"/>
                </a:lnTo>
                <a:lnTo>
                  <a:pt x="1021415" y="24349"/>
                </a:lnTo>
                <a:lnTo>
                  <a:pt x="1085981" y="15904"/>
                </a:lnTo>
                <a:lnTo>
                  <a:pt x="1148821" y="9263"/>
                </a:lnTo>
                <a:lnTo>
                  <a:pt x="1209727" y="4409"/>
                </a:lnTo>
                <a:lnTo>
                  <a:pt x="1268493" y="1327"/>
                </a:lnTo>
                <a:lnTo>
                  <a:pt x="1324912" y="0"/>
                </a:lnTo>
                <a:lnTo>
                  <a:pt x="1378776" y="410"/>
                </a:lnTo>
                <a:lnTo>
                  <a:pt x="1429879" y="2543"/>
                </a:lnTo>
                <a:lnTo>
                  <a:pt x="1478014" y="6380"/>
                </a:lnTo>
                <a:lnTo>
                  <a:pt x="1522973" y="11906"/>
                </a:lnTo>
                <a:lnTo>
                  <a:pt x="1564550" y="19105"/>
                </a:lnTo>
                <a:lnTo>
                  <a:pt x="1602538" y="27959"/>
                </a:lnTo>
                <a:lnTo>
                  <a:pt x="1666917" y="50568"/>
                </a:lnTo>
                <a:lnTo>
                  <a:pt x="1714454" y="79602"/>
                </a:lnTo>
                <a:lnTo>
                  <a:pt x="1743494" y="114928"/>
                </a:lnTo>
                <a:lnTo>
                  <a:pt x="1752365" y="156027"/>
                </a:lnTo>
                <a:lnTo>
                  <a:pt x="1748944" y="177820"/>
                </a:lnTo>
                <a:lnTo>
                  <a:pt x="1727154" y="223028"/>
                </a:lnTo>
                <a:lnTo>
                  <a:pt x="1686646" y="269731"/>
                </a:lnTo>
                <a:lnTo>
                  <a:pt x="1628872" y="317126"/>
                </a:lnTo>
                <a:lnTo>
                  <a:pt x="1593965" y="340832"/>
                </a:lnTo>
                <a:lnTo>
                  <a:pt x="1555287" y="364409"/>
                </a:lnTo>
                <a:lnTo>
                  <a:pt x="1513020" y="387758"/>
                </a:lnTo>
                <a:lnTo>
                  <a:pt x="1467346" y="410778"/>
                </a:lnTo>
                <a:lnTo>
                  <a:pt x="1418446" y="433368"/>
                </a:lnTo>
                <a:lnTo>
                  <a:pt x="1366502" y="455428"/>
                </a:lnTo>
                <a:lnTo>
                  <a:pt x="1311696" y="476858"/>
                </a:lnTo>
                <a:lnTo>
                  <a:pt x="1254209" y="497558"/>
                </a:lnTo>
                <a:lnTo>
                  <a:pt x="1194224" y="517426"/>
                </a:lnTo>
                <a:lnTo>
                  <a:pt x="1131923" y="536362"/>
                </a:lnTo>
                <a:lnTo>
                  <a:pt x="1067486" y="554267"/>
                </a:lnTo>
                <a:lnTo>
                  <a:pt x="1001096" y="571039"/>
                </a:lnTo>
                <a:lnTo>
                  <a:pt x="932935" y="586578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672266" y="5372869"/>
            <a:ext cx="969010" cy="1268730"/>
          </a:xfrm>
          <a:custGeom>
            <a:avLst/>
            <a:gdLst/>
            <a:ahLst/>
            <a:cxnLst/>
            <a:rect l="l" t="t" r="r" b="b"/>
            <a:pathLst>
              <a:path w="969009" h="1268729">
                <a:moveTo>
                  <a:pt x="251766" y="473070"/>
                </a:moveTo>
                <a:lnTo>
                  <a:pt x="291405" y="417900"/>
                </a:lnTo>
                <a:lnTo>
                  <a:pt x="331917" y="365415"/>
                </a:lnTo>
                <a:lnTo>
                  <a:pt x="373072" y="315774"/>
                </a:lnTo>
                <a:lnTo>
                  <a:pt x="414636" y="269136"/>
                </a:lnTo>
                <a:lnTo>
                  <a:pt x="456377" y="225661"/>
                </a:lnTo>
                <a:lnTo>
                  <a:pt x="498063" y="185509"/>
                </a:lnTo>
                <a:lnTo>
                  <a:pt x="539463" y="148840"/>
                </a:lnTo>
                <a:lnTo>
                  <a:pt x="580343" y="115812"/>
                </a:lnTo>
                <a:lnTo>
                  <a:pt x="620471" y="86586"/>
                </a:lnTo>
                <a:lnTo>
                  <a:pt x="659616" y="61321"/>
                </a:lnTo>
                <a:lnTo>
                  <a:pt x="697546" y="40176"/>
                </a:lnTo>
                <a:lnTo>
                  <a:pt x="734027" y="23313"/>
                </a:lnTo>
                <a:lnTo>
                  <a:pt x="801716" y="3065"/>
                </a:lnTo>
                <a:lnTo>
                  <a:pt x="832460" y="0"/>
                </a:lnTo>
                <a:lnTo>
                  <a:pt x="860826" y="1853"/>
                </a:lnTo>
                <a:lnTo>
                  <a:pt x="909501" y="20956"/>
                </a:lnTo>
                <a:lnTo>
                  <a:pt x="944479" y="59822"/>
                </a:lnTo>
                <a:lnTo>
                  <a:pt x="964102" y="115594"/>
                </a:lnTo>
                <a:lnTo>
                  <a:pt x="968913" y="186083"/>
                </a:lnTo>
                <a:lnTo>
                  <a:pt x="965933" y="226162"/>
                </a:lnTo>
                <a:lnTo>
                  <a:pt x="959455" y="269101"/>
                </a:lnTo>
                <a:lnTo>
                  <a:pt x="949545" y="314625"/>
                </a:lnTo>
                <a:lnTo>
                  <a:pt x="936271" y="362461"/>
                </a:lnTo>
                <a:lnTo>
                  <a:pt x="919702" y="412336"/>
                </a:lnTo>
                <a:lnTo>
                  <a:pt x="899905" y="463976"/>
                </a:lnTo>
                <a:lnTo>
                  <a:pt x="876949" y="517107"/>
                </a:lnTo>
                <a:lnTo>
                  <a:pt x="850900" y="571456"/>
                </a:lnTo>
                <a:lnTo>
                  <a:pt x="821828" y="626750"/>
                </a:lnTo>
                <a:lnTo>
                  <a:pt x="789799" y="682716"/>
                </a:lnTo>
                <a:lnTo>
                  <a:pt x="754883" y="739079"/>
                </a:lnTo>
                <a:lnTo>
                  <a:pt x="717146" y="795566"/>
                </a:lnTo>
                <a:lnTo>
                  <a:pt x="677507" y="850736"/>
                </a:lnTo>
                <a:lnTo>
                  <a:pt x="636995" y="903221"/>
                </a:lnTo>
                <a:lnTo>
                  <a:pt x="595840" y="952862"/>
                </a:lnTo>
                <a:lnTo>
                  <a:pt x="554277" y="999500"/>
                </a:lnTo>
                <a:lnTo>
                  <a:pt x="512535" y="1042975"/>
                </a:lnTo>
                <a:lnTo>
                  <a:pt x="470849" y="1083127"/>
                </a:lnTo>
                <a:lnTo>
                  <a:pt x="429450" y="1119797"/>
                </a:lnTo>
                <a:lnTo>
                  <a:pt x="388570" y="1152824"/>
                </a:lnTo>
                <a:lnTo>
                  <a:pt x="348441" y="1182050"/>
                </a:lnTo>
                <a:lnTo>
                  <a:pt x="309296" y="1207315"/>
                </a:lnTo>
                <a:lnTo>
                  <a:pt x="271367" y="1228460"/>
                </a:lnTo>
                <a:lnTo>
                  <a:pt x="234886" y="1245324"/>
                </a:lnTo>
                <a:lnTo>
                  <a:pt x="167196" y="1265572"/>
                </a:lnTo>
                <a:lnTo>
                  <a:pt x="136453" y="1268637"/>
                </a:lnTo>
                <a:lnTo>
                  <a:pt x="108086" y="1266783"/>
                </a:lnTo>
                <a:lnTo>
                  <a:pt x="59411" y="1247681"/>
                </a:lnTo>
                <a:lnTo>
                  <a:pt x="24433" y="1208814"/>
                </a:lnTo>
                <a:lnTo>
                  <a:pt x="4810" y="1153042"/>
                </a:lnTo>
                <a:lnTo>
                  <a:pt x="0" y="1082553"/>
                </a:lnTo>
                <a:lnTo>
                  <a:pt x="2979" y="1042474"/>
                </a:lnTo>
                <a:lnTo>
                  <a:pt x="9458" y="999535"/>
                </a:lnTo>
                <a:lnTo>
                  <a:pt x="19368" y="954011"/>
                </a:lnTo>
                <a:lnTo>
                  <a:pt x="32641" y="906175"/>
                </a:lnTo>
                <a:lnTo>
                  <a:pt x="49210" y="856300"/>
                </a:lnTo>
                <a:lnTo>
                  <a:pt x="69007" y="804661"/>
                </a:lnTo>
                <a:lnTo>
                  <a:pt x="91964" y="751529"/>
                </a:lnTo>
                <a:lnTo>
                  <a:pt x="118012" y="697180"/>
                </a:lnTo>
                <a:lnTo>
                  <a:pt x="147084" y="641886"/>
                </a:lnTo>
                <a:lnTo>
                  <a:pt x="179113" y="585920"/>
                </a:lnTo>
                <a:lnTo>
                  <a:pt x="214029" y="529557"/>
                </a:lnTo>
                <a:lnTo>
                  <a:pt x="251766" y="473070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92296" y="6044183"/>
            <a:ext cx="356615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934602" y="60639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34602" y="60639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02296" y="5942662"/>
            <a:ext cx="1357630" cy="729615"/>
          </a:xfrm>
          <a:custGeom>
            <a:avLst/>
            <a:gdLst/>
            <a:ahLst/>
            <a:cxnLst/>
            <a:rect l="l" t="t" r="r" b="b"/>
            <a:pathLst>
              <a:path w="1357629" h="729615">
                <a:moveTo>
                  <a:pt x="4974" y="184179"/>
                </a:moveTo>
                <a:lnTo>
                  <a:pt x="31091" y="130131"/>
                </a:lnTo>
                <a:lnTo>
                  <a:pt x="76756" y="84911"/>
                </a:lnTo>
                <a:lnTo>
                  <a:pt x="139823" y="48902"/>
                </a:lnTo>
                <a:lnTo>
                  <a:pt x="177213" y="34473"/>
                </a:lnTo>
                <a:lnTo>
                  <a:pt x="218151" y="22491"/>
                </a:lnTo>
                <a:lnTo>
                  <a:pt x="262368" y="13004"/>
                </a:lnTo>
                <a:lnTo>
                  <a:pt x="309597" y="6062"/>
                </a:lnTo>
                <a:lnTo>
                  <a:pt x="359570" y="1711"/>
                </a:lnTo>
                <a:lnTo>
                  <a:pt x="412018" y="0"/>
                </a:lnTo>
                <a:lnTo>
                  <a:pt x="466674" y="976"/>
                </a:lnTo>
                <a:lnTo>
                  <a:pt x="523271" y="4690"/>
                </a:lnTo>
                <a:lnTo>
                  <a:pt x="581540" y="11187"/>
                </a:lnTo>
                <a:lnTo>
                  <a:pt x="641213" y="20517"/>
                </a:lnTo>
                <a:lnTo>
                  <a:pt x="702023" y="32727"/>
                </a:lnTo>
                <a:lnTo>
                  <a:pt x="763702" y="47866"/>
                </a:lnTo>
                <a:lnTo>
                  <a:pt x="824687" y="65594"/>
                </a:lnTo>
                <a:lnTo>
                  <a:pt x="883455" y="85425"/>
                </a:lnTo>
                <a:lnTo>
                  <a:pt x="939799" y="107182"/>
                </a:lnTo>
                <a:lnTo>
                  <a:pt x="993510" y="130690"/>
                </a:lnTo>
                <a:lnTo>
                  <a:pt x="1044380" y="155772"/>
                </a:lnTo>
                <a:lnTo>
                  <a:pt x="1092203" y="182254"/>
                </a:lnTo>
                <a:lnTo>
                  <a:pt x="1136769" y="209960"/>
                </a:lnTo>
                <a:lnTo>
                  <a:pt x="1177871" y="238715"/>
                </a:lnTo>
                <a:lnTo>
                  <a:pt x="1215301" y="268342"/>
                </a:lnTo>
                <a:lnTo>
                  <a:pt x="1248851" y="298666"/>
                </a:lnTo>
                <a:lnTo>
                  <a:pt x="1278313" y="329511"/>
                </a:lnTo>
                <a:lnTo>
                  <a:pt x="1303479" y="360703"/>
                </a:lnTo>
                <a:lnTo>
                  <a:pt x="1340093" y="423421"/>
                </a:lnTo>
                <a:lnTo>
                  <a:pt x="1357029" y="485415"/>
                </a:lnTo>
                <a:lnTo>
                  <a:pt x="1357598" y="515702"/>
                </a:lnTo>
                <a:lnTo>
                  <a:pt x="1352624" y="545281"/>
                </a:lnTo>
                <a:lnTo>
                  <a:pt x="1326506" y="599329"/>
                </a:lnTo>
                <a:lnTo>
                  <a:pt x="1280842" y="644549"/>
                </a:lnTo>
                <a:lnTo>
                  <a:pt x="1217774" y="680558"/>
                </a:lnTo>
                <a:lnTo>
                  <a:pt x="1180384" y="694987"/>
                </a:lnTo>
                <a:lnTo>
                  <a:pt x="1139446" y="706969"/>
                </a:lnTo>
                <a:lnTo>
                  <a:pt x="1095229" y="716456"/>
                </a:lnTo>
                <a:lnTo>
                  <a:pt x="1048000" y="723398"/>
                </a:lnTo>
                <a:lnTo>
                  <a:pt x="998028" y="727749"/>
                </a:lnTo>
                <a:lnTo>
                  <a:pt x="945579" y="729460"/>
                </a:lnTo>
                <a:lnTo>
                  <a:pt x="890923" y="728483"/>
                </a:lnTo>
                <a:lnTo>
                  <a:pt x="834326" y="724770"/>
                </a:lnTo>
                <a:lnTo>
                  <a:pt x="776057" y="718273"/>
                </a:lnTo>
                <a:lnTo>
                  <a:pt x="716384" y="708943"/>
                </a:lnTo>
                <a:lnTo>
                  <a:pt x="655574" y="696733"/>
                </a:lnTo>
                <a:lnTo>
                  <a:pt x="593895" y="681594"/>
                </a:lnTo>
                <a:lnTo>
                  <a:pt x="532910" y="663865"/>
                </a:lnTo>
                <a:lnTo>
                  <a:pt x="474142" y="644035"/>
                </a:lnTo>
                <a:lnTo>
                  <a:pt x="417799" y="622278"/>
                </a:lnTo>
                <a:lnTo>
                  <a:pt x="364088" y="598770"/>
                </a:lnTo>
                <a:lnTo>
                  <a:pt x="313217" y="573688"/>
                </a:lnTo>
                <a:lnTo>
                  <a:pt x="265395" y="547205"/>
                </a:lnTo>
                <a:lnTo>
                  <a:pt x="220829" y="519499"/>
                </a:lnTo>
                <a:lnTo>
                  <a:pt x="179727" y="490745"/>
                </a:lnTo>
                <a:lnTo>
                  <a:pt x="142297" y="461118"/>
                </a:lnTo>
                <a:lnTo>
                  <a:pt x="108747" y="430794"/>
                </a:lnTo>
                <a:lnTo>
                  <a:pt x="79285" y="399948"/>
                </a:lnTo>
                <a:lnTo>
                  <a:pt x="54118" y="368757"/>
                </a:lnTo>
                <a:lnTo>
                  <a:pt x="17504" y="306039"/>
                </a:lnTo>
                <a:lnTo>
                  <a:pt x="568" y="244045"/>
                </a:lnTo>
                <a:lnTo>
                  <a:pt x="0" y="213758"/>
                </a:lnTo>
                <a:lnTo>
                  <a:pt x="4974" y="184179"/>
                </a:lnTo>
                <a:close/>
              </a:path>
            </a:pathLst>
          </a:custGeom>
          <a:ln w="25399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932655" y="5350440"/>
            <a:ext cx="1224915" cy="1223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0038" y="5341616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1038" y="5484872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77678" y="5530591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6135" y="6109711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43241" y="6289544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19899" y="6286496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7472"/>
            <a:ext cx="757123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821944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Solution </a:t>
            </a:r>
            <a:r>
              <a:rPr dirty="0" sz="3000" b="1">
                <a:solidFill>
                  <a:srgbClr val="0070C0"/>
                </a:solidFill>
                <a:latin typeface="Calibri"/>
                <a:cs typeface="Calibri"/>
              </a:rPr>
              <a:t>2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(Inductive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setting): </a:t>
            </a:r>
            <a:r>
              <a:rPr dirty="0" sz="3000" spc="-55" b="1">
                <a:latin typeface="Calibri"/>
                <a:cs typeface="Calibri"/>
              </a:rPr>
              <a:t>We </a:t>
            </a:r>
            <a:r>
              <a:rPr dirty="0" sz="3000" spc="-10" b="1">
                <a:latin typeface="Calibri"/>
                <a:cs typeface="Calibri"/>
              </a:rPr>
              <a:t>break </a:t>
            </a:r>
            <a:r>
              <a:rPr dirty="0" sz="3000" spc="-5" b="1">
                <a:latin typeface="Calibri"/>
                <a:cs typeface="Calibri"/>
              </a:rPr>
              <a:t>the </a:t>
            </a:r>
            <a:r>
              <a:rPr dirty="0" sz="3000" spc="-10" b="1">
                <a:latin typeface="Calibri"/>
                <a:cs typeface="Calibri"/>
              </a:rPr>
              <a:t>edges  between </a:t>
            </a:r>
            <a:r>
              <a:rPr dirty="0" sz="3000" spc="-5" b="1">
                <a:latin typeface="Calibri"/>
                <a:cs typeface="Calibri"/>
              </a:rPr>
              <a:t>splits </a:t>
            </a:r>
            <a:r>
              <a:rPr dirty="0" sz="3000" spc="-20" b="1">
                <a:solidFill>
                  <a:srgbClr val="C00000"/>
                </a:solidFill>
                <a:latin typeface="Calibri"/>
                <a:cs typeface="Calibri"/>
              </a:rPr>
              <a:t>to get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multiple</a:t>
            </a:r>
            <a:r>
              <a:rPr dirty="0" sz="30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351532"/>
            <a:ext cx="8092440" cy="255524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287020" marR="5080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Now </a:t>
            </a: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600" spc="-20" b="1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3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graphs that are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independent. </a:t>
            </a:r>
            <a:r>
              <a:rPr dirty="0" sz="2600" b="1">
                <a:latin typeface="Calibri"/>
                <a:cs typeface="Calibri"/>
              </a:rPr>
              <a:t>Node 5 </a:t>
            </a:r>
            <a:r>
              <a:rPr dirty="0" sz="2600" spc="-135" b="1">
                <a:latin typeface="Calibri"/>
                <a:cs typeface="Calibri"/>
              </a:rPr>
              <a:t>will  </a:t>
            </a:r>
            <a:r>
              <a:rPr dirty="0" sz="2600" b="1">
                <a:latin typeface="Calibri"/>
                <a:cs typeface="Calibri"/>
              </a:rPr>
              <a:t>not </a:t>
            </a:r>
            <a:r>
              <a:rPr dirty="0" sz="2600" spc="-15" b="1">
                <a:latin typeface="Calibri"/>
                <a:cs typeface="Calibri"/>
              </a:rPr>
              <a:t>affect </a:t>
            </a:r>
            <a:r>
              <a:rPr dirty="0" sz="2600" b="1">
                <a:latin typeface="Calibri"/>
                <a:cs typeface="Calibri"/>
              </a:rPr>
              <a:t>our </a:t>
            </a:r>
            <a:r>
              <a:rPr dirty="0" sz="2600" spc="-5" b="1">
                <a:latin typeface="Calibri"/>
                <a:cs typeface="Calibri"/>
              </a:rPr>
              <a:t>prediction </a:t>
            </a:r>
            <a:r>
              <a:rPr dirty="0" sz="2600" b="1">
                <a:latin typeface="Calibri"/>
                <a:cs typeface="Calibri"/>
              </a:rPr>
              <a:t>on node 1 </a:t>
            </a:r>
            <a:r>
              <a:rPr dirty="0" sz="2600" spc="-15" b="1">
                <a:latin typeface="Calibri"/>
                <a:cs typeface="Calibri"/>
              </a:rPr>
              <a:t>any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more</a:t>
            </a:r>
            <a:endParaRPr sz="2600">
              <a:latin typeface="Calibri"/>
              <a:cs typeface="Calibri"/>
            </a:endParaRPr>
          </a:p>
          <a:p>
            <a:pPr marL="287020" marR="250190" indent="-274320">
              <a:lnSpc>
                <a:spcPct val="100000"/>
              </a:lnSpc>
              <a:spcBef>
                <a:spcPts val="4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45" b="1">
                <a:solidFill>
                  <a:srgbClr val="0070C0"/>
                </a:solidFill>
                <a:latin typeface="Calibri"/>
                <a:cs typeface="Calibri"/>
              </a:rPr>
              <a:t>At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training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time</a:t>
            </a:r>
            <a:r>
              <a:rPr dirty="0" sz="2600" spc="-5" b="1">
                <a:latin typeface="Calibri"/>
                <a:cs typeface="Calibri"/>
              </a:rPr>
              <a:t>, </a:t>
            </a:r>
            <a:r>
              <a:rPr dirty="0" sz="2600" spc="-10">
                <a:latin typeface="Calibri"/>
                <a:cs typeface="Calibri"/>
              </a:rPr>
              <a:t>we compute </a:t>
            </a:r>
            <a:r>
              <a:rPr dirty="0" sz="2600" spc="-5">
                <a:latin typeface="Calibri"/>
                <a:cs typeface="Calibri"/>
              </a:rPr>
              <a:t>embeddings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using the 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over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node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1&amp;2</a:t>
            </a:r>
            <a:r>
              <a:rPr dirty="0" sz="2600" spc="-5">
                <a:latin typeface="Calibri"/>
                <a:cs typeface="Calibri"/>
              </a:rPr>
              <a:t>, and </a:t>
            </a:r>
            <a:r>
              <a:rPr dirty="0" sz="2600" spc="-10">
                <a:latin typeface="Calibri"/>
                <a:cs typeface="Calibri"/>
              </a:rPr>
              <a:t>train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using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node </a:t>
            </a:r>
            <a:r>
              <a:rPr dirty="0" sz="2600" spc="-35" b="1">
                <a:solidFill>
                  <a:srgbClr val="0070C0"/>
                </a:solidFill>
                <a:latin typeface="Calibri"/>
                <a:cs typeface="Calibri"/>
              </a:rPr>
              <a:t>1&amp;2’s</a:t>
            </a:r>
            <a:r>
              <a:rPr dirty="0" sz="2600" spc="1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labels</a:t>
            </a:r>
            <a:endParaRPr sz="2600">
              <a:latin typeface="Calibri"/>
              <a:cs typeface="Calibri"/>
            </a:endParaRPr>
          </a:p>
          <a:p>
            <a:pPr marL="287020" marR="72390" indent="-274320">
              <a:lnSpc>
                <a:spcPts val="3100"/>
              </a:lnSpc>
              <a:spcBef>
                <a:spcPts val="79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45" b="1">
                <a:solidFill>
                  <a:srgbClr val="6BB76D"/>
                </a:solidFill>
                <a:latin typeface="Calibri"/>
                <a:cs typeface="Calibri"/>
              </a:rPr>
              <a:t>At </a:t>
            </a:r>
            <a:r>
              <a:rPr dirty="0" sz="2600" spc="-10" b="1">
                <a:solidFill>
                  <a:srgbClr val="6BB76D"/>
                </a:solidFill>
                <a:latin typeface="Calibri"/>
                <a:cs typeface="Calibri"/>
              </a:rPr>
              <a:t>validation </a:t>
            </a:r>
            <a:r>
              <a:rPr dirty="0" sz="2600" spc="-5" b="1">
                <a:solidFill>
                  <a:srgbClr val="6BB76D"/>
                </a:solidFill>
                <a:latin typeface="Calibri"/>
                <a:cs typeface="Calibri"/>
              </a:rPr>
              <a:t>time</a:t>
            </a:r>
            <a:r>
              <a:rPr dirty="0" sz="2600" spc="-5" b="1">
                <a:latin typeface="Calibri"/>
                <a:cs typeface="Calibri"/>
              </a:rPr>
              <a:t>, </a:t>
            </a:r>
            <a:r>
              <a:rPr dirty="0" sz="2600" spc="-10">
                <a:latin typeface="Calibri"/>
                <a:cs typeface="Calibri"/>
              </a:rPr>
              <a:t>we compute </a:t>
            </a:r>
            <a:r>
              <a:rPr dirty="0" sz="2600" spc="-5">
                <a:latin typeface="Calibri"/>
                <a:cs typeface="Calibri"/>
              </a:rPr>
              <a:t>embeddings </a:t>
            </a:r>
            <a:r>
              <a:rPr dirty="0" sz="2600" spc="-5" b="1">
                <a:solidFill>
                  <a:srgbClr val="6BB76D"/>
                </a:solidFill>
                <a:latin typeface="Calibri"/>
                <a:cs typeface="Calibri"/>
              </a:rPr>
              <a:t>using the  </a:t>
            </a:r>
            <a:r>
              <a:rPr dirty="0" sz="2600" spc="-15" b="1">
                <a:solidFill>
                  <a:srgbClr val="6BB76D"/>
                </a:solidFill>
                <a:latin typeface="Calibri"/>
                <a:cs typeface="Calibri"/>
              </a:rPr>
              <a:t>graph </a:t>
            </a:r>
            <a:r>
              <a:rPr dirty="0" sz="2600" spc="-10" b="1">
                <a:solidFill>
                  <a:srgbClr val="6BB76D"/>
                </a:solidFill>
                <a:latin typeface="Calibri"/>
                <a:cs typeface="Calibri"/>
              </a:rPr>
              <a:t>over </a:t>
            </a:r>
            <a:r>
              <a:rPr dirty="0" sz="2600" b="1">
                <a:solidFill>
                  <a:srgbClr val="6BB76D"/>
                </a:solidFill>
                <a:latin typeface="Calibri"/>
                <a:cs typeface="Calibri"/>
              </a:rPr>
              <a:t>node </a:t>
            </a:r>
            <a:r>
              <a:rPr dirty="0" sz="2600" spc="-5" b="1">
                <a:solidFill>
                  <a:srgbClr val="6BB76D"/>
                </a:solidFill>
                <a:latin typeface="Calibri"/>
                <a:cs typeface="Calibri"/>
              </a:rPr>
              <a:t>3&amp;4</a:t>
            </a:r>
            <a:r>
              <a:rPr dirty="0" sz="2600" spc="-5">
                <a:latin typeface="Calibri"/>
                <a:cs typeface="Calibri"/>
              </a:rPr>
              <a:t>, and </a:t>
            </a:r>
            <a:r>
              <a:rPr dirty="0" sz="2600" spc="-15" b="1">
                <a:solidFill>
                  <a:srgbClr val="6BB76D"/>
                </a:solidFill>
                <a:latin typeface="Calibri"/>
                <a:cs typeface="Calibri"/>
              </a:rPr>
              <a:t>evaluate </a:t>
            </a:r>
            <a:r>
              <a:rPr dirty="0" sz="2600" b="1">
                <a:solidFill>
                  <a:srgbClr val="6BB76D"/>
                </a:solidFill>
                <a:latin typeface="Calibri"/>
                <a:cs typeface="Calibri"/>
              </a:rPr>
              <a:t>on node </a:t>
            </a:r>
            <a:r>
              <a:rPr dirty="0" sz="2600" spc="-35" b="1">
                <a:solidFill>
                  <a:srgbClr val="6BB76D"/>
                </a:solidFill>
                <a:latin typeface="Calibri"/>
                <a:cs typeface="Calibri"/>
              </a:rPr>
              <a:t>3&amp;4’s</a:t>
            </a:r>
            <a:r>
              <a:rPr dirty="0" sz="2600" spc="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6BB76D"/>
                </a:solidFill>
                <a:latin typeface="Calibri"/>
                <a:cs typeface="Calibri"/>
              </a:rPr>
              <a:t>labels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24948" y="5450065"/>
            <a:ext cx="766445" cy="118110"/>
          </a:xfrm>
          <a:custGeom>
            <a:avLst/>
            <a:gdLst/>
            <a:ahLst/>
            <a:cxnLst/>
            <a:rect l="l" t="t" r="r" b="b"/>
            <a:pathLst>
              <a:path w="766445" h="118110">
                <a:moveTo>
                  <a:pt x="766212" y="0"/>
                </a:moveTo>
                <a:lnTo>
                  <a:pt x="0" y="11792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37905" y="6211816"/>
            <a:ext cx="749935" cy="191135"/>
          </a:xfrm>
          <a:custGeom>
            <a:avLst/>
            <a:gdLst/>
            <a:ahLst/>
            <a:cxnLst/>
            <a:rect l="l" t="t" r="r" b="b"/>
            <a:pathLst>
              <a:path w="749935" h="191135">
                <a:moveTo>
                  <a:pt x="749589" y="19067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92194" y="5682609"/>
            <a:ext cx="294005" cy="667385"/>
          </a:xfrm>
          <a:custGeom>
            <a:avLst/>
            <a:gdLst/>
            <a:ahLst/>
            <a:cxnLst/>
            <a:rect l="l" t="t" r="r" b="b"/>
            <a:pathLst>
              <a:path w="294004" h="667385">
                <a:moveTo>
                  <a:pt x="279294" y="634471"/>
                </a:moveTo>
                <a:lnTo>
                  <a:pt x="264701" y="640479"/>
                </a:lnTo>
                <a:lnTo>
                  <a:pt x="261222" y="648829"/>
                </a:lnTo>
                <a:lnTo>
                  <a:pt x="267241" y="663449"/>
                </a:lnTo>
                <a:lnTo>
                  <a:pt x="275591" y="666929"/>
                </a:lnTo>
                <a:lnTo>
                  <a:pt x="290184" y="660920"/>
                </a:lnTo>
                <a:lnTo>
                  <a:pt x="293664" y="652570"/>
                </a:lnTo>
                <a:lnTo>
                  <a:pt x="287644" y="637950"/>
                </a:lnTo>
                <a:lnTo>
                  <a:pt x="279294" y="634471"/>
                </a:lnTo>
                <a:close/>
              </a:path>
              <a:path w="294004" h="667385">
                <a:moveTo>
                  <a:pt x="257525" y="581598"/>
                </a:moveTo>
                <a:lnTo>
                  <a:pt x="242933" y="587607"/>
                </a:lnTo>
                <a:lnTo>
                  <a:pt x="239453" y="595957"/>
                </a:lnTo>
                <a:lnTo>
                  <a:pt x="245473" y="610576"/>
                </a:lnTo>
                <a:lnTo>
                  <a:pt x="253823" y="614056"/>
                </a:lnTo>
                <a:lnTo>
                  <a:pt x="268415" y="608047"/>
                </a:lnTo>
                <a:lnTo>
                  <a:pt x="271895" y="599697"/>
                </a:lnTo>
                <a:lnTo>
                  <a:pt x="265875" y="585078"/>
                </a:lnTo>
                <a:lnTo>
                  <a:pt x="257525" y="581598"/>
                </a:lnTo>
                <a:close/>
              </a:path>
              <a:path w="294004" h="667385">
                <a:moveTo>
                  <a:pt x="235757" y="528725"/>
                </a:moveTo>
                <a:lnTo>
                  <a:pt x="221164" y="534734"/>
                </a:lnTo>
                <a:lnTo>
                  <a:pt x="217684" y="543084"/>
                </a:lnTo>
                <a:lnTo>
                  <a:pt x="223704" y="557704"/>
                </a:lnTo>
                <a:lnTo>
                  <a:pt x="232054" y="561183"/>
                </a:lnTo>
                <a:lnTo>
                  <a:pt x="246647" y="555175"/>
                </a:lnTo>
                <a:lnTo>
                  <a:pt x="250126" y="546824"/>
                </a:lnTo>
                <a:lnTo>
                  <a:pt x="244107" y="532205"/>
                </a:lnTo>
                <a:lnTo>
                  <a:pt x="235757" y="528725"/>
                </a:lnTo>
                <a:close/>
              </a:path>
              <a:path w="294004" h="667385">
                <a:moveTo>
                  <a:pt x="213988" y="475853"/>
                </a:moveTo>
                <a:lnTo>
                  <a:pt x="199396" y="481861"/>
                </a:lnTo>
                <a:lnTo>
                  <a:pt x="195916" y="490212"/>
                </a:lnTo>
                <a:lnTo>
                  <a:pt x="201935" y="504831"/>
                </a:lnTo>
                <a:lnTo>
                  <a:pt x="210286" y="508311"/>
                </a:lnTo>
                <a:lnTo>
                  <a:pt x="224878" y="502302"/>
                </a:lnTo>
                <a:lnTo>
                  <a:pt x="228358" y="493952"/>
                </a:lnTo>
                <a:lnTo>
                  <a:pt x="222338" y="479332"/>
                </a:lnTo>
                <a:lnTo>
                  <a:pt x="213988" y="475853"/>
                </a:lnTo>
                <a:close/>
              </a:path>
              <a:path w="294004" h="667385">
                <a:moveTo>
                  <a:pt x="192222" y="422980"/>
                </a:moveTo>
                <a:lnTo>
                  <a:pt x="177628" y="428987"/>
                </a:lnTo>
                <a:lnTo>
                  <a:pt x="174147" y="437337"/>
                </a:lnTo>
                <a:lnTo>
                  <a:pt x="180166" y="451957"/>
                </a:lnTo>
                <a:lnTo>
                  <a:pt x="188514" y="455438"/>
                </a:lnTo>
                <a:lnTo>
                  <a:pt x="203108" y="449431"/>
                </a:lnTo>
                <a:lnTo>
                  <a:pt x="206589" y="441081"/>
                </a:lnTo>
                <a:lnTo>
                  <a:pt x="200572" y="426461"/>
                </a:lnTo>
                <a:lnTo>
                  <a:pt x="192222" y="422980"/>
                </a:lnTo>
                <a:close/>
              </a:path>
              <a:path w="294004" h="667385">
                <a:moveTo>
                  <a:pt x="170456" y="370108"/>
                </a:moveTo>
                <a:lnTo>
                  <a:pt x="155862" y="376112"/>
                </a:lnTo>
                <a:lnTo>
                  <a:pt x="152379" y="384461"/>
                </a:lnTo>
                <a:lnTo>
                  <a:pt x="158394" y="399082"/>
                </a:lnTo>
                <a:lnTo>
                  <a:pt x="166743" y="402565"/>
                </a:lnTo>
                <a:lnTo>
                  <a:pt x="181338" y="396561"/>
                </a:lnTo>
                <a:lnTo>
                  <a:pt x="184820" y="388212"/>
                </a:lnTo>
                <a:lnTo>
                  <a:pt x="178805" y="373590"/>
                </a:lnTo>
                <a:lnTo>
                  <a:pt x="170456" y="370108"/>
                </a:lnTo>
                <a:close/>
              </a:path>
              <a:path w="294004" h="667385">
                <a:moveTo>
                  <a:pt x="148689" y="317235"/>
                </a:moveTo>
                <a:lnTo>
                  <a:pt x="134092" y="323239"/>
                </a:lnTo>
                <a:lnTo>
                  <a:pt x="130610" y="331588"/>
                </a:lnTo>
                <a:lnTo>
                  <a:pt x="136625" y="346210"/>
                </a:lnTo>
                <a:lnTo>
                  <a:pt x="144974" y="349692"/>
                </a:lnTo>
                <a:lnTo>
                  <a:pt x="159570" y="343688"/>
                </a:lnTo>
                <a:lnTo>
                  <a:pt x="163052" y="335339"/>
                </a:lnTo>
                <a:lnTo>
                  <a:pt x="157038" y="320718"/>
                </a:lnTo>
                <a:lnTo>
                  <a:pt x="148689" y="317235"/>
                </a:lnTo>
                <a:close/>
              </a:path>
              <a:path w="294004" h="667385">
                <a:moveTo>
                  <a:pt x="126919" y="264363"/>
                </a:moveTo>
                <a:lnTo>
                  <a:pt x="112325" y="270366"/>
                </a:lnTo>
                <a:lnTo>
                  <a:pt x="108842" y="278715"/>
                </a:lnTo>
                <a:lnTo>
                  <a:pt x="114857" y="293337"/>
                </a:lnTo>
                <a:lnTo>
                  <a:pt x="123206" y="296819"/>
                </a:lnTo>
                <a:lnTo>
                  <a:pt x="137801" y="290816"/>
                </a:lnTo>
                <a:lnTo>
                  <a:pt x="141283" y="282466"/>
                </a:lnTo>
                <a:lnTo>
                  <a:pt x="135268" y="267845"/>
                </a:lnTo>
                <a:lnTo>
                  <a:pt x="126919" y="264363"/>
                </a:lnTo>
                <a:close/>
              </a:path>
              <a:path w="294004" h="667385">
                <a:moveTo>
                  <a:pt x="105150" y="211490"/>
                </a:moveTo>
                <a:lnTo>
                  <a:pt x="90556" y="217494"/>
                </a:lnTo>
                <a:lnTo>
                  <a:pt x="87073" y="225843"/>
                </a:lnTo>
                <a:lnTo>
                  <a:pt x="93088" y="240464"/>
                </a:lnTo>
                <a:lnTo>
                  <a:pt x="101437" y="243947"/>
                </a:lnTo>
                <a:lnTo>
                  <a:pt x="116032" y="237943"/>
                </a:lnTo>
                <a:lnTo>
                  <a:pt x="119514" y="229594"/>
                </a:lnTo>
                <a:lnTo>
                  <a:pt x="113501" y="214972"/>
                </a:lnTo>
                <a:lnTo>
                  <a:pt x="105150" y="211490"/>
                </a:lnTo>
                <a:close/>
              </a:path>
              <a:path w="294004" h="667385">
                <a:moveTo>
                  <a:pt x="83383" y="158617"/>
                </a:moveTo>
                <a:lnTo>
                  <a:pt x="68788" y="164621"/>
                </a:lnTo>
                <a:lnTo>
                  <a:pt x="65305" y="172970"/>
                </a:lnTo>
                <a:lnTo>
                  <a:pt x="71320" y="187592"/>
                </a:lnTo>
                <a:lnTo>
                  <a:pt x="79669" y="191074"/>
                </a:lnTo>
                <a:lnTo>
                  <a:pt x="94264" y="185070"/>
                </a:lnTo>
                <a:lnTo>
                  <a:pt x="97746" y="176721"/>
                </a:lnTo>
                <a:lnTo>
                  <a:pt x="91732" y="162100"/>
                </a:lnTo>
                <a:lnTo>
                  <a:pt x="83383" y="158617"/>
                </a:lnTo>
                <a:close/>
              </a:path>
              <a:path w="294004" h="667385">
                <a:moveTo>
                  <a:pt x="61614" y="105745"/>
                </a:moveTo>
                <a:lnTo>
                  <a:pt x="47019" y="111748"/>
                </a:lnTo>
                <a:lnTo>
                  <a:pt x="43536" y="120098"/>
                </a:lnTo>
                <a:lnTo>
                  <a:pt x="49551" y="134719"/>
                </a:lnTo>
                <a:lnTo>
                  <a:pt x="57900" y="138201"/>
                </a:lnTo>
                <a:lnTo>
                  <a:pt x="72495" y="132198"/>
                </a:lnTo>
                <a:lnTo>
                  <a:pt x="75977" y="123849"/>
                </a:lnTo>
                <a:lnTo>
                  <a:pt x="69963" y="109227"/>
                </a:lnTo>
                <a:lnTo>
                  <a:pt x="61614" y="105745"/>
                </a:lnTo>
                <a:close/>
              </a:path>
              <a:path w="294004" h="667385">
                <a:moveTo>
                  <a:pt x="39846" y="52872"/>
                </a:moveTo>
                <a:lnTo>
                  <a:pt x="25251" y="58876"/>
                </a:lnTo>
                <a:lnTo>
                  <a:pt x="21769" y="67225"/>
                </a:lnTo>
                <a:lnTo>
                  <a:pt x="27782" y="81846"/>
                </a:lnTo>
                <a:lnTo>
                  <a:pt x="36132" y="85329"/>
                </a:lnTo>
                <a:lnTo>
                  <a:pt x="50727" y="79325"/>
                </a:lnTo>
                <a:lnTo>
                  <a:pt x="54209" y="70976"/>
                </a:lnTo>
                <a:lnTo>
                  <a:pt x="48195" y="56354"/>
                </a:lnTo>
                <a:lnTo>
                  <a:pt x="39846" y="52872"/>
                </a:lnTo>
                <a:close/>
              </a:path>
              <a:path w="294004" h="667385">
                <a:moveTo>
                  <a:pt x="18077" y="0"/>
                </a:moveTo>
                <a:lnTo>
                  <a:pt x="3482" y="6003"/>
                </a:lnTo>
                <a:lnTo>
                  <a:pt x="0" y="14352"/>
                </a:lnTo>
                <a:lnTo>
                  <a:pt x="6014" y="28974"/>
                </a:lnTo>
                <a:lnTo>
                  <a:pt x="14363" y="32456"/>
                </a:lnTo>
                <a:lnTo>
                  <a:pt x="28958" y="26452"/>
                </a:lnTo>
                <a:lnTo>
                  <a:pt x="32440" y="18103"/>
                </a:lnTo>
                <a:lnTo>
                  <a:pt x="26426" y="3482"/>
                </a:lnTo>
                <a:lnTo>
                  <a:pt x="1807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24603" y="6351047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60" h="53339">
                <a:moveTo>
                  <a:pt x="864356" y="24192"/>
                </a:moveTo>
                <a:lnTo>
                  <a:pt x="857782" y="30406"/>
                </a:lnTo>
                <a:lnTo>
                  <a:pt x="857336" y="46181"/>
                </a:lnTo>
                <a:lnTo>
                  <a:pt x="863550" y="52755"/>
                </a:lnTo>
                <a:lnTo>
                  <a:pt x="879354" y="53201"/>
                </a:lnTo>
                <a:lnTo>
                  <a:pt x="885929" y="46988"/>
                </a:lnTo>
                <a:lnTo>
                  <a:pt x="886374" y="31212"/>
                </a:lnTo>
                <a:lnTo>
                  <a:pt x="880160" y="24638"/>
                </a:lnTo>
                <a:lnTo>
                  <a:pt x="864356" y="24192"/>
                </a:lnTo>
                <a:close/>
              </a:path>
              <a:path w="886460" h="53339">
                <a:moveTo>
                  <a:pt x="807200" y="22579"/>
                </a:moveTo>
                <a:lnTo>
                  <a:pt x="800625" y="28793"/>
                </a:lnTo>
                <a:lnTo>
                  <a:pt x="800181" y="44568"/>
                </a:lnTo>
                <a:lnTo>
                  <a:pt x="806395" y="51143"/>
                </a:lnTo>
                <a:lnTo>
                  <a:pt x="822199" y="51589"/>
                </a:lnTo>
                <a:lnTo>
                  <a:pt x="828772" y="45375"/>
                </a:lnTo>
                <a:lnTo>
                  <a:pt x="829218" y="29600"/>
                </a:lnTo>
                <a:lnTo>
                  <a:pt x="823004" y="23025"/>
                </a:lnTo>
                <a:lnTo>
                  <a:pt x="807200" y="22579"/>
                </a:lnTo>
                <a:close/>
              </a:path>
              <a:path w="886460" h="53339">
                <a:moveTo>
                  <a:pt x="750045" y="20966"/>
                </a:moveTo>
                <a:lnTo>
                  <a:pt x="743470" y="27180"/>
                </a:lnTo>
                <a:lnTo>
                  <a:pt x="743024" y="42955"/>
                </a:lnTo>
                <a:lnTo>
                  <a:pt x="749239" y="49530"/>
                </a:lnTo>
                <a:lnTo>
                  <a:pt x="765042" y="49976"/>
                </a:lnTo>
                <a:lnTo>
                  <a:pt x="771617" y="43762"/>
                </a:lnTo>
                <a:lnTo>
                  <a:pt x="772062" y="27987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60" h="53339">
                <a:moveTo>
                  <a:pt x="692889" y="19353"/>
                </a:moveTo>
                <a:lnTo>
                  <a:pt x="686314" y="25567"/>
                </a:lnTo>
                <a:lnTo>
                  <a:pt x="685869" y="41342"/>
                </a:lnTo>
                <a:lnTo>
                  <a:pt x="692082" y="47917"/>
                </a:lnTo>
                <a:lnTo>
                  <a:pt x="707886" y="48363"/>
                </a:lnTo>
                <a:lnTo>
                  <a:pt x="714461" y="42149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89" y="19353"/>
                </a:lnTo>
                <a:close/>
              </a:path>
              <a:path w="886460" h="53339">
                <a:moveTo>
                  <a:pt x="635734" y="17741"/>
                </a:moveTo>
                <a:lnTo>
                  <a:pt x="629159" y="23954"/>
                </a:lnTo>
                <a:lnTo>
                  <a:pt x="628713" y="39730"/>
                </a:lnTo>
                <a:lnTo>
                  <a:pt x="634927" y="46304"/>
                </a:lnTo>
                <a:lnTo>
                  <a:pt x="650731" y="46750"/>
                </a:lnTo>
                <a:lnTo>
                  <a:pt x="657306" y="40537"/>
                </a:lnTo>
                <a:lnTo>
                  <a:pt x="657750" y="24761"/>
                </a:lnTo>
                <a:lnTo>
                  <a:pt x="651537" y="18187"/>
                </a:lnTo>
                <a:lnTo>
                  <a:pt x="635734" y="17741"/>
                </a:lnTo>
                <a:close/>
              </a:path>
              <a:path w="886460" h="53339">
                <a:moveTo>
                  <a:pt x="578577" y="16128"/>
                </a:moveTo>
                <a:lnTo>
                  <a:pt x="572002" y="22341"/>
                </a:lnTo>
                <a:lnTo>
                  <a:pt x="571558" y="38117"/>
                </a:lnTo>
                <a:lnTo>
                  <a:pt x="577771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8"/>
                </a:lnTo>
                <a:lnTo>
                  <a:pt x="594381" y="16574"/>
                </a:lnTo>
                <a:lnTo>
                  <a:pt x="578577" y="16128"/>
                </a:lnTo>
                <a:close/>
              </a:path>
              <a:path w="886460" h="53339">
                <a:moveTo>
                  <a:pt x="521421" y="14515"/>
                </a:moveTo>
                <a:lnTo>
                  <a:pt x="514846" y="20729"/>
                </a:lnTo>
                <a:lnTo>
                  <a:pt x="514402" y="36504"/>
                </a:lnTo>
                <a:lnTo>
                  <a:pt x="520616" y="43079"/>
                </a:lnTo>
                <a:lnTo>
                  <a:pt x="536420" y="43524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5" y="14961"/>
                </a:lnTo>
                <a:lnTo>
                  <a:pt x="521421" y="14515"/>
                </a:lnTo>
                <a:close/>
              </a:path>
              <a:path w="886460" h="53339">
                <a:moveTo>
                  <a:pt x="464266" y="12902"/>
                </a:moveTo>
                <a:lnTo>
                  <a:pt x="457691" y="19116"/>
                </a:lnTo>
                <a:lnTo>
                  <a:pt x="457245" y="34891"/>
                </a:lnTo>
                <a:lnTo>
                  <a:pt x="463459" y="41466"/>
                </a:lnTo>
                <a:lnTo>
                  <a:pt x="479263" y="41912"/>
                </a:lnTo>
                <a:lnTo>
                  <a:pt x="485838" y="35698"/>
                </a:lnTo>
                <a:lnTo>
                  <a:pt x="486282" y="19923"/>
                </a:lnTo>
                <a:lnTo>
                  <a:pt x="480070" y="13348"/>
                </a:lnTo>
                <a:lnTo>
                  <a:pt x="464266" y="12902"/>
                </a:lnTo>
                <a:close/>
              </a:path>
              <a:path w="886460" h="53339">
                <a:moveTo>
                  <a:pt x="407109" y="11289"/>
                </a:moveTo>
                <a:lnTo>
                  <a:pt x="400535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2" y="34085"/>
                </a:lnTo>
                <a:lnTo>
                  <a:pt x="429127" y="18310"/>
                </a:lnTo>
                <a:lnTo>
                  <a:pt x="422913" y="11735"/>
                </a:lnTo>
                <a:lnTo>
                  <a:pt x="407109" y="11289"/>
                </a:lnTo>
                <a:close/>
              </a:path>
              <a:path w="886460" h="53339">
                <a:moveTo>
                  <a:pt x="349954" y="9677"/>
                </a:moveTo>
                <a:lnTo>
                  <a:pt x="343380" y="15891"/>
                </a:lnTo>
                <a:lnTo>
                  <a:pt x="342934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1" y="16697"/>
                </a:lnTo>
                <a:lnTo>
                  <a:pt x="365757" y="10122"/>
                </a:lnTo>
                <a:lnTo>
                  <a:pt x="349954" y="9677"/>
                </a:lnTo>
                <a:close/>
              </a:path>
              <a:path w="886460" h="53339">
                <a:moveTo>
                  <a:pt x="292798" y="8064"/>
                </a:moveTo>
                <a:lnTo>
                  <a:pt x="286223" y="14278"/>
                </a:lnTo>
                <a:lnTo>
                  <a:pt x="285779" y="30053"/>
                </a:lnTo>
                <a:lnTo>
                  <a:pt x="291993" y="36627"/>
                </a:lnTo>
                <a:lnTo>
                  <a:pt x="307797" y="37073"/>
                </a:lnTo>
                <a:lnTo>
                  <a:pt x="314370" y="30859"/>
                </a:lnTo>
                <a:lnTo>
                  <a:pt x="314816" y="15084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60" h="53339">
                <a:moveTo>
                  <a:pt x="235643" y="6451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4"/>
                </a:lnTo>
                <a:lnTo>
                  <a:pt x="250640" y="35461"/>
                </a:lnTo>
                <a:lnTo>
                  <a:pt x="257215" y="29247"/>
                </a:lnTo>
                <a:lnTo>
                  <a:pt x="257660" y="13472"/>
                </a:lnTo>
                <a:lnTo>
                  <a:pt x="251447" y="6897"/>
                </a:lnTo>
                <a:lnTo>
                  <a:pt x="235643" y="6451"/>
                </a:lnTo>
                <a:close/>
              </a:path>
              <a:path w="886460" h="53339">
                <a:moveTo>
                  <a:pt x="178487" y="4838"/>
                </a:moveTo>
                <a:lnTo>
                  <a:pt x="171912" y="11052"/>
                </a:lnTo>
                <a:lnTo>
                  <a:pt x="171466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4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60" h="53339">
                <a:moveTo>
                  <a:pt x="121331" y="3225"/>
                </a:moveTo>
                <a:lnTo>
                  <a:pt x="114757" y="9439"/>
                </a:lnTo>
                <a:lnTo>
                  <a:pt x="114311" y="25214"/>
                </a:lnTo>
                <a:lnTo>
                  <a:pt x="120524" y="31789"/>
                </a:lnTo>
                <a:lnTo>
                  <a:pt x="136328" y="32235"/>
                </a:lnTo>
                <a:lnTo>
                  <a:pt x="142902" y="26021"/>
                </a:lnTo>
                <a:lnTo>
                  <a:pt x="143348" y="10246"/>
                </a:lnTo>
                <a:lnTo>
                  <a:pt x="137135" y="3671"/>
                </a:lnTo>
                <a:lnTo>
                  <a:pt x="121331" y="3225"/>
                </a:lnTo>
                <a:close/>
              </a:path>
              <a:path w="886460" h="53339">
                <a:moveTo>
                  <a:pt x="64175" y="1612"/>
                </a:moveTo>
                <a:lnTo>
                  <a:pt x="57600" y="7826"/>
                </a:lnTo>
                <a:lnTo>
                  <a:pt x="57155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3" y="8633"/>
                </a:lnTo>
                <a:lnTo>
                  <a:pt x="79979" y="2059"/>
                </a:lnTo>
                <a:lnTo>
                  <a:pt x="64175" y="1612"/>
                </a:lnTo>
                <a:close/>
              </a:path>
              <a:path w="886460" h="53339">
                <a:moveTo>
                  <a:pt x="7019" y="0"/>
                </a:moveTo>
                <a:lnTo>
                  <a:pt x="444" y="6213"/>
                </a:lnTo>
                <a:lnTo>
                  <a:pt x="0" y="21988"/>
                </a:lnTo>
                <a:lnTo>
                  <a:pt x="6212" y="28563"/>
                </a:lnTo>
                <a:lnTo>
                  <a:pt x="22016" y="29009"/>
                </a:lnTo>
                <a:lnTo>
                  <a:pt x="28591" y="22796"/>
                </a:lnTo>
                <a:lnTo>
                  <a:pt x="29037" y="7021"/>
                </a:lnTo>
                <a:lnTo>
                  <a:pt x="22823" y="446"/>
                </a:lnTo>
                <a:lnTo>
                  <a:pt x="7019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90020" y="5557146"/>
            <a:ext cx="429895" cy="857250"/>
          </a:xfrm>
          <a:custGeom>
            <a:avLst/>
            <a:gdLst/>
            <a:ahLst/>
            <a:cxnLst/>
            <a:rect l="l" t="t" r="r" b="b"/>
            <a:pathLst>
              <a:path w="429895" h="857250">
                <a:moveTo>
                  <a:pt x="15394" y="824337"/>
                </a:moveTo>
                <a:lnTo>
                  <a:pt x="6856" y="827327"/>
                </a:lnTo>
                <a:lnTo>
                  <a:pt x="0" y="841572"/>
                </a:lnTo>
                <a:lnTo>
                  <a:pt x="2989" y="850111"/>
                </a:lnTo>
                <a:lnTo>
                  <a:pt x="17209" y="856955"/>
                </a:lnTo>
                <a:lnTo>
                  <a:pt x="25747" y="853966"/>
                </a:lnTo>
                <a:lnTo>
                  <a:pt x="32604" y="839720"/>
                </a:lnTo>
                <a:lnTo>
                  <a:pt x="29615" y="831182"/>
                </a:lnTo>
                <a:lnTo>
                  <a:pt x="15394" y="824337"/>
                </a:lnTo>
                <a:close/>
              </a:path>
              <a:path w="429895" h="857250">
                <a:moveTo>
                  <a:pt x="40194" y="772816"/>
                </a:moveTo>
                <a:lnTo>
                  <a:pt x="31656" y="775806"/>
                </a:lnTo>
                <a:lnTo>
                  <a:pt x="24799" y="790051"/>
                </a:lnTo>
                <a:lnTo>
                  <a:pt x="27787" y="798589"/>
                </a:lnTo>
                <a:lnTo>
                  <a:pt x="42007" y="805434"/>
                </a:lnTo>
                <a:lnTo>
                  <a:pt x="50546" y="802445"/>
                </a:lnTo>
                <a:lnTo>
                  <a:pt x="57402" y="788199"/>
                </a:lnTo>
                <a:lnTo>
                  <a:pt x="54414" y="779661"/>
                </a:lnTo>
                <a:lnTo>
                  <a:pt x="40194" y="772816"/>
                </a:lnTo>
                <a:close/>
              </a:path>
              <a:path w="429895" h="857250">
                <a:moveTo>
                  <a:pt x="64992" y="721295"/>
                </a:moveTo>
                <a:lnTo>
                  <a:pt x="56454" y="724284"/>
                </a:lnTo>
                <a:lnTo>
                  <a:pt x="49597" y="738530"/>
                </a:lnTo>
                <a:lnTo>
                  <a:pt x="52586" y="747068"/>
                </a:lnTo>
                <a:lnTo>
                  <a:pt x="66807" y="753913"/>
                </a:lnTo>
                <a:lnTo>
                  <a:pt x="75345" y="750924"/>
                </a:lnTo>
                <a:lnTo>
                  <a:pt x="82202" y="736678"/>
                </a:lnTo>
                <a:lnTo>
                  <a:pt x="79212" y="728140"/>
                </a:lnTo>
                <a:lnTo>
                  <a:pt x="64992" y="721295"/>
                </a:lnTo>
                <a:close/>
              </a:path>
              <a:path w="429895" h="857250">
                <a:moveTo>
                  <a:pt x="89788" y="669774"/>
                </a:moveTo>
                <a:lnTo>
                  <a:pt x="81250" y="672764"/>
                </a:lnTo>
                <a:lnTo>
                  <a:pt x="74395" y="687011"/>
                </a:lnTo>
                <a:lnTo>
                  <a:pt x="77386" y="695549"/>
                </a:lnTo>
                <a:lnTo>
                  <a:pt x="91607" y="702392"/>
                </a:lnTo>
                <a:lnTo>
                  <a:pt x="100144" y="699401"/>
                </a:lnTo>
                <a:lnTo>
                  <a:pt x="107000" y="685155"/>
                </a:lnTo>
                <a:lnTo>
                  <a:pt x="104009" y="676617"/>
                </a:lnTo>
                <a:lnTo>
                  <a:pt x="89788" y="669774"/>
                </a:lnTo>
                <a:close/>
              </a:path>
              <a:path w="429895" h="857250">
                <a:moveTo>
                  <a:pt x="114587" y="618253"/>
                </a:moveTo>
                <a:lnTo>
                  <a:pt x="106050" y="621243"/>
                </a:lnTo>
                <a:lnTo>
                  <a:pt x="99194" y="635490"/>
                </a:lnTo>
                <a:lnTo>
                  <a:pt x="102184" y="644028"/>
                </a:lnTo>
                <a:lnTo>
                  <a:pt x="116405" y="650871"/>
                </a:lnTo>
                <a:lnTo>
                  <a:pt x="124943" y="647880"/>
                </a:lnTo>
                <a:lnTo>
                  <a:pt x="131798" y="633634"/>
                </a:lnTo>
                <a:lnTo>
                  <a:pt x="128808" y="625096"/>
                </a:lnTo>
                <a:lnTo>
                  <a:pt x="114587" y="618253"/>
                </a:lnTo>
                <a:close/>
              </a:path>
              <a:path w="429895" h="857250">
                <a:moveTo>
                  <a:pt x="139386" y="566732"/>
                </a:moveTo>
                <a:lnTo>
                  <a:pt x="130848" y="569722"/>
                </a:lnTo>
                <a:lnTo>
                  <a:pt x="123992" y="583969"/>
                </a:lnTo>
                <a:lnTo>
                  <a:pt x="126983" y="592507"/>
                </a:lnTo>
                <a:lnTo>
                  <a:pt x="141203" y="599350"/>
                </a:lnTo>
                <a:lnTo>
                  <a:pt x="149741" y="596359"/>
                </a:lnTo>
                <a:lnTo>
                  <a:pt x="156597" y="582113"/>
                </a:lnTo>
                <a:lnTo>
                  <a:pt x="153606" y="573575"/>
                </a:lnTo>
                <a:lnTo>
                  <a:pt x="139386" y="566732"/>
                </a:lnTo>
                <a:close/>
              </a:path>
              <a:path w="429895" h="857250">
                <a:moveTo>
                  <a:pt x="164184" y="515211"/>
                </a:moveTo>
                <a:lnTo>
                  <a:pt x="155646" y="518201"/>
                </a:lnTo>
                <a:lnTo>
                  <a:pt x="148791" y="532448"/>
                </a:lnTo>
                <a:lnTo>
                  <a:pt x="151781" y="540986"/>
                </a:lnTo>
                <a:lnTo>
                  <a:pt x="166002" y="547828"/>
                </a:lnTo>
                <a:lnTo>
                  <a:pt x="174539" y="544838"/>
                </a:lnTo>
                <a:lnTo>
                  <a:pt x="181395" y="530591"/>
                </a:lnTo>
                <a:lnTo>
                  <a:pt x="178405" y="522054"/>
                </a:lnTo>
                <a:lnTo>
                  <a:pt x="164184" y="515211"/>
                </a:lnTo>
                <a:close/>
              </a:path>
              <a:path w="429895" h="857250">
                <a:moveTo>
                  <a:pt x="188982" y="463690"/>
                </a:moveTo>
                <a:lnTo>
                  <a:pt x="180445" y="466680"/>
                </a:lnTo>
                <a:lnTo>
                  <a:pt x="173589" y="480927"/>
                </a:lnTo>
                <a:lnTo>
                  <a:pt x="176580" y="489464"/>
                </a:lnTo>
                <a:lnTo>
                  <a:pt x="190800" y="496307"/>
                </a:lnTo>
                <a:lnTo>
                  <a:pt x="199339" y="493317"/>
                </a:lnTo>
                <a:lnTo>
                  <a:pt x="206194" y="479070"/>
                </a:lnTo>
                <a:lnTo>
                  <a:pt x="203203" y="470533"/>
                </a:lnTo>
                <a:lnTo>
                  <a:pt x="188982" y="463690"/>
                </a:lnTo>
                <a:close/>
              </a:path>
              <a:path w="429895" h="857250">
                <a:moveTo>
                  <a:pt x="213781" y="412169"/>
                </a:moveTo>
                <a:lnTo>
                  <a:pt x="205243" y="415159"/>
                </a:lnTo>
                <a:lnTo>
                  <a:pt x="198387" y="429406"/>
                </a:lnTo>
                <a:lnTo>
                  <a:pt x="201378" y="437943"/>
                </a:lnTo>
                <a:lnTo>
                  <a:pt x="215599" y="444786"/>
                </a:lnTo>
                <a:lnTo>
                  <a:pt x="224137" y="441796"/>
                </a:lnTo>
                <a:lnTo>
                  <a:pt x="230992" y="427549"/>
                </a:lnTo>
                <a:lnTo>
                  <a:pt x="228001" y="419011"/>
                </a:lnTo>
                <a:lnTo>
                  <a:pt x="213781" y="412169"/>
                </a:lnTo>
                <a:close/>
              </a:path>
              <a:path w="429895" h="857250">
                <a:moveTo>
                  <a:pt x="238579" y="360647"/>
                </a:moveTo>
                <a:lnTo>
                  <a:pt x="230042" y="363638"/>
                </a:lnTo>
                <a:lnTo>
                  <a:pt x="223187" y="377885"/>
                </a:lnTo>
                <a:lnTo>
                  <a:pt x="226176" y="386422"/>
                </a:lnTo>
                <a:lnTo>
                  <a:pt x="240398" y="393265"/>
                </a:lnTo>
                <a:lnTo>
                  <a:pt x="248936" y="390275"/>
                </a:lnTo>
                <a:lnTo>
                  <a:pt x="255790" y="376028"/>
                </a:lnTo>
                <a:lnTo>
                  <a:pt x="252801" y="367490"/>
                </a:lnTo>
                <a:lnTo>
                  <a:pt x="238579" y="360647"/>
                </a:lnTo>
                <a:close/>
              </a:path>
              <a:path w="429895" h="857250">
                <a:moveTo>
                  <a:pt x="263378" y="309126"/>
                </a:moveTo>
                <a:lnTo>
                  <a:pt x="254840" y="312117"/>
                </a:lnTo>
                <a:lnTo>
                  <a:pt x="247985" y="326363"/>
                </a:lnTo>
                <a:lnTo>
                  <a:pt x="250976" y="334901"/>
                </a:lnTo>
                <a:lnTo>
                  <a:pt x="265196" y="341744"/>
                </a:lnTo>
                <a:lnTo>
                  <a:pt x="273734" y="338754"/>
                </a:lnTo>
                <a:lnTo>
                  <a:pt x="280589" y="324507"/>
                </a:lnTo>
                <a:lnTo>
                  <a:pt x="277599" y="315969"/>
                </a:lnTo>
                <a:lnTo>
                  <a:pt x="263378" y="309126"/>
                </a:lnTo>
                <a:close/>
              </a:path>
              <a:path w="429895" h="857250">
                <a:moveTo>
                  <a:pt x="288184" y="257605"/>
                </a:moveTo>
                <a:lnTo>
                  <a:pt x="279645" y="260591"/>
                </a:lnTo>
                <a:lnTo>
                  <a:pt x="272783" y="274834"/>
                </a:lnTo>
                <a:lnTo>
                  <a:pt x="275769" y="283374"/>
                </a:lnTo>
                <a:lnTo>
                  <a:pt x="289986" y="290223"/>
                </a:lnTo>
                <a:lnTo>
                  <a:pt x="298526" y="287237"/>
                </a:lnTo>
                <a:lnTo>
                  <a:pt x="305389" y="272994"/>
                </a:lnTo>
                <a:lnTo>
                  <a:pt x="302402" y="264455"/>
                </a:lnTo>
                <a:lnTo>
                  <a:pt x="288184" y="257605"/>
                </a:lnTo>
                <a:close/>
              </a:path>
              <a:path w="429895" h="857250">
                <a:moveTo>
                  <a:pt x="312983" y="206084"/>
                </a:moveTo>
                <a:lnTo>
                  <a:pt x="304444" y="209070"/>
                </a:lnTo>
                <a:lnTo>
                  <a:pt x="297581" y="223313"/>
                </a:lnTo>
                <a:lnTo>
                  <a:pt x="300568" y="231852"/>
                </a:lnTo>
                <a:lnTo>
                  <a:pt x="314786" y="238702"/>
                </a:lnTo>
                <a:lnTo>
                  <a:pt x="323325" y="235716"/>
                </a:lnTo>
                <a:lnTo>
                  <a:pt x="330187" y="221473"/>
                </a:lnTo>
                <a:lnTo>
                  <a:pt x="327201" y="212934"/>
                </a:lnTo>
                <a:lnTo>
                  <a:pt x="312983" y="206084"/>
                </a:lnTo>
                <a:close/>
              </a:path>
              <a:path w="429895" h="857250">
                <a:moveTo>
                  <a:pt x="337781" y="154563"/>
                </a:moveTo>
                <a:lnTo>
                  <a:pt x="329242" y="157549"/>
                </a:lnTo>
                <a:lnTo>
                  <a:pt x="322380" y="171792"/>
                </a:lnTo>
                <a:lnTo>
                  <a:pt x="325366" y="180331"/>
                </a:lnTo>
                <a:lnTo>
                  <a:pt x="339584" y="187181"/>
                </a:lnTo>
                <a:lnTo>
                  <a:pt x="348123" y="184195"/>
                </a:lnTo>
                <a:lnTo>
                  <a:pt x="354985" y="169952"/>
                </a:lnTo>
                <a:lnTo>
                  <a:pt x="351999" y="161413"/>
                </a:lnTo>
                <a:lnTo>
                  <a:pt x="337781" y="154563"/>
                </a:lnTo>
                <a:close/>
              </a:path>
              <a:path w="429895" h="857250">
                <a:moveTo>
                  <a:pt x="362579" y="103042"/>
                </a:moveTo>
                <a:lnTo>
                  <a:pt x="354041" y="106028"/>
                </a:lnTo>
                <a:lnTo>
                  <a:pt x="347178" y="120271"/>
                </a:lnTo>
                <a:lnTo>
                  <a:pt x="350165" y="128810"/>
                </a:lnTo>
                <a:lnTo>
                  <a:pt x="364382" y="135660"/>
                </a:lnTo>
                <a:lnTo>
                  <a:pt x="372921" y="132674"/>
                </a:lnTo>
                <a:lnTo>
                  <a:pt x="379784" y="118431"/>
                </a:lnTo>
                <a:lnTo>
                  <a:pt x="376797" y="109892"/>
                </a:lnTo>
                <a:lnTo>
                  <a:pt x="362579" y="103042"/>
                </a:lnTo>
                <a:close/>
              </a:path>
              <a:path w="429895" h="857250">
                <a:moveTo>
                  <a:pt x="387379" y="51521"/>
                </a:moveTo>
                <a:lnTo>
                  <a:pt x="378839" y="54507"/>
                </a:lnTo>
                <a:lnTo>
                  <a:pt x="371977" y="68750"/>
                </a:lnTo>
                <a:lnTo>
                  <a:pt x="374963" y="77289"/>
                </a:lnTo>
                <a:lnTo>
                  <a:pt x="389181" y="84139"/>
                </a:lnTo>
                <a:lnTo>
                  <a:pt x="397720" y="81153"/>
                </a:lnTo>
                <a:lnTo>
                  <a:pt x="404582" y="66910"/>
                </a:lnTo>
                <a:lnTo>
                  <a:pt x="401596" y="58370"/>
                </a:lnTo>
                <a:lnTo>
                  <a:pt x="387379" y="51521"/>
                </a:lnTo>
                <a:close/>
              </a:path>
              <a:path w="429895" h="857250">
                <a:moveTo>
                  <a:pt x="412177" y="0"/>
                </a:moveTo>
                <a:lnTo>
                  <a:pt x="403637" y="2985"/>
                </a:lnTo>
                <a:lnTo>
                  <a:pt x="396775" y="17230"/>
                </a:lnTo>
                <a:lnTo>
                  <a:pt x="399761" y="25768"/>
                </a:lnTo>
                <a:lnTo>
                  <a:pt x="413979" y="32618"/>
                </a:lnTo>
                <a:lnTo>
                  <a:pt x="422518" y="29631"/>
                </a:lnTo>
                <a:lnTo>
                  <a:pt x="429380" y="15388"/>
                </a:lnTo>
                <a:lnTo>
                  <a:pt x="426394" y="6850"/>
                </a:lnTo>
                <a:lnTo>
                  <a:pt x="412177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61300" y="563206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03427" y="5450523"/>
            <a:ext cx="414020" cy="801370"/>
          </a:xfrm>
          <a:custGeom>
            <a:avLst/>
            <a:gdLst/>
            <a:ahLst/>
            <a:cxnLst/>
            <a:rect l="l" t="t" r="r" b="b"/>
            <a:pathLst>
              <a:path w="414020" h="801370">
                <a:moveTo>
                  <a:pt x="17031" y="0"/>
                </a:moveTo>
                <a:lnTo>
                  <a:pt x="2891" y="7006"/>
                </a:lnTo>
                <a:lnTo>
                  <a:pt x="0" y="15577"/>
                </a:lnTo>
                <a:lnTo>
                  <a:pt x="7018" y="29744"/>
                </a:lnTo>
                <a:lnTo>
                  <a:pt x="15590" y="32636"/>
                </a:lnTo>
                <a:lnTo>
                  <a:pt x="29730" y="25629"/>
                </a:lnTo>
                <a:lnTo>
                  <a:pt x="32622" y="17058"/>
                </a:lnTo>
                <a:lnTo>
                  <a:pt x="25604" y="2891"/>
                </a:lnTo>
                <a:lnTo>
                  <a:pt x="17031" y="0"/>
                </a:lnTo>
                <a:close/>
              </a:path>
              <a:path w="414020" h="801370">
                <a:moveTo>
                  <a:pt x="42417" y="51234"/>
                </a:moveTo>
                <a:lnTo>
                  <a:pt x="28276" y="58240"/>
                </a:lnTo>
                <a:lnTo>
                  <a:pt x="25384" y="66812"/>
                </a:lnTo>
                <a:lnTo>
                  <a:pt x="32402" y="80979"/>
                </a:lnTo>
                <a:lnTo>
                  <a:pt x="40974" y="83870"/>
                </a:lnTo>
                <a:lnTo>
                  <a:pt x="55115" y="76865"/>
                </a:lnTo>
                <a:lnTo>
                  <a:pt x="58008" y="68292"/>
                </a:lnTo>
                <a:lnTo>
                  <a:pt x="50989" y="54126"/>
                </a:lnTo>
                <a:lnTo>
                  <a:pt x="42417" y="51234"/>
                </a:lnTo>
                <a:close/>
              </a:path>
              <a:path w="414020" h="801370">
                <a:moveTo>
                  <a:pt x="67800" y="102468"/>
                </a:moveTo>
                <a:lnTo>
                  <a:pt x="53660" y="109476"/>
                </a:lnTo>
                <a:lnTo>
                  <a:pt x="50769" y="118049"/>
                </a:lnTo>
                <a:lnTo>
                  <a:pt x="57790" y="132214"/>
                </a:lnTo>
                <a:lnTo>
                  <a:pt x="66361" y="135105"/>
                </a:lnTo>
                <a:lnTo>
                  <a:pt x="80501" y="128098"/>
                </a:lnTo>
                <a:lnTo>
                  <a:pt x="83393" y="119526"/>
                </a:lnTo>
                <a:lnTo>
                  <a:pt x="76372" y="105360"/>
                </a:lnTo>
                <a:lnTo>
                  <a:pt x="67800" y="102468"/>
                </a:lnTo>
                <a:close/>
              </a:path>
              <a:path w="414020" h="801370">
                <a:moveTo>
                  <a:pt x="93187" y="153703"/>
                </a:moveTo>
                <a:lnTo>
                  <a:pt x="79046" y="160709"/>
                </a:lnTo>
                <a:lnTo>
                  <a:pt x="76154" y="169281"/>
                </a:lnTo>
                <a:lnTo>
                  <a:pt x="83173" y="183448"/>
                </a:lnTo>
                <a:lnTo>
                  <a:pt x="91744" y="186340"/>
                </a:lnTo>
                <a:lnTo>
                  <a:pt x="105886" y="179334"/>
                </a:lnTo>
                <a:lnTo>
                  <a:pt x="108778" y="170762"/>
                </a:lnTo>
                <a:lnTo>
                  <a:pt x="101758" y="156595"/>
                </a:lnTo>
                <a:lnTo>
                  <a:pt x="93187" y="153703"/>
                </a:lnTo>
                <a:close/>
              </a:path>
              <a:path w="414020" h="801370">
                <a:moveTo>
                  <a:pt x="118572" y="204938"/>
                </a:moveTo>
                <a:lnTo>
                  <a:pt x="104432" y="211944"/>
                </a:lnTo>
                <a:lnTo>
                  <a:pt x="101539" y="220515"/>
                </a:lnTo>
                <a:lnTo>
                  <a:pt x="108558" y="234682"/>
                </a:lnTo>
                <a:lnTo>
                  <a:pt x="117129" y="237574"/>
                </a:lnTo>
                <a:lnTo>
                  <a:pt x="131271" y="230569"/>
                </a:lnTo>
                <a:lnTo>
                  <a:pt x="134162" y="221997"/>
                </a:lnTo>
                <a:lnTo>
                  <a:pt x="127144" y="207830"/>
                </a:lnTo>
                <a:lnTo>
                  <a:pt x="118572" y="204938"/>
                </a:lnTo>
                <a:close/>
              </a:path>
              <a:path w="414020" h="801370">
                <a:moveTo>
                  <a:pt x="143958" y="256173"/>
                </a:moveTo>
                <a:lnTo>
                  <a:pt x="129816" y="263179"/>
                </a:lnTo>
                <a:lnTo>
                  <a:pt x="126923" y="271750"/>
                </a:lnTo>
                <a:lnTo>
                  <a:pt x="133943" y="285917"/>
                </a:lnTo>
                <a:lnTo>
                  <a:pt x="142514" y="288809"/>
                </a:lnTo>
                <a:lnTo>
                  <a:pt x="156655" y="281803"/>
                </a:lnTo>
                <a:lnTo>
                  <a:pt x="159547" y="273232"/>
                </a:lnTo>
                <a:lnTo>
                  <a:pt x="152529" y="259065"/>
                </a:lnTo>
                <a:lnTo>
                  <a:pt x="143958" y="256173"/>
                </a:lnTo>
                <a:close/>
              </a:path>
              <a:path w="414020" h="801370">
                <a:moveTo>
                  <a:pt x="169339" y="307407"/>
                </a:moveTo>
                <a:lnTo>
                  <a:pt x="155199" y="314416"/>
                </a:lnTo>
                <a:lnTo>
                  <a:pt x="152308" y="322989"/>
                </a:lnTo>
                <a:lnTo>
                  <a:pt x="159331" y="337154"/>
                </a:lnTo>
                <a:lnTo>
                  <a:pt x="167902" y="340044"/>
                </a:lnTo>
                <a:lnTo>
                  <a:pt x="182043" y="333035"/>
                </a:lnTo>
                <a:lnTo>
                  <a:pt x="184933" y="324462"/>
                </a:lnTo>
                <a:lnTo>
                  <a:pt x="177910" y="310297"/>
                </a:lnTo>
                <a:lnTo>
                  <a:pt x="169339" y="307407"/>
                </a:lnTo>
                <a:close/>
              </a:path>
              <a:path w="414020" h="801370">
                <a:moveTo>
                  <a:pt x="194724" y="358642"/>
                </a:moveTo>
                <a:lnTo>
                  <a:pt x="180583" y="365651"/>
                </a:lnTo>
                <a:lnTo>
                  <a:pt x="177694" y="374223"/>
                </a:lnTo>
                <a:lnTo>
                  <a:pt x="184716" y="388388"/>
                </a:lnTo>
                <a:lnTo>
                  <a:pt x="193288" y="391279"/>
                </a:lnTo>
                <a:lnTo>
                  <a:pt x="207427" y="384269"/>
                </a:lnTo>
                <a:lnTo>
                  <a:pt x="210318" y="375697"/>
                </a:lnTo>
                <a:lnTo>
                  <a:pt x="203296" y="361532"/>
                </a:lnTo>
                <a:lnTo>
                  <a:pt x="194724" y="358642"/>
                </a:lnTo>
                <a:close/>
              </a:path>
              <a:path w="414020" h="801370">
                <a:moveTo>
                  <a:pt x="220108" y="409877"/>
                </a:moveTo>
                <a:lnTo>
                  <a:pt x="205968" y="416886"/>
                </a:lnTo>
                <a:lnTo>
                  <a:pt x="203079" y="425458"/>
                </a:lnTo>
                <a:lnTo>
                  <a:pt x="210101" y="439623"/>
                </a:lnTo>
                <a:lnTo>
                  <a:pt x="218673" y="442513"/>
                </a:lnTo>
                <a:lnTo>
                  <a:pt x="232812" y="435504"/>
                </a:lnTo>
                <a:lnTo>
                  <a:pt x="235703" y="426932"/>
                </a:lnTo>
                <a:lnTo>
                  <a:pt x="228681" y="412767"/>
                </a:lnTo>
                <a:lnTo>
                  <a:pt x="220108" y="409877"/>
                </a:lnTo>
                <a:close/>
              </a:path>
              <a:path w="414020" h="801370">
                <a:moveTo>
                  <a:pt x="245493" y="461111"/>
                </a:moveTo>
                <a:lnTo>
                  <a:pt x="231354" y="468120"/>
                </a:lnTo>
                <a:lnTo>
                  <a:pt x="228464" y="476693"/>
                </a:lnTo>
                <a:lnTo>
                  <a:pt x="235485" y="490858"/>
                </a:lnTo>
                <a:lnTo>
                  <a:pt x="244058" y="493748"/>
                </a:lnTo>
                <a:lnTo>
                  <a:pt x="258197" y="486739"/>
                </a:lnTo>
                <a:lnTo>
                  <a:pt x="261087" y="478166"/>
                </a:lnTo>
                <a:lnTo>
                  <a:pt x="254066" y="464001"/>
                </a:lnTo>
                <a:lnTo>
                  <a:pt x="245493" y="461111"/>
                </a:lnTo>
                <a:close/>
              </a:path>
              <a:path w="414020" h="801370">
                <a:moveTo>
                  <a:pt x="270878" y="512346"/>
                </a:moveTo>
                <a:lnTo>
                  <a:pt x="256739" y="519355"/>
                </a:lnTo>
                <a:lnTo>
                  <a:pt x="253848" y="527927"/>
                </a:lnTo>
                <a:lnTo>
                  <a:pt x="260870" y="542092"/>
                </a:lnTo>
                <a:lnTo>
                  <a:pt x="269443" y="544983"/>
                </a:lnTo>
                <a:lnTo>
                  <a:pt x="283583" y="537973"/>
                </a:lnTo>
                <a:lnTo>
                  <a:pt x="286472" y="529401"/>
                </a:lnTo>
                <a:lnTo>
                  <a:pt x="279450" y="515236"/>
                </a:lnTo>
                <a:lnTo>
                  <a:pt x="270878" y="512346"/>
                </a:lnTo>
                <a:close/>
              </a:path>
              <a:path w="414020" h="801370">
                <a:moveTo>
                  <a:pt x="296271" y="563581"/>
                </a:moveTo>
                <a:lnTo>
                  <a:pt x="282129" y="570583"/>
                </a:lnTo>
                <a:lnTo>
                  <a:pt x="279234" y="579154"/>
                </a:lnTo>
                <a:lnTo>
                  <a:pt x="286249" y="593323"/>
                </a:lnTo>
                <a:lnTo>
                  <a:pt x="294820" y="596217"/>
                </a:lnTo>
                <a:lnTo>
                  <a:pt x="308963" y="589214"/>
                </a:lnTo>
                <a:lnTo>
                  <a:pt x="311857" y="580644"/>
                </a:lnTo>
                <a:lnTo>
                  <a:pt x="304841" y="566475"/>
                </a:lnTo>
                <a:lnTo>
                  <a:pt x="296271" y="563581"/>
                </a:lnTo>
                <a:close/>
              </a:path>
              <a:path w="414020" h="801370">
                <a:moveTo>
                  <a:pt x="321656" y="614815"/>
                </a:moveTo>
                <a:lnTo>
                  <a:pt x="307513" y="621818"/>
                </a:lnTo>
                <a:lnTo>
                  <a:pt x="304619" y="630389"/>
                </a:lnTo>
                <a:lnTo>
                  <a:pt x="311635" y="644557"/>
                </a:lnTo>
                <a:lnTo>
                  <a:pt x="320205" y="647452"/>
                </a:lnTo>
                <a:lnTo>
                  <a:pt x="334347" y="640449"/>
                </a:lnTo>
                <a:lnTo>
                  <a:pt x="337242" y="631878"/>
                </a:lnTo>
                <a:lnTo>
                  <a:pt x="330227" y="617710"/>
                </a:lnTo>
                <a:lnTo>
                  <a:pt x="321656" y="614815"/>
                </a:lnTo>
                <a:close/>
              </a:path>
              <a:path w="414020" h="801370">
                <a:moveTo>
                  <a:pt x="347041" y="666050"/>
                </a:moveTo>
                <a:lnTo>
                  <a:pt x="332898" y="673053"/>
                </a:lnTo>
                <a:lnTo>
                  <a:pt x="330004" y="681623"/>
                </a:lnTo>
                <a:lnTo>
                  <a:pt x="337019" y="695792"/>
                </a:lnTo>
                <a:lnTo>
                  <a:pt x="345589" y="698686"/>
                </a:lnTo>
                <a:lnTo>
                  <a:pt x="359733" y="691684"/>
                </a:lnTo>
                <a:lnTo>
                  <a:pt x="362626" y="683113"/>
                </a:lnTo>
                <a:lnTo>
                  <a:pt x="355612" y="668944"/>
                </a:lnTo>
                <a:lnTo>
                  <a:pt x="347041" y="666050"/>
                </a:lnTo>
                <a:close/>
              </a:path>
              <a:path w="414020" h="801370">
                <a:moveTo>
                  <a:pt x="372426" y="717285"/>
                </a:moveTo>
                <a:lnTo>
                  <a:pt x="358283" y="724287"/>
                </a:lnTo>
                <a:lnTo>
                  <a:pt x="355389" y="732858"/>
                </a:lnTo>
                <a:lnTo>
                  <a:pt x="362404" y="747027"/>
                </a:lnTo>
                <a:lnTo>
                  <a:pt x="370975" y="749921"/>
                </a:lnTo>
                <a:lnTo>
                  <a:pt x="385118" y="742918"/>
                </a:lnTo>
                <a:lnTo>
                  <a:pt x="388012" y="734348"/>
                </a:lnTo>
                <a:lnTo>
                  <a:pt x="380997" y="720179"/>
                </a:lnTo>
                <a:lnTo>
                  <a:pt x="372426" y="717285"/>
                </a:lnTo>
                <a:close/>
              </a:path>
              <a:path w="414020" h="801370">
                <a:moveTo>
                  <a:pt x="397810" y="768520"/>
                </a:moveTo>
                <a:lnTo>
                  <a:pt x="383668" y="775522"/>
                </a:lnTo>
                <a:lnTo>
                  <a:pt x="380773" y="784093"/>
                </a:lnTo>
                <a:lnTo>
                  <a:pt x="387789" y="798261"/>
                </a:lnTo>
                <a:lnTo>
                  <a:pt x="396360" y="801156"/>
                </a:lnTo>
                <a:lnTo>
                  <a:pt x="410503" y="794153"/>
                </a:lnTo>
                <a:lnTo>
                  <a:pt x="413397" y="785582"/>
                </a:lnTo>
                <a:lnTo>
                  <a:pt x="406382" y="771414"/>
                </a:lnTo>
                <a:lnTo>
                  <a:pt x="397810" y="76852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236464" y="5282183"/>
            <a:ext cx="356615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279198" y="52994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79198" y="52994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18303" y="6224015"/>
            <a:ext cx="356615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61707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61707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08903" y="6224015"/>
            <a:ext cx="356615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51864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51864" y="624250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54496" y="5465063"/>
            <a:ext cx="356616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97877" y="54848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297877" y="54848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70832" y="5422391"/>
            <a:ext cx="359663" cy="356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15355" y="54404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15355" y="54404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42842" y="5447369"/>
            <a:ext cx="763270" cy="158750"/>
          </a:xfrm>
          <a:custGeom>
            <a:avLst/>
            <a:gdLst/>
            <a:ahLst/>
            <a:cxnLst/>
            <a:rect l="l" t="t" r="r" b="b"/>
            <a:pathLst>
              <a:path w="763270" h="158750">
                <a:moveTo>
                  <a:pt x="10105" y="0"/>
                </a:moveTo>
                <a:lnTo>
                  <a:pt x="2706" y="5204"/>
                </a:lnTo>
                <a:lnTo>
                  <a:pt x="0" y="20753"/>
                </a:lnTo>
                <a:lnTo>
                  <a:pt x="5205" y="28152"/>
                </a:lnTo>
                <a:lnTo>
                  <a:pt x="20781" y="30862"/>
                </a:lnTo>
                <a:lnTo>
                  <a:pt x="28180" y="25657"/>
                </a:lnTo>
                <a:lnTo>
                  <a:pt x="30886" y="10109"/>
                </a:lnTo>
                <a:lnTo>
                  <a:pt x="25680" y="2711"/>
                </a:lnTo>
                <a:lnTo>
                  <a:pt x="10105" y="0"/>
                </a:lnTo>
                <a:close/>
              </a:path>
              <a:path w="763270" h="158750">
                <a:moveTo>
                  <a:pt x="66436" y="9804"/>
                </a:moveTo>
                <a:lnTo>
                  <a:pt x="59038" y="15010"/>
                </a:lnTo>
                <a:lnTo>
                  <a:pt x="56332" y="30557"/>
                </a:lnTo>
                <a:lnTo>
                  <a:pt x="61537" y="37956"/>
                </a:lnTo>
                <a:lnTo>
                  <a:pt x="77113" y="40666"/>
                </a:lnTo>
                <a:lnTo>
                  <a:pt x="84512" y="35462"/>
                </a:lnTo>
                <a:lnTo>
                  <a:pt x="87218" y="19913"/>
                </a:lnTo>
                <a:lnTo>
                  <a:pt x="82012" y="12514"/>
                </a:lnTo>
                <a:lnTo>
                  <a:pt x="66436" y="9804"/>
                </a:lnTo>
                <a:close/>
              </a:path>
              <a:path w="763270" h="158750">
                <a:moveTo>
                  <a:pt x="122769" y="19608"/>
                </a:moveTo>
                <a:lnTo>
                  <a:pt x="115370" y="24813"/>
                </a:lnTo>
                <a:lnTo>
                  <a:pt x="112664" y="40360"/>
                </a:lnTo>
                <a:lnTo>
                  <a:pt x="117868" y="47759"/>
                </a:lnTo>
                <a:lnTo>
                  <a:pt x="133443" y="50472"/>
                </a:lnTo>
                <a:lnTo>
                  <a:pt x="140842" y="45266"/>
                </a:lnTo>
                <a:lnTo>
                  <a:pt x="143550" y="29719"/>
                </a:lnTo>
                <a:lnTo>
                  <a:pt x="138344" y="22320"/>
                </a:lnTo>
                <a:lnTo>
                  <a:pt x="122769" y="19608"/>
                </a:lnTo>
                <a:close/>
              </a:path>
              <a:path w="763270" h="158750">
                <a:moveTo>
                  <a:pt x="179100" y="29413"/>
                </a:moveTo>
                <a:lnTo>
                  <a:pt x="171701" y="34618"/>
                </a:lnTo>
                <a:lnTo>
                  <a:pt x="168995" y="50166"/>
                </a:lnTo>
                <a:lnTo>
                  <a:pt x="174200" y="57565"/>
                </a:lnTo>
                <a:lnTo>
                  <a:pt x="189776" y="60275"/>
                </a:lnTo>
                <a:lnTo>
                  <a:pt x="197175" y="55071"/>
                </a:lnTo>
                <a:lnTo>
                  <a:pt x="199881" y="39522"/>
                </a:lnTo>
                <a:lnTo>
                  <a:pt x="194675" y="32124"/>
                </a:lnTo>
                <a:lnTo>
                  <a:pt x="179100" y="29413"/>
                </a:lnTo>
                <a:close/>
              </a:path>
              <a:path w="763270" h="158750">
                <a:moveTo>
                  <a:pt x="235431" y="39217"/>
                </a:moveTo>
                <a:lnTo>
                  <a:pt x="228032" y="44423"/>
                </a:lnTo>
                <a:lnTo>
                  <a:pt x="225327" y="59971"/>
                </a:lnTo>
                <a:lnTo>
                  <a:pt x="230532" y="67369"/>
                </a:lnTo>
                <a:lnTo>
                  <a:pt x="246109" y="70079"/>
                </a:lnTo>
                <a:lnTo>
                  <a:pt x="253508" y="64874"/>
                </a:lnTo>
                <a:lnTo>
                  <a:pt x="256212" y="49326"/>
                </a:lnTo>
                <a:lnTo>
                  <a:pt x="251006" y="41927"/>
                </a:lnTo>
                <a:lnTo>
                  <a:pt x="235431" y="39217"/>
                </a:lnTo>
                <a:close/>
              </a:path>
              <a:path w="763270" h="158750">
                <a:moveTo>
                  <a:pt x="291762" y="49022"/>
                </a:moveTo>
                <a:lnTo>
                  <a:pt x="284364" y="54227"/>
                </a:lnTo>
                <a:lnTo>
                  <a:pt x="281659" y="69776"/>
                </a:lnTo>
                <a:lnTo>
                  <a:pt x="286865" y="77174"/>
                </a:lnTo>
                <a:lnTo>
                  <a:pt x="302441" y="79884"/>
                </a:lnTo>
                <a:lnTo>
                  <a:pt x="309839" y="74678"/>
                </a:lnTo>
                <a:lnTo>
                  <a:pt x="312544" y="59131"/>
                </a:lnTo>
                <a:lnTo>
                  <a:pt x="307338" y="51732"/>
                </a:lnTo>
                <a:lnTo>
                  <a:pt x="291762" y="49022"/>
                </a:lnTo>
                <a:close/>
              </a:path>
              <a:path w="763270" h="158750">
                <a:moveTo>
                  <a:pt x="348094" y="58826"/>
                </a:moveTo>
                <a:lnTo>
                  <a:pt x="340696" y="64032"/>
                </a:lnTo>
                <a:lnTo>
                  <a:pt x="337991" y="79580"/>
                </a:lnTo>
                <a:lnTo>
                  <a:pt x="343197" y="86979"/>
                </a:lnTo>
                <a:lnTo>
                  <a:pt x="358772" y="89688"/>
                </a:lnTo>
                <a:lnTo>
                  <a:pt x="366171" y="84482"/>
                </a:lnTo>
                <a:lnTo>
                  <a:pt x="368876" y="68935"/>
                </a:lnTo>
                <a:lnTo>
                  <a:pt x="363670" y="61536"/>
                </a:lnTo>
                <a:lnTo>
                  <a:pt x="348094" y="58826"/>
                </a:lnTo>
                <a:close/>
              </a:path>
              <a:path w="763270" h="158750">
                <a:moveTo>
                  <a:pt x="404426" y="68632"/>
                </a:moveTo>
                <a:lnTo>
                  <a:pt x="397027" y="73836"/>
                </a:lnTo>
                <a:lnTo>
                  <a:pt x="394322" y="89385"/>
                </a:lnTo>
                <a:lnTo>
                  <a:pt x="399528" y="96784"/>
                </a:lnTo>
                <a:lnTo>
                  <a:pt x="415104" y="99493"/>
                </a:lnTo>
                <a:lnTo>
                  <a:pt x="422503" y="94287"/>
                </a:lnTo>
                <a:lnTo>
                  <a:pt x="425207" y="78740"/>
                </a:lnTo>
                <a:lnTo>
                  <a:pt x="420002" y="71340"/>
                </a:lnTo>
                <a:lnTo>
                  <a:pt x="404426" y="68632"/>
                </a:lnTo>
                <a:close/>
              </a:path>
              <a:path w="763270" h="158750">
                <a:moveTo>
                  <a:pt x="460757" y="78436"/>
                </a:moveTo>
                <a:lnTo>
                  <a:pt x="453359" y="83642"/>
                </a:lnTo>
                <a:lnTo>
                  <a:pt x="450654" y="99189"/>
                </a:lnTo>
                <a:lnTo>
                  <a:pt x="455860" y="106588"/>
                </a:lnTo>
                <a:lnTo>
                  <a:pt x="471436" y="109297"/>
                </a:lnTo>
                <a:lnTo>
                  <a:pt x="478834" y="104091"/>
                </a:lnTo>
                <a:lnTo>
                  <a:pt x="481539" y="88544"/>
                </a:lnTo>
                <a:lnTo>
                  <a:pt x="476333" y="81145"/>
                </a:lnTo>
                <a:lnTo>
                  <a:pt x="460757" y="78436"/>
                </a:lnTo>
                <a:close/>
              </a:path>
              <a:path w="763270" h="158750">
                <a:moveTo>
                  <a:pt x="517089" y="88240"/>
                </a:moveTo>
                <a:lnTo>
                  <a:pt x="509691" y="93446"/>
                </a:lnTo>
                <a:lnTo>
                  <a:pt x="506986" y="108993"/>
                </a:lnTo>
                <a:lnTo>
                  <a:pt x="512192" y="116392"/>
                </a:lnTo>
                <a:lnTo>
                  <a:pt x="527767" y="119101"/>
                </a:lnTo>
                <a:lnTo>
                  <a:pt x="535166" y="113896"/>
                </a:lnTo>
                <a:lnTo>
                  <a:pt x="537871" y="98348"/>
                </a:lnTo>
                <a:lnTo>
                  <a:pt x="532665" y="90949"/>
                </a:lnTo>
                <a:lnTo>
                  <a:pt x="517089" y="88240"/>
                </a:lnTo>
                <a:close/>
              </a:path>
              <a:path w="763270" h="158750">
                <a:moveTo>
                  <a:pt x="573424" y="98044"/>
                </a:moveTo>
                <a:lnTo>
                  <a:pt x="566025" y="103248"/>
                </a:lnTo>
                <a:lnTo>
                  <a:pt x="563317" y="118795"/>
                </a:lnTo>
                <a:lnTo>
                  <a:pt x="568520" y="126194"/>
                </a:lnTo>
                <a:lnTo>
                  <a:pt x="584097" y="128907"/>
                </a:lnTo>
                <a:lnTo>
                  <a:pt x="591496" y="123703"/>
                </a:lnTo>
                <a:lnTo>
                  <a:pt x="594203" y="108155"/>
                </a:lnTo>
                <a:lnTo>
                  <a:pt x="588999" y="100756"/>
                </a:lnTo>
                <a:lnTo>
                  <a:pt x="573424" y="98044"/>
                </a:lnTo>
                <a:close/>
              </a:path>
              <a:path w="763270" h="158750">
                <a:moveTo>
                  <a:pt x="629756" y="107848"/>
                </a:moveTo>
                <a:lnTo>
                  <a:pt x="622355" y="113052"/>
                </a:lnTo>
                <a:lnTo>
                  <a:pt x="619648" y="128600"/>
                </a:lnTo>
                <a:lnTo>
                  <a:pt x="624852" y="135999"/>
                </a:lnTo>
                <a:lnTo>
                  <a:pt x="640427" y="138711"/>
                </a:lnTo>
                <a:lnTo>
                  <a:pt x="647828" y="133507"/>
                </a:lnTo>
                <a:lnTo>
                  <a:pt x="650535" y="117960"/>
                </a:lnTo>
                <a:lnTo>
                  <a:pt x="645331" y="110561"/>
                </a:lnTo>
                <a:lnTo>
                  <a:pt x="629756" y="107848"/>
                </a:lnTo>
                <a:close/>
              </a:path>
              <a:path w="763270" h="158750">
                <a:moveTo>
                  <a:pt x="686087" y="117652"/>
                </a:moveTo>
                <a:lnTo>
                  <a:pt x="678688" y="122857"/>
                </a:lnTo>
                <a:lnTo>
                  <a:pt x="675980" y="138404"/>
                </a:lnTo>
                <a:lnTo>
                  <a:pt x="681184" y="145803"/>
                </a:lnTo>
                <a:lnTo>
                  <a:pt x="696760" y="148516"/>
                </a:lnTo>
                <a:lnTo>
                  <a:pt x="704159" y="143312"/>
                </a:lnTo>
                <a:lnTo>
                  <a:pt x="706868" y="127764"/>
                </a:lnTo>
                <a:lnTo>
                  <a:pt x="701663" y="120365"/>
                </a:lnTo>
                <a:lnTo>
                  <a:pt x="686087" y="117652"/>
                </a:lnTo>
                <a:close/>
              </a:path>
              <a:path w="763270" h="158750">
                <a:moveTo>
                  <a:pt x="742419" y="127457"/>
                </a:moveTo>
                <a:lnTo>
                  <a:pt x="735020" y="132661"/>
                </a:lnTo>
                <a:lnTo>
                  <a:pt x="732312" y="148208"/>
                </a:lnTo>
                <a:lnTo>
                  <a:pt x="737515" y="155608"/>
                </a:lnTo>
                <a:lnTo>
                  <a:pt x="753092" y="158321"/>
                </a:lnTo>
                <a:lnTo>
                  <a:pt x="760491" y="153116"/>
                </a:lnTo>
                <a:lnTo>
                  <a:pt x="763198" y="137568"/>
                </a:lnTo>
                <a:lnTo>
                  <a:pt x="757994" y="130169"/>
                </a:lnTo>
                <a:lnTo>
                  <a:pt x="742419" y="127457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119535" y="5209820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932935" y="586578"/>
                </a:moveTo>
                <a:lnTo>
                  <a:pt x="864432" y="600535"/>
                </a:lnTo>
                <a:lnTo>
                  <a:pt x="797034" y="612638"/>
                </a:lnTo>
                <a:lnTo>
                  <a:pt x="730949" y="622904"/>
                </a:lnTo>
                <a:lnTo>
                  <a:pt x="666383" y="631349"/>
                </a:lnTo>
                <a:lnTo>
                  <a:pt x="603543" y="637991"/>
                </a:lnTo>
                <a:lnTo>
                  <a:pt x="542637" y="642844"/>
                </a:lnTo>
                <a:lnTo>
                  <a:pt x="483871" y="645926"/>
                </a:lnTo>
                <a:lnTo>
                  <a:pt x="427452" y="647254"/>
                </a:lnTo>
                <a:lnTo>
                  <a:pt x="373588" y="646843"/>
                </a:lnTo>
                <a:lnTo>
                  <a:pt x="322485" y="644711"/>
                </a:lnTo>
                <a:lnTo>
                  <a:pt x="274350" y="640873"/>
                </a:lnTo>
                <a:lnTo>
                  <a:pt x="229391" y="635347"/>
                </a:lnTo>
                <a:lnTo>
                  <a:pt x="187814" y="628148"/>
                </a:lnTo>
                <a:lnTo>
                  <a:pt x="149826" y="619294"/>
                </a:lnTo>
                <a:lnTo>
                  <a:pt x="85447" y="596685"/>
                </a:lnTo>
                <a:lnTo>
                  <a:pt x="37910" y="567651"/>
                </a:lnTo>
                <a:lnTo>
                  <a:pt x="8870" y="532325"/>
                </a:lnTo>
                <a:lnTo>
                  <a:pt x="0" y="491226"/>
                </a:lnTo>
                <a:lnTo>
                  <a:pt x="3420" y="469434"/>
                </a:lnTo>
                <a:lnTo>
                  <a:pt x="25210" y="424226"/>
                </a:lnTo>
                <a:lnTo>
                  <a:pt x="65718" y="377523"/>
                </a:lnTo>
                <a:lnTo>
                  <a:pt x="123492" y="330128"/>
                </a:lnTo>
                <a:lnTo>
                  <a:pt x="158399" y="306422"/>
                </a:lnTo>
                <a:lnTo>
                  <a:pt x="197077" y="282844"/>
                </a:lnTo>
                <a:lnTo>
                  <a:pt x="239344" y="259495"/>
                </a:lnTo>
                <a:lnTo>
                  <a:pt x="285018" y="236475"/>
                </a:lnTo>
                <a:lnTo>
                  <a:pt x="333918" y="213885"/>
                </a:lnTo>
                <a:lnTo>
                  <a:pt x="385862" y="191825"/>
                </a:lnTo>
                <a:lnTo>
                  <a:pt x="440668" y="170395"/>
                </a:lnTo>
                <a:lnTo>
                  <a:pt x="498155" y="149696"/>
                </a:lnTo>
                <a:lnTo>
                  <a:pt x="558140" y="129828"/>
                </a:lnTo>
                <a:lnTo>
                  <a:pt x="620441" y="110891"/>
                </a:lnTo>
                <a:lnTo>
                  <a:pt x="684878" y="92987"/>
                </a:lnTo>
                <a:lnTo>
                  <a:pt x="751268" y="76215"/>
                </a:lnTo>
                <a:lnTo>
                  <a:pt x="819429" y="60675"/>
                </a:lnTo>
                <a:lnTo>
                  <a:pt x="887932" y="46718"/>
                </a:lnTo>
                <a:lnTo>
                  <a:pt x="955330" y="34615"/>
                </a:lnTo>
                <a:lnTo>
                  <a:pt x="1021415" y="24349"/>
                </a:lnTo>
                <a:lnTo>
                  <a:pt x="1085981" y="15904"/>
                </a:lnTo>
                <a:lnTo>
                  <a:pt x="1148821" y="9263"/>
                </a:lnTo>
                <a:lnTo>
                  <a:pt x="1209727" y="4409"/>
                </a:lnTo>
                <a:lnTo>
                  <a:pt x="1268493" y="1327"/>
                </a:lnTo>
                <a:lnTo>
                  <a:pt x="1324912" y="0"/>
                </a:lnTo>
                <a:lnTo>
                  <a:pt x="1378776" y="410"/>
                </a:lnTo>
                <a:lnTo>
                  <a:pt x="1429879" y="2543"/>
                </a:lnTo>
                <a:lnTo>
                  <a:pt x="1478014" y="6380"/>
                </a:lnTo>
                <a:lnTo>
                  <a:pt x="1522973" y="11906"/>
                </a:lnTo>
                <a:lnTo>
                  <a:pt x="1564550" y="19105"/>
                </a:lnTo>
                <a:lnTo>
                  <a:pt x="1602538" y="27959"/>
                </a:lnTo>
                <a:lnTo>
                  <a:pt x="1666917" y="50568"/>
                </a:lnTo>
                <a:lnTo>
                  <a:pt x="1714454" y="79602"/>
                </a:lnTo>
                <a:lnTo>
                  <a:pt x="1743494" y="114928"/>
                </a:lnTo>
                <a:lnTo>
                  <a:pt x="1752365" y="156027"/>
                </a:lnTo>
                <a:lnTo>
                  <a:pt x="1748944" y="177820"/>
                </a:lnTo>
                <a:lnTo>
                  <a:pt x="1727154" y="223028"/>
                </a:lnTo>
                <a:lnTo>
                  <a:pt x="1686646" y="269731"/>
                </a:lnTo>
                <a:lnTo>
                  <a:pt x="1628872" y="317126"/>
                </a:lnTo>
                <a:lnTo>
                  <a:pt x="1593965" y="340832"/>
                </a:lnTo>
                <a:lnTo>
                  <a:pt x="1555287" y="364409"/>
                </a:lnTo>
                <a:lnTo>
                  <a:pt x="1513020" y="387758"/>
                </a:lnTo>
                <a:lnTo>
                  <a:pt x="1467346" y="410778"/>
                </a:lnTo>
                <a:lnTo>
                  <a:pt x="1418446" y="433368"/>
                </a:lnTo>
                <a:lnTo>
                  <a:pt x="1366502" y="455428"/>
                </a:lnTo>
                <a:lnTo>
                  <a:pt x="1311696" y="476858"/>
                </a:lnTo>
                <a:lnTo>
                  <a:pt x="1254209" y="497558"/>
                </a:lnTo>
                <a:lnTo>
                  <a:pt x="1194224" y="517426"/>
                </a:lnTo>
                <a:lnTo>
                  <a:pt x="1131923" y="536362"/>
                </a:lnTo>
                <a:lnTo>
                  <a:pt x="1067486" y="554267"/>
                </a:lnTo>
                <a:lnTo>
                  <a:pt x="1001096" y="571039"/>
                </a:lnTo>
                <a:lnTo>
                  <a:pt x="932935" y="586578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672266" y="5372869"/>
            <a:ext cx="969010" cy="1268730"/>
          </a:xfrm>
          <a:custGeom>
            <a:avLst/>
            <a:gdLst/>
            <a:ahLst/>
            <a:cxnLst/>
            <a:rect l="l" t="t" r="r" b="b"/>
            <a:pathLst>
              <a:path w="969009" h="1268729">
                <a:moveTo>
                  <a:pt x="251766" y="473070"/>
                </a:moveTo>
                <a:lnTo>
                  <a:pt x="291405" y="417900"/>
                </a:lnTo>
                <a:lnTo>
                  <a:pt x="331917" y="365415"/>
                </a:lnTo>
                <a:lnTo>
                  <a:pt x="373072" y="315774"/>
                </a:lnTo>
                <a:lnTo>
                  <a:pt x="414636" y="269136"/>
                </a:lnTo>
                <a:lnTo>
                  <a:pt x="456377" y="225661"/>
                </a:lnTo>
                <a:lnTo>
                  <a:pt x="498063" y="185509"/>
                </a:lnTo>
                <a:lnTo>
                  <a:pt x="539463" y="148840"/>
                </a:lnTo>
                <a:lnTo>
                  <a:pt x="580343" y="115812"/>
                </a:lnTo>
                <a:lnTo>
                  <a:pt x="620471" y="86586"/>
                </a:lnTo>
                <a:lnTo>
                  <a:pt x="659616" y="61321"/>
                </a:lnTo>
                <a:lnTo>
                  <a:pt x="697546" y="40176"/>
                </a:lnTo>
                <a:lnTo>
                  <a:pt x="734027" y="23313"/>
                </a:lnTo>
                <a:lnTo>
                  <a:pt x="801716" y="3065"/>
                </a:lnTo>
                <a:lnTo>
                  <a:pt x="832460" y="0"/>
                </a:lnTo>
                <a:lnTo>
                  <a:pt x="860826" y="1853"/>
                </a:lnTo>
                <a:lnTo>
                  <a:pt x="909501" y="20956"/>
                </a:lnTo>
                <a:lnTo>
                  <a:pt x="944479" y="59822"/>
                </a:lnTo>
                <a:lnTo>
                  <a:pt x="964102" y="115594"/>
                </a:lnTo>
                <a:lnTo>
                  <a:pt x="968913" y="186083"/>
                </a:lnTo>
                <a:lnTo>
                  <a:pt x="965933" y="226162"/>
                </a:lnTo>
                <a:lnTo>
                  <a:pt x="959455" y="269101"/>
                </a:lnTo>
                <a:lnTo>
                  <a:pt x="949545" y="314625"/>
                </a:lnTo>
                <a:lnTo>
                  <a:pt x="936271" y="362461"/>
                </a:lnTo>
                <a:lnTo>
                  <a:pt x="919702" y="412336"/>
                </a:lnTo>
                <a:lnTo>
                  <a:pt x="899905" y="463976"/>
                </a:lnTo>
                <a:lnTo>
                  <a:pt x="876949" y="517107"/>
                </a:lnTo>
                <a:lnTo>
                  <a:pt x="850900" y="571456"/>
                </a:lnTo>
                <a:lnTo>
                  <a:pt x="821828" y="626750"/>
                </a:lnTo>
                <a:lnTo>
                  <a:pt x="789799" y="682716"/>
                </a:lnTo>
                <a:lnTo>
                  <a:pt x="754883" y="739079"/>
                </a:lnTo>
                <a:lnTo>
                  <a:pt x="717146" y="795566"/>
                </a:lnTo>
                <a:lnTo>
                  <a:pt x="677507" y="850736"/>
                </a:lnTo>
                <a:lnTo>
                  <a:pt x="636995" y="903221"/>
                </a:lnTo>
                <a:lnTo>
                  <a:pt x="595840" y="952862"/>
                </a:lnTo>
                <a:lnTo>
                  <a:pt x="554277" y="999500"/>
                </a:lnTo>
                <a:lnTo>
                  <a:pt x="512535" y="1042975"/>
                </a:lnTo>
                <a:lnTo>
                  <a:pt x="470849" y="1083127"/>
                </a:lnTo>
                <a:lnTo>
                  <a:pt x="429450" y="1119797"/>
                </a:lnTo>
                <a:lnTo>
                  <a:pt x="388570" y="1152824"/>
                </a:lnTo>
                <a:lnTo>
                  <a:pt x="348441" y="1182050"/>
                </a:lnTo>
                <a:lnTo>
                  <a:pt x="309296" y="1207315"/>
                </a:lnTo>
                <a:lnTo>
                  <a:pt x="271367" y="1228460"/>
                </a:lnTo>
                <a:lnTo>
                  <a:pt x="234886" y="1245324"/>
                </a:lnTo>
                <a:lnTo>
                  <a:pt x="167196" y="1265572"/>
                </a:lnTo>
                <a:lnTo>
                  <a:pt x="136453" y="1268637"/>
                </a:lnTo>
                <a:lnTo>
                  <a:pt x="108086" y="1266783"/>
                </a:lnTo>
                <a:lnTo>
                  <a:pt x="59411" y="1247681"/>
                </a:lnTo>
                <a:lnTo>
                  <a:pt x="24433" y="1208814"/>
                </a:lnTo>
                <a:lnTo>
                  <a:pt x="4810" y="1153042"/>
                </a:lnTo>
                <a:lnTo>
                  <a:pt x="0" y="1082553"/>
                </a:lnTo>
                <a:lnTo>
                  <a:pt x="2979" y="1042474"/>
                </a:lnTo>
                <a:lnTo>
                  <a:pt x="9458" y="999535"/>
                </a:lnTo>
                <a:lnTo>
                  <a:pt x="19368" y="954011"/>
                </a:lnTo>
                <a:lnTo>
                  <a:pt x="32641" y="906175"/>
                </a:lnTo>
                <a:lnTo>
                  <a:pt x="49210" y="856300"/>
                </a:lnTo>
                <a:lnTo>
                  <a:pt x="69007" y="804661"/>
                </a:lnTo>
                <a:lnTo>
                  <a:pt x="91964" y="751529"/>
                </a:lnTo>
                <a:lnTo>
                  <a:pt x="118012" y="697180"/>
                </a:lnTo>
                <a:lnTo>
                  <a:pt x="147084" y="641886"/>
                </a:lnTo>
                <a:lnTo>
                  <a:pt x="179113" y="585920"/>
                </a:lnTo>
                <a:lnTo>
                  <a:pt x="214029" y="529557"/>
                </a:lnTo>
                <a:lnTo>
                  <a:pt x="251766" y="473070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92296" y="6044183"/>
            <a:ext cx="356615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934602" y="60639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934602" y="60639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802296" y="5942662"/>
            <a:ext cx="1357630" cy="729615"/>
          </a:xfrm>
          <a:custGeom>
            <a:avLst/>
            <a:gdLst/>
            <a:ahLst/>
            <a:cxnLst/>
            <a:rect l="l" t="t" r="r" b="b"/>
            <a:pathLst>
              <a:path w="1357629" h="729615">
                <a:moveTo>
                  <a:pt x="4974" y="184179"/>
                </a:moveTo>
                <a:lnTo>
                  <a:pt x="31091" y="130131"/>
                </a:lnTo>
                <a:lnTo>
                  <a:pt x="76756" y="84911"/>
                </a:lnTo>
                <a:lnTo>
                  <a:pt x="139823" y="48902"/>
                </a:lnTo>
                <a:lnTo>
                  <a:pt x="177213" y="34473"/>
                </a:lnTo>
                <a:lnTo>
                  <a:pt x="218151" y="22491"/>
                </a:lnTo>
                <a:lnTo>
                  <a:pt x="262368" y="13004"/>
                </a:lnTo>
                <a:lnTo>
                  <a:pt x="309597" y="6062"/>
                </a:lnTo>
                <a:lnTo>
                  <a:pt x="359570" y="1711"/>
                </a:lnTo>
                <a:lnTo>
                  <a:pt x="412018" y="0"/>
                </a:lnTo>
                <a:lnTo>
                  <a:pt x="466674" y="976"/>
                </a:lnTo>
                <a:lnTo>
                  <a:pt x="523271" y="4690"/>
                </a:lnTo>
                <a:lnTo>
                  <a:pt x="581540" y="11187"/>
                </a:lnTo>
                <a:lnTo>
                  <a:pt x="641213" y="20517"/>
                </a:lnTo>
                <a:lnTo>
                  <a:pt x="702023" y="32727"/>
                </a:lnTo>
                <a:lnTo>
                  <a:pt x="763702" y="47866"/>
                </a:lnTo>
                <a:lnTo>
                  <a:pt x="824687" y="65594"/>
                </a:lnTo>
                <a:lnTo>
                  <a:pt x="883455" y="85425"/>
                </a:lnTo>
                <a:lnTo>
                  <a:pt x="939799" y="107182"/>
                </a:lnTo>
                <a:lnTo>
                  <a:pt x="993510" y="130690"/>
                </a:lnTo>
                <a:lnTo>
                  <a:pt x="1044380" y="155772"/>
                </a:lnTo>
                <a:lnTo>
                  <a:pt x="1092203" y="182254"/>
                </a:lnTo>
                <a:lnTo>
                  <a:pt x="1136769" y="209960"/>
                </a:lnTo>
                <a:lnTo>
                  <a:pt x="1177871" y="238715"/>
                </a:lnTo>
                <a:lnTo>
                  <a:pt x="1215301" y="268342"/>
                </a:lnTo>
                <a:lnTo>
                  <a:pt x="1248851" y="298666"/>
                </a:lnTo>
                <a:lnTo>
                  <a:pt x="1278313" y="329511"/>
                </a:lnTo>
                <a:lnTo>
                  <a:pt x="1303479" y="360703"/>
                </a:lnTo>
                <a:lnTo>
                  <a:pt x="1340093" y="423421"/>
                </a:lnTo>
                <a:lnTo>
                  <a:pt x="1357029" y="485415"/>
                </a:lnTo>
                <a:lnTo>
                  <a:pt x="1357598" y="515702"/>
                </a:lnTo>
                <a:lnTo>
                  <a:pt x="1352624" y="545281"/>
                </a:lnTo>
                <a:lnTo>
                  <a:pt x="1326506" y="599329"/>
                </a:lnTo>
                <a:lnTo>
                  <a:pt x="1280842" y="644549"/>
                </a:lnTo>
                <a:lnTo>
                  <a:pt x="1217774" y="680558"/>
                </a:lnTo>
                <a:lnTo>
                  <a:pt x="1180384" y="694987"/>
                </a:lnTo>
                <a:lnTo>
                  <a:pt x="1139446" y="706969"/>
                </a:lnTo>
                <a:lnTo>
                  <a:pt x="1095229" y="716456"/>
                </a:lnTo>
                <a:lnTo>
                  <a:pt x="1048000" y="723398"/>
                </a:lnTo>
                <a:lnTo>
                  <a:pt x="998028" y="727749"/>
                </a:lnTo>
                <a:lnTo>
                  <a:pt x="945579" y="729460"/>
                </a:lnTo>
                <a:lnTo>
                  <a:pt x="890923" y="728483"/>
                </a:lnTo>
                <a:lnTo>
                  <a:pt x="834326" y="724770"/>
                </a:lnTo>
                <a:lnTo>
                  <a:pt x="776057" y="718273"/>
                </a:lnTo>
                <a:lnTo>
                  <a:pt x="716384" y="708943"/>
                </a:lnTo>
                <a:lnTo>
                  <a:pt x="655574" y="696733"/>
                </a:lnTo>
                <a:lnTo>
                  <a:pt x="593895" y="681594"/>
                </a:lnTo>
                <a:lnTo>
                  <a:pt x="532910" y="663865"/>
                </a:lnTo>
                <a:lnTo>
                  <a:pt x="474142" y="644035"/>
                </a:lnTo>
                <a:lnTo>
                  <a:pt x="417799" y="622278"/>
                </a:lnTo>
                <a:lnTo>
                  <a:pt x="364088" y="598770"/>
                </a:lnTo>
                <a:lnTo>
                  <a:pt x="313217" y="573688"/>
                </a:lnTo>
                <a:lnTo>
                  <a:pt x="265395" y="547205"/>
                </a:lnTo>
                <a:lnTo>
                  <a:pt x="220829" y="519499"/>
                </a:lnTo>
                <a:lnTo>
                  <a:pt x="179727" y="490745"/>
                </a:lnTo>
                <a:lnTo>
                  <a:pt x="142297" y="461118"/>
                </a:lnTo>
                <a:lnTo>
                  <a:pt x="108747" y="430794"/>
                </a:lnTo>
                <a:lnTo>
                  <a:pt x="79285" y="399948"/>
                </a:lnTo>
                <a:lnTo>
                  <a:pt x="54118" y="368757"/>
                </a:lnTo>
                <a:lnTo>
                  <a:pt x="17504" y="306039"/>
                </a:lnTo>
                <a:lnTo>
                  <a:pt x="568" y="244045"/>
                </a:lnTo>
                <a:lnTo>
                  <a:pt x="0" y="213758"/>
                </a:lnTo>
                <a:lnTo>
                  <a:pt x="4974" y="184179"/>
                </a:lnTo>
                <a:close/>
              </a:path>
            </a:pathLst>
          </a:custGeom>
          <a:ln w="25399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932655" y="5350440"/>
            <a:ext cx="1224915" cy="1223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0038" y="5341616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1038" y="5484872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77678" y="5530591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6135" y="6109711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43241" y="6289544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819899" y="6286496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9"/>
              </a:rPr>
              <a:t>http://cs224w.stanford.edu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80162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635240" cy="900430"/>
          </a:xfrm>
          <a:prstGeom prst="rect"/>
        </p:spPr>
        <p:txBody>
          <a:bodyPr wrap="square" lIns="0" tIns="59055" rIns="0" bIns="0" rtlCol="0" vert="horz">
            <a:spAutoFit/>
          </a:bodyPr>
          <a:lstStyle/>
          <a:p>
            <a:pPr marL="332740" marR="5080" indent="-320040">
              <a:lnSpc>
                <a:spcPts val="3290"/>
              </a:lnSpc>
              <a:spcBef>
                <a:spcPts val="4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5" b="1">
                <a:solidFill>
                  <a:srgbClr val="0070C0"/>
                </a:solidFill>
                <a:latin typeface="Calibri"/>
                <a:cs typeface="Calibri"/>
              </a:rPr>
              <a:t>Transductive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setting: </a:t>
            </a:r>
            <a:r>
              <a:rPr dirty="0" sz="3000" spc="-15"/>
              <a:t>training </a:t>
            </a:r>
            <a:r>
              <a:rPr dirty="0" sz="3000"/>
              <a:t>/ </a:t>
            </a:r>
            <a:r>
              <a:rPr dirty="0" sz="3000" spc="-15"/>
              <a:t>validation </a:t>
            </a:r>
            <a:r>
              <a:rPr dirty="0" sz="3000"/>
              <a:t>/ </a:t>
            </a:r>
            <a:r>
              <a:rPr dirty="0" sz="3000" spc="-25"/>
              <a:t>test  </a:t>
            </a:r>
            <a:r>
              <a:rPr dirty="0" sz="3000" spc="-10"/>
              <a:t>sets </a:t>
            </a:r>
            <a:r>
              <a:rPr dirty="0" sz="3000" spc="-15"/>
              <a:t>are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on the same</a:t>
            </a:r>
            <a:r>
              <a:rPr dirty="0" sz="3000" spc="-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8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162555"/>
            <a:ext cx="8246745" cy="41922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8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dataset consists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of one</a:t>
            </a:r>
            <a:r>
              <a:rPr dirty="0" sz="2600" spc="-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graph</a:t>
            </a:r>
            <a:endParaRPr sz="2600">
              <a:latin typeface="Calibri"/>
              <a:cs typeface="Calibri"/>
            </a:endParaRPr>
          </a:p>
          <a:p>
            <a:pPr marL="625475" marR="327660" indent="-274320">
              <a:lnSpc>
                <a:spcPts val="281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entire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can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be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observed in all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dataset </a:t>
            </a:r>
            <a:r>
              <a:rPr dirty="0" sz="2600" spc="-70" b="1">
                <a:solidFill>
                  <a:srgbClr val="0070C0"/>
                </a:solidFill>
                <a:latin typeface="Calibri"/>
                <a:cs typeface="Calibri"/>
              </a:rPr>
              <a:t>splits, 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only split the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labels</a:t>
            </a:r>
            <a:endParaRPr sz="2600">
              <a:latin typeface="Calibri"/>
              <a:cs typeface="Calibri"/>
            </a:endParaRPr>
          </a:p>
          <a:p>
            <a:pPr marL="625475" indent="-274320">
              <a:lnSpc>
                <a:spcPts val="2920"/>
              </a:lnSpc>
              <a:spcBef>
                <a:spcPts val="2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Only applicable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node /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edge </a:t>
            </a:r>
            <a:r>
              <a:rPr dirty="0" sz="2600" spc="-5">
                <a:latin typeface="Calibri"/>
                <a:cs typeface="Calibri"/>
              </a:rPr>
              <a:t>prediction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tasks</a:t>
            </a:r>
            <a:endParaRPr sz="2600">
              <a:latin typeface="Calibri"/>
              <a:cs typeface="Calibri"/>
            </a:endParaRPr>
          </a:p>
          <a:p>
            <a:pPr marL="332740" marR="453390" indent="-320040">
              <a:lnSpc>
                <a:spcPts val="3290"/>
              </a:lnSpc>
              <a:spcBef>
                <a:spcPts val="1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Inductive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setting: </a:t>
            </a:r>
            <a:r>
              <a:rPr dirty="0" sz="3000" spc="-15">
                <a:latin typeface="Calibri"/>
                <a:cs typeface="Calibri"/>
              </a:rPr>
              <a:t>training </a:t>
            </a:r>
            <a:r>
              <a:rPr dirty="0" sz="3000">
                <a:latin typeface="Calibri"/>
                <a:cs typeface="Calibri"/>
              </a:rPr>
              <a:t>/ </a:t>
            </a:r>
            <a:r>
              <a:rPr dirty="0" sz="3000" spc="-15">
                <a:latin typeface="Calibri"/>
                <a:cs typeface="Calibri"/>
              </a:rPr>
              <a:t>validation </a:t>
            </a:r>
            <a:r>
              <a:rPr dirty="0" sz="3000">
                <a:latin typeface="Calibri"/>
                <a:cs typeface="Calibri"/>
              </a:rPr>
              <a:t>/ </a:t>
            </a:r>
            <a:r>
              <a:rPr dirty="0" sz="3000" spc="-25">
                <a:latin typeface="Calibri"/>
                <a:cs typeface="Calibri"/>
              </a:rPr>
              <a:t>test </a:t>
            </a:r>
            <a:r>
              <a:rPr dirty="0" sz="3000" spc="-10">
                <a:latin typeface="Calibri"/>
                <a:cs typeface="Calibri"/>
              </a:rPr>
              <a:t>sets  </a:t>
            </a:r>
            <a:r>
              <a:rPr dirty="0" sz="3000" spc="-15">
                <a:latin typeface="Calibri"/>
                <a:cs typeface="Calibri"/>
              </a:rPr>
              <a:t>are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r>
              <a:rPr dirty="0" sz="30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dataset consists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multiple</a:t>
            </a:r>
            <a:r>
              <a:rPr dirty="0" sz="26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3000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Each </a:t>
            </a:r>
            <a:r>
              <a:rPr dirty="0" sz="2600" spc="-5">
                <a:latin typeface="Calibri"/>
                <a:cs typeface="Calibri"/>
              </a:rPr>
              <a:t>split </a:t>
            </a:r>
            <a:r>
              <a:rPr dirty="0" sz="2600" spc="-10">
                <a:latin typeface="Calibri"/>
                <a:cs typeface="Calibri"/>
              </a:rPr>
              <a:t>can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only observe the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graph(s)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within the</a:t>
            </a:r>
            <a:r>
              <a:rPr dirty="0" sz="2600" spc="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75" b="1">
                <a:solidFill>
                  <a:srgbClr val="C00000"/>
                </a:solidFill>
                <a:latin typeface="Calibri"/>
                <a:cs typeface="Calibri"/>
              </a:rPr>
              <a:t>split</a:t>
            </a:r>
            <a:r>
              <a:rPr dirty="0" sz="2600" spc="-75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algn="ctr" marL="412750">
              <a:lnSpc>
                <a:spcPts val="3000"/>
              </a:lnSpc>
            </a:pP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10">
                <a:latin typeface="Calibri"/>
                <a:cs typeface="Calibri"/>
              </a:rPr>
              <a:t>successful </a:t>
            </a:r>
            <a:r>
              <a:rPr dirty="0" sz="2600" spc="-5">
                <a:latin typeface="Calibri"/>
                <a:cs typeface="Calibri"/>
              </a:rPr>
              <a:t>model should </a:t>
            </a: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generalize to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unseen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Applicable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node /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edge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r>
              <a:rPr dirty="0" sz="26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tasks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08050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079499"/>
            <a:ext cx="495681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25" b="1">
                <a:solidFill>
                  <a:srgbClr val="D60093"/>
                </a:solidFill>
                <a:latin typeface="Calibri"/>
                <a:cs typeface="Calibri"/>
              </a:rPr>
              <a:t>Transductive </a:t>
            </a:r>
            <a:r>
              <a:rPr dirty="0" sz="2800" spc="-5">
                <a:solidFill>
                  <a:srgbClr val="D60093"/>
                </a:solidFill>
              </a:rPr>
              <a:t>node</a:t>
            </a:r>
            <a:r>
              <a:rPr dirty="0" sz="2800" spc="35">
                <a:solidFill>
                  <a:srgbClr val="D60093"/>
                </a:solidFill>
              </a:rPr>
              <a:t> </a:t>
            </a:r>
            <a:r>
              <a:rPr dirty="0" sz="2800" spc="-10">
                <a:solidFill>
                  <a:srgbClr val="D60093"/>
                </a:solidFill>
              </a:rPr>
              <a:t>classification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150" y="5146671"/>
            <a:ext cx="1449392" cy="12253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81215" y="5146668"/>
            <a:ext cx="1449392" cy="12253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89496" y="5146669"/>
            <a:ext cx="1449392" cy="12253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6236" y="4921377"/>
            <a:ext cx="1706245" cy="1706245"/>
          </a:xfrm>
          <a:custGeom>
            <a:avLst/>
            <a:gdLst/>
            <a:ahLst/>
            <a:cxnLst/>
            <a:rect l="l" t="t" r="r" b="b"/>
            <a:pathLst>
              <a:path w="1706245" h="1706245">
                <a:moveTo>
                  <a:pt x="0" y="852922"/>
                </a:moveTo>
                <a:lnTo>
                  <a:pt x="1350" y="804522"/>
                </a:lnTo>
                <a:lnTo>
                  <a:pt x="5352" y="756831"/>
                </a:lnTo>
                <a:lnTo>
                  <a:pt x="11935" y="709920"/>
                </a:lnTo>
                <a:lnTo>
                  <a:pt x="21026" y="663861"/>
                </a:lnTo>
                <a:lnTo>
                  <a:pt x="32554" y="618726"/>
                </a:lnTo>
                <a:lnTo>
                  <a:pt x="46446" y="574588"/>
                </a:lnTo>
                <a:lnTo>
                  <a:pt x="62631" y="531518"/>
                </a:lnTo>
                <a:lnTo>
                  <a:pt x="81035" y="489589"/>
                </a:lnTo>
                <a:lnTo>
                  <a:pt x="101588" y="448871"/>
                </a:lnTo>
                <a:lnTo>
                  <a:pt x="124218" y="409439"/>
                </a:lnTo>
                <a:lnTo>
                  <a:pt x="148852" y="371362"/>
                </a:lnTo>
                <a:lnTo>
                  <a:pt x="175418" y="334714"/>
                </a:lnTo>
                <a:lnTo>
                  <a:pt x="203844" y="299566"/>
                </a:lnTo>
                <a:lnTo>
                  <a:pt x="234059" y="265990"/>
                </a:lnTo>
                <a:lnTo>
                  <a:pt x="265990" y="234059"/>
                </a:lnTo>
                <a:lnTo>
                  <a:pt x="299566" y="203844"/>
                </a:lnTo>
                <a:lnTo>
                  <a:pt x="334714" y="175418"/>
                </a:lnTo>
                <a:lnTo>
                  <a:pt x="371362" y="148852"/>
                </a:lnTo>
                <a:lnTo>
                  <a:pt x="409439" y="124218"/>
                </a:lnTo>
                <a:lnTo>
                  <a:pt x="448871" y="101588"/>
                </a:lnTo>
                <a:lnTo>
                  <a:pt x="489589" y="81035"/>
                </a:lnTo>
                <a:lnTo>
                  <a:pt x="531518" y="62631"/>
                </a:lnTo>
                <a:lnTo>
                  <a:pt x="574588" y="46446"/>
                </a:lnTo>
                <a:lnTo>
                  <a:pt x="618726" y="32554"/>
                </a:lnTo>
                <a:lnTo>
                  <a:pt x="663861" y="21026"/>
                </a:lnTo>
                <a:lnTo>
                  <a:pt x="709920" y="11935"/>
                </a:lnTo>
                <a:lnTo>
                  <a:pt x="756831" y="5352"/>
                </a:lnTo>
                <a:lnTo>
                  <a:pt x="804522" y="1350"/>
                </a:lnTo>
                <a:lnTo>
                  <a:pt x="852922" y="0"/>
                </a:lnTo>
                <a:lnTo>
                  <a:pt x="901322" y="1350"/>
                </a:lnTo>
                <a:lnTo>
                  <a:pt x="949013" y="5352"/>
                </a:lnTo>
                <a:lnTo>
                  <a:pt x="995925" y="11935"/>
                </a:lnTo>
                <a:lnTo>
                  <a:pt x="1041983" y="21026"/>
                </a:lnTo>
                <a:lnTo>
                  <a:pt x="1087118" y="32554"/>
                </a:lnTo>
                <a:lnTo>
                  <a:pt x="1131256" y="46446"/>
                </a:lnTo>
                <a:lnTo>
                  <a:pt x="1174326" y="62631"/>
                </a:lnTo>
                <a:lnTo>
                  <a:pt x="1216256" y="81035"/>
                </a:lnTo>
                <a:lnTo>
                  <a:pt x="1256973" y="101588"/>
                </a:lnTo>
                <a:lnTo>
                  <a:pt x="1296406" y="124218"/>
                </a:lnTo>
                <a:lnTo>
                  <a:pt x="1334482" y="148852"/>
                </a:lnTo>
                <a:lnTo>
                  <a:pt x="1371130" y="175418"/>
                </a:lnTo>
                <a:lnTo>
                  <a:pt x="1406278" y="203844"/>
                </a:lnTo>
                <a:lnTo>
                  <a:pt x="1439854" y="234059"/>
                </a:lnTo>
                <a:lnTo>
                  <a:pt x="1471785" y="265990"/>
                </a:lnTo>
                <a:lnTo>
                  <a:pt x="1502000" y="299566"/>
                </a:lnTo>
                <a:lnTo>
                  <a:pt x="1530426" y="334714"/>
                </a:lnTo>
                <a:lnTo>
                  <a:pt x="1556992" y="371362"/>
                </a:lnTo>
                <a:lnTo>
                  <a:pt x="1581626" y="409439"/>
                </a:lnTo>
                <a:lnTo>
                  <a:pt x="1604256" y="448871"/>
                </a:lnTo>
                <a:lnTo>
                  <a:pt x="1624809" y="489589"/>
                </a:lnTo>
                <a:lnTo>
                  <a:pt x="1643214" y="531518"/>
                </a:lnTo>
                <a:lnTo>
                  <a:pt x="1659398" y="574588"/>
                </a:lnTo>
                <a:lnTo>
                  <a:pt x="1673290" y="618726"/>
                </a:lnTo>
                <a:lnTo>
                  <a:pt x="1684818" y="663861"/>
                </a:lnTo>
                <a:lnTo>
                  <a:pt x="1693909" y="709920"/>
                </a:lnTo>
                <a:lnTo>
                  <a:pt x="1700492" y="756831"/>
                </a:lnTo>
                <a:lnTo>
                  <a:pt x="1704494" y="804522"/>
                </a:lnTo>
                <a:lnTo>
                  <a:pt x="1705845" y="852922"/>
                </a:lnTo>
                <a:lnTo>
                  <a:pt x="1704494" y="901322"/>
                </a:lnTo>
                <a:lnTo>
                  <a:pt x="1700492" y="949013"/>
                </a:lnTo>
                <a:lnTo>
                  <a:pt x="1693909" y="995925"/>
                </a:lnTo>
                <a:lnTo>
                  <a:pt x="1684818" y="1041983"/>
                </a:lnTo>
                <a:lnTo>
                  <a:pt x="1673290" y="1087118"/>
                </a:lnTo>
                <a:lnTo>
                  <a:pt x="1659398" y="1131256"/>
                </a:lnTo>
                <a:lnTo>
                  <a:pt x="1643214" y="1174326"/>
                </a:lnTo>
                <a:lnTo>
                  <a:pt x="1624809" y="1216256"/>
                </a:lnTo>
                <a:lnTo>
                  <a:pt x="1604256" y="1256973"/>
                </a:lnTo>
                <a:lnTo>
                  <a:pt x="1581626" y="1296406"/>
                </a:lnTo>
                <a:lnTo>
                  <a:pt x="1556992" y="1334482"/>
                </a:lnTo>
                <a:lnTo>
                  <a:pt x="1530426" y="1371130"/>
                </a:lnTo>
                <a:lnTo>
                  <a:pt x="1502000" y="1406278"/>
                </a:lnTo>
                <a:lnTo>
                  <a:pt x="1471785" y="1439854"/>
                </a:lnTo>
                <a:lnTo>
                  <a:pt x="1439854" y="1471785"/>
                </a:lnTo>
                <a:lnTo>
                  <a:pt x="1406278" y="1502000"/>
                </a:lnTo>
                <a:lnTo>
                  <a:pt x="1371130" y="1530426"/>
                </a:lnTo>
                <a:lnTo>
                  <a:pt x="1334482" y="1556992"/>
                </a:lnTo>
                <a:lnTo>
                  <a:pt x="1296406" y="1581626"/>
                </a:lnTo>
                <a:lnTo>
                  <a:pt x="1256973" y="1604256"/>
                </a:lnTo>
                <a:lnTo>
                  <a:pt x="1216256" y="1624809"/>
                </a:lnTo>
                <a:lnTo>
                  <a:pt x="1174326" y="1643214"/>
                </a:lnTo>
                <a:lnTo>
                  <a:pt x="1131256" y="1659398"/>
                </a:lnTo>
                <a:lnTo>
                  <a:pt x="1087118" y="1673290"/>
                </a:lnTo>
                <a:lnTo>
                  <a:pt x="1041983" y="1684818"/>
                </a:lnTo>
                <a:lnTo>
                  <a:pt x="995925" y="1693909"/>
                </a:lnTo>
                <a:lnTo>
                  <a:pt x="949013" y="1700492"/>
                </a:lnTo>
                <a:lnTo>
                  <a:pt x="901322" y="1704494"/>
                </a:lnTo>
                <a:lnTo>
                  <a:pt x="852922" y="1705845"/>
                </a:lnTo>
                <a:lnTo>
                  <a:pt x="804522" y="1704494"/>
                </a:lnTo>
                <a:lnTo>
                  <a:pt x="756831" y="1700492"/>
                </a:lnTo>
                <a:lnTo>
                  <a:pt x="709920" y="1693909"/>
                </a:lnTo>
                <a:lnTo>
                  <a:pt x="663861" y="1684818"/>
                </a:lnTo>
                <a:lnTo>
                  <a:pt x="618726" y="1673290"/>
                </a:lnTo>
                <a:lnTo>
                  <a:pt x="574588" y="1659398"/>
                </a:lnTo>
                <a:lnTo>
                  <a:pt x="531518" y="1643214"/>
                </a:lnTo>
                <a:lnTo>
                  <a:pt x="489589" y="1624809"/>
                </a:lnTo>
                <a:lnTo>
                  <a:pt x="448871" y="1604256"/>
                </a:lnTo>
                <a:lnTo>
                  <a:pt x="409439" y="1581626"/>
                </a:lnTo>
                <a:lnTo>
                  <a:pt x="371362" y="1556992"/>
                </a:lnTo>
                <a:lnTo>
                  <a:pt x="334714" y="1530426"/>
                </a:lnTo>
                <a:lnTo>
                  <a:pt x="299566" y="1502000"/>
                </a:lnTo>
                <a:lnTo>
                  <a:pt x="265990" y="1471785"/>
                </a:lnTo>
                <a:lnTo>
                  <a:pt x="234059" y="1439854"/>
                </a:lnTo>
                <a:lnTo>
                  <a:pt x="203844" y="1406278"/>
                </a:lnTo>
                <a:lnTo>
                  <a:pt x="175418" y="1371130"/>
                </a:lnTo>
                <a:lnTo>
                  <a:pt x="148852" y="1334482"/>
                </a:lnTo>
                <a:lnTo>
                  <a:pt x="124218" y="1296406"/>
                </a:lnTo>
                <a:lnTo>
                  <a:pt x="101588" y="1256973"/>
                </a:lnTo>
                <a:lnTo>
                  <a:pt x="81035" y="1216256"/>
                </a:lnTo>
                <a:lnTo>
                  <a:pt x="62631" y="1174326"/>
                </a:lnTo>
                <a:lnTo>
                  <a:pt x="46446" y="1131256"/>
                </a:lnTo>
                <a:lnTo>
                  <a:pt x="32554" y="1087118"/>
                </a:lnTo>
                <a:lnTo>
                  <a:pt x="21026" y="1041983"/>
                </a:lnTo>
                <a:lnTo>
                  <a:pt x="11935" y="995925"/>
                </a:lnTo>
                <a:lnTo>
                  <a:pt x="5352" y="949013"/>
                </a:lnTo>
                <a:lnTo>
                  <a:pt x="1350" y="901322"/>
                </a:lnTo>
                <a:lnTo>
                  <a:pt x="0" y="852922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10306" y="4906429"/>
            <a:ext cx="1706245" cy="1706245"/>
          </a:xfrm>
          <a:custGeom>
            <a:avLst/>
            <a:gdLst/>
            <a:ahLst/>
            <a:cxnLst/>
            <a:rect l="l" t="t" r="r" b="b"/>
            <a:pathLst>
              <a:path w="1706245" h="1706245">
                <a:moveTo>
                  <a:pt x="0" y="852922"/>
                </a:moveTo>
                <a:lnTo>
                  <a:pt x="1350" y="804522"/>
                </a:lnTo>
                <a:lnTo>
                  <a:pt x="5352" y="756831"/>
                </a:lnTo>
                <a:lnTo>
                  <a:pt x="11935" y="709920"/>
                </a:lnTo>
                <a:lnTo>
                  <a:pt x="21026" y="663861"/>
                </a:lnTo>
                <a:lnTo>
                  <a:pt x="32554" y="618726"/>
                </a:lnTo>
                <a:lnTo>
                  <a:pt x="46446" y="574588"/>
                </a:lnTo>
                <a:lnTo>
                  <a:pt x="62631" y="531518"/>
                </a:lnTo>
                <a:lnTo>
                  <a:pt x="81035" y="489589"/>
                </a:lnTo>
                <a:lnTo>
                  <a:pt x="101588" y="448871"/>
                </a:lnTo>
                <a:lnTo>
                  <a:pt x="124218" y="409439"/>
                </a:lnTo>
                <a:lnTo>
                  <a:pt x="148852" y="371362"/>
                </a:lnTo>
                <a:lnTo>
                  <a:pt x="175418" y="334714"/>
                </a:lnTo>
                <a:lnTo>
                  <a:pt x="203844" y="299566"/>
                </a:lnTo>
                <a:lnTo>
                  <a:pt x="234059" y="265990"/>
                </a:lnTo>
                <a:lnTo>
                  <a:pt x="265990" y="234059"/>
                </a:lnTo>
                <a:lnTo>
                  <a:pt x="299566" y="203844"/>
                </a:lnTo>
                <a:lnTo>
                  <a:pt x="334714" y="175418"/>
                </a:lnTo>
                <a:lnTo>
                  <a:pt x="371362" y="148852"/>
                </a:lnTo>
                <a:lnTo>
                  <a:pt x="409439" y="124218"/>
                </a:lnTo>
                <a:lnTo>
                  <a:pt x="448871" y="101588"/>
                </a:lnTo>
                <a:lnTo>
                  <a:pt x="489589" y="81035"/>
                </a:lnTo>
                <a:lnTo>
                  <a:pt x="531518" y="62631"/>
                </a:lnTo>
                <a:lnTo>
                  <a:pt x="574588" y="46446"/>
                </a:lnTo>
                <a:lnTo>
                  <a:pt x="618726" y="32554"/>
                </a:lnTo>
                <a:lnTo>
                  <a:pt x="663861" y="21026"/>
                </a:lnTo>
                <a:lnTo>
                  <a:pt x="709920" y="11935"/>
                </a:lnTo>
                <a:lnTo>
                  <a:pt x="756831" y="5352"/>
                </a:lnTo>
                <a:lnTo>
                  <a:pt x="804522" y="1350"/>
                </a:lnTo>
                <a:lnTo>
                  <a:pt x="852922" y="0"/>
                </a:lnTo>
                <a:lnTo>
                  <a:pt x="901322" y="1350"/>
                </a:lnTo>
                <a:lnTo>
                  <a:pt x="949013" y="5352"/>
                </a:lnTo>
                <a:lnTo>
                  <a:pt x="995925" y="11935"/>
                </a:lnTo>
                <a:lnTo>
                  <a:pt x="1041983" y="21026"/>
                </a:lnTo>
                <a:lnTo>
                  <a:pt x="1087118" y="32554"/>
                </a:lnTo>
                <a:lnTo>
                  <a:pt x="1131256" y="46446"/>
                </a:lnTo>
                <a:lnTo>
                  <a:pt x="1174326" y="62631"/>
                </a:lnTo>
                <a:lnTo>
                  <a:pt x="1216256" y="81035"/>
                </a:lnTo>
                <a:lnTo>
                  <a:pt x="1256973" y="101588"/>
                </a:lnTo>
                <a:lnTo>
                  <a:pt x="1296406" y="124218"/>
                </a:lnTo>
                <a:lnTo>
                  <a:pt x="1334482" y="148852"/>
                </a:lnTo>
                <a:lnTo>
                  <a:pt x="1371130" y="175418"/>
                </a:lnTo>
                <a:lnTo>
                  <a:pt x="1406278" y="203844"/>
                </a:lnTo>
                <a:lnTo>
                  <a:pt x="1439854" y="234059"/>
                </a:lnTo>
                <a:lnTo>
                  <a:pt x="1471785" y="265990"/>
                </a:lnTo>
                <a:lnTo>
                  <a:pt x="1502000" y="299566"/>
                </a:lnTo>
                <a:lnTo>
                  <a:pt x="1530426" y="334714"/>
                </a:lnTo>
                <a:lnTo>
                  <a:pt x="1556992" y="371362"/>
                </a:lnTo>
                <a:lnTo>
                  <a:pt x="1581626" y="409439"/>
                </a:lnTo>
                <a:lnTo>
                  <a:pt x="1604256" y="448871"/>
                </a:lnTo>
                <a:lnTo>
                  <a:pt x="1624809" y="489589"/>
                </a:lnTo>
                <a:lnTo>
                  <a:pt x="1643214" y="531518"/>
                </a:lnTo>
                <a:lnTo>
                  <a:pt x="1659398" y="574588"/>
                </a:lnTo>
                <a:lnTo>
                  <a:pt x="1673290" y="618726"/>
                </a:lnTo>
                <a:lnTo>
                  <a:pt x="1684818" y="663861"/>
                </a:lnTo>
                <a:lnTo>
                  <a:pt x="1693909" y="709920"/>
                </a:lnTo>
                <a:lnTo>
                  <a:pt x="1700492" y="756831"/>
                </a:lnTo>
                <a:lnTo>
                  <a:pt x="1704494" y="804522"/>
                </a:lnTo>
                <a:lnTo>
                  <a:pt x="1705845" y="852922"/>
                </a:lnTo>
                <a:lnTo>
                  <a:pt x="1704494" y="901322"/>
                </a:lnTo>
                <a:lnTo>
                  <a:pt x="1700492" y="949013"/>
                </a:lnTo>
                <a:lnTo>
                  <a:pt x="1693909" y="995925"/>
                </a:lnTo>
                <a:lnTo>
                  <a:pt x="1684818" y="1041983"/>
                </a:lnTo>
                <a:lnTo>
                  <a:pt x="1673290" y="1087118"/>
                </a:lnTo>
                <a:lnTo>
                  <a:pt x="1659398" y="1131256"/>
                </a:lnTo>
                <a:lnTo>
                  <a:pt x="1643214" y="1174326"/>
                </a:lnTo>
                <a:lnTo>
                  <a:pt x="1624809" y="1216256"/>
                </a:lnTo>
                <a:lnTo>
                  <a:pt x="1604256" y="1256973"/>
                </a:lnTo>
                <a:lnTo>
                  <a:pt x="1581626" y="1296406"/>
                </a:lnTo>
                <a:lnTo>
                  <a:pt x="1556992" y="1334482"/>
                </a:lnTo>
                <a:lnTo>
                  <a:pt x="1530426" y="1371130"/>
                </a:lnTo>
                <a:lnTo>
                  <a:pt x="1502000" y="1406278"/>
                </a:lnTo>
                <a:lnTo>
                  <a:pt x="1471785" y="1439854"/>
                </a:lnTo>
                <a:lnTo>
                  <a:pt x="1439854" y="1471785"/>
                </a:lnTo>
                <a:lnTo>
                  <a:pt x="1406278" y="1502000"/>
                </a:lnTo>
                <a:lnTo>
                  <a:pt x="1371130" y="1530426"/>
                </a:lnTo>
                <a:lnTo>
                  <a:pt x="1334482" y="1556992"/>
                </a:lnTo>
                <a:lnTo>
                  <a:pt x="1296406" y="1581626"/>
                </a:lnTo>
                <a:lnTo>
                  <a:pt x="1256973" y="1604256"/>
                </a:lnTo>
                <a:lnTo>
                  <a:pt x="1216256" y="1624809"/>
                </a:lnTo>
                <a:lnTo>
                  <a:pt x="1174326" y="1643214"/>
                </a:lnTo>
                <a:lnTo>
                  <a:pt x="1131256" y="1659398"/>
                </a:lnTo>
                <a:lnTo>
                  <a:pt x="1087118" y="1673290"/>
                </a:lnTo>
                <a:lnTo>
                  <a:pt x="1041983" y="1684818"/>
                </a:lnTo>
                <a:lnTo>
                  <a:pt x="995925" y="1693909"/>
                </a:lnTo>
                <a:lnTo>
                  <a:pt x="949013" y="1700492"/>
                </a:lnTo>
                <a:lnTo>
                  <a:pt x="901322" y="1704494"/>
                </a:lnTo>
                <a:lnTo>
                  <a:pt x="852922" y="1705845"/>
                </a:lnTo>
                <a:lnTo>
                  <a:pt x="804522" y="1704494"/>
                </a:lnTo>
                <a:lnTo>
                  <a:pt x="756831" y="1700492"/>
                </a:lnTo>
                <a:lnTo>
                  <a:pt x="709920" y="1693909"/>
                </a:lnTo>
                <a:lnTo>
                  <a:pt x="663861" y="1684818"/>
                </a:lnTo>
                <a:lnTo>
                  <a:pt x="618726" y="1673290"/>
                </a:lnTo>
                <a:lnTo>
                  <a:pt x="574588" y="1659398"/>
                </a:lnTo>
                <a:lnTo>
                  <a:pt x="531518" y="1643214"/>
                </a:lnTo>
                <a:lnTo>
                  <a:pt x="489589" y="1624809"/>
                </a:lnTo>
                <a:lnTo>
                  <a:pt x="448871" y="1604256"/>
                </a:lnTo>
                <a:lnTo>
                  <a:pt x="409439" y="1581626"/>
                </a:lnTo>
                <a:lnTo>
                  <a:pt x="371362" y="1556992"/>
                </a:lnTo>
                <a:lnTo>
                  <a:pt x="334714" y="1530426"/>
                </a:lnTo>
                <a:lnTo>
                  <a:pt x="299566" y="1502000"/>
                </a:lnTo>
                <a:lnTo>
                  <a:pt x="265990" y="1471785"/>
                </a:lnTo>
                <a:lnTo>
                  <a:pt x="234059" y="1439854"/>
                </a:lnTo>
                <a:lnTo>
                  <a:pt x="203844" y="1406278"/>
                </a:lnTo>
                <a:lnTo>
                  <a:pt x="175418" y="1371130"/>
                </a:lnTo>
                <a:lnTo>
                  <a:pt x="148852" y="1334482"/>
                </a:lnTo>
                <a:lnTo>
                  <a:pt x="124218" y="1296406"/>
                </a:lnTo>
                <a:lnTo>
                  <a:pt x="101588" y="1256973"/>
                </a:lnTo>
                <a:lnTo>
                  <a:pt x="81035" y="1216256"/>
                </a:lnTo>
                <a:lnTo>
                  <a:pt x="62631" y="1174326"/>
                </a:lnTo>
                <a:lnTo>
                  <a:pt x="46446" y="1131256"/>
                </a:lnTo>
                <a:lnTo>
                  <a:pt x="32554" y="1087118"/>
                </a:lnTo>
                <a:lnTo>
                  <a:pt x="21026" y="1041983"/>
                </a:lnTo>
                <a:lnTo>
                  <a:pt x="11935" y="995925"/>
                </a:lnTo>
                <a:lnTo>
                  <a:pt x="5352" y="949013"/>
                </a:lnTo>
                <a:lnTo>
                  <a:pt x="1350" y="901322"/>
                </a:lnTo>
                <a:lnTo>
                  <a:pt x="0" y="852922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04375" y="4891481"/>
            <a:ext cx="1706245" cy="1706245"/>
          </a:xfrm>
          <a:custGeom>
            <a:avLst/>
            <a:gdLst/>
            <a:ahLst/>
            <a:cxnLst/>
            <a:rect l="l" t="t" r="r" b="b"/>
            <a:pathLst>
              <a:path w="1706245" h="1706245">
                <a:moveTo>
                  <a:pt x="0" y="852922"/>
                </a:moveTo>
                <a:lnTo>
                  <a:pt x="1350" y="804522"/>
                </a:lnTo>
                <a:lnTo>
                  <a:pt x="5352" y="756831"/>
                </a:lnTo>
                <a:lnTo>
                  <a:pt x="11935" y="709920"/>
                </a:lnTo>
                <a:lnTo>
                  <a:pt x="21026" y="663861"/>
                </a:lnTo>
                <a:lnTo>
                  <a:pt x="32554" y="618726"/>
                </a:lnTo>
                <a:lnTo>
                  <a:pt x="46446" y="574588"/>
                </a:lnTo>
                <a:lnTo>
                  <a:pt x="62631" y="531518"/>
                </a:lnTo>
                <a:lnTo>
                  <a:pt x="81035" y="489589"/>
                </a:lnTo>
                <a:lnTo>
                  <a:pt x="101588" y="448871"/>
                </a:lnTo>
                <a:lnTo>
                  <a:pt x="124218" y="409439"/>
                </a:lnTo>
                <a:lnTo>
                  <a:pt x="148852" y="371362"/>
                </a:lnTo>
                <a:lnTo>
                  <a:pt x="175418" y="334714"/>
                </a:lnTo>
                <a:lnTo>
                  <a:pt x="203844" y="299566"/>
                </a:lnTo>
                <a:lnTo>
                  <a:pt x="234059" y="265990"/>
                </a:lnTo>
                <a:lnTo>
                  <a:pt x="265990" y="234059"/>
                </a:lnTo>
                <a:lnTo>
                  <a:pt x="299566" y="203844"/>
                </a:lnTo>
                <a:lnTo>
                  <a:pt x="334714" y="175418"/>
                </a:lnTo>
                <a:lnTo>
                  <a:pt x="371362" y="148852"/>
                </a:lnTo>
                <a:lnTo>
                  <a:pt x="409439" y="124218"/>
                </a:lnTo>
                <a:lnTo>
                  <a:pt x="448871" y="101588"/>
                </a:lnTo>
                <a:lnTo>
                  <a:pt x="489589" y="81035"/>
                </a:lnTo>
                <a:lnTo>
                  <a:pt x="531518" y="62631"/>
                </a:lnTo>
                <a:lnTo>
                  <a:pt x="574588" y="46446"/>
                </a:lnTo>
                <a:lnTo>
                  <a:pt x="618726" y="32554"/>
                </a:lnTo>
                <a:lnTo>
                  <a:pt x="663861" y="21026"/>
                </a:lnTo>
                <a:lnTo>
                  <a:pt x="709920" y="11935"/>
                </a:lnTo>
                <a:lnTo>
                  <a:pt x="756831" y="5352"/>
                </a:lnTo>
                <a:lnTo>
                  <a:pt x="804522" y="1350"/>
                </a:lnTo>
                <a:lnTo>
                  <a:pt x="852922" y="0"/>
                </a:lnTo>
                <a:lnTo>
                  <a:pt x="901322" y="1350"/>
                </a:lnTo>
                <a:lnTo>
                  <a:pt x="949013" y="5352"/>
                </a:lnTo>
                <a:lnTo>
                  <a:pt x="995925" y="11935"/>
                </a:lnTo>
                <a:lnTo>
                  <a:pt x="1041983" y="21026"/>
                </a:lnTo>
                <a:lnTo>
                  <a:pt x="1087118" y="32554"/>
                </a:lnTo>
                <a:lnTo>
                  <a:pt x="1131256" y="46446"/>
                </a:lnTo>
                <a:lnTo>
                  <a:pt x="1174326" y="62631"/>
                </a:lnTo>
                <a:lnTo>
                  <a:pt x="1216256" y="81035"/>
                </a:lnTo>
                <a:lnTo>
                  <a:pt x="1256973" y="101588"/>
                </a:lnTo>
                <a:lnTo>
                  <a:pt x="1296406" y="124218"/>
                </a:lnTo>
                <a:lnTo>
                  <a:pt x="1334482" y="148852"/>
                </a:lnTo>
                <a:lnTo>
                  <a:pt x="1371130" y="175418"/>
                </a:lnTo>
                <a:lnTo>
                  <a:pt x="1406278" y="203844"/>
                </a:lnTo>
                <a:lnTo>
                  <a:pt x="1439854" y="234059"/>
                </a:lnTo>
                <a:lnTo>
                  <a:pt x="1471785" y="265990"/>
                </a:lnTo>
                <a:lnTo>
                  <a:pt x="1502000" y="299566"/>
                </a:lnTo>
                <a:lnTo>
                  <a:pt x="1530426" y="334714"/>
                </a:lnTo>
                <a:lnTo>
                  <a:pt x="1556992" y="371362"/>
                </a:lnTo>
                <a:lnTo>
                  <a:pt x="1581626" y="409439"/>
                </a:lnTo>
                <a:lnTo>
                  <a:pt x="1604256" y="448871"/>
                </a:lnTo>
                <a:lnTo>
                  <a:pt x="1624809" y="489589"/>
                </a:lnTo>
                <a:lnTo>
                  <a:pt x="1643214" y="531518"/>
                </a:lnTo>
                <a:lnTo>
                  <a:pt x="1659398" y="574588"/>
                </a:lnTo>
                <a:lnTo>
                  <a:pt x="1673290" y="618726"/>
                </a:lnTo>
                <a:lnTo>
                  <a:pt x="1684818" y="663861"/>
                </a:lnTo>
                <a:lnTo>
                  <a:pt x="1693909" y="709920"/>
                </a:lnTo>
                <a:lnTo>
                  <a:pt x="1700492" y="756831"/>
                </a:lnTo>
                <a:lnTo>
                  <a:pt x="1704494" y="804522"/>
                </a:lnTo>
                <a:lnTo>
                  <a:pt x="1705845" y="852922"/>
                </a:lnTo>
                <a:lnTo>
                  <a:pt x="1704494" y="901322"/>
                </a:lnTo>
                <a:lnTo>
                  <a:pt x="1700492" y="949013"/>
                </a:lnTo>
                <a:lnTo>
                  <a:pt x="1693909" y="995925"/>
                </a:lnTo>
                <a:lnTo>
                  <a:pt x="1684818" y="1041983"/>
                </a:lnTo>
                <a:lnTo>
                  <a:pt x="1673290" y="1087118"/>
                </a:lnTo>
                <a:lnTo>
                  <a:pt x="1659398" y="1131256"/>
                </a:lnTo>
                <a:lnTo>
                  <a:pt x="1643214" y="1174326"/>
                </a:lnTo>
                <a:lnTo>
                  <a:pt x="1624809" y="1216256"/>
                </a:lnTo>
                <a:lnTo>
                  <a:pt x="1604256" y="1256973"/>
                </a:lnTo>
                <a:lnTo>
                  <a:pt x="1581626" y="1296406"/>
                </a:lnTo>
                <a:lnTo>
                  <a:pt x="1556992" y="1334482"/>
                </a:lnTo>
                <a:lnTo>
                  <a:pt x="1530426" y="1371130"/>
                </a:lnTo>
                <a:lnTo>
                  <a:pt x="1502000" y="1406278"/>
                </a:lnTo>
                <a:lnTo>
                  <a:pt x="1471785" y="1439854"/>
                </a:lnTo>
                <a:lnTo>
                  <a:pt x="1439854" y="1471785"/>
                </a:lnTo>
                <a:lnTo>
                  <a:pt x="1406278" y="1502000"/>
                </a:lnTo>
                <a:lnTo>
                  <a:pt x="1371130" y="1530426"/>
                </a:lnTo>
                <a:lnTo>
                  <a:pt x="1334482" y="1556992"/>
                </a:lnTo>
                <a:lnTo>
                  <a:pt x="1296406" y="1581626"/>
                </a:lnTo>
                <a:lnTo>
                  <a:pt x="1256973" y="1604256"/>
                </a:lnTo>
                <a:lnTo>
                  <a:pt x="1216256" y="1624809"/>
                </a:lnTo>
                <a:lnTo>
                  <a:pt x="1174326" y="1643214"/>
                </a:lnTo>
                <a:lnTo>
                  <a:pt x="1131256" y="1659398"/>
                </a:lnTo>
                <a:lnTo>
                  <a:pt x="1087118" y="1673290"/>
                </a:lnTo>
                <a:lnTo>
                  <a:pt x="1041983" y="1684818"/>
                </a:lnTo>
                <a:lnTo>
                  <a:pt x="995925" y="1693909"/>
                </a:lnTo>
                <a:lnTo>
                  <a:pt x="949013" y="1700492"/>
                </a:lnTo>
                <a:lnTo>
                  <a:pt x="901322" y="1704494"/>
                </a:lnTo>
                <a:lnTo>
                  <a:pt x="852922" y="1705845"/>
                </a:lnTo>
                <a:lnTo>
                  <a:pt x="804522" y="1704494"/>
                </a:lnTo>
                <a:lnTo>
                  <a:pt x="756831" y="1700492"/>
                </a:lnTo>
                <a:lnTo>
                  <a:pt x="709920" y="1693909"/>
                </a:lnTo>
                <a:lnTo>
                  <a:pt x="663861" y="1684818"/>
                </a:lnTo>
                <a:lnTo>
                  <a:pt x="618726" y="1673290"/>
                </a:lnTo>
                <a:lnTo>
                  <a:pt x="574588" y="1659398"/>
                </a:lnTo>
                <a:lnTo>
                  <a:pt x="531518" y="1643214"/>
                </a:lnTo>
                <a:lnTo>
                  <a:pt x="489589" y="1624809"/>
                </a:lnTo>
                <a:lnTo>
                  <a:pt x="448871" y="1604256"/>
                </a:lnTo>
                <a:lnTo>
                  <a:pt x="409439" y="1581626"/>
                </a:lnTo>
                <a:lnTo>
                  <a:pt x="371362" y="1556992"/>
                </a:lnTo>
                <a:lnTo>
                  <a:pt x="334714" y="1530426"/>
                </a:lnTo>
                <a:lnTo>
                  <a:pt x="299566" y="1502000"/>
                </a:lnTo>
                <a:lnTo>
                  <a:pt x="265990" y="1471785"/>
                </a:lnTo>
                <a:lnTo>
                  <a:pt x="234059" y="1439854"/>
                </a:lnTo>
                <a:lnTo>
                  <a:pt x="203844" y="1406278"/>
                </a:lnTo>
                <a:lnTo>
                  <a:pt x="175418" y="1371130"/>
                </a:lnTo>
                <a:lnTo>
                  <a:pt x="148852" y="1334482"/>
                </a:lnTo>
                <a:lnTo>
                  <a:pt x="124218" y="1296406"/>
                </a:lnTo>
                <a:lnTo>
                  <a:pt x="101588" y="1256973"/>
                </a:lnTo>
                <a:lnTo>
                  <a:pt x="81035" y="1216256"/>
                </a:lnTo>
                <a:lnTo>
                  <a:pt x="62631" y="1174326"/>
                </a:lnTo>
                <a:lnTo>
                  <a:pt x="46446" y="1131256"/>
                </a:lnTo>
                <a:lnTo>
                  <a:pt x="32554" y="1087118"/>
                </a:lnTo>
                <a:lnTo>
                  <a:pt x="21026" y="1041983"/>
                </a:lnTo>
                <a:lnTo>
                  <a:pt x="11935" y="995925"/>
                </a:lnTo>
                <a:lnTo>
                  <a:pt x="5352" y="949013"/>
                </a:lnTo>
                <a:lnTo>
                  <a:pt x="1350" y="901322"/>
                </a:lnTo>
                <a:lnTo>
                  <a:pt x="0" y="852922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82622" y="2453820"/>
            <a:ext cx="1449392" cy="12253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37004" y="2354912"/>
            <a:ext cx="757555" cy="1169035"/>
          </a:xfrm>
          <a:custGeom>
            <a:avLst/>
            <a:gdLst/>
            <a:ahLst/>
            <a:cxnLst/>
            <a:rect l="l" t="t" r="r" b="b"/>
            <a:pathLst>
              <a:path w="757554" h="1169035">
                <a:moveTo>
                  <a:pt x="56892" y="696716"/>
                </a:moveTo>
                <a:lnTo>
                  <a:pt x="38101" y="637495"/>
                </a:lnTo>
                <a:lnTo>
                  <a:pt x="23115" y="578848"/>
                </a:lnTo>
                <a:lnTo>
                  <a:pt x="11873" y="521117"/>
                </a:lnTo>
                <a:lnTo>
                  <a:pt x="4314" y="464650"/>
                </a:lnTo>
                <a:lnTo>
                  <a:pt x="376" y="409789"/>
                </a:lnTo>
                <a:lnTo>
                  <a:pt x="0" y="356880"/>
                </a:lnTo>
                <a:lnTo>
                  <a:pt x="3122" y="306267"/>
                </a:lnTo>
                <a:lnTo>
                  <a:pt x="9682" y="258295"/>
                </a:lnTo>
                <a:lnTo>
                  <a:pt x="19620" y="213309"/>
                </a:lnTo>
                <a:lnTo>
                  <a:pt x="32873" y="171653"/>
                </a:lnTo>
                <a:lnTo>
                  <a:pt x="49381" y="133673"/>
                </a:lnTo>
                <a:lnTo>
                  <a:pt x="69082" y="99712"/>
                </a:lnTo>
                <a:lnTo>
                  <a:pt x="117821" y="45229"/>
                </a:lnTo>
                <a:lnTo>
                  <a:pt x="178599" y="10962"/>
                </a:lnTo>
                <a:lnTo>
                  <a:pt x="247504" y="0"/>
                </a:lnTo>
                <a:lnTo>
                  <a:pt x="283267" y="3379"/>
                </a:lnTo>
                <a:lnTo>
                  <a:pt x="356102" y="26698"/>
                </a:lnTo>
                <a:lnTo>
                  <a:pt x="392649" y="46174"/>
                </a:lnTo>
                <a:lnTo>
                  <a:pt x="428933" y="70553"/>
                </a:lnTo>
                <a:lnTo>
                  <a:pt x="464692" y="99601"/>
                </a:lnTo>
                <a:lnTo>
                  <a:pt x="499662" y="133088"/>
                </a:lnTo>
                <a:lnTo>
                  <a:pt x="533583" y="170782"/>
                </a:lnTo>
                <a:lnTo>
                  <a:pt x="566192" y="212449"/>
                </a:lnTo>
                <a:lnTo>
                  <a:pt x="597226" y="257860"/>
                </a:lnTo>
                <a:lnTo>
                  <a:pt x="626424" y="306781"/>
                </a:lnTo>
                <a:lnTo>
                  <a:pt x="653522" y="358981"/>
                </a:lnTo>
                <a:lnTo>
                  <a:pt x="678259" y="414227"/>
                </a:lnTo>
                <a:lnTo>
                  <a:pt x="700372" y="472289"/>
                </a:lnTo>
                <a:lnTo>
                  <a:pt x="719163" y="531510"/>
                </a:lnTo>
                <a:lnTo>
                  <a:pt x="734149" y="590157"/>
                </a:lnTo>
                <a:lnTo>
                  <a:pt x="745391" y="647887"/>
                </a:lnTo>
                <a:lnTo>
                  <a:pt x="752950" y="704355"/>
                </a:lnTo>
                <a:lnTo>
                  <a:pt x="756888" y="759216"/>
                </a:lnTo>
                <a:lnTo>
                  <a:pt x="757265" y="812125"/>
                </a:lnTo>
                <a:lnTo>
                  <a:pt x="754142" y="862738"/>
                </a:lnTo>
                <a:lnTo>
                  <a:pt x="747582" y="910710"/>
                </a:lnTo>
                <a:lnTo>
                  <a:pt x="737644" y="955696"/>
                </a:lnTo>
                <a:lnTo>
                  <a:pt x="724391" y="997352"/>
                </a:lnTo>
                <a:lnTo>
                  <a:pt x="707883" y="1035332"/>
                </a:lnTo>
                <a:lnTo>
                  <a:pt x="688182" y="1069293"/>
                </a:lnTo>
                <a:lnTo>
                  <a:pt x="639444" y="1123776"/>
                </a:lnTo>
                <a:lnTo>
                  <a:pt x="578666" y="1158043"/>
                </a:lnTo>
                <a:lnTo>
                  <a:pt x="509760" y="1169005"/>
                </a:lnTo>
                <a:lnTo>
                  <a:pt x="473997" y="1165626"/>
                </a:lnTo>
                <a:lnTo>
                  <a:pt x="401162" y="1142307"/>
                </a:lnTo>
                <a:lnTo>
                  <a:pt x="364615" y="1122831"/>
                </a:lnTo>
                <a:lnTo>
                  <a:pt x="328331" y="1098452"/>
                </a:lnTo>
                <a:lnTo>
                  <a:pt x="292573" y="1069403"/>
                </a:lnTo>
                <a:lnTo>
                  <a:pt x="257602" y="1035917"/>
                </a:lnTo>
                <a:lnTo>
                  <a:pt x="223681" y="998223"/>
                </a:lnTo>
                <a:lnTo>
                  <a:pt x="191072" y="956556"/>
                </a:lnTo>
                <a:lnTo>
                  <a:pt x="160038" y="911145"/>
                </a:lnTo>
                <a:lnTo>
                  <a:pt x="130841" y="862224"/>
                </a:lnTo>
                <a:lnTo>
                  <a:pt x="103742" y="810024"/>
                </a:lnTo>
                <a:lnTo>
                  <a:pt x="79005" y="754778"/>
                </a:lnTo>
                <a:lnTo>
                  <a:pt x="56892" y="696716"/>
                </a:lnTo>
                <a:close/>
              </a:path>
            </a:pathLst>
          </a:custGeom>
          <a:ln w="25399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40431" y="3399081"/>
            <a:ext cx="360680" cy="356235"/>
          </a:xfrm>
          <a:custGeom>
            <a:avLst/>
            <a:gdLst/>
            <a:ahLst/>
            <a:cxnLst/>
            <a:rect l="l" t="t" r="r" b="b"/>
            <a:pathLst>
              <a:path w="360679" h="356235">
                <a:moveTo>
                  <a:pt x="0" y="177962"/>
                </a:moveTo>
                <a:lnTo>
                  <a:pt x="6440" y="130652"/>
                </a:lnTo>
                <a:lnTo>
                  <a:pt x="24615" y="88141"/>
                </a:lnTo>
                <a:lnTo>
                  <a:pt x="52806" y="52123"/>
                </a:lnTo>
                <a:lnTo>
                  <a:pt x="89295" y="24297"/>
                </a:lnTo>
                <a:lnTo>
                  <a:pt x="132363" y="6356"/>
                </a:lnTo>
                <a:lnTo>
                  <a:pt x="180292" y="0"/>
                </a:lnTo>
                <a:lnTo>
                  <a:pt x="228221" y="6356"/>
                </a:lnTo>
                <a:lnTo>
                  <a:pt x="271289" y="24297"/>
                </a:lnTo>
                <a:lnTo>
                  <a:pt x="307778" y="52123"/>
                </a:lnTo>
                <a:lnTo>
                  <a:pt x="335969" y="88141"/>
                </a:lnTo>
                <a:lnTo>
                  <a:pt x="354144" y="130652"/>
                </a:lnTo>
                <a:lnTo>
                  <a:pt x="360585" y="177962"/>
                </a:lnTo>
                <a:lnTo>
                  <a:pt x="354144" y="225271"/>
                </a:lnTo>
                <a:lnTo>
                  <a:pt x="335969" y="267782"/>
                </a:lnTo>
                <a:lnTo>
                  <a:pt x="307778" y="303800"/>
                </a:lnTo>
                <a:lnTo>
                  <a:pt x="271289" y="331626"/>
                </a:lnTo>
                <a:lnTo>
                  <a:pt x="228221" y="349567"/>
                </a:lnTo>
                <a:lnTo>
                  <a:pt x="180292" y="355924"/>
                </a:lnTo>
                <a:lnTo>
                  <a:pt x="132363" y="349567"/>
                </a:lnTo>
                <a:lnTo>
                  <a:pt x="89295" y="331626"/>
                </a:lnTo>
                <a:lnTo>
                  <a:pt x="52806" y="303800"/>
                </a:lnTo>
                <a:lnTo>
                  <a:pt x="24615" y="267782"/>
                </a:lnTo>
                <a:lnTo>
                  <a:pt x="6440" y="225271"/>
                </a:lnTo>
                <a:lnTo>
                  <a:pt x="0" y="177962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94126" y="2767898"/>
            <a:ext cx="673100" cy="871855"/>
          </a:xfrm>
          <a:custGeom>
            <a:avLst/>
            <a:gdLst/>
            <a:ahLst/>
            <a:cxnLst/>
            <a:rect l="l" t="t" r="r" b="b"/>
            <a:pathLst>
              <a:path w="673100" h="871854">
                <a:moveTo>
                  <a:pt x="98962" y="298661"/>
                </a:moveTo>
                <a:lnTo>
                  <a:pt x="130805" y="247783"/>
                </a:lnTo>
                <a:lnTo>
                  <a:pt x="165089" y="200882"/>
                </a:lnTo>
                <a:lnTo>
                  <a:pt x="201368" y="158218"/>
                </a:lnTo>
                <a:lnTo>
                  <a:pt x="239196" y="120050"/>
                </a:lnTo>
                <a:lnTo>
                  <a:pt x="278126" y="86638"/>
                </a:lnTo>
                <a:lnTo>
                  <a:pt x="317711" y="58241"/>
                </a:lnTo>
                <a:lnTo>
                  <a:pt x="357504" y="35120"/>
                </a:lnTo>
                <a:lnTo>
                  <a:pt x="397059" y="17532"/>
                </a:lnTo>
                <a:lnTo>
                  <a:pt x="435929" y="5739"/>
                </a:lnTo>
                <a:lnTo>
                  <a:pt x="473667" y="0"/>
                </a:lnTo>
                <a:lnTo>
                  <a:pt x="509827" y="573"/>
                </a:lnTo>
                <a:lnTo>
                  <a:pt x="575625" y="21698"/>
                </a:lnTo>
                <a:lnTo>
                  <a:pt x="626818" y="68118"/>
                </a:lnTo>
                <a:lnTo>
                  <a:pt x="659293" y="134698"/>
                </a:lnTo>
                <a:lnTo>
                  <a:pt x="668515" y="174257"/>
                </a:lnTo>
                <a:lnTo>
                  <a:pt x="673061" y="217306"/>
                </a:lnTo>
                <a:lnTo>
                  <a:pt x="672934" y="263329"/>
                </a:lnTo>
                <a:lnTo>
                  <a:pt x="668134" y="311809"/>
                </a:lnTo>
                <a:lnTo>
                  <a:pt x="658663" y="362229"/>
                </a:lnTo>
                <a:lnTo>
                  <a:pt x="644523" y="414073"/>
                </a:lnTo>
                <a:lnTo>
                  <a:pt x="625714" y="466824"/>
                </a:lnTo>
                <a:lnTo>
                  <a:pt x="602239" y="519966"/>
                </a:lnTo>
                <a:lnTo>
                  <a:pt x="574098" y="572981"/>
                </a:lnTo>
                <a:lnTo>
                  <a:pt x="542256" y="623859"/>
                </a:lnTo>
                <a:lnTo>
                  <a:pt x="507972" y="670760"/>
                </a:lnTo>
                <a:lnTo>
                  <a:pt x="471692" y="713424"/>
                </a:lnTo>
                <a:lnTo>
                  <a:pt x="433864" y="751592"/>
                </a:lnTo>
                <a:lnTo>
                  <a:pt x="394934" y="785004"/>
                </a:lnTo>
                <a:lnTo>
                  <a:pt x="355350" y="813401"/>
                </a:lnTo>
                <a:lnTo>
                  <a:pt x="315556" y="836523"/>
                </a:lnTo>
                <a:lnTo>
                  <a:pt x="276001" y="854110"/>
                </a:lnTo>
                <a:lnTo>
                  <a:pt x="237132" y="865903"/>
                </a:lnTo>
                <a:lnTo>
                  <a:pt x="199393" y="871643"/>
                </a:lnTo>
                <a:lnTo>
                  <a:pt x="163234" y="871069"/>
                </a:lnTo>
                <a:lnTo>
                  <a:pt x="97436" y="849945"/>
                </a:lnTo>
                <a:lnTo>
                  <a:pt x="46243" y="803524"/>
                </a:lnTo>
                <a:lnTo>
                  <a:pt x="13768" y="736944"/>
                </a:lnTo>
                <a:lnTo>
                  <a:pt x="4546" y="697385"/>
                </a:lnTo>
                <a:lnTo>
                  <a:pt x="0" y="654336"/>
                </a:lnTo>
                <a:lnTo>
                  <a:pt x="127" y="608313"/>
                </a:lnTo>
                <a:lnTo>
                  <a:pt x="4927" y="559833"/>
                </a:lnTo>
                <a:lnTo>
                  <a:pt x="14398" y="509413"/>
                </a:lnTo>
                <a:lnTo>
                  <a:pt x="28538" y="457569"/>
                </a:lnTo>
                <a:lnTo>
                  <a:pt x="47346" y="404818"/>
                </a:lnTo>
                <a:lnTo>
                  <a:pt x="70822" y="351676"/>
                </a:lnTo>
                <a:lnTo>
                  <a:pt x="98962" y="298661"/>
                </a:lnTo>
                <a:close/>
              </a:path>
            </a:pathLst>
          </a:custGeom>
          <a:ln w="25399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0782" y="1587500"/>
            <a:ext cx="7976870" cy="4745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2295" marR="3505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582295" algn="l"/>
                <a:tab pos="582930" algn="l"/>
              </a:tabLst>
            </a:pPr>
            <a:r>
              <a:rPr dirty="0" sz="2400" spc="-5" b="1">
                <a:latin typeface="Calibri"/>
                <a:cs typeface="Calibri"/>
              </a:rPr>
              <a:t>All the splits </a:t>
            </a:r>
            <a:r>
              <a:rPr dirty="0" sz="2400" spc="-10" b="1">
                <a:latin typeface="Calibri"/>
                <a:cs typeface="Calibri"/>
              </a:rPr>
              <a:t>can </a:t>
            </a:r>
            <a:r>
              <a:rPr dirty="0" sz="2400" spc="-5" b="1">
                <a:latin typeface="Calibri"/>
                <a:cs typeface="Calibri"/>
              </a:rPr>
              <a:t>observe the </a:t>
            </a:r>
            <a:r>
              <a:rPr dirty="0" sz="2400" spc="-15" b="1">
                <a:latin typeface="Calibri"/>
                <a:cs typeface="Calibri"/>
              </a:rPr>
              <a:t>entire graph </a:t>
            </a:r>
            <a:r>
              <a:rPr dirty="0" sz="2400" spc="-10" b="1">
                <a:latin typeface="Calibri"/>
                <a:cs typeface="Calibri"/>
              </a:rPr>
              <a:t>structure</a:t>
            </a:r>
            <a:r>
              <a:rPr dirty="0" sz="2400" spc="-10">
                <a:latin typeface="Calibri"/>
                <a:cs typeface="Calibri"/>
              </a:rPr>
              <a:t>, </a:t>
            </a:r>
            <a:r>
              <a:rPr dirty="0" sz="2400">
                <a:latin typeface="Calibri"/>
                <a:cs typeface="Calibri"/>
              </a:rPr>
              <a:t>but 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 spc="-5">
                <a:latin typeface="Calibri"/>
                <a:cs typeface="Calibri"/>
              </a:rPr>
              <a:t>only observe the labels of their </a:t>
            </a:r>
            <a:r>
              <a:rPr dirty="0" sz="2400" spc="-10">
                <a:latin typeface="Calibri"/>
                <a:cs typeface="Calibri"/>
              </a:rPr>
              <a:t>respective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marL="5078730">
              <a:lnSpc>
                <a:spcPct val="100000"/>
              </a:lnSpc>
              <a:spcBef>
                <a:spcPts val="710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  <a:p>
            <a:pPr marL="5078730" marR="1690370">
              <a:lnSpc>
                <a:spcPct val="150000"/>
              </a:lnSpc>
            </a:pP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76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Inductive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node</a:t>
            </a:r>
            <a:r>
              <a:rPr dirty="0" sz="2800" spc="-3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D60093"/>
                </a:solidFill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Suppose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5">
                <a:latin typeface="Calibri"/>
                <a:cs typeface="Calibri"/>
              </a:rPr>
              <a:t>dataset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3 </a:t>
            </a:r>
            <a:r>
              <a:rPr dirty="0" sz="2400" spc="-10">
                <a:latin typeface="Calibri"/>
                <a:cs typeface="Calibri"/>
              </a:rPr>
              <a:t>graphs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 b="1">
                <a:latin typeface="Calibri"/>
                <a:cs typeface="Calibri"/>
              </a:rPr>
              <a:t>Each </a:t>
            </a:r>
            <a:r>
              <a:rPr dirty="0" sz="2400" spc="-5" b="1">
                <a:latin typeface="Calibri"/>
                <a:cs typeface="Calibri"/>
              </a:rPr>
              <a:t>split </a:t>
            </a:r>
            <a:r>
              <a:rPr dirty="0" sz="2400" spc="-10" b="1">
                <a:latin typeface="Calibri"/>
                <a:cs typeface="Calibri"/>
              </a:rPr>
              <a:t>contains </a:t>
            </a:r>
            <a:r>
              <a:rPr dirty="0" sz="2400" b="1">
                <a:latin typeface="Calibri"/>
                <a:cs typeface="Calibri"/>
              </a:rPr>
              <a:t>an </a:t>
            </a:r>
            <a:r>
              <a:rPr dirty="0" sz="2400" spc="-5" b="1">
                <a:latin typeface="Calibri"/>
                <a:cs typeface="Calibri"/>
              </a:rPr>
              <a:t>independent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marL="6764655" marR="5080">
              <a:lnSpc>
                <a:spcPct val="150000"/>
              </a:lnSpc>
              <a:spcBef>
                <a:spcPts val="375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  </a:t>
            </a: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  </a:t>
            </a:r>
            <a:r>
              <a:rPr dirty="0" sz="2000" spc="-40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7"/>
              </a:rPr>
              <a:t>http://cs224w.stanford.edu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8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223759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727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/>
              <a:t>Only the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inductive setting </a:t>
            </a:r>
            <a:r>
              <a:rPr dirty="0" sz="3200"/>
              <a:t>is </a:t>
            </a:r>
            <a:r>
              <a:rPr dirty="0" sz="3200" spc="-10"/>
              <a:t>well defined</a:t>
            </a:r>
            <a:r>
              <a:rPr dirty="0" sz="3200" spc="10"/>
              <a:t> </a:t>
            </a:r>
            <a:r>
              <a:rPr dirty="0" sz="3200" spc="-25"/>
              <a:t>for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815"/>
              </a:lnSpc>
            </a:pP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r>
              <a:rPr dirty="0" sz="32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332227"/>
            <a:ext cx="7428865" cy="147637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Because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800" spc="-20" b="1">
                <a:solidFill>
                  <a:srgbClr val="0070C0"/>
                </a:solidFill>
                <a:latin typeface="Calibri"/>
                <a:cs typeface="Calibri"/>
              </a:rPr>
              <a:t>have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2800" spc="-20" b="1">
                <a:solidFill>
                  <a:srgbClr val="0070C0"/>
                </a:solidFill>
                <a:latin typeface="Calibri"/>
                <a:cs typeface="Calibri"/>
              </a:rPr>
              <a:t>test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on unseen</a:t>
            </a:r>
            <a:r>
              <a:rPr dirty="0" sz="2800" spc="8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Suppose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dataset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5 </a:t>
            </a:r>
            <a:r>
              <a:rPr dirty="0" sz="2800" spc="-15">
                <a:latin typeface="Calibri"/>
                <a:cs typeface="Calibri"/>
              </a:rPr>
              <a:t>graphs. Each </a:t>
            </a:r>
            <a:r>
              <a:rPr dirty="0" sz="2800" spc="-120">
                <a:latin typeface="Calibri"/>
                <a:cs typeface="Calibri"/>
              </a:rPr>
              <a:t>split  </a:t>
            </a:r>
            <a:r>
              <a:rPr dirty="0" sz="2800" spc="-5">
                <a:latin typeface="Calibri"/>
                <a:cs typeface="Calibri"/>
              </a:rPr>
              <a:t>will </a:t>
            </a:r>
            <a:r>
              <a:rPr dirty="0" sz="2800" spc="-15">
                <a:latin typeface="Calibri"/>
                <a:cs typeface="Calibri"/>
              </a:rPr>
              <a:t>contain </a:t>
            </a:r>
            <a:r>
              <a:rPr dirty="0" sz="2800" spc="-10">
                <a:latin typeface="Calibri"/>
                <a:cs typeface="Calibri"/>
              </a:rPr>
              <a:t>independent</a:t>
            </a:r>
            <a:r>
              <a:rPr dirty="0" sz="2800" spc="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graph(s).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613" y="4356686"/>
            <a:ext cx="1315612" cy="1331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1288" y="4304422"/>
            <a:ext cx="1315612" cy="1331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41113" y="4304422"/>
            <a:ext cx="1315612" cy="13312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87038" y="4303258"/>
            <a:ext cx="1315613" cy="13312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30353" y="4303258"/>
            <a:ext cx="1315613" cy="13312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01798" y="4265754"/>
            <a:ext cx="1562735" cy="1463040"/>
          </a:xfrm>
          <a:custGeom>
            <a:avLst/>
            <a:gdLst/>
            <a:ahLst/>
            <a:cxnLst/>
            <a:rect l="l" t="t" r="r" b="b"/>
            <a:pathLst>
              <a:path w="1562734" h="1463039">
                <a:moveTo>
                  <a:pt x="0" y="0"/>
                </a:moveTo>
                <a:lnTo>
                  <a:pt x="1562369" y="0"/>
                </a:lnTo>
                <a:lnTo>
                  <a:pt x="1562369" y="1462571"/>
                </a:lnTo>
                <a:lnTo>
                  <a:pt x="0" y="146257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45405" y="4257074"/>
            <a:ext cx="1504315" cy="1463040"/>
          </a:xfrm>
          <a:custGeom>
            <a:avLst/>
            <a:gdLst/>
            <a:ahLst/>
            <a:cxnLst/>
            <a:rect l="l" t="t" r="r" b="b"/>
            <a:pathLst>
              <a:path w="1504315" h="1463039">
                <a:moveTo>
                  <a:pt x="0" y="0"/>
                </a:moveTo>
                <a:lnTo>
                  <a:pt x="1504275" y="0"/>
                </a:lnTo>
                <a:lnTo>
                  <a:pt x="1504275" y="1462571"/>
                </a:lnTo>
                <a:lnTo>
                  <a:pt x="0" y="146257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6949" y="4257074"/>
            <a:ext cx="4876800" cy="1463040"/>
          </a:xfrm>
          <a:custGeom>
            <a:avLst/>
            <a:gdLst/>
            <a:ahLst/>
            <a:cxnLst/>
            <a:rect l="l" t="t" r="r" b="b"/>
            <a:pathLst>
              <a:path w="4876800" h="1463039">
                <a:moveTo>
                  <a:pt x="0" y="0"/>
                </a:moveTo>
                <a:lnTo>
                  <a:pt x="4876316" y="0"/>
                </a:lnTo>
                <a:lnTo>
                  <a:pt x="4876316" y="1462571"/>
                </a:lnTo>
                <a:lnTo>
                  <a:pt x="0" y="1462571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056720" y="5905500"/>
            <a:ext cx="10128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8849" y="5905500"/>
            <a:ext cx="12249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 b="1">
                <a:solidFill>
                  <a:srgbClr val="60B5CC"/>
                </a:solidFill>
                <a:latin typeface="Arial"/>
                <a:cs typeface="Arial"/>
              </a:rPr>
              <a:t>V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li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da</a:t>
            </a:r>
            <a:r>
              <a:rPr dirty="0" sz="2000" spc="-5" b="1">
                <a:solidFill>
                  <a:srgbClr val="60B5CC"/>
                </a:solidFill>
                <a:latin typeface="Arial"/>
                <a:cs typeface="Arial"/>
              </a:rPr>
              <a:t>ti</a:t>
            </a:r>
            <a:r>
              <a:rPr dirty="0" sz="2000" b="1">
                <a:solidFill>
                  <a:srgbClr val="60B5CC"/>
                </a:solidFill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05566" y="5905500"/>
            <a:ext cx="5295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50" b="1">
                <a:solidFill>
                  <a:srgbClr val="6BB76D"/>
                </a:solidFill>
                <a:latin typeface="Arial"/>
                <a:cs typeface="Arial"/>
              </a:rPr>
              <a:t>T</a:t>
            </a:r>
            <a:r>
              <a:rPr dirty="0" sz="2000" b="1">
                <a:solidFill>
                  <a:srgbClr val="6BB76D"/>
                </a:solidFill>
                <a:latin typeface="Arial"/>
                <a:cs typeface="Arial"/>
              </a:rPr>
              <a:t>est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9600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0765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Goal </a:t>
            </a:r>
            <a:r>
              <a:rPr dirty="0" sz="3200" b="1">
                <a:solidFill>
                  <a:srgbClr val="00B050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link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prediction</a:t>
            </a:r>
            <a:r>
              <a:rPr dirty="0" sz="3200" spc="-10" b="1">
                <a:latin typeface="Calibri"/>
                <a:cs typeface="Calibri"/>
              </a:rPr>
              <a:t>: predict </a:t>
            </a:r>
            <a:r>
              <a:rPr dirty="0" sz="3200" spc="-5" b="1">
                <a:latin typeface="Calibri"/>
                <a:cs typeface="Calibri"/>
              </a:rPr>
              <a:t>missing</a:t>
            </a:r>
            <a:r>
              <a:rPr dirty="0" sz="3200" spc="3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edges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Setting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up link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prediction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dirty="0" sz="3200" spc="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tricky: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690484" cy="2244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33655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Link </a:t>
            </a:r>
            <a:r>
              <a:rPr dirty="0" sz="2800" spc="-10">
                <a:latin typeface="Calibri"/>
                <a:cs typeface="Calibri"/>
              </a:rPr>
              <a:t>prediction </a:t>
            </a:r>
            <a:r>
              <a:rPr dirty="0" sz="2800" spc="-5">
                <a:latin typeface="Calibri"/>
                <a:cs typeface="Calibri"/>
              </a:rPr>
              <a:t>is an unsupervised </a:t>
            </a:r>
            <a:r>
              <a:rPr dirty="0" sz="2800">
                <a:latin typeface="Calibri"/>
                <a:cs typeface="Calibri"/>
              </a:rPr>
              <a:t>/ </a:t>
            </a:r>
            <a:r>
              <a:rPr dirty="0" sz="2800" spc="-45">
                <a:latin typeface="Calibri"/>
                <a:cs typeface="Calibri"/>
              </a:rPr>
              <a:t>self-supervised  </a:t>
            </a:r>
            <a:r>
              <a:rPr dirty="0" sz="2800" spc="-10">
                <a:latin typeface="Calibri"/>
                <a:cs typeface="Calibri"/>
              </a:rPr>
              <a:t>task. </a:t>
            </a: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need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create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labels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 b="1">
                <a:solidFill>
                  <a:srgbClr val="60B5CC"/>
                </a:solidFill>
                <a:latin typeface="Calibri"/>
                <a:cs typeface="Calibri"/>
              </a:rPr>
              <a:t>dataset  </a:t>
            </a:r>
            <a:r>
              <a:rPr dirty="0" sz="2800" spc="-5" b="1">
                <a:solidFill>
                  <a:srgbClr val="60B5CC"/>
                </a:solidFill>
                <a:latin typeface="Calibri"/>
                <a:cs typeface="Calibri"/>
              </a:rPr>
              <a:t>splits </a:t>
            </a:r>
            <a:r>
              <a:rPr dirty="0" sz="2800" spc="-5">
                <a:latin typeface="Calibri"/>
                <a:cs typeface="Calibri"/>
              </a:rPr>
              <a:t>on our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own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35">
                <a:latin typeface="Calibri"/>
                <a:cs typeface="Calibri"/>
              </a:rPr>
              <a:t>Concretely,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need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 b="1">
                <a:latin typeface="Calibri"/>
                <a:cs typeface="Calibri"/>
              </a:rPr>
              <a:t>hide some </a:t>
            </a:r>
            <a:r>
              <a:rPr dirty="0" sz="2800" spc="-10" b="1">
                <a:latin typeface="Calibri"/>
                <a:cs typeface="Calibri"/>
              </a:rPr>
              <a:t>edges </a:t>
            </a:r>
            <a:r>
              <a:rPr dirty="0" sz="2800" spc="-15" b="1">
                <a:latin typeface="Calibri"/>
                <a:cs typeface="Calibri"/>
              </a:rPr>
              <a:t>from </a:t>
            </a:r>
            <a:r>
              <a:rPr dirty="0" sz="2800" spc="-5" b="1">
                <a:latin typeface="Calibri"/>
                <a:cs typeface="Calibri"/>
              </a:rPr>
              <a:t>the  </a:t>
            </a:r>
            <a:r>
              <a:rPr dirty="0" sz="2800" b="1">
                <a:latin typeface="Calibri"/>
                <a:cs typeface="Calibri"/>
              </a:rPr>
              <a:t>GNN </a:t>
            </a:r>
            <a:r>
              <a:rPr dirty="0" sz="2800" spc="-5">
                <a:latin typeface="Calibri"/>
                <a:cs typeface="Calibri"/>
              </a:rPr>
              <a:t>and the </a:t>
            </a:r>
            <a:r>
              <a:rPr dirty="0" sz="2800" spc="-10" b="1">
                <a:latin typeface="Calibri"/>
                <a:cs typeface="Calibri"/>
              </a:rPr>
              <a:t>let </a:t>
            </a: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b="1">
                <a:latin typeface="Calibri"/>
                <a:cs typeface="Calibri"/>
              </a:rPr>
              <a:t>GNN </a:t>
            </a:r>
            <a:r>
              <a:rPr dirty="0" sz="2800" spc="-10" b="1">
                <a:latin typeface="Calibri"/>
                <a:cs typeface="Calibri"/>
              </a:rPr>
              <a:t>predict </a:t>
            </a:r>
            <a:r>
              <a:rPr dirty="0" sz="2800" spc="-5" b="1">
                <a:latin typeface="Calibri"/>
                <a:cs typeface="Calibri"/>
              </a:rPr>
              <a:t>if the </a:t>
            </a:r>
            <a:r>
              <a:rPr dirty="0" sz="2800" spc="-10" b="1">
                <a:latin typeface="Calibri"/>
                <a:cs typeface="Calibri"/>
              </a:rPr>
              <a:t>edges</a:t>
            </a:r>
            <a:r>
              <a:rPr dirty="0" sz="2800" spc="105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exist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8160" y="539395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07813" y="6089408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4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98164" y="5251124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53149" y="5356574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5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11580" y="5191337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27047" y="5004815"/>
            <a:ext cx="359664" cy="35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71045" y="50239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71045" y="50239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08888" y="5949695"/>
            <a:ext cx="359663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53555" y="59670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53555" y="59670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99488" y="5949695"/>
            <a:ext cx="359663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43711" y="59670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43711" y="59670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45079" y="5190744"/>
            <a:ext cx="359663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89725" y="52093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89725" y="52093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64463" y="5148071"/>
            <a:ext cx="356616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7203" y="51649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7203" y="51649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669527" y="52095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41886" y="502056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2886" y="516382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50119" y="5187306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58936" y="5895904"/>
            <a:ext cx="1363980" cy="69151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 marR="88265">
              <a:lnSpc>
                <a:spcPct val="100000"/>
              </a:lnSpc>
              <a:spcBef>
                <a:spcPts val="645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1800" spc="-10" b="1">
                <a:latin typeface="Calibri"/>
                <a:cs typeface="Calibri"/>
              </a:rPr>
              <a:t>Original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5" b="1">
                <a:latin typeface="Calibri"/>
                <a:cs typeface="Calibri"/>
              </a:rPr>
              <a:t>graph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27130" y="542251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46783" y="6117971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137134" y="5279687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65320" y="5035296"/>
            <a:ext cx="359663" cy="3535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510015" y="505250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10015" y="505250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50208" y="5977127"/>
            <a:ext cx="356615" cy="356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992524" y="599557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992524" y="599557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937759" y="5977127"/>
            <a:ext cx="359663" cy="3566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82681" y="599557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982681" y="599557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86400" y="5218176"/>
            <a:ext cx="356615" cy="35661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528694" y="523789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528694" y="523789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02735" y="5175503"/>
            <a:ext cx="356615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646172" y="519356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46172" y="519356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608495" y="523697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80855" y="50479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623502" y="5953477"/>
            <a:ext cx="1877060" cy="6343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462915">
              <a:lnSpc>
                <a:spcPct val="100000"/>
              </a:lnSpc>
              <a:spcBef>
                <a:spcPts val="434"/>
              </a:spcBef>
              <a:tabLst>
                <a:tab pos="1439545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800" spc="-5" b="1">
                <a:latin typeface="Calibri"/>
                <a:cs typeface="Calibri"/>
              </a:rPr>
              <a:t>Input </a:t>
            </a:r>
            <a:r>
              <a:rPr dirty="0" sz="1800" spc="-15" b="1">
                <a:latin typeface="Calibri"/>
                <a:cs typeface="Calibri"/>
              </a:rPr>
              <a:t>graph </a:t>
            </a:r>
            <a:r>
              <a:rPr dirty="0" sz="1800" spc="-10" b="1">
                <a:latin typeface="Calibri"/>
                <a:cs typeface="Calibri"/>
              </a:rPr>
              <a:t>to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21855" y="519125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789088" y="5215870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545675" y="5389740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965328" y="6085195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855679" y="5246911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926113" y="5336153"/>
            <a:ext cx="466090" cy="636905"/>
          </a:xfrm>
          <a:custGeom>
            <a:avLst/>
            <a:gdLst/>
            <a:ahLst/>
            <a:cxnLst/>
            <a:rect l="l" t="t" r="r" b="b"/>
            <a:pathLst>
              <a:path w="466090" h="636904">
                <a:moveTo>
                  <a:pt x="451352" y="0"/>
                </a:moveTo>
                <a:lnTo>
                  <a:pt x="442426" y="1470"/>
                </a:lnTo>
                <a:lnTo>
                  <a:pt x="433212" y="14317"/>
                </a:lnTo>
                <a:lnTo>
                  <a:pt x="434682" y="23243"/>
                </a:lnTo>
                <a:lnTo>
                  <a:pt x="447506" y="32440"/>
                </a:lnTo>
                <a:lnTo>
                  <a:pt x="456432" y="30971"/>
                </a:lnTo>
                <a:lnTo>
                  <a:pt x="465646" y="18124"/>
                </a:lnTo>
                <a:lnTo>
                  <a:pt x="464177" y="9197"/>
                </a:lnTo>
                <a:lnTo>
                  <a:pt x="451352" y="0"/>
                </a:lnTo>
                <a:close/>
              </a:path>
              <a:path w="466090" h="636904">
                <a:moveTo>
                  <a:pt x="418028" y="46464"/>
                </a:moveTo>
                <a:lnTo>
                  <a:pt x="409102" y="47933"/>
                </a:lnTo>
                <a:lnTo>
                  <a:pt x="399888" y="60782"/>
                </a:lnTo>
                <a:lnTo>
                  <a:pt x="401358" y="69707"/>
                </a:lnTo>
                <a:lnTo>
                  <a:pt x="414182" y="78905"/>
                </a:lnTo>
                <a:lnTo>
                  <a:pt x="423109" y="77435"/>
                </a:lnTo>
                <a:lnTo>
                  <a:pt x="432323" y="64588"/>
                </a:lnTo>
                <a:lnTo>
                  <a:pt x="430852" y="55661"/>
                </a:lnTo>
                <a:lnTo>
                  <a:pt x="418028" y="46464"/>
                </a:lnTo>
                <a:close/>
              </a:path>
              <a:path w="466090" h="636904">
                <a:moveTo>
                  <a:pt x="384707" y="92928"/>
                </a:moveTo>
                <a:lnTo>
                  <a:pt x="375780" y="94397"/>
                </a:lnTo>
                <a:lnTo>
                  <a:pt x="366565" y="107243"/>
                </a:lnTo>
                <a:lnTo>
                  <a:pt x="368033" y="116170"/>
                </a:lnTo>
                <a:lnTo>
                  <a:pt x="380856" y="125369"/>
                </a:lnTo>
                <a:lnTo>
                  <a:pt x="389783" y="123899"/>
                </a:lnTo>
                <a:lnTo>
                  <a:pt x="398998" y="111053"/>
                </a:lnTo>
                <a:lnTo>
                  <a:pt x="397530" y="102127"/>
                </a:lnTo>
                <a:lnTo>
                  <a:pt x="384707" y="92928"/>
                </a:lnTo>
                <a:close/>
              </a:path>
              <a:path w="466090" h="636904">
                <a:moveTo>
                  <a:pt x="351382" y="139392"/>
                </a:moveTo>
                <a:lnTo>
                  <a:pt x="342456" y="140862"/>
                </a:lnTo>
                <a:lnTo>
                  <a:pt x="333240" y="153708"/>
                </a:lnTo>
                <a:lnTo>
                  <a:pt x="334709" y="162633"/>
                </a:lnTo>
                <a:lnTo>
                  <a:pt x="347532" y="171833"/>
                </a:lnTo>
                <a:lnTo>
                  <a:pt x="356459" y="170364"/>
                </a:lnTo>
                <a:lnTo>
                  <a:pt x="365674" y="157518"/>
                </a:lnTo>
                <a:lnTo>
                  <a:pt x="364205" y="148591"/>
                </a:lnTo>
                <a:lnTo>
                  <a:pt x="351382" y="139392"/>
                </a:lnTo>
                <a:close/>
              </a:path>
              <a:path w="466090" h="636904">
                <a:moveTo>
                  <a:pt x="318058" y="185856"/>
                </a:moveTo>
                <a:lnTo>
                  <a:pt x="309131" y="187325"/>
                </a:lnTo>
                <a:lnTo>
                  <a:pt x="299916" y="200172"/>
                </a:lnTo>
                <a:lnTo>
                  <a:pt x="301386" y="209097"/>
                </a:lnTo>
                <a:lnTo>
                  <a:pt x="314209" y="218297"/>
                </a:lnTo>
                <a:lnTo>
                  <a:pt x="323134" y="216828"/>
                </a:lnTo>
                <a:lnTo>
                  <a:pt x="332351" y="203981"/>
                </a:lnTo>
                <a:lnTo>
                  <a:pt x="330881" y="195055"/>
                </a:lnTo>
                <a:lnTo>
                  <a:pt x="318058" y="185856"/>
                </a:lnTo>
                <a:close/>
              </a:path>
              <a:path w="466090" h="636904">
                <a:moveTo>
                  <a:pt x="284735" y="232321"/>
                </a:moveTo>
                <a:lnTo>
                  <a:pt x="275808" y="233789"/>
                </a:lnTo>
                <a:lnTo>
                  <a:pt x="266593" y="246636"/>
                </a:lnTo>
                <a:lnTo>
                  <a:pt x="268061" y="255562"/>
                </a:lnTo>
                <a:lnTo>
                  <a:pt x="280885" y="264761"/>
                </a:lnTo>
                <a:lnTo>
                  <a:pt x="289811" y="263292"/>
                </a:lnTo>
                <a:lnTo>
                  <a:pt x="299026" y="250445"/>
                </a:lnTo>
                <a:lnTo>
                  <a:pt x="297558" y="241519"/>
                </a:lnTo>
                <a:lnTo>
                  <a:pt x="284735" y="232321"/>
                </a:lnTo>
                <a:close/>
              </a:path>
              <a:path w="466090" h="636904">
                <a:moveTo>
                  <a:pt x="251410" y="278784"/>
                </a:moveTo>
                <a:lnTo>
                  <a:pt x="242484" y="280253"/>
                </a:lnTo>
                <a:lnTo>
                  <a:pt x="233268" y="293100"/>
                </a:lnTo>
                <a:lnTo>
                  <a:pt x="234737" y="302026"/>
                </a:lnTo>
                <a:lnTo>
                  <a:pt x="247561" y="311225"/>
                </a:lnTo>
                <a:lnTo>
                  <a:pt x="256487" y="309756"/>
                </a:lnTo>
                <a:lnTo>
                  <a:pt x="265703" y="296909"/>
                </a:lnTo>
                <a:lnTo>
                  <a:pt x="264233" y="287983"/>
                </a:lnTo>
                <a:lnTo>
                  <a:pt x="251410" y="278784"/>
                </a:lnTo>
                <a:close/>
              </a:path>
              <a:path w="466090" h="636904">
                <a:moveTo>
                  <a:pt x="218086" y="325248"/>
                </a:moveTo>
                <a:lnTo>
                  <a:pt x="209160" y="326717"/>
                </a:lnTo>
                <a:lnTo>
                  <a:pt x="199944" y="339564"/>
                </a:lnTo>
                <a:lnTo>
                  <a:pt x="201414" y="348490"/>
                </a:lnTo>
                <a:lnTo>
                  <a:pt x="214237" y="357689"/>
                </a:lnTo>
                <a:lnTo>
                  <a:pt x="223163" y="356220"/>
                </a:lnTo>
                <a:lnTo>
                  <a:pt x="232379" y="343373"/>
                </a:lnTo>
                <a:lnTo>
                  <a:pt x="230910" y="334447"/>
                </a:lnTo>
                <a:lnTo>
                  <a:pt x="218086" y="325248"/>
                </a:lnTo>
                <a:close/>
              </a:path>
              <a:path w="466090" h="636904">
                <a:moveTo>
                  <a:pt x="184763" y="371712"/>
                </a:moveTo>
                <a:lnTo>
                  <a:pt x="175836" y="373181"/>
                </a:lnTo>
                <a:lnTo>
                  <a:pt x="166621" y="386028"/>
                </a:lnTo>
                <a:lnTo>
                  <a:pt x="168090" y="394954"/>
                </a:lnTo>
                <a:lnTo>
                  <a:pt x="180914" y="404153"/>
                </a:lnTo>
                <a:lnTo>
                  <a:pt x="189839" y="402684"/>
                </a:lnTo>
                <a:lnTo>
                  <a:pt x="199055" y="389837"/>
                </a:lnTo>
                <a:lnTo>
                  <a:pt x="197586" y="380911"/>
                </a:lnTo>
                <a:lnTo>
                  <a:pt x="184763" y="371712"/>
                </a:lnTo>
                <a:close/>
              </a:path>
              <a:path w="466090" h="636904">
                <a:moveTo>
                  <a:pt x="151438" y="418176"/>
                </a:moveTo>
                <a:lnTo>
                  <a:pt x="142513" y="419645"/>
                </a:lnTo>
                <a:lnTo>
                  <a:pt x="133297" y="432492"/>
                </a:lnTo>
                <a:lnTo>
                  <a:pt x="134766" y="441418"/>
                </a:lnTo>
                <a:lnTo>
                  <a:pt x="147589" y="450617"/>
                </a:lnTo>
                <a:lnTo>
                  <a:pt x="156516" y="449148"/>
                </a:lnTo>
                <a:lnTo>
                  <a:pt x="165731" y="436301"/>
                </a:lnTo>
                <a:lnTo>
                  <a:pt x="164263" y="427375"/>
                </a:lnTo>
                <a:lnTo>
                  <a:pt x="151438" y="418176"/>
                </a:lnTo>
                <a:close/>
              </a:path>
              <a:path w="466090" h="636904">
                <a:moveTo>
                  <a:pt x="118115" y="464640"/>
                </a:moveTo>
                <a:lnTo>
                  <a:pt x="109189" y="466109"/>
                </a:lnTo>
                <a:lnTo>
                  <a:pt x="99973" y="478956"/>
                </a:lnTo>
                <a:lnTo>
                  <a:pt x="101442" y="487882"/>
                </a:lnTo>
                <a:lnTo>
                  <a:pt x="114265" y="497081"/>
                </a:lnTo>
                <a:lnTo>
                  <a:pt x="123192" y="495612"/>
                </a:lnTo>
                <a:lnTo>
                  <a:pt x="132407" y="482765"/>
                </a:lnTo>
                <a:lnTo>
                  <a:pt x="130938" y="473839"/>
                </a:lnTo>
                <a:lnTo>
                  <a:pt x="118115" y="464640"/>
                </a:lnTo>
                <a:close/>
              </a:path>
              <a:path w="466090" h="636904">
                <a:moveTo>
                  <a:pt x="84791" y="511104"/>
                </a:moveTo>
                <a:lnTo>
                  <a:pt x="75864" y="512573"/>
                </a:lnTo>
                <a:lnTo>
                  <a:pt x="66649" y="525420"/>
                </a:lnTo>
                <a:lnTo>
                  <a:pt x="68118" y="534346"/>
                </a:lnTo>
                <a:lnTo>
                  <a:pt x="80942" y="543545"/>
                </a:lnTo>
                <a:lnTo>
                  <a:pt x="89867" y="542076"/>
                </a:lnTo>
                <a:lnTo>
                  <a:pt x="99084" y="529229"/>
                </a:lnTo>
                <a:lnTo>
                  <a:pt x="97614" y="520303"/>
                </a:lnTo>
                <a:lnTo>
                  <a:pt x="84791" y="511104"/>
                </a:lnTo>
                <a:close/>
              </a:path>
              <a:path w="466090" h="636904">
                <a:moveTo>
                  <a:pt x="51456" y="557567"/>
                </a:moveTo>
                <a:lnTo>
                  <a:pt x="42532" y="559042"/>
                </a:lnTo>
                <a:lnTo>
                  <a:pt x="33324" y="571894"/>
                </a:lnTo>
                <a:lnTo>
                  <a:pt x="34799" y="580819"/>
                </a:lnTo>
                <a:lnTo>
                  <a:pt x="47628" y="590010"/>
                </a:lnTo>
                <a:lnTo>
                  <a:pt x="56553" y="588535"/>
                </a:lnTo>
                <a:lnTo>
                  <a:pt x="65760" y="575683"/>
                </a:lnTo>
                <a:lnTo>
                  <a:pt x="64286" y="566758"/>
                </a:lnTo>
                <a:lnTo>
                  <a:pt x="51456" y="557567"/>
                </a:lnTo>
                <a:close/>
              </a:path>
              <a:path w="466090" h="636904">
                <a:moveTo>
                  <a:pt x="18133" y="604031"/>
                </a:moveTo>
                <a:lnTo>
                  <a:pt x="9207" y="605506"/>
                </a:lnTo>
                <a:lnTo>
                  <a:pt x="0" y="618358"/>
                </a:lnTo>
                <a:lnTo>
                  <a:pt x="1475" y="627283"/>
                </a:lnTo>
                <a:lnTo>
                  <a:pt x="14304" y="636474"/>
                </a:lnTo>
                <a:lnTo>
                  <a:pt x="23229" y="635000"/>
                </a:lnTo>
                <a:lnTo>
                  <a:pt x="32437" y="622147"/>
                </a:lnTo>
                <a:lnTo>
                  <a:pt x="30962" y="613222"/>
                </a:lnTo>
                <a:lnTo>
                  <a:pt x="18133" y="604031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352789" y="5170820"/>
            <a:ext cx="414020" cy="801370"/>
          </a:xfrm>
          <a:custGeom>
            <a:avLst/>
            <a:gdLst/>
            <a:ahLst/>
            <a:cxnLst/>
            <a:rect l="l" t="t" r="r" b="b"/>
            <a:pathLst>
              <a:path w="414020" h="801370">
                <a:moveTo>
                  <a:pt x="17033" y="0"/>
                </a:moveTo>
                <a:lnTo>
                  <a:pt x="2891" y="7006"/>
                </a:lnTo>
                <a:lnTo>
                  <a:pt x="0" y="15577"/>
                </a:lnTo>
                <a:lnTo>
                  <a:pt x="7019" y="29744"/>
                </a:lnTo>
                <a:lnTo>
                  <a:pt x="15590" y="32636"/>
                </a:lnTo>
                <a:lnTo>
                  <a:pt x="29731" y="25629"/>
                </a:lnTo>
                <a:lnTo>
                  <a:pt x="32623" y="17058"/>
                </a:lnTo>
                <a:lnTo>
                  <a:pt x="25604" y="2891"/>
                </a:lnTo>
                <a:lnTo>
                  <a:pt x="17033" y="0"/>
                </a:lnTo>
                <a:close/>
              </a:path>
              <a:path w="414020" h="801370">
                <a:moveTo>
                  <a:pt x="42418" y="51234"/>
                </a:moveTo>
                <a:lnTo>
                  <a:pt x="28277" y="58240"/>
                </a:lnTo>
                <a:lnTo>
                  <a:pt x="25384" y="66812"/>
                </a:lnTo>
                <a:lnTo>
                  <a:pt x="32404" y="80979"/>
                </a:lnTo>
                <a:lnTo>
                  <a:pt x="40975" y="83870"/>
                </a:lnTo>
                <a:lnTo>
                  <a:pt x="55116" y="76865"/>
                </a:lnTo>
                <a:lnTo>
                  <a:pt x="58008" y="68294"/>
                </a:lnTo>
                <a:lnTo>
                  <a:pt x="50990" y="54127"/>
                </a:lnTo>
                <a:lnTo>
                  <a:pt x="42418" y="51234"/>
                </a:lnTo>
                <a:close/>
              </a:path>
              <a:path w="414020" h="801370">
                <a:moveTo>
                  <a:pt x="67801" y="102469"/>
                </a:moveTo>
                <a:lnTo>
                  <a:pt x="53661" y="109476"/>
                </a:lnTo>
                <a:lnTo>
                  <a:pt x="50769" y="118049"/>
                </a:lnTo>
                <a:lnTo>
                  <a:pt x="57790" y="132214"/>
                </a:lnTo>
                <a:lnTo>
                  <a:pt x="66362" y="135106"/>
                </a:lnTo>
                <a:lnTo>
                  <a:pt x="80502" y="128098"/>
                </a:lnTo>
                <a:lnTo>
                  <a:pt x="83393" y="119526"/>
                </a:lnTo>
                <a:lnTo>
                  <a:pt x="76373" y="105360"/>
                </a:lnTo>
                <a:lnTo>
                  <a:pt x="67801" y="102469"/>
                </a:lnTo>
                <a:close/>
              </a:path>
              <a:path w="414020" h="801370">
                <a:moveTo>
                  <a:pt x="93188" y="153704"/>
                </a:moveTo>
                <a:lnTo>
                  <a:pt x="79047" y="160709"/>
                </a:lnTo>
                <a:lnTo>
                  <a:pt x="76155" y="169282"/>
                </a:lnTo>
                <a:lnTo>
                  <a:pt x="83173" y="183448"/>
                </a:lnTo>
                <a:lnTo>
                  <a:pt x="91744" y="186340"/>
                </a:lnTo>
                <a:lnTo>
                  <a:pt x="105886" y="179334"/>
                </a:lnTo>
                <a:lnTo>
                  <a:pt x="108778" y="170762"/>
                </a:lnTo>
                <a:lnTo>
                  <a:pt x="101760" y="156596"/>
                </a:lnTo>
                <a:lnTo>
                  <a:pt x="93188" y="153704"/>
                </a:lnTo>
                <a:close/>
              </a:path>
              <a:path w="414020" h="801370">
                <a:moveTo>
                  <a:pt x="118573" y="204938"/>
                </a:moveTo>
                <a:lnTo>
                  <a:pt x="104432" y="211945"/>
                </a:lnTo>
                <a:lnTo>
                  <a:pt x="101540" y="220516"/>
                </a:lnTo>
                <a:lnTo>
                  <a:pt x="108558" y="234683"/>
                </a:lnTo>
                <a:lnTo>
                  <a:pt x="117129" y="237575"/>
                </a:lnTo>
                <a:lnTo>
                  <a:pt x="131271" y="230569"/>
                </a:lnTo>
                <a:lnTo>
                  <a:pt x="134164" y="221997"/>
                </a:lnTo>
                <a:lnTo>
                  <a:pt x="127144" y="207830"/>
                </a:lnTo>
                <a:lnTo>
                  <a:pt x="118573" y="204938"/>
                </a:lnTo>
                <a:close/>
              </a:path>
              <a:path w="414020" h="801370">
                <a:moveTo>
                  <a:pt x="143958" y="256172"/>
                </a:moveTo>
                <a:lnTo>
                  <a:pt x="129816" y="263179"/>
                </a:lnTo>
                <a:lnTo>
                  <a:pt x="126925" y="271750"/>
                </a:lnTo>
                <a:lnTo>
                  <a:pt x="133943" y="285917"/>
                </a:lnTo>
                <a:lnTo>
                  <a:pt x="142515" y="288809"/>
                </a:lnTo>
                <a:lnTo>
                  <a:pt x="156655" y="281804"/>
                </a:lnTo>
                <a:lnTo>
                  <a:pt x="159548" y="273232"/>
                </a:lnTo>
                <a:lnTo>
                  <a:pt x="152529" y="259066"/>
                </a:lnTo>
                <a:lnTo>
                  <a:pt x="143958" y="256172"/>
                </a:lnTo>
                <a:close/>
              </a:path>
              <a:path w="414020" h="801370">
                <a:moveTo>
                  <a:pt x="169339" y="307408"/>
                </a:moveTo>
                <a:lnTo>
                  <a:pt x="155200" y="314417"/>
                </a:lnTo>
                <a:lnTo>
                  <a:pt x="152309" y="322990"/>
                </a:lnTo>
                <a:lnTo>
                  <a:pt x="159331" y="337154"/>
                </a:lnTo>
                <a:lnTo>
                  <a:pt x="167904" y="340045"/>
                </a:lnTo>
                <a:lnTo>
                  <a:pt x="182043" y="333035"/>
                </a:lnTo>
                <a:lnTo>
                  <a:pt x="184933" y="324463"/>
                </a:lnTo>
                <a:lnTo>
                  <a:pt x="177911" y="310297"/>
                </a:lnTo>
                <a:lnTo>
                  <a:pt x="169339" y="307408"/>
                </a:lnTo>
                <a:close/>
              </a:path>
              <a:path w="414020" h="801370">
                <a:moveTo>
                  <a:pt x="194724" y="358642"/>
                </a:moveTo>
                <a:lnTo>
                  <a:pt x="180585" y="365652"/>
                </a:lnTo>
                <a:lnTo>
                  <a:pt x="177694" y="374224"/>
                </a:lnTo>
                <a:lnTo>
                  <a:pt x="184716" y="388388"/>
                </a:lnTo>
                <a:lnTo>
                  <a:pt x="193288" y="391279"/>
                </a:lnTo>
                <a:lnTo>
                  <a:pt x="207429" y="384270"/>
                </a:lnTo>
                <a:lnTo>
                  <a:pt x="210318" y="375697"/>
                </a:lnTo>
                <a:lnTo>
                  <a:pt x="203296" y="361532"/>
                </a:lnTo>
                <a:lnTo>
                  <a:pt x="194724" y="358642"/>
                </a:lnTo>
                <a:close/>
              </a:path>
              <a:path w="414020" h="801370">
                <a:moveTo>
                  <a:pt x="220108" y="409877"/>
                </a:moveTo>
                <a:lnTo>
                  <a:pt x="205969" y="416886"/>
                </a:lnTo>
                <a:lnTo>
                  <a:pt x="203079" y="425459"/>
                </a:lnTo>
                <a:lnTo>
                  <a:pt x="210101" y="439624"/>
                </a:lnTo>
                <a:lnTo>
                  <a:pt x="218673" y="442514"/>
                </a:lnTo>
                <a:lnTo>
                  <a:pt x="232813" y="435504"/>
                </a:lnTo>
                <a:lnTo>
                  <a:pt x="235703" y="426932"/>
                </a:lnTo>
                <a:lnTo>
                  <a:pt x="228681" y="412767"/>
                </a:lnTo>
                <a:lnTo>
                  <a:pt x="220108" y="409877"/>
                </a:lnTo>
                <a:close/>
              </a:path>
              <a:path w="414020" h="801370">
                <a:moveTo>
                  <a:pt x="245494" y="461111"/>
                </a:moveTo>
                <a:lnTo>
                  <a:pt x="231354" y="468121"/>
                </a:lnTo>
                <a:lnTo>
                  <a:pt x="228465" y="476693"/>
                </a:lnTo>
                <a:lnTo>
                  <a:pt x="235487" y="490858"/>
                </a:lnTo>
                <a:lnTo>
                  <a:pt x="244058" y="493748"/>
                </a:lnTo>
                <a:lnTo>
                  <a:pt x="258198" y="486739"/>
                </a:lnTo>
                <a:lnTo>
                  <a:pt x="261089" y="478167"/>
                </a:lnTo>
                <a:lnTo>
                  <a:pt x="254066" y="464002"/>
                </a:lnTo>
                <a:lnTo>
                  <a:pt x="245494" y="461111"/>
                </a:lnTo>
                <a:close/>
              </a:path>
              <a:path w="414020" h="801370">
                <a:moveTo>
                  <a:pt x="270879" y="512346"/>
                </a:moveTo>
                <a:lnTo>
                  <a:pt x="256739" y="519355"/>
                </a:lnTo>
                <a:lnTo>
                  <a:pt x="253850" y="527928"/>
                </a:lnTo>
                <a:lnTo>
                  <a:pt x="260871" y="542093"/>
                </a:lnTo>
                <a:lnTo>
                  <a:pt x="269444" y="544983"/>
                </a:lnTo>
                <a:lnTo>
                  <a:pt x="283583" y="537974"/>
                </a:lnTo>
                <a:lnTo>
                  <a:pt x="286473" y="529401"/>
                </a:lnTo>
                <a:lnTo>
                  <a:pt x="279452" y="515236"/>
                </a:lnTo>
                <a:lnTo>
                  <a:pt x="270879" y="512346"/>
                </a:lnTo>
                <a:close/>
              </a:path>
              <a:path w="414020" h="801370">
                <a:moveTo>
                  <a:pt x="296271" y="563581"/>
                </a:moveTo>
                <a:lnTo>
                  <a:pt x="282129" y="570584"/>
                </a:lnTo>
                <a:lnTo>
                  <a:pt x="279234" y="579155"/>
                </a:lnTo>
                <a:lnTo>
                  <a:pt x="286250" y="593323"/>
                </a:lnTo>
                <a:lnTo>
                  <a:pt x="294821" y="596217"/>
                </a:lnTo>
                <a:lnTo>
                  <a:pt x="308964" y="589215"/>
                </a:lnTo>
                <a:lnTo>
                  <a:pt x="311858" y="580644"/>
                </a:lnTo>
                <a:lnTo>
                  <a:pt x="304843" y="566475"/>
                </a:lnTo>
                <a:lnTo>
                  <a:pt x="296271" y="563581"/>
                </a:lnTo>
                <a:close/>
              </a:path>
              <a:path w="414020" h="801370">
                <a:moveTo>
                  <a:pt x="321656" y="614816"/>
                </a:moveTo>
                <a:lnTo>
                  <a:pt x="307513" y="621818"/>
                </a:lnTo>
                <a:lnTo>
                  <a:pt x="304619" y="630389"/>
                </a:lnTo>
                <a:lnTo>
                  <a:pt x="311635" y="644558"/>
                </a:lnTo>
                <a:lnTo>
                  <a:pt x="320206" y="647452"/>
                </a:lnTo>
                <a:lnTo>
                  <a:pt x="334349" y="640449"/>
                </a:lnTo>
                <a:lnTo>
                  <a:pt x="337243" y="631879"/>
                </a:lnTo>
                <a:lnTo>
                  <a:pt x="330227" y="617710"/>
                </a:lnTo>
                <a:lnTo>
                  <a:pt x="321656" y="614816"/>
                </a:lnTo>
                <a:close/>
              </a:path>
              <a:path w="414020" h="801370">
                <a:moveTo>
                  <a:pt x="347042" y="666050"/>
                </a:moveTo>
                <a:lnTo>
                  <a:pt x="332898" y="673053"/>
                </a:lnTo>
                <a:lnTo>
                  <a:pt x="330004" y="681624"/>
                </a:lnTo>
                <a:lnTo>
                  <a:pt x="337019" y="695792"/>
                </a:lnTo>
                <a:lnTo>
                  <a:pt x="345591" y="698687"/>
                </a:lnTo>
                <a:lnTo>
                  <a:pt x="359733" y="691684"/>
                </a:lnTo>
                <a:lnTo>
                  <a:pt x="362628" y="683113"/>
                </a:lnTo>
                <a:lnTo>
                  <a:pt x="355612" y="668945"/>
                </a:lnTo>
                <a:lnTo>
                  <a:pt x="347042" y="666050"/>
                </a:lnTo>
                <a:close/>
              </a:path>
              <a:path w="414020" h="801370">
                <a:moveTo>
                  <a:pt x="372427" y="717285"/>
                </a:moveTo>
                <a:lnTo>
                  <a:pt x="358284" y="724288"/>
                </a:lnTo>
                <a:lnTo>
                  <a:pt x="355390" y="732859"/>
                </a:lnTo>
                <a:lnTo>
                  <a:pt x="362404" y="747027"/>
                </a:lnTo>
                <a:lnTo>
                  <a:pt x="370975" y="749921"/>
                </a:lnTo>
                <a:lnTo>
                  <a:pt x="385118" y="742919"/>
                </a:lnTo>
                <a:lnTo>
                  <a:pt x="388012" y="734348"/>
                </a:lnTo>
                <a:lnTo>
                  <a:pt x="380997" y="720180"/>
                </a:lnTo>
                <a:lnTo>
                  <a:pt x="372427" y="717285"/>
                </a:lnTo>
                <a:close/>
              </a:path>
              <a:path w="414020" h="801370">
                <a:moveTo>
                  <a:pt x="397812" y="768520"/>
                </a:moveTo>
                <a:lnTo>
                  <a:pt x="383669" y="775522"/>
                </a:lnTo>
                <a:lnTo>
                  <a:pt x="380775" y="784093"/>
                </a:lnTo>
                <a:lnTo>
                  <a:pt x="387790" y="798262"/>
                </a:lnTo>
                <a:lnTo>
                  <a:pt x="396360" y="801156"/>
                </a:lnTo>
                <a:lnTo>
                  <a:pt x="410503" y="794153"/>
                </a:lnTo>
                <a:lnTo>
                  <a:pt x="413397" y="785583"/>
                </a:lnTo>
                <a:lnTo>
                  <a:pt x="406383" y="771414"/>
                </a:lnTo>
                <a:lnTo>
                  <a:pt x="397812" y="76852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184135" y="5001767"/>
            <a:ext cx="359664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228560" y="50197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228560" y="50197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665976" y="5943600"/>
            <a:ext cx="359664" cy="3566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711070" y="5962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711070" y="5962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656576" y="5943600"/>
            <a:ext cx="359664" cy="35661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701226" y="5962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701226" y="59627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202168" y="5187696"/>
            <a:ext cx="359664" cy="3535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247241" y="520512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247241" y="520512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321552" y="5141976"/>
            <a:ext cx="356616" cy="35661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364719" y="516078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364719" y="516078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327042" y="52034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299402" y="501446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92603" y="59623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440402" y="516077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507633" y="5183094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4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6331808" y="6278371"/>
            <a:ext cx="2451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Predictions </a:t>
            </a:r>
            <a:r>
              <a:rPr dirty="0" sz="1800" spc="-5" b="1">
                <a:latin typeface="Calibri"/>
                <a:cs typeface="Calibri"/>
              </a:rPr>
              <a:t>made </a:t>
            </a:r>
            <a:r>
              <a:rPr dirty="0" sz="1800" spc="-10" b="1">
                <a:latin typeface="Calibri"/>
                <a:cs typeface="Calibri"/>
              </a:rPr>
              <a:t>by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GNN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1" name="object 8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8"/>
              </a:rPr>
              <a:t>http://cs224w.stanford.edu</a:t>
            </a:r>
          </a:p>
        </p:txBody>
      </p:sp>
      <p:sp>
        <p:nvSpPr>
          <p:cNvPr id="82" name="object 8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  <p:sp>
        <p:nvSpPr>
          <p:cNvPr id="79" name="object 79"/>
          <p:cNvSpPr txBox="1"/>
          <p:nvPr/>
        </p:nvSpPr>
        <p:spPr>
          <a:xfrm>
            <a:off x="7756469" y="5391403"/>
            <a:ext cx="162560" cy="837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E88651"/>
                </a:solidFill>
                <a:latin typeface="Corbel"/>
                <a:cs typeface="Corbel"/>
              </a:rPr>
              <a:t>?</a:t>
            </a:r>
            <a:endParaRPr sz="2400">
              <a:latin typeface="Corbel"/>
              <a:cs typeface="Corbel"/>
            </a:endParaRPr>
          </a:p>
          <a:p>
            <a:pPr marL="25400">
              <a:lnSpc>
                <a:spcPct val="100000"/>
              </a:lnSpc>
              <a:spcBef>
                <a:spcPts val="159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98746" y="1745450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18398" y="2440906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08750" y="1602621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19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63733" y="1708072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22165" y="1542835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36720" y="1356360"/>
            <a:ext cx="359663" cy="356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81630" y="137544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81630" y="137544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21608" y="2301239"/>
            <a:ext cx="356615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64140" y="231850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4140" y="231850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09159" y="2301239"/>
            <a:ext cx="359663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54297" y="231850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54297" y="231850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57800" y="1542288"/>
            <a:ext cx="356615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00310" y="15608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00310" y="15608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74135" y="1499616"/>
            <a:ext cx="359663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17788" y="151649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17788" y="151649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80112" y="156108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2471" y="13721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93471" y="151536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560704" y="1538804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18108" y="2247448"/>
            <a:ext cx="7909559" cy="431355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 marR="331470">
              <a:lnSpc>
                <a:spcPct val="100000"/>
              </a:lnSpc>
              <a:spcBef>
                <a:spcPts val="645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 marR="234950">
              <a:lnSpc>
                <a:spcPct val="100000"/>
              </a:lnSpc>
              <a:spcBef>
                <a:spcPts val="610"/>
              </a:spcBef>
            </a:pPr>
            <a:r>
              <a:rPr dirty="0" sz="1800" spc="-10" b="1">
                <a:latin typeface="Calibri"/>
                <a:cs typeface="Calibri"/>
              </a:rPr>
              <a:t>Original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5" b="1">
                <a:latin typeface="Calibri"/>
                <a:cs typeface="Calibri"/>
              </a:rPr>
              <a:t>graph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For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link prediction,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will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split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edges</a:t>
            </a:r>
            <a:r>
              <a:rPr dirty="0" sz="2800" spc="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twice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latin typeface="Calibri"/>
                <a:cs typeface="Calibri"/>
              </a:rPr>
              <a:t>Step </a:t>
            </a:r>
            <a:r>
              <a:rPr dirty="0" sz="2800" b="1">
                <a:latin typeface="Calibri"/>
                <a:cs typeface="Calibri"/>
              </a:rPr>
              <a:t>1: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Assign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types of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edges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in the original</a:t>
            </a:r>
            <a:r>
              <a:rPr dirty="0" sz="2800" spc="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4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 b="1">
                <a:latin typeface="Calibri"/>
                <a:cs typeface="Calibri"/>
              </a:rPr>
              <a:t>Message </a:t>
            </a:r>
            <a:r>
              <a:rPr dirty="0" sz="2400" spc="-10" b="1">
                <a:latin typeface="Calibri"/>
                <a:cs typeface="Calibri"/>
              </a:rPr>
              <a:t>edges: </a:t>
            </a:r>
            <a:r>
              <a:rPr dirty="0" sz="2400" spc="-5" b="1">
                <a:latin typeface="Calibri"/>
                <a:cs typeface="Calibri"/>
              </a:rPr>
              <a:t>Used </a:t>
            </a:r>
            <a:r>
              <a:rPr dirty="0" sz="2400" spc="-15" b="1">
                <a:latin typeface="Calibri"/>
                <a:cs typeface="Calibri"/>
              </a:rPr>
              <a:t>for </a:t>
            </a:r>
            <a:r>
              <a:rPr dirty="0" sz="2400" spc="-5" b="1">
                <a:latin typeface="Calibri"/>
                <a:cs typeface="Calibri"/>
              </a:rPr>
              <a:t>GNN message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passing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edges: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Use </a:t>
            </a:r>
            <a:r>
              <a:rPr dirty="0" sz="2400" spc="-15" b="1">
                <a:solidFill>
                  <a:srgbClr val="E88651"/>
                </a:solidFill>
                <a:latin typeface="Calibri"/>
                <a:cs typeface="Calibri"/>
              </a:rPr>
              <a:t>for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computing</a:t>
            </a:r>
            <a:r>
              <a:rPr dirty="0" sz="2400" spc="25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10" b="1">
                <a:latin typeface="Calibri"/>
                <a:cs typeface="Calibri"/>
              </a:rPr>
              <a:t>After </a:t>
            </a:r>
            <a:r>
              <a:rPr dirty="0" sz="2400" spc="-15" b="1">
                <a:latin typeface="Calibri"/>
                <a:cs typeface="Calibri"/>
              </a:rPr>
              <a:t>step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1: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50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5" b="1">
                <a:latin typeface="Calibri"/>
                <a:cs typeface="Calibri"/>
              </a:rPr>
              <a:t>Only </a:t>
            </a:r>
            <a:r>
              <a:rPr dirty="0" sz="2200" spc="-10" b="1">
                <a:latin typeface="Calibri"/>
                <a:cs typeface="Calibri"/>
              </a:rPr>
              <a:t>message edges </a:t>
            </a:r>
            <a:r>
              <a:rPr dirty="0" sz="2200" spc="-5" b="1">
                <a:latin typeface="Calibri"/>
                <a:cs typeface="Calibri"/>
              </a:rPr>
              <a:t>will remain in the</a:t>
            </a:r>
            <a:r>
              <a:rPr dirty="0" sz="2200" spc="0" b="1">
                <a:latin typeface="Calibri"/>
                <a:cs typeface="Calibri"/>
              </a:rPr>
              <a:t> </a:t>
            </a:r>
            <a:r>
              <a:rPr dirty="0" sz="2200" spc="-15" b="1">
                <a:latin typeface="Calibri"/>
                <a:cs typeface="Calibri"/>
              </a:rPr>
              <a:t>graph</a:t>
            </a:r>
            <a:endParaRPr sz="2200">
              <a:latin typeface="Calibri"/>
              <a:cs typeface="Calibri"/>
            </a:endParaRPr>
          </a:p>
          <a:p>
            <a:pPr lvl="2" marL="890905" marR="372745" indent="-228600">
              <a:lnSpc>
                <a:spcPct val="102699"/>
              </a:lnSpc>
              <a:spcBef>
                <a:spcPts val="38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2200" spc="-10" b="1">
                <a:solidFill>
                  <a:srgbClr val="E88651"/>
                </a:solidFill>
                <a:latin typeface="Calibri"/>
                <a:cs typeface="Calibri"/>
              </a:rPr>
              <a:t>edges are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used </a:t>
            </a:r>
            <a:r>
              <a:rPr dirty="0" sz="2200" b="1">
                <a:solidFill>
                  <a:srgbClr val="E88651"/>
                </a:solidFill>
                <a:latin typeface="Calibri"/>
                <a:cs typeface="Calibri"/>
              </a:rPr>
              <a:t>as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2200" spc="-15" b="1">
                <a:solidFill>
                  <a:srgbClr val="E88651"/>
                </a:solidFill>
                <a:latin typeface="Calibri"/>
                <a:cs typeface="Calibri"/>
              </a:rPr>
              <a:t>for </a:t>
            </a:r>
            <a:r>
              <a:rPr dirty="0" sz="2200" spc="-10" b="1">
                <a:solidFill>
                  <a:srgbClr val="E88651"/>
                </a:solidFill>
                <a:latin typeface="Calibri"/>
                <a:cs typeface="Calibri"/>
              </a:rPr>
              <a:t>edge  predictions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made </a:t>
            </a:r>
            <a:r>
              <a:rPr dirty="0" sz="2200" spc="-10" b="1">
                <a:solidFill>
                  <a:srgbClr val="E88651"/>
                </a:solidFill>
                <a:latin typeface="Calibri"/>
                <a:cs typeface="Calibri"/>
              </a:rPr>
              <a:t>by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the model, will not be </a:t>
            </a:r>
            <a:r>
              <a:rPr dirty="0" sz="2200" spc="-15" b="1">
                <a:solidFill>
                  <a:srgbClr val="E88651"/>
                </a:solidFill>
                <a:latin typeface="Calibri"/>
                <a:cs typeface="Calibri"/>
              </a:rPr>
              <a:t>fed into</a:t>
            </a:r>
            <a:r>
              <a:rPr dirty="0" sz="2200" spc="100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200" spc="-5" b="1">
                <a:solidFill>
                  <a:srgbClr val="E88651"/>
                </a:solidFill>
                <a:latin typeface="Calibri"/>
                <a:cs typeface="Calibri"/>
              </a:rPr>
              <a:t>GNN!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28429" y="2008123"/>
            <a:ext cx="1518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Corbel"/>
                <a:cs typeface="Corbel"/>
              </a:rPr>
              <a:t>Message</a:t>
            </a:r>
            <a:r>
              <a:rPr dirty="0" sz="1800" spc="-65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edges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80608" y="2029460"/>
            <a:ext cx="1813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E88651"/>
                </a:solidFill>
                <a:latin typeface="Corbel"/>
                <a:cs typeface="Corbel"/>
              </a:rPr>
              <a:t>Supervision</a:t>
            </a:r>
            <a:r>
              <a:rPr dirty="0" sz="1800" spc="-55" b="1">
                <a:solidFill>
                  <a:srgbClr val="E88651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Corbel"/>
                <a:cs typeface="Corbel"/>
              </a:rPr>
              <a:t>edges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10693" y="2150666"/>
            <a:ext cx="492759" cy="85725"/>
          </a:xfrm>
          <a:custGeom>
            <a:avLst/>
            <a:gdLst/>
            <a:ahLst/>
            <a:cxnLst/>
            <a:rect l="l" t="t" r="r" b="b"/>
            <a:pathLst>
              <a:path w="492760" h="85725">
                <a:moveTo>
                  <a:pt x="22207" y="28576"/>
                </a:moveTo>
                <a:lnTo>
                  <a:pt x="6396" y="28576"/>
                </a:lnTo>
                <a:lnTo>
                  <a:pt x="0" y="34973"/>
                </a:lnTo>
                <a:lnTo>
                  <a:pt x="0" y="50754"/>
                </a:lnTo>
                <a:lnTo>
                  <a:pt x="6396" y="57151"/>
                </a:lnTo>
                <a:lnTo>
                  <a:pt x="22207" y="57151"/>
                </a:lnTo>
                <a:lnTo>
                  <a:pt x="28602" y="50754"/>
                </a:lnTo>
                <a:lnTo>
                  <a:pt x="28602" y="34973"/>
                </a:lnTo>
                <a:lnTo>
                  <a:pt x="22207" y="28576"/>
                </a:lnTo>
                <a:close/>
              </a:path>
              <a:path w="492760" h="85725">
                <a:moveTo>
                  <a:pt x="79385" y="28576"/>
                </a:moveTo>
                <a:lnTo>
                  <a:pt x="63574" y="28576"/>
                </a:lnTo>
                <a:lnTo>
                  <a:pt x="57177" y="34973"/>
                </a:lnTo>
                <a:lnTo>
                  <a:pt x="57177" y="50754"/>
                </a:lnTo>
                <a:lnTo>
                  <a:pt x="63574" y="57151"/>
                </a:lnTo>
                <a:lnTo>
                  <a:pt x="79385" y="57151"/>
                </a:lnTo>
                <a:lnTo>
                  <a:pt x="85782" y="50754"/>
                </a:lnTo>
                <a:lnTo>
                  <a:pt x="85782" y="34973"/>
                </a:lnTo>
                <a:lnTo>
                  <a:pt x="79385" y="28576"/>
                </a:lnTo>
                <a:close/>
              </a:path>
              <a:path w="492760" h="85725">
                <a:moveTo>
                  <a:pt x="136564" y="28576"/>
                </a:moveTo>
                <a:lnTo>
                  <a:pt x="120754" y="28576"/>
                </a:lnTo>
                <a:lnTo>
                  <a:pt x="114358" y="34971"/>
                </a:lnTo>
                <a:lnTo>
                  <a:pt x="114357" y="50754"/>
                </a:lnTo>
                <a:lnTo>
                  <a:pt x="120754" y="57151"/>
                </a:lnTo>
                <a:lnTo>
                  <a:pt x="136564" y="57151"/>
                </a:lnTo>
                <a:lnTo>
                  <a:pt x="142960" y="50754"/>
                </a:lnTo>
                <a:lnTo>
                  <a:pt x="142960" y="34971"/>
                </a:lnTo>
                <a:lnTo>
                  <a:pt x="136564" y="28576"/>
                </a:lnTo>
                <a:close/>
              </a:path>
              <a:path w="492760" h="85725">
                <a:moveTo>
                  <a:pt x="193742" y="28576"/>
                </a:moveTo>
                <a:lnTo>
                  <a:pt x="177932" y="28576"/>
                </a:lnTo>
                <a:lnTo>
                  <a:pt x="171535" y="34971"/>
                </a:lnTo>
                <a:lnTo>
                  <a:pt x="171535" y="50754"/>
                </a:lnTo>
                <a:lnTo>
                  <a:pt x="177932" y="57151"/>
                </a:lnTo>
                <a:lnTo>
                  <a:pt x="193742" y="57151"/>
                </a:lnTo>
                <a:lnTo>
                  <a:pt x="200139" y="50754"/>
                </a:lnTo>
                <a:lnTo>
                  <a:pt x="200139" y="34971"/>
                </a:lnTo>
                <a:lnTo>
                  <a:pt x="193742" y="28576"/>
                </a:lnTo>
                <a:close/>
              </a:path>
              <a:path w="492760" h="85725">
                <a:moveTo>
                  <a:pt x="250921" y="28575"/>
                </a:moveTo>
                <a:lnTo>
                  <a:pt x="243029" y="28576"/>
                </a:lnTo>
                <a:lnTo>
                  <a:pt x="235111" y="28576"/>
                </a:lnTo>
                <a:lnTo>
                  <a:pt x="228714" y="34971"/>
                </a:lnTo>
                <a:lnTo>
                  <a:pt x="228714" y="50754"/>
                </a:lnTo>
                <a:lnTo>
                  <a:pt x="235111" y="57151"/>
                </a:lnTo>
                <a:lnTo>
                  <a:pt x="250921" y="57150"/>
                </a:lnTo>
                <a:lnTo>
                  <a:pt x="257317" y="50754"/>
                </a:lnTo>
                <a:lnTo>
                  <a:pt x="257317" y="34971"/>
                </a:lnTo>
                <a:lnTo>
                  <a:pt x="250921" y="28575"/>
                </a:lnTo>
                <a:close/>
              </a:path>
              <a:path w="492760" h="85725">
                <a:moveTo>
                  <a:pt x="308099" y="28575"/>
                </a:moveTo>
                <a:lnTo>
                  <a:pt x="292289" y="28575"/>
                </a:lnTo>
                <a:lnTo>
                  <a:pt x="285892" y="34971"/>
                </a:lnTo>
                <a:lnTo>
                  <a:pt x="285892" y="50754"/>
                </a:lnTo>
                <a:lnTo>
                  <a:pt x="292289" y="57150"/>
                </a:lnTo>
                <a:lnTo>
                  <a:pt x="308099" y="57150"/>
                </a:lnTo>
                <a:lnTo>
                  <a:pt x="314496" y="50754"/>
                </a:lnTo>
                <a:lnTo>
                  <a:pt x="314496" y="34971"/>
                </a:lnTo>
                <a:lnTo>
                  <a:pt x="308099" y="28575"/>
                </a:lnTo>
                <a:close/>
              </a:path>
              <a:path w="492760" h="85725">
                <a:moveTo>
                  <a:pt x="365278" y="28575"/>
                </a:moveTo>
                <a:lnTo>
                  <a:pt x="349468" y="28575"/>
                </a:lnTo>
                <a:lnTo>
                  <a:pt x="343071" y="34971"/>
                </a:lnTo>
                <a:lnTo>
                  <a:pt x="343071" y="50754"/>
                </a:lnTo>
                <a:lnTo>
                  <a:pt x="349468" y="57150"/>
                </a:lnTo>
                <a:lnTo>
                  <a:pt x="365278" y="57150"/>
                </a:lnTo>
                <a:lnTo>
                  <a:pt x="371673" y="50754"/>
                </a:lnTo>
                <a:lnTo>
                  <a:pt x="371674" y="34971"/>
                </a:lnTo>
                <a:lnTo>
                  <a:pt x="365278" y="28575"/>
                </a:lnTo>
                <a:close/>
              </a:path>
              <a:path w="492760" h="85725">
                <a:moveTo>
                  <a:pt x="407024" y="0"/>
                </a:moveTo>
                <a:lnTo>
                  <a:pt x="407024" y="85725"/>
                </a:lnTo>
                <a:lnTo>
                  <a:pt x="464174" y="57150"/>
                </a:lnTo>
                <a:lnTo>
                  <a:pt x="422456" y="57150"/>
                </a:lnTo>
                <a:lnTo>
                  <a:pt x="428853" y="50753"/>
                </a:lnTo>
                <a:lnTo>
                  <a:pt x="428853" y="34971"/>
                </a:lnTo>
                <a:lnTo>
                  <a:pt x="422456" y="28575"/>
                </a:lnTo>
                <a:lnTo>
                  <a:pt x="464174" y="28575"/>
                </a:lnTo>
                <a:lnTo>
                  <a:pt x="407024" y="0"/>
                </a:lnTo>
                <a:close/>
              </a:path>
              <a:path w="492760" h="85725">
                <a:moveTo>
                  <a:pt x="407024" y="28575"/>
                </a:moveTo>
                <a:lnTo>
                  <a:pt x="406646" y="28575"/>
                </a:lnTo>
                <a:lnTo>
                  <a:pt x="400249" y="34971"/>
                </a:lnTo>
                <a:lnTo>
                  <a:pt x="400249" y="50753"/>
                </a:lnTo>
                <a:lnTo>
                  <a:pt x="406646" y="57150"/>
                </a:lnTo>
                <a:lnTo>
                  <a:pt x="407024" y="57150"/>
                </a:lnTo>
                <a:lnTo>
                  <a:pt x="407024" y="28575"/>
                </a:lnTo>
                <a:close/>
              </a:path>
              <a:path w="492760" h="85725">
                <a:moveTo>
                  <a:pt x="464174" y="28575"/>
                </a:moveTo>
                <a:lnTo>
                  <a:pt x="422456" y="28575"/>
                </a:lnTo>
                <a:lnTo>
                  <a:pt x="428853" y="34971"/>
                </a:lnTo>
                <a:lnTo>
                  <a:pt x="428853" y="50753"/>
                </a:lnTo>
                <a:lnTo>
                  <a:pt x="422456" y="57150"/>
                </a:lnTo>
                <a:lnTo>
                  <a:pt x="464174" y="57150"/>
                </a:lnTo>
                <a:lnTo>
                  <a:pt x="492749" y="42862"/>
                </a:lnTo>
                <a:lnTo>
                  <a:pt x="46417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246063" y="2150666"/>
            <a:ext cx="570230" cy="85725"/>
          </a:xfrm>
          <a:custGeom>
            <a:avLst/>
            <a:gdLst/>
            <a:ahLst/>
            <a:cxnLst/>
            <a:rect l="l" t="t" r="r" b="b"/>
            <a:pathLst>
              <a:path w="570229" h="85725">
                <a:moveTo>
                  <a:pt x="563694" y="28576"/>
                </a:moveTo>
                <a:lnTo>
                  <a:pt x="547884" y="28576"/>
                </a:lnTo>
                <a:lnTo>
                  <a:pt x="541487" y="34973"/>
                </a:lnTo>
                <a:lnTo>
                  <a:pt x="541487" y="50754"/>
                </a:lnTo>
                <a:lnTo>
                  <a:pt x="547884" y="57151"/>
                </a:lnTo>
                <a:lnTo>
                  <a:pt x="563694" y="57151"/>
                </a:lnTo>
                <a:lnTo>
                  <a:pt x="570091" y="50754"/>
                </a:lnTo>
                <a:lnTo>
                  <a:pt x="570091" y="34973"/>
                </a:lnTo>
                <a:lnTo>
                  <a:pt x="563694" y="28576"/>
                </a:lnTo>
                <a:close/>
              </a:path>
              <a:path w="570229" h="85725">
                <a:moveTo>
                  <a:pt x="506516" y="28576"/>
                </a:moveTo>
                <a:lnTo>
                  <a:pt x="490706" y="28576"/>
                </a:lnTo>
                <a:lnTo>
                  <a:pt x="484309" y="34973"/>
                </a:lnTo>
                <a:lnTo>
                  <a:pt x="484309" y="50754"/>
                </a:lnTo>
                <a:lnTo>
                  <a:pt x="490706" y="57151"/>
                </a:lnTo>
                <a:lnTo>
                  <a:pt x="506516" y="57151"/>
                </a:lnTo>
                <a:lnTo>
                  <a:pt x="512912" y="50754"/>
                </a:lnTo>
                <a:lnTo>
                  <a:pt x="512912" y="34973"/>
                </a:lnTo>
                <a:lnTo>
                  <a:pt x="506516" y="28576"/>
                </a:lnTo>
                <a:close/>
              </a:path>
              <a:path w="570229" h="85725">
                <a:moveTo>
                  <a:pt x="449337" y="28576"/>
                </a:moveTo>
                <a:lnTo>
                  <a:pt x="433527" y="28576"/>
                </a:lnTo>
                <a:lnTo>
                  <a:pt x="427130" y="34971"/>
                </a:lnTo>
                <a:lnTo>
                  <a:pt x="427130" y="50754"/>
                </a:lnTo>
                <a:lnTo>
                  <a:pt x="433527" y="57151"/>
                </a:lnTo>
                <a:lnTo>
                  <a:pt x="449337" y="57151"/>
                </a:lnTo>
                <a:lnTo>
                  <a:pt x="455734" y="50754"/>
                </a:lnTo>
                <a:lnTo>
                  <a:pt x="455733" y="34971"/>
                </a:lnTo>
                <a:lnTo>
                  <a:pt x="449337" y="28576"/>
                </a:lnTo>
                <a:close/>
              </a:path>
              <a:path w="570229" h="85725">
                <a:moveTo>
                  <a:pt x="392159" y="28576"/>
                </a:moveTo>
                <a:lnTo>
                  <a:pt x="376349" y="28576"/>
                </a:lnTo>
                <a:lnTo>
                  <a:pt x="369952" y="34971"/>
                </a:lnTo>
                <a:lnTo>
                  <a:pt x="369952" y="50754"/>
                </a:lnTo>
                <a:lnTo>
                  <a:pt x="376349" y="57151"/>
                </a:lnTo>
                <a:lnTo>
                  <a:pt x="392159" y="57151"/>
                </a:lnTo>
                <a:lnTo>
                  <a:pt x="398555" y="50754"/>
                </a:lnTo>
                <a:lnTo>
                  <a:pt x="398555" y="34971"/>
                </a:lnTo>
                <a:lnTo>
                  <a:pt x="392159" y="28576"/>
                </a:lnTo>
                <a:close/>
              </a:path>
              <a:path w="570229" h="85725">
                <a:moveTo>
                  <a:pt x="334980" y="28576"/>
                </a:moveTo>
                <a:lnTo>
                  <a:pt x="319170" y="28576"/>
                </a:lnTo>
                <a:lnTo>
                  <a:pt x="312773" y="34971"/>
                </a:lnTo>
                <a:lnTo>
                  <a:pt x="312773" y="50754"/>
                </a:lnTo>
                <a:lnTo>
                  <a:pt x="319170" y="57151"/>
                </a:lnTo>
                <a:lnTo>
                  <a:pt x="334980" y="57151"/>
                </a:lnTo>
                <a:lnTo>
                  <a:pt x="341377" y="50754"/>
                </a:lnTo>
                <a:lnTo>
                  <a:pt x="341377" y="34971"/>
                </a:lnTo>
                <a:lnTo>
                  <a:pt x="334980" y="28576"/>
                </a:lnTo>
                <a:close/>
              </a:path>
              <a:path w="570229" h="85725">
                <a:moveTo>
                  <a:pt x="277802" y="28575"/>
                </a:moveTo>
                <a:lnTo>
                  <a:pt x="261992" y="28575"/>
                </a:lnTo>
                <a:lnTo>
                  <a:pt x="255595" y="34971"/>
                </a:lnTo>
                <a:lnTo>
                  <a:pt x="255595" y="50754"/>
                </a:lnTo>
                <a:lnTo>
                  <a:pt x="261992" y="57150"/>
                </a:lnTo>
                <a:lnTo>
                  <a:pt x="277802" y="57150"/>
                </a:lnTo>
                <a:lnTo>
                  <a:pt x="284198" y="50754"/>
                </a:lnTo>
                <a:lnTo>
                  <a:pt x="284198" y="34971"/>
                </a:lnTo>
                <a:lnTo>
                  <a:pt x="277802" y="28575"/>
                </a:lnTo>
                <a:close/>
              </a:path>
              <a:path w="570229" h="85725">
                <a:moveTo>
                  <a:pt x="220623" y="28575"/>
                </a:moveTo>
                <a:lnTo>
                  <a:pt x="204812" y="28575"/>
                </a:lnTo>
                <a:lnTo>
                  <a:pt x="198415" y="34971"/>
                </a:lnTo>
                <a:lnTo>
                  <a:pt x="198415" y="50754"/>
                </a:lnTo>
                <a:lnTo>
                  <a:pt x="204812" y="57150"/>
                </a:lnTo>
                <a:lnTo>
                  <a:pt x="220623" y="57150"/>
                </a:lnTo>
                <a:lnTo>
                  <a:pt x="227020" y="50754"/>
                </a:lnTo>
                <a:lnTo>
                  <a:pt x="227020" y="34971"/>
                </a:lnTo>
                <a:lnTo>
                  <a:pt x="220623" y="28575"/>
                </a:lnTo>
                <a:close/>
              </a:path>
              <a:path w="570229" h="85725">
                <a:moveTo>
                  <a:pt x="163445" y="28575"/>
                </a:moveTo>
                <a:lnTo>
                  <a:pt x="147634" y="28575"/>
                </a:lnTo>
                <a:lnTo>
                  <a:pt x="141237" y="34971"/>
                </a:lnTo>
                <a:lnTo>
                  <a:pt x="141239" y="50754"/>
                </a:lnTo>
                <a:lnTo>
                  <a:pt x="147634" y="57150"/>
                </a:lnTo>
                <a:lnTo>
                  <a:pt x="163445" y="57150"/>
                </a:lnTo>
                <a:lnTo>
                  <a:pt x="169840" y="50754"/>
                </a:lnTo>
                <a:lnTo>
                  <a:pt x="169840" y="34971"/>
                </a:lnTo>
                <a:lnTo>
                  <a:pt x="163445" y="28575"/>
                </a:lnTo>
                <a:close/>
              </a:path>
              <a:path w="570229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2419"/>
                </a:lnTo>
                <a:lnTo>
                  <a:pt x="84058" y="50753"/>
                </a:lnTo>
                <a:lnTo>
                  <a:pt x="84058" y="34971"/>
                </a:lnTo>
                <a:lnTo>
                  <a:pt x="85725" y="33305"/>
                </a:lnTo>
                <a:lnTo>
                  <a:pt x="85725" y="0"/>
                </a:lnTo>
                <a:close/>
              </a:path>
              <a:path w="570229" h="85725">
                <a:moveTo>
                  <a:pt x="106265" y="28575"/>
                </a:moveTo>
                <a:lnTo>
                  <a:pt x="90455" y="28575"/>
                </a:lnTo>
                <a:lnTo>
                  <a:pt x="85725" y="33305"/>
                </a:lnTo>
                <a:lnTo>
                  <a:pt x="85725" y="52419"/>
                </a:lnTo>
                <a:lnTo>
                  <a:pt x="90455" y="57150"/>
                </a:lnTo>
                <a:lnTo>
                  <a:pt x="106265" y="57150"/>
                </a:lnTo>
                <a:lnTo>
                  <a:pt x="112662" y="50753"/>
                </a:lnTo>
                <a:lnTo>
                  <a:pt x="112662" y="34971"/>
                </a:lnTo>
                <a:lnTo>
                  <a:pt x="106265" y="28575"/>
                </a:lnTo>
                <a:close/>
              </a:path>
              <a:path w="570229" h="85725">
                <a:moveTo>
                  <a:pt x="85725" y="33305"/>
                </a:moveTo>
                <a:lnTo>
                  <a:pt x="84058" y="34971"/>
                </a:lnTo>
                <a:lnTo>
                  <a:pt x="84058" y="50753"/>
                </a:lnTo>
                <a:lnTo>
                  <a:pt x="85725" y="52419"/>
                </a:lnTo>
                <a:lnTo>
                  <a:pt x="85725" y="33305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383" y="1202436"/>
            <a:ext cx="8100059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2: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Split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edges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into train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validation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dirty="0" sz="3200" spc="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Option </a:t>
            </a: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1: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Inductive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link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prediction</a:t>
            </a:r>
            <a:r>
              <a:rPr dirty="0" sz="3200" spc="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split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5838" y="2268219"/>
            <a:ext cx="7506334" cy="8731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Suppose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15" b="1">
                <a:latin typeface="Calibri"/>
                <a:cs typeface="Calibri"/>
              </a:rPr>
              <a:t>dataset </a:t>
            </a:r>
            <a:r>
              <a:rPr dirty="0" sz="2800" spc="-5" b="1">
                <a:latin typeface="Calibri"/>
                <a:cs typeface="Calibri"/>
              </a:rPr>
              <a:t>of </a:t>
            </a:r>
            <a:r>
              <a:rPr dirty="0" sz="2800" b="1">
                <a:latin typeface="Calibri"/>
                <a:cs typeface="Calibri"/>
              </a:rPr>
              <a:t>3 </a:t>
            </a:r>
            <a:r>
              <a:rPr dirty="0" sz="2800" spc="-15" b="1">
                <a:latin typeface="Calibri"/>
                <a:cs typeface="Calibri"/>
              </a:rPr>
              <a:t>graphs. Each  </a:t>
            </a:r>
            <a:r>
              <a:rPr dirty="0" sz="2800" spc="-10" b="1">
                <a:latin typeface="Calibri"/>
                <a:cs typeface="Calibri"/>
              </a:rPr>
              <a:t>inductive </a:t>
            </a:r>
            <a:r>
              <a:rPr dirty="0" sz="2800" spc="-5" b="1">
                <a:latin typeface="Calibri"/>
                <a:cs typeface="Calibri"/>
              </a:rPr>
              <a:t>split </a:t>
            </a:r>
            <a:r>
              <a:rPr dirty="0" sz="2800" b="1">
                <a:latin typeface="Calibri"/>
                <a:cs typeface="Calibri"/>
              </a:rPr>
              <a:t>will </a:t>
            </a:r>
            <a:r>
              <a:rPr dirty="0" sz="2800" spc="-15" b="1">
                <a:latin typeface="Calibri"/>
                <a:cs typeface="Calibri"/>
              </a:rPr>
              <a:t>contain </a:t>
            </a:r>
            <a:r>
              <a:rPr dirty="0" sz="2800" b="1">
                <a:latin typeface="Calibri"/>
                <a:cs typeface="Calibri"/>
              </a:rPr>
              <a:t>an </a:t>
            </a:r>
            <a:r>
              <a:rPr dirty="0" sz="2800" spc="-10" b="1">
                <a:latin typeface="Calibri"/>
                <a:cs typeface="Calibri"/>
              </a:rPr>
              <a:t>independent</a:t>
            </a:r>
            <a:r>
              <a:rPr dirty="0" sz="2800" spc="80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0173" y="5302399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0178" y="5159570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55161" y="5265021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13592" y="5099785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29839" y="4913376"/>
            <a:ext cx="356615" cy="35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73059" y="49323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73059" y="49323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11679" y="5858255"/>
            <a:ext cx="359663" cy="353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55568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55568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02279" y="5858255"/>
            <a:ext cx="356616" cy="353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45725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5725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47871" y="5099303"/>
            <a:ext cx="359663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91738" y="511777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91738" y="511777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64207" y="5056632"/>
            <a:ext cx="359663" cy="3535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09216" y="507344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09216" y="507344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684239" y="5118100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56600" y="4929123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97599" y="5072379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852132" y="5095754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05567" y="5335306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25220" y="6030761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15570" y="5192478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670555" y="5297928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28984" y="5132692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943855" y="4946903"/>
            <a:ext cx="359663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88452" y="4965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88452" y="4965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428744" y="5888735"/>
            <a:ext cx="356615" cy="3566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470961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70961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416296" y="5888735"/>
            <a:ext cx="359663" cy="3566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461118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461118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64935" y="5132832"/>
            <a:ext cx="356615" cy="3535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007131" y="515068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07131" y="515068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81271" y="5087111"/>
            <a:ext cx="356615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124609" y="510635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124609" y="510635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099632" y="5148579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71992" y="4959603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212992" y="5105908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733064" y="5368213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152716" y="6063669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098052" y="533083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556483" y="5165599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373111" y="4980432"/>
            <a:ext cx="356616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415948" y="499820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415948" y="499820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854952" y="5922263"/>
            <a:ext cx="359664" cy="3566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898458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898458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845552" y="5922263"/>
            <a:ext cx="356616" cy="35661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888613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888613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391143" y="5166359"/>
            <a:ext cx="359664" cy="3535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434628" y="51835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434628" y="51835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507480" y="5120640"/>
            <a:ext cx="359664" cy="35661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552106" y="513926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552106" y="513926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8455407" y="5176011"/>
            <a:ext cx="238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33739" y="4987035"/>
            <a:ext cx="238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588827" y="5130291"/>
            <a:ext cx="2159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90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695022" y="5161568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4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2095141" y="5834176"/>
            <a:ext cx="1227455" cy="66421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409"/>
              </a:spcBef>
              <a:tabLst>
                <a:tab pos="103124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427174" y="5876848"/>
            <a:ext cx="1534160" cy="63627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315"/>
              </a:spcBef>
              <a:tabLst>
                <a:tab pos="1114425" algn="l"/>
              </a:tabLst>
            </a:pPr>
            <a:r>
              <a:rPr dirty="0" baseline="1736" sz="2400" spc="-7" b="1">
                <a:solidFill>
                  <a:srgbClr val="FFFFFF"/>
                </a:solidFill>
                <a:latin typeface="Arial"/>
                <a:cs typeface="Arial"/>
              </a:rPr>
              <a:t>10	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dirty="0" sz="2000" spc="-5" b="1">
                <a:solidFill>
                  <a:srgbClr val="60B5CC"/>
                </a:solidFill>
                <a:latin typeface="Corbel"/>
                <a:cs typeface="Corbel"/>
              </a:rPr>
              <a:t>Validation</a:t>
            </a:r>
            <a:r>
              <a:rPr dirty="0" sz="2000" spc="-70" b="1">
                <a:solidFill>
                  <a:srgbClr val="60B5CC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60B5CC"/>
                </a:solidFill>
                <a:latin typeface="Corbel"/>
                <a:cs typeface="Corbel"/>
              </a:rPr>
              <a:t>set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639254" y="489808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042266" y="490753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445276" y="491698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2600232" y="5452364"/>
            <a:ext cx="241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latin typeface="Cambria Math"/>
                <a:cs typeface="Cambria Math"/>
              </a:rPr>
              <a:t>𝐺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8"/>
              </a:rPr>
              <a:t>http://cs224w.stanford.edu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011585" y="5452364"/>
            <a:ext cx="2463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𝐺</a:t>
            </a:r>
            <a:r>
              <a:rPr dirty="0" baseline="-14957" sz="1950" spc="35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913661" y="5452364"/>
            <a:ext cx="1241425" cy="105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latin typeface="Cambria Math"/>
                <a:cs typeface="Cambria Math"/>
              </a:rPr>
              <a:t>𝐺</a:t>
            </a:r>
            <a:r>
              <a:rPr dirty="0" baseline="-14957" sz="1950" spc="-82">
                <a:latin typeface="Cambria Math"/>
                <a:cs typeface="Cambria Math"/>
              </a:rPr>
              <a:t>#</a:t>
            </a:r>
            <a:endParaRPr baseline="-14957" sz="1950">
              <a:latin typeface="Cambria Math"/>
              <a:cs typeface="Cambria Math"/>
            </a:endParaRPr>
          </a:p>
          <a:p>
            <a:pPr algn="ctr" marR="5080">
              <a:lnSpc>
                <a:spcPts val="1864"/>
              </a:lnSpc>
              <a:spcBef>
                <a:spcPts val="1710"/>
              </a:spcBef>
              <a:tabLst>
                <a:tab pos="100266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600">
              <a:latin typeface="Arial"/>
              <a:cs typeface="Arial"/>
            </a:endParaRPr>
          </a:p>
          <a:p>
            <a:pPr algn="ctr" marL="77470">
              <a:lnSpc>
                <a:spcPts val="2345"/>
              </a:lnSpc>
            </a:pPr>
            <a:r>
              <a:rPr dirty="0" sz="2000" spc="-35" b="1">
                <a:solidFill>
                  <a:srgbClr val="6BB76D"/>
                </a:solidFill>
                <a:latin typeface="Corbel"/>
                <a:cs typeface="Corbel"/>
              </a:rPr>
              <a:t>Test</a:t>
            </a:r>
            <a:r>
              <a:rPr dirty="0" sz="2000" spc="-90" b="1">
                <a:solidFill>
                  <a:srgbClr val="6BB76D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6BB76D"/>
                </a:solidFill>
                <a:latin typeface="Corbel"/>
                <a:cs typeface="Corbel"/>
              </a:rPr>
              <a:t>set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383" y="1202436"/>
            <a:ext cx="8100059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2: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Split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edges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into train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/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validation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dirty="0" sz="3200" spc="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test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Option </a:t>
            </a: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1: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Inductive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link </a:t>
            </a:r>
            <a:r>
              <a:rPr dirty="0" sz="3200" spc="-10" b="1">
                <a:solidFill>
                  <a:srgbClr val="0070C0"/>
                </a:solidFill>
                <a:latin typeface="Calibri"/>
                <a:cs typeface="Calibri"/>
              </a:rPr>
              <a:t>prediction</a:t>
            </a:r>
            <a:r>
              <a:rPr dirty="0" sz="3200" spc="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split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5838" y="2268219"/>
            <a:ext cx="7778750" cy="225869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27686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Suppose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15" b="1">
                <a:latin typeface="Calibri"/>
                <a:cs typeface="Calibri"/>
              </a:rPr>
              <a:t>dataset </a:t>
            </a:r>
            <a:r>
              <a:rPr dirty="0" sz="2800" spc="-5" b="1">
                <a:latin typeface="Calibri"/>
                <a:cs typeface="Calibri"/>
              </a:rPr>
              <a:t>of </a:t>
            </a:r>
            <a:r>
              <a:rPr dirty="0" sz="2800" b="1">
                <a:latin typeface="Calibri"/>
                <a:cs typeface="Calibri"/>
              </a:rPr>
              <a:t>3 </a:t>
            </a:r>
            <a:r>
              <a:rPr dirty="0" sz="2800" spc="-15" b="1">
                <a:latin typeface="Calibri"/>
                <a:cs typeface="Calibri"/>
              </a:rPr>
              <a:t>graphs. Each  </a:t>
            </a:r>
            <a:r>
              <a:rPr dirty="0" sz="2800" spc="-10" b="1">
                <a:latin typeface="Calibri"/>
                <a:cs typeface="Calibri"/>
              </a:rPr>
              <a:t>inductive </a:t>
            </a:r>
            <a:r>
              <a:rPr dirty="0" sz="2800" spc="-5" b="1">
                <a:latin typeface="Calibri"/>
                <a:cs typeface="Calibri"/>
              </a:rPr>
              <a:t>split </a:t>
            </a:r>
            <a:r>
              <a:rPr dirty="0" sz="2800" b="1">
                <a:latin typeface="Calibri"/>
                <a:cs typeface="Calibri"/>
              </a:rPr>
              <a:t>will </a:t>
            </a:r>
            <a:r>
              <a:rPr dirty="0" sz="2800" spc="-15" b="1">
                <a:latin typeface="Calibri"/>
                <a:cs typeface="Calibri"/>
              </a:rPr>
              <a:t>contain </a:t>
            </a:r>
            <a:r>
              <a:rPr dirty="0" sz="2800" b="1">
                <a:latin typeface="Calibri"/>
                <a:cs typeface="Calibri"/>
              </a:rPr>
              <a:t>an </a:t>
            </a:r>
            <a:r>
              <a:rPr dirty="0" sz="2800" spc="-10" b="1">
                <a:latin typeface="Calibri"/>
                <a:cs typeface="Calibri"/>
              </a:rPr>
              <a:t>independent</a:t>
            </a:r>
            <a:r>
              <a:rPr dirty="0" sz="2800" spc="80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ts val="3290"/>
              </a:lnSpc>
              <a:spcBef>
                <a:spcPts val="8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latin typeface="Calibri"/>
                <a:cs typeface="Calibri"/>
              </a:rPr>
              <a:t>In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train </a:t>
            </a:r>
            <a:r>
              <a:rPr dirty="0" sz="2800" spc="-5">
                <a:latin typeface="Calibri"/>
                <a:cs typeface="Calibri"/>
              </a:rPr>
              <a:t>or </a:t>
            </a:r>
            <a:r>
              <a:rPr dirty="0" sz="2800" spc="-15" b="1">
                <a:solidFill>
                  <a:srgbClr val="60B5CC"/>
                </a:solidFill>
                <a:latin typeface="Calibri"/>
                <a:cs typeface="Calibri"/>
              </a:rPr>
              <a:t>val </a:t>
            </a:r>
            <a:r>
              <a:rPr dirty="0" sz="2800" spc="-5">
                <a:latin typeface="Calibri"/>
                <a:cs typeface="Calibri"/>
              </a:rPr>
              <a:t>or </a:t>
            </a:r>
            <a:r>
              <a:rPr dirty="0" sz="2800" spc="-20" b="1">
                <a:solidFill>
                  <a:srgbClr val="6BB76D"/>
                </a:solidFill>
                <a:latin typeface="Calibri"/>
                <a:cs typeface="Calibri"/>
              </a:rPr>
              <a:t>test </a:t>
            </a:r>
            <a:r>
              <a:rPr dirty="0" sz="2800" spc="-10">
                <a:latin typeface="Calibri"/>
                <a:cs typeface="Calibri"/>
              </a:rPr>
              <a:t>set, </a:t>
            </a:r>
            <a:r>
              <a:rPr dirty="0" sz="2800" b="1">
                <a:latin typeface="Calibri"/>
                <a:cs typeface="Calibri"/>
              </a:rPr>
              <a:t>each </a:t>
            </a:r>
            <a:r>
              <a:rPr dirty="0" sz="2800" spc="-15" b="1">
                <a:latin typeface="Calibri"/>
                <a:cs typeface="Calibri"/>
              </a:rPr>
              <a:t>graph </a:t>
            </a:r>
            <a:r>
              <a:rPr dirty="0" sz="2800" spc="-5" b="1">
                <a:latin typeface="Calibri"/>
                <a:cs typeface="Calibri"/>
              </a:rPr>
              <a:t>will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280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types of </a:t>
            </a:r>
            <a:r>
              <a:rPr dirty="0" sz="2800" spc="-10" b="1">
                <a:latin typeface="Calibri"/>
                <a:cs typeface="Calibri"/>
              </a:rPr>
              <a:t>edges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10" b="1">
                <a:latin typeface="Calibri"/>
                <a:cs typeface="Calibri"/>
              </a:rPr>
              <a:t>message edges </a:t>
            </a:r>
            <a:r>
              <a:rPr dirty="0" sz="2800">
                <a:latin typeface="Calibri"/>
                <a:cs typeface="Calibri"/>
              </a:rPr>
              <a:t>+ </a:t>
            </a:r>
            <a:r>
              <a:rPr dirty="0" sz="2800" spc="-5" b="1">
                <a:solidFill>
                  <a:srgbClr val="E88651"/>
                </a:solidFill>
                <a:latin typeface="Calibri"/>
                <a:cs typeface="Calibri"/>
              </a:rPr>
              <a:t>supervision</a:t>
            </a:r>
            <a:r>
              <a:rPr dirty="0" sz="2800" spc="75" b="1">
                <a:solidFill>
                  <a:srgbClr val="E88651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E88651"/>
                </a:solidFill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Supervision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libri"/>
                <a:cs typeface="Calibri"/>
              </a:rPr>
              <a:t>not the input </a:t>
            </a:r>
            <a:r>
              <a:rPr dirty="0" sz="2400" spc="-15">
                <a:latin typeface="Calibri"/>
                <a:cs typeface="Calibri"/>
              </a:rPr>
              <a:t>to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GNN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0173" y="5302399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00178" y="5159570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70611" y="5248812"/>
            <a:ext cx="466090" cy="636905"/>
          </a:xfrm>
          <a:custGeom>
            <a:avLst/>
            <a:gdLst/>
            <a:ahLst/>
            <a:cxnLst/>
            <a:rect l="l" t="t" r="r" b="b"/>
            <a:pathLst>
              <a:path w="466089" h="636904">
                <a:moveTo>
                  <a:pt x="451351" y="0"/>
                </a:moveTo>
                <a:lnTo>
                  <a:pt x="442426" y="1470"/>
                </a:lnTo>
                <a:lnTo>
                  <a:pt x="433210" y="14317"/>
                </a:lnTo>
                <a:lnTo>
                  <a:pt x="434681" y="23244"/>
                </a:lnTo>
                <a:lnTo>
                  <a:pt x="447506" y="32442"/>
                </a:lnTo>
                <a:lnTo>
                  <a:pt x="456431" y="30971"/>
                </a:lnTo>
                <a:lnTo>
                  <a:pt x="465645" y="18124"/>
                </a:lnTo>
                <a:lnTo>
                  <a:pt x="464176" y="9198"/>
                </a:lnTo>
                <a:lnTo>
                  <a:pt x="451351" y="0"/>
                </a:lnTo>
                <a:close/>
              </a:path>
              <a:path w="466089" h="636904">
                <a:moveTo>
                  <a:pt x="418028" y="46464"/>
                </a:moveTo>
                <a:lnTo>
                  <a:pt x="409101" y="47934"/>
                </a:lnTo>
                <a:lnTo>
                  <a:pt x="399887" y="60782"/>
                </a:lnTo>
                <a:lnTo>
                  <a:pt x="401358" y="69707"/>
                </a:lnTo>
                <a:lnTo>
                  <a:pt x="414181" y="78906"/>
                </a:lnTo>
                <a:lnTo>
                  <a:pt x="423108" y="77435"/>
                </a:lnTo>
                <a:lnTo>
                  <a:pt x="432321" y="64588"/>
                </a:lnTo>
                <a:lnTo>
                  <a:pt x="430852" y="55661"/>
                </a:lnTo>
                <a:lnTo>
                  <a:pt x="418028" y="46464"/>
                </a:lnTo>
                <a:close/>
              </a:path>
              <a:path w="466089" h="636904">
                <a:moveTo>
                  <a:pt x="384705" y="92928"/>
                </a:moveTo>
                <a:lnTo>
                  <a:pt x="375779" y="94397"/>
                </a:lnTo>
                <a:lnTo>
                  <a:pt x="366563" y="107243"/>
                </a:lnTo>
                <a:lnTo>
                  <a:pt x="368033" y="116170"/>
                </a:lnTo>
                <a:lnTo>
                  <a:pt x="380856" y="125369"/>
                </a:lnTo>
                <a:lnTo>
                  <a:pt x="389782" y="123899"/>
                </a:lnTo>
                <a:lnTo>
                  <a:pt x="398998" y="111053"/>
                </a:lnTo>
                <a:lnTo>
                  <a:pt x="397529" y="102128"/>
                </a:lnTo>
                <a:lnTo>
                  <a:pt x="384705" y="92928"/>
                </a:lnTo>
                <a:close/>
              </a:path>
              <a:path w="466089" h="636904">
                <a:moveTo>
                  <a:pt x="351382" y="139392"/>
                </a:moveTo>
                <a:lnTo>
                  <a:pt x="342455" y="140862"/>
                </a:lnTo>
                <a:lnTo>
                  <a:pt x="333240" y="153708"/>
                </a:lnTo>
                <a:lnTo>
                  <a:pt x="334708" y="162634"/>
                </a:lnTo>
                <a:lnTo>
                  <a:pt x="347531" y="171833"/>
                </a:lnTo>
                <a:lnTo>
                  <a:pt x="356458" y="170364"/>
                </a:lnTo>
                <a:lnTo>
                  <a:pt x="365673" y="157518"/>
                </a:lnTo>
                <a:lnTo>
                  <a:pt x="364205" y="148591"/>
                </a:lnTo>
                <a:lnTo>
                  <a:pt x="351382" y="139392"/>
                </a:lnTo>
                <a:close/>
              </a:path>
              <a:path w="466089" h="636904">
                <a:moveTo>
                  <a:pt x="318057" y="185856"/>
                </a:moveTo>
                <a:lnTo>
                  <a:pt x="309131" y="187326"/>
                </a:lnTo>
                <a:lnTo>
                  <a:pt x="299915" y="200172"/>
                </a:lnTo>
                <a:lnTo>
                  <a:pt x="301384" y="209099"/>
                </a:lnTo>
                <a:lnTo>
                  <a:pt x="314208" y="218297"/>
                </a:lnTo>
                <a:lnTo>
                  <a:pt x="323134" y="216828"/>
                </a:lnTo>
                <a:lnTo>
                  <a:pt x="332350" y="203982"/>
                </a:lnTo>
                <a:lnTo>
                  <a:pt x="330880" y="195055"/>
                </a:lnTo>
                <a:lnTo>
                  <a:pt x="318057" y="185856"/>
                </a:lnTo>
                <a:close/>
              </a:path>
              <a:path w="466089" h="636904">
                <a:moveTo>
                  <a:pt x="284734" y="232321"/>
                </a:moveTo>
                <a:lnTo>
                  <a:pt x="275807" y="233790"/>
                </a:lnTo>
                <a:lnTo>
                  <a:pt x="266592" y="246636"/>
                </a:lnTo>
                <a:lnTo>
                  <a:pt x="268061" y="255563"/>
                </a:lnTo>
                <a:lnTo>
                  <a:pt x="280884" y="264761"/>
                </a:lnTo>
                <a:lnTo>
                  <a:pt x="289810" y="263292"/>
                </a:lnTo>
                <a:lnTo>
                  <a:pt x="299026" y="250446"/>
                </a:lnTo>
                <a:lnTo>
                  <a:pt x="297557" y="241519"/>
                </a:lnTo>
                <a:lnTo>
                  <a:pt x="284734" y="232321"/>
                </a:lnTo>
                <a:close/>
              </a:path>
              <a:path w="466089" h="636904">
                <a:moveTo>
                  <a:pt x="251410" y="278785"/>
                </a:moveTo>
                <a:lnTo>
                  <a:pt x="242483" y="280253"/>
                </a:lnTo>
                <a:lnTo>
                  <a:pt x="233268" y="293100"/>
                </a:lnTo>
                <a:lnTo>
                  <a:pt x="234736" y="302026"/>
                </a:lnTo>
                <a:lnTo>
                  <a:pt x="247561" y="311226"/>
                </a:lnTo>
                <a:lnTo>
                  <a:pt x="256486" y="309756"/>
                </a:lnTo>
                <a:lnTo>
                  <a:pt x="265701" y="296910"/>
                </a:lnTo>
                <a:lnTo>
                  <a:pt x="264233" y="287983"/>
                </a:lnTo>
                <a:lnTo>
                  <a:pt x="251410" y="278785"/>
                </a:lnTo>
                <a:close/>
              </a:path>
              <a:path w="466089" h="636904">
                <a:moveTo>
                  <a:pt x="218085" y="325249"/>
                </a:moveTo>
                <a:lnTo>
                  <a:pt x="209160" y="326717"/>
                </a:lnTo>
                <a:lnTo>
                  <a:pt x="199943" y="339564"/>
                </a:lnTo>
                <a:lnTo>
                  <a:pt x="201413" y="348490"/>
                </a:lnTo>
                <a:lnTo>
                  <a:pt x="214236" y="357689"/>
                </a:lnTo>
                <a:lnTo>
                  <a:pt x="223163" y="356220"/>
                </a:lnTo>
                <a:lnTo>
                  <a:pt x="232378" y="343374"/>
                </a:lnTo>
                <a:lnTo>
                  <a:pt x="230908" y="334448"/>
                </a:lnTo>
                <a:lnTo>
                  <a:pt x="218085" y="325249"/>
                </a:lnTo>
                <a:close/>
              </a:path>
              <a:path w="466089" h="636904">
                <a:moveTo>
                  <a:pt x="184762" y="371712"/>
                </a:moveTo>
                <a:lnTo>
                  <a:pt x="175835" y="373182"/>
                </a:lnTo>
                <a:lnTo>
                  <a:pt x="166620" y="386028"/>
                </a:lnTo>
                <a:lnTo>
                  <a:pt x="168089" y="394954"/>
                </a:lnTo>
                <a:lnTo>
                  <a:pt x="180912" y="404153"/>
                </a:lnTo>
                <a:lnTo>
                  <a:pt x="189838" y="402684"/>
                </a:lnTo>
                <a:lnTo>
                  <a:pt x="199054" y="389838"/>
                </a:lnTo>
                <a:lnTo>
                  <a:pt x="197585" y="380911"/>
                </a:lnTo>
                <a:lnTo>
                  <a:pt x="184762" y="371712"/>
                </a:lnTo>
                <a:close/>
              </a:path>
              <a:path w="466089" h="636904">
                <a:moveTo>
                  <a:pt x="151438" y="418176"/>
                </a:moveTo>
                <a:lnTo>
                  <a:pt x="142511" y="419646"/>
                </a:lnTo>
                <a:lnTo>
                  <a:pt x="133296" y="432492"/>
                </a:lnTo>
                <a:lnTo>
                  <a:pt x="134766" y="441418"/>
                </a:lnTo>
                <a:lnTo>
                  <a:pt x="147589" y="450617"/>
                </a:lnTo>
                <a:lnTo>
                  <a:pt x="156514" y="449148"/>
                </a:lnTo>
                <a:lnTo>
                  <a:pt x="165731" y="436302"/>
                </a:lnTo>
                <a:lnTo>
                  <a:pt x="164261" y="427375"/>
                </a:lnTo>
                <a:lnTo>
                  <a:pt x="151438" y="418176"/>
                </a:lnTo>
                <a:close/>
              </a:path>
              <a:path w="466089" h="636904">
                <a:moveTo>
                  <a:pt x="118113" y="464641"/>
                </a:moveTo>
                <a:lnTo>
                  <a:pt x="109188" y="466110"/>
                </a:lnTo>
                <a:lnTo>
                  <a:pt x="99973" y="478956"/>
                </a:lnTo>
                <a:lnTo>
                  <a:pt x="101441" y="487882"/>
                </a:lnTo>
                <a:lnTo>
                  <a:pt x="114264" y="497081"/>
                </a:lnTo>
                <a:lnTo>
                  <a:pt x="123191" y="495612"/>
                </a:lnTo>
                <a:lnTo>
                  <a:pt x="132406" y="482766"/>
                </a:lnTo>
                <a:lnTo>
                  <a:pt x="130938" y="473839"/>
                </a:lnTo>
                <a:lnTo>
                  <a:pt x="118113" y="464641"/>
                </a:lnTo>
                <a:close/>
              </a:path>
              <a:path w="466089" h="636904">
                <a:moveTo>
                  <a:pt x="84790" y="511105"/>
                </a:moveTo>
                <a:lnTo>
                  <a:pt x="75864" y="512574"/>
                </a:lnTo>
                <a:lnTo>
                  <a:pt x="66648" y="525420"/>
                </a:lnTo>
                <a:lnTo>
                  <a:pt x="68117" y="534346"/>
                </a:lnTo>
                <a:lnTo>
                  <a:pt x="80940" y="543545"/>
                </a:lnTo>
                <a:lnTo>
                  <a:pt x="89867" y="542076"/>
                </a:lnTo>
                <a:lnTo>
                  <a:pt x="99082" y="529230"/>
                </a:lnTo>
                <a:lnTo>
                  <a:pt x="97613" y="520304"/>
                </a:lnTo>
                <a:lnTo>
                  <a:pt x="84790" y="511105"/>
                </a:lnTo>
                <a:close/>
              </a:path>
              <a:path w="466089" h="636904">
                <a:moveTo>
                  <a:pt x="51456" y="557567"/>
                </a:moveTo>
                <a:lnTo>
                  <a:pt x="42531" y="559042"/>
                </a:lnTo>
                <a:lnTo>
                  <a:pt x="33323" y="571894"/>
                </a:lnTo>
                <a:lnTo>
                  <a:pt x="34798" y="580820"/>
                </a:lnTo>
                <a:lnTo>
                  <a:pt x="47627" y="590011"/>
                </a:lnTo>
                <a:lnTo>
                  <a:pt x="56553" y="588536"/>
                </a:lnTo>
                <a:lnTo>
                  <a:pt x="65760" y="575684"/>
                </a:lnTo>
                <a:lnTo>
                  <a:pt x="64284" y="566758"/>
                </a:lnTo>
                <a:lnTo>
                  <a:pt x="51456" y="557567"/>
                </a:lnTo>
                <a:close/>
              </a:path>
              <a:path w="466089" h="636904">
                <a:moveTo>
                  <a:pt x="18131" y="604031"/>
                </a:moveTo>
                <a:lnTo>
                  <a:pt x="9207" y="605506"/>
                </a:lnTo>
                <a:lnTo>
                  <a:pt x="0" y="618359"/>
                </a:lnTo>
                <a:lnTo>
                  <a:pt x="1474" y="627284"/>
                </a:lnTo>
                <a:lnTo>
                  <a:pt x="14304" y="636475"/>
                </a:lnTo>
                <a:lnTo>
                  <a:pt x="23228" y="635000"/>
                </a:lnTo>
                <a:lnTo>
                  <a:pt x="32435" y="622147"/>
                </a:lnTo>
                <a:lnTo>
                  <a:pt x="30961" y="613222"/>
                </a:lnTo>
                <a:lnTo>
                  <a:pt x="18131" y="604031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97286" y="5083479"/>
            <a:ext cx="414020" cy="801370"/>
          </a:xfrm>
          <a:custGeom>
            <a:avLst/>
            <a:gdLst/>
            <a:ahLst/>
            <a:cxnLst/>
            <a:rect l="l" t="t" r="r" b="b"/>
            <a:pathLst>
              <a:path w="414019" h="801370">
                <a:moveTo>
                  <a:pt x="17033" y="0"/>
                </a:moveTo>
                <a:lnTo>
                  <a:pt x="2893" y="7006"/>
                </a:lnTo>
                <a:lnTo>
                  <a:pt x="0" y="15577"/>
                </a:lnTo>
                <a:lnTo>
                  <a:pt x="7019" y="29744"/>
                </a:lnTo>
                <a:lnTo>
                  <a:pt x="15591" y="32636"/>
                </a:lnTo>
                <a:lnTo>
                  <a:pt x="29731" y="25629"/>
                </a:lnTo>
                <a:lnTo>
                  <a:pt x="32623" y="17058"/>
                </a:lnTo>
                <a:lnTo>
                  <a:pt x="25605" y="2891"/>
                </a:lnTo>
                <a:lnTo>
                  <a:pt x="17033" y="0"/>
                </a:lnTo>
                <a:close/>
              </a:path>
              <a:path w="414019" h="801370">
                <a:moveTo>
                  <a:pt x="42419" y="51234"/>
                </a:moveTo>
                <a:lnTo>
                  <a:pt x="28277" y="58240"/>
                </a:lnTo>
                <a:lnTo>
                  <a:pt x="25386" y="66812"/>
                </a:lnTo>
                <a:lnTo>
                  <a:pt x="32404" y="80979"/>
                </a:lnTo>
                <a:lnTo>
                  <a:pt x="40975" y="83870"/>
                </a:lnTo>
                <a:lnTo>
                  <a:pt x="55116" y="76865"/>
                </a:lnTo>
                <a:lnTo>
                  <a:pt x="58008" y="68292"/>
                </a:lnTo>
                <a:lnTo>
                  <a:pt x="50990" y="54126"/>
                </a:lnTo>
                <a:lnTo>
                  <a:pt x="42419" y="51234"/>
                </a:lnTo>
                <a:close/>
              </a:path>
              <a:path w="414019" h="801370">
                <a:moveTo>
                  <a:pt x="67801" y="102468"/>
                </a:moveTo>
                <a:lnTo>
                  <a:pt x="53661" y="109476"/>
                </a:lnTo>
                <a:lnTo>
                  <a:pt x="50770" y="118049"/>
                </a:lnTo>
                <a:lnTo>
                  <a:pt x="57791" y="132214"/>
                </a:lnTo>
                <a:lnTo>
                  <a:pt x="66362" y="135105"/>
                </a:lnTo>
                <a:lnTo>
                  <a:pt x="80502" y="128098"/>
                </a:lnTo>
                <a:lnTo>
                  <a:pt x="83394" y="119526"/>
                </a:lnTo>
                <a:lnTo>
                  <a:pt x="76373" y="105360"/>
                </a:lnTo>
                <a:lnTo>
                  <a:pt x="67801" y="102468"/>
                </a:lnTo>
                <a:close/>
              </a:path>
              <a:path w="414019" h="801370">
                <a:moveTo>
                  <a:pt x="93188" y="153704"/>
                </a:moveTo>
                <a:lnTo>
                  <a:pt x="79047" y="160709"/>
                </a:lnTo>
                <a:lnTo>
                  <a:pt x="76155" y="169280"/>
                </a:lnTo>
                <a:lnTo>
                  <a:pt x="83173" y="183447"/>
                </a:lnTo>
                <a:lnTo>
                  <a:pt x="91746" y="186340"/>
                </a:lnTo>
                <a:lnTo>
                  <a:pt x="105887" y="179334"/>
                </a:lnTo>
                <a:lnTo>
                  <a:pt x="108779" y="170762"/>
                </a:lnTo>
                <a:lnTo>
                  <a:pt x="101760" y="156596"/>
                </a:lnTo>
                <a:lnTo>
                  <a:pt x="93188" y="153704"/>
                </a:lnTo>
                <a:close/>
              </a:path>
              <a:path w="414019" h="801370">
                <a:moveTo>
                  <a:pt x="118573" y="204938"/>
                </a:moveTo>
                <a:lnTo>
                  <a:pt x="104432" y="211943"/>
                </a:lnTo>
                <a:lnTo>
                  <a:pt x="101540" y="220516"/>
                </a:lnTo>
                <a:lnTo>
                  <a:pt x="108559" y="234683"/>
                </a:lnTo>
                <a:lnTo>
                  <a:pt x="117130" y="237575"/>
                </a:lnTo>
                <a:lnTo>
                  <a:pt x="131272" y="230568"/>
                </a:lnTo>
                <a:lnTo>
                  <a:pt x="134164" y="221997"/>
                </a:lnTo>
                <a:lnTo>
                  <a:pt x="127146" y="207830"/>
                </a:lnTo>
                <a:lnTo>
                  <a:pt x="118573" y="204938"/>
                </a:lnTo>
                <a:close/>
              </a:path>
              <a:path w="414019" h="801370">
                <a:moveTo>
                  <a:pt x="143958" y="256172"/>
                </a:moveTo>
                <a:lnTo>
                  <a:pt x="129818" y="263179"/>
                </a:lnTo>
                <a:lnTo>
                  <a:pt x="126925" y="271750"/>
                </a:lnTo>
                <a:lnTo>
                  <a:pt x="133944" y="285917"/>
                </a:lnTo>
                <a:lnTo>
                  <a:pt x="142515" y="288809"/>
                </a:lnTo>
                <a:lnTo>
                  <a:pt x="156657" y="281804"/>
                </a:lnTo>
                <a:lnTo>
                  <a:pt x="159548" y="273231"/>
                </a:lnTo>
                <a:lnTo>
                  <a:pt x="152530" y="259064"/>
                </a:lnTo>
                <a:lnTo>
                  <a:pt x="143958" y="256172"/>
                </a:lnTo>
                <a:close/>
              </a:path>
              <a:path w="414019" h="801370">
                <a:moveTo>
                  <a:pt x="169340" y="307407"/>
                </a:moveTo>
                <a:lnTo>
                  <a:pt x="155200" y="314416"/>
                </a:lnTo>
                <a:lnTo>
                  <a:pt x="152309" y="322988"/>
                </a:lnTo>
                <a:lnTo>
                  <a:pt x="159332" y="337154"/>
                </a:lnTo>
                <a:lnTo>
                  <a:pt x="167904" y="340043"/>
                </a:lnTo>
                <a:lnTo>
                  <a:pt x="182044" y="333034"/>
                </a:lnTo>
                <a:lnTo>
                  <a:pt x="184934" y="324463"/>
                </a:lnTo>
                <a:lnTo>
                  <a:pt x="177911" y="310297"/>
                </a:lnTo>
                <a:lnTo>
                  <a:pt x="169340" y="307407"/>
                </a:lnTo>
                <a:close/>
              </a:path>
              <a:path w="414019" h="801370">
                <a:moveTo>
                  <a:pt x="194725" y="358641"/>
                </a:moveTo>
                <a:lnTo>
                  <a:pt x="180585" y="365652"/>
                </a:lnTo>
                <a:lnTo>
                  <a:pt x="177695" y="374223"/>
                </a:lnTo>
                <a:lnTo>
                  <a:pt x="184717" y="388388"/>
                </a:lnTo>
                <a:lnTo>
                  <a:pt x="193290" y="391279"/>
                </a:lnTo>
                <a:lnTo>
                  <a:pt x="207429" y="384270"/>
                </a:lnTo>
                <a:lnTo>
                  <a:pt x="210319" y="375697"/>
                </a:lnTo>
                <a:lnTo>
                  <a:pt x="203297" y="361532"/>
                </a:lnTo>
                <a:lnTo>
                  <a:pt x="194725" y="358641"/>
                </a:lnTo>
                <a:close/>
              </a:path>
              <a:path w="414019" h="801370">
                <a:moveTo>
                  <a:pt x="220110" y="409877"/>
                </a:moveTo>
                <a:lnTo>
                  <a:pt x="205969" y="416886"/>
                </a:lnTo>
                <a:lnTo>
                  <a:pt x="203080" y="425458"/>
                </a:lnTo>
                <a:lnTo>
                  <a:pt x="210102" y="439623"/>
                </a:lnTo>
                <a:lnTo>
                  <a:pt x="218674" y="442513"/>
                </a:lnTo>
                <a:lnTo>
                  <a:pt x="232813" y="435504"/>
                </a:lnTo>
                <a:lnTo>
                  <a:pt x="235704" y="426932"/>
                </a:lnTo>
                <a:lnTo>
                  <a:pt x="228682" y="412766"/>
                </a:lnTo>
                <a:lnTo>
                  <a:pt x="220110" y="409877"/>
                </a:lnTo>
                <a:close/>
              </a:path>
              <a:path w="414019" h="801370">
                <a:moveTo>
                  <a:pt x="245494" y="461111"/>
                </a:moveTo>
                <a:lnTo>
                  <a:pt x="231355" y="468120"/>
                </a:lnTo>
                <a:lnTo>
                  <a:pt x="228465" y="476693"/>
                </a:lnTo>
                <a:lnTo>
                  <a:pt x="235487" y="490858"/>
                </a:lnTo>
                <a:lnTo>
                  <a:pt x="244059" y="493748"/>
                </a:lnTo>
                <a:lnTo>
                  <a:pt x="258198" y="486738"/>
                </a:lnTo>
                <a:lnTo>
                  <a:pt x="261089" y="478166"/>
                </a:lnTo>
                <a:lnTo>
                  <a:pt x="254067" y="464002"/>
                </a:lnTo>
                <a:lnTo>
                  <a:pt x="245494" y="461111"/>
                </a:lnTo>
                <a:close/>
              </a:path>
              <a:path w="414019" h="801370">
                <a:moveTo>
                  <a:pt x="270879" y="512346"/>
                </a:moveTo>
                <a:lnTo>
                  <a:pt x="256740" y="519355"/>
                </a:lnTo>
                <a:lnTo>
                  <a:pt x="253850" y="527927"/>
                </a:lnTo>
                <a:lnTo>
                  <a:pt x="260871" y="542092"/>
                </a:lnTo>
                <a:lnTo>
                  <a:pt x="269444" y="544983"/>
                </a:lnTo>
                <a:lnTo>
                  <a:pt x="283584" y="537973"/>
                </a:lnTo>
                <a:lnTo>
                  <a:pt x="286473" y="529401"/>
                </a:lnTo>
                <a:lnTo>
                  <a:pt x="279452" y="515236"/>
                </a:lnTo>
                <a:lnTo>
                  <a:pt x="270879" y="512346"/>
                </a:lnTo>
                <a:close/>
              </a:path>
              <a:path w="414019" h="801370">
                <a:moveTo>
                  <a:pt x="296273" y="563581"/>
                </a:moveTo>
                <a:lnTo>
                  <a:pt x="282129" y="570583"/>
                </a:lnTo>
                <a:lnTo>
                  <a:pt x="279236" y="579154"/>
                </a:lnTo>
                <a:lnTo>
                  <a:pt x="286250" y="593323"/>
                </a:lnTo>
                <a:lnTo>
                  <a:pt x="294821" y="596217"/>
                </a:lnTo>
                <a:lnTo>
                  <a:pt x="308964" y="589214"/>
                </a:lnTo>
                <a:lnTo>
                  <a:pt x="311858" y="580644"/>
                </a:lnTo>
                <a:lnTo>
                  <a:pt x="304843" y="566475"/>
                </a:lnTo>
                <a:lnTo>
                  <a:pt x="296273" y="563581"/>
                </a:lnTo>
                <a:close/>
              </a:path>
              <a:path w="414019" h="801370">
                <a:moveTo>
                  <a:pt x="321657" y="614815"/>
                </a:moveTo>
                <a:lnTo>
                  <a:pt x="307515" y="621818"/>
                </a:lnTo>
                <a:lnTo>
                  <a:pt x="304620" y="630389"/>
                </a:lnTo>
                <a:lnTo>
                  <a:pt x="311635" y="644557"/>
                </a:lnTo>
                <a:lnTo>
                  <a:pt x="320206" y="647451"/>
                </a:lnTo>
                <a:lnTo>
                  <a:pt x="334349" y="640449"/>
                </a:lnTo>
                <a:lnTo>
                  <a:pt x="337243" y="631878"/>
                </a:lnTo>
                <a:lnTo>
                  <a:pt x="330229" y="617710"/>
                </a:lnTo>
                <a:lnTo>
                  <a:pt x="321657" y="614815"/>
                </a:lnTo>
                <a:close/>
              </a:path>
              <a:path w="414019" h="801370">
                <a:moveTo>
                  <a:pt x="347042" y="666050"/>
                </a:moveTo>
                <a:lnTo>
                  <a:pt x="332900" y="673053"/>
                </a:lnTo>
                <a:lnTo>
                  <a:pt x="330005" y="681623"/>
                </a:lnTo>
                <a:lnTo>
                  <a:pt x="337021" y="695792"/>
                </a:lnTo>
                <a:lnTo>
                  <a:pt x="345591" y="698686"/>
                </a:lnTo>
                <a:lnTo>
                  <a:pt x="359733" y="691684"/>
                </a:lnTo>
                <a:lnTo>
                  <a:pt x="362628" y="683113"/>
                </a:lnTo>
                <a:lnTo>
                  <a:pt x="355613" y="668944"/>
                </a:lnTo>
                <a:lnTo>
                  <a:pt x="347042" y="666050"/>
                </a:lnTo>
                <a:close/>
              </a:path>
              <a:path w="414019" h="801370">
                <a:moveTo>
                  <a:pt x="372427" y="717285"/>
                </a:moveTo>
                <a:lnTo>
                  <a:pt x="358284" y="724287"/>
                </a:lnTo>
                <a:lnTo>
                  <a:pt x="355390" y="732858"/>
                </a:lnTo>
                <a:lnTo>
                  <a:pt x="362405" y="747027"/>
                </a:lnTo>
                <a:lnTo>
                  <a:pt x="370977" y="749921"/>
                </a:lnTo>
                <a:lnTo>
                  <a:pt x="385119" y="742918"/>
                </a:lnTo>
                <a:lnTo>
                  <a:pt x="388014" y="734348"/>
                </a:lnTo>
                <a:lnTo>
                  <a:pt x="380998" y="720179"/>
                </a:lnTo>
                <a:lnTo>
                  <a:pt x="372427" y="717285"/>
                </a:lnTo>
                <a:close/>
              </a:path>
              <a:path w="414019" h="801370">
                <a:moveTo>
                  <a:pt x="397812" y="768519"/>
                </a:moveTo>
                <a:lnTo>
                  <a:pt x="383669" y="775522"/>
                </a:lnTo>
                <a:lnTo>
                  <a:pt x="380775" y="784093"/>
                </a:lnTo>
                <a:lnTo>
                  <a:pt x="387790" y="798261"/>
                </a:lnTo>
                <a:lnTo>
                  <a:pt x="396361" y="801156"/>
                </a:lnTo>
                <a:lnTo>
                  <a:pt x="410504" y="794153"/>
                </a:lnTo>
                <a:lnTo>
                  <a:pt x="413398" y="785582"/>
                </a:lnTo>
                <a:lnTo>
                  <a:pt x="406383" y="771414"/>
                </a:lnTo>
                <a:lnTo>
                  <a:pt x="397812" y="768519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29839" y="4913376"/>
            <a:ext cx="356615" cy="35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73059" y="49323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73059" y="493239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11679" y="5858255"/>
            <a:ext cx="359663" cy="353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55568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55568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02279" y="5858255"/>
            <a:ext cx="356616" cy="353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45725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5725" y="587545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47871" y="5099303"/>
            <a:ext cx="359663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91738" y="511777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91738" y="511777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64207" y="5056632"/>
            <a:ext cx="359663" cy="3535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709216" y="507344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09216" y="507344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52132" y="5095754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305567" y="5335306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733857" y="6016910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60" h="53339">
                <a:moveTo>
                  <a:pt x="864356" y="24192"/>
                </a:moveTo>
                <a:lnTo>
                  <a:pt x="857782" y="30406"/>
                </a:lnTo>
                <a:lnTo>
                  <a:pt x="857337" y="46181"/>
                </a:lnTo>
                <a:lnTo>
                  <a:pt x="863551" y="52755"/>
                </a:lnTo>
                <a:lnTo>
                  <a:pt x="879354" y="53201"/>
                </a:lnTo>
                <a:lnTo>
                  <a:pt x="885929" y="46988"/>
                </a:lnTo>
                <a:lnTo>
                  <a:pt x="886374" y="31212"/>
                </a:lnTo>
                <a:lnTo>
                  <a:pt x="880160" y="24638"/>
                </a:lnTo>
                <a:lnTo>
                  <a:pt x="864356" y="24192"/>
                </a:lnTo>
                <a:close/>
              </a:path>
              <a:path w="886460" h="53339">
                <a:moveTo>
                  <a:pt x="807201" y="22579"/>
                </a:moveTo>
                <a:lnTo>
                  <a:pt x="800627" y="28793"/>
                </a:lnTo>
                <a:lnTo>
                  <a:pt x="800181" y="44568"/>
                </a:lnTo>
                <a:lnTo>
                  <a:pt x="806395" y="51143"/>
                </a:lnTo>
                <a:lnTo>
                  <a:pt x="822199" y="51589"/>
                </a:lnTo>
                <a:lnTo>
                  <a:pt x="828774" y="45375"/>
                </a:lnTo>
                <a:lnTo>
                  <a:pt x="829218" y="29600"/>
                </a:lnTo>
                <a:lnTo>
                  <a:pt x="823005" y="23025"/>
                </a:lnTo>
                <a:lnTo>
                  <a:pt x="807201" y="22579"/>
                </a:lnTo>
                <a:close/>
              </a:path>
              <a:path w="886460" h="53339">
                <a:moveTo>
                  <a:pt x="750045" y="20966"/>
                </a:moveTo>
                <a:lnTo>
                  <a:pt x="743470" y="27180"/>
                </a:lnTo>
                <a:lnTo>
                  <a:pt x="743026" y="42955"/>
                </a:lnTo>
                <a:lnTo>
                  <a:pt x="749239" y="49530"/>
                </a:lnTo>
                <a:lnTo>
                  <a:pt x="765042" y="49976"/>
                </a:lnTo>
                <a:lnTo>
                  <a:pt x="771617" y="43762"/>
                </a:lnTo>
                <a:lnTo>
                  <a:pt x="772063" y="27987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60" h="53339">
                <a:moveTo>
                  <a:pt x="692890" y="19353"/>
                </a:moveTo>
                <a:lnTo>
                  <a:pt x="686315" y="25567"/>
                </a:lnTo>
                <a:lnTo>
                  <a:pt x="685869" y="41342"/>
                </a:lnTo>
                <a:lnTo>
                  <a:pt x="692083" y="47917"/>
                </a:lnTo>
                <a:lnTo>
                  <a:pt x="707887" y="48363"/>
                </a:lnTo>
                <a:lnTo>
                  <a:pt x="714462" y="42149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90" y="19353"/>
                </a:lnTo>
                <a:close/>
              </a:path>
              <a:path w="886460" h="53339">
                <a:moveTo>
                  <a:pt x="635734" y="17741"/>
                </a:moveTo>
                <a:lnTo>
                  <a:pt x="629159" y="23954"/>
                </a:lnTo>
                <a:lnTo>
                  <a:pt x="628713" y="39730"/>
                </a:lnTo>
                <a:lnTo>
                  <a:pt x="634927" y="46304"/>
                </a:lnTo>
                <a:lnTo>
                  <a:pt x="650731" y="46750"/>
                </a:lnTo>
                <a:lnTo>
                  <a:pt x="657306" y="40537"/>
                </a:lnTo>
                <a:lnTo>
                  <a:pt x="657752" y="24761"/>
                </a:lnTo>
                <a:lnTo>
                  <a:pt x="651537" y="18187"/>
                </a:lnTo>
                <a:lnTo>
                  <a:pt x="635734" y="17741"/>
                </a:lnTo>
                <a:close/>
              </a:path>
              <a:path w="886460" h="53339">
                <a:moveTo>
                  <a:pt x="578577" y="16128"/>
                </a:moveTo>
                <a:lnTo>
                  <a:pt x="572002" y="22341"/>
                </a:lnTo>
                <a:lnTo>
                  <a:pt x="571558" y="38117"/>
                </a:lnTo>
                <a:lnTo>
                  <a:pt x="577772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8"/>
                </a:lnTo>
                <a:lnTo>
                  <a:pt x="594381" y="16574"/>
                </a:lnTo>
                <a:lnTo>
                  <a:pt x="578577" y="16128"/>
                </a:lnTo>
                <a:close/>
              </a:path>
              <a:path w="886460" h="53339">
                <a:moveTo>
                  <a:pt x="521422" y="14515"/>
                </a:moveTo>
                <a:lnTo>
                  <a:pt x="514847" y="20729"/>
                </a:lnTo>
                <a:lnTo>
                  <a:pt x="514402" y="36504"/>
                </a:lnTo>
                <a:lnTo>
                  <a:pt x="520616" y="43079"/>
                </a:lnTo>
                <a:lnTo>
                  <a:pt x="536420" y="43524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6" y="14961"/>
                </a:lnTo>
                <a:lnTo>
                  <a:pt x="521422" y="14515"/>
                </a:lnTo>
                <a:close/>
              </a:path>
              <a:path w="886460" h="53339">
                <a:moveTo>
                  <a:pt x="464266" y="12902"/>
                </a:moveTo>
                <a:lnTo>
                  <a:pt x="457691" y="19116"/>
                </a:lnTo>
                <a:lnTo>
                  <a:pt x="457246" y="34891"/>
                </a:lnTo>
                <a:lnTo>
                  <a:pt x="463461" y="41466"/>
                </a:lnTo>
                <a:lnTo>
                  <a:pt x="479264" y="41912"/>
                </a:lnTo>
                <a:lnTo>
                  <a:pt x="485838" y="35698"/>
                </a:lnTo>
                <a:lnTo>
                  <a:pt x="486284" y="19923"/>
                </a:lnTo>
                <a:lnTo>
                  <a:pt x="480070" y="13348"/>
                </a:lnTo>
                <a:lnTo>
                  <a:pt x="464266" y="12902"/>
                </a:lnTo>
                <a:close/>
              </a:path>
              <a:path w="886460" h="53339">
                <a:moveTo>
                  <a:pt x="407109" y="11289"/>
                </a:moveTo>
                <a:lnTo>
                  <a:pt x="400536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3" y="34085"/>
                </a:lnTo>
                <a:lnTo>
                  <a:pt x="429127" y="18310"/>
                </a:lnTo>
                <a:lnTo>
                  <a:pt x="422913" y="11735"/>
                </a:lnTo>
                <a:lnTo>
                  <a:pt x="407109" y="11289"/>
                </a:lnTo>
                <a:close/>
              </a:path>
              <a:path w="886460" h="53339">
                <a:moveTo>
                  <a:pt x="349954" y="9677"/>
                </a:moveTo>
                <a:lnTo>
                  <a:pt x="343380" y="15891"/>
                </a:lnTo>
                <a:lnTo>
                  <a:pt x="342935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2" y="16697"/>
                </a:lnTo>
                <a:lnTo>
                  <a:pt x="365758" y="10122"/>
                </a:lnTo>
                <a:lnTo>
                  <a:pt x="349954" y="9677"/>
                </a:lnTo>
                <a:close/>
              </a:path>
              <a:path w="886460" h="53339">
                <a:moveTo>
                  <a:pt x="292798" y="8064"/>
                </a:moveTo>
                <a:lnTo>
                  <a:pt x="286223" y="14278"/>
                </a:lnTo>
                <a:lnTo>
                  <a:pt x="285779" y="30053"/>
                </a:lnTo>
                <a:lnTo>
                  <a:pt x="291993" y="36627"/>
                </a:lnTo>
                <a:lnTo>
                  <a:pt x="307797" y="37073"/>
                </a:lnTo>
                <a:lnTo>
                  <a:pt x="314371" y="30859"/>
                </a:lnTo>
                <a:lnTo>
                  <a:pt x="314816" y="15084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60" h="53339">
                <a:moveTo>
                  <a:pt x="235643" y="6451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4"/>
                </a:lnTo>
                <a:lnTo>
                  <a:pt x="250640" y="35461"/>
                </a:lnTo>
                <a:lnTo>
                  <a:pt x="257215" y="29247"/>
                </a:lnTo>
                <a:lnTo>
                  <a:pt x="257661" y="13472"/>
                </a:lnTo>
                <a:lnTo>
                  <a:pt x="251447" y="6897"/>
                </a:lnTo>
                <a:lnTo>
                  <a:pt x="235643" y="6451"/>
                </a:lnTo>
                <a:close/>
              </a:path>
              <a:path w="886460" h="53339">
                <a:moveTo>
                  <a:pt x="178487" y="4838"/>
                </a:moveTo>
                <a:lnTo>
                  <a:pt x="171913" y="11052"/>
                </a:lnTo>
                <a:lnTo>
                  <a:pt x="171467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4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60" h="53339">
                <a:moveTo>
                  <a:pt x="121331" y="3225"/>
                </a:moveTo>
                <a:lnTo>
                  <a:pt x="114757" y="9439"/>
                </a:lnTo>
                <a:lnTo>
                  <a:pt x="114311" y="25214"/>
                </a:lnTo>
                <a:lnTo>
                  <a:pt x="120525" y="31789"/>
                </a:lnTo>
                <a:lnTo>
                  <a:pt x="136329" y="32235"/>
                </a:lnTo>
                <a:lnTo>
                  <a:pt x="142904" y="26021"/>
                </a:lnTo>
                <a:lnTo>
                  <a:pt x="143348" y="10246"/>
                </a:lnTo>
                <a:lnTo>
                  <a:pt x="137135" y="3671"/>
                </a:lnTo>
                <a:lnTo>
                  <a:pt x="121331" y="3225"/>
                </a:lnTo>
                <a:close/>
              </a:path>
              <a:path w="886460" h="53339">
                <a:moveTo>
                  <a:pt x="64175" y="1612"/>
                </a:moveTo>
                <a:lnTo>
                  <a:pt x="57600" y="7826"/>
                </a:lnTo>
                <a:lnTo>
                  <a:pt x="57156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3" y="8633"/>
                </a:lnTo>
                <a:lnTo>
                  <a:pt x="79979" y="2059"/>
                </a:lnTo>
                <a:lnTo>
                  <a:pt x="64175" y="1612"/>
                </a:lnTo>
                <a:close/>
              </a:path>
              <a:path w="886460" h="53339">
                <a:moveTo>
                  <a:pt x="7020" y="0"/>
                </a:moveTo>
                <a:lnTo>
                  <a:pt x="445" y="6213"/>
                </a:lnTo>
                <a:lnTo>
                  <a:pt x="0" y="21988"/>
                </a:lnTo>
                <a:lnTo>
                  <a:pt x="6214" y="28563"/>
                </a:lnTo>
                <a:lnTo>
                  <a:pt x="22017" y="29009"/>
                </a:lnTo>
                <a:lnTo>
                  <a:pt x="28592" y="22796"/>
                </a:lnTo>
                <a:lnTo>
                  <a:pt x="29037" y="7021"/>
                </a:lnTo>
                <a:lnTo>
                  <a:pt x="22824" y="446"/>
                </a:lnTo>
                <a:lnTo>
                  <a:pt x="7020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99274" y="5223009"/>
            <a:ext cx="429895" cy="857250"/>
          </a:xfrm>
          <a:custGeom>
            <a:avLst/>
            <a:gdLst/>
            <a:ahLst/>
            <a:cxnLst/>
            <a:rect l="l" t="t" r="r" b="b"/>
            <a:pathLst>
              <a:path w="429895" h="857250">
                <a:moveTo>
                  <a:pt x="15394" y="824337"/>
                </a:moveTo>
                <a:lnTo>
                  <a:pt x="6856" y="827326"/>
                </a:lnTo>
                <a:lnTo>
                  <a:pt x="0" y="841572"/>
                </a:lnTo>
                <a:lnTo>
                  <a:pt x="2989" y="850110"/>
                </a:lnTo>
                <a:lnTo>
                  <a:pt x="17209" y="856955"/>
                </a:lnTo>
                <a:lnTo>
                  <a:pt x="25747" y="853965"/>
                </a:lnTo>
                <a:lnTo>
                  <a:pt x="32604" y="839719"/>
                </a:lnTo>
                <a:lnTo>
                  <a:pt x="29615" y="831181"/>
                </a:lnTo>
                <a:lnTo>
                  <a:pt x="15394" y="824337"/>
                </a:lnTo>
                <a:close/>
              </a:path>
              <a:path w="429895" h="857250">
                <a:moveTo>
                  <a:pt x="40194" y="772816"/>
                </a:moveTo>
                <a:lnTo>
                  <a:pt x="31656" y="775805"/>
                </a:lnTo>
                <a:lnTo>
                  <a:pt x="24799" y="790051"/>
                </a:lnTo>
                <a:lnTo>
                  <a:pt x="27787" y="798589"/>
                </a:lnTo>
                <a:lnTo>
                  <a:pt x="42007" y="805434"/>
                </a:lnTo>
                <a:lnTo>
                  <a:pt x="50545" y="802444"/>
                </a:lnTo>
                <a:lnTo>
                  <a:pt x="57402" y="788198"/>
                </a:lnTo>
                <a:lnTo>
                  <a:pt x="54414" y="779660"/>
                </a:lnTo>
                <a:lnTo>
                  <a:pt x="40194" y="772816"/>
                </a:lnTo>
                <a:close/>
              </a:path>
              <a:path w="429895" h="857250">
                <a:moveTo>
                  <a:pt x="64992" y="721295"/>
                </a:moveTo>
                <a:lnTo>
                  <a:pt x="56454" y="724284"/>
                </a:lnTo>
                <a:lnTo>
                  <a:pt x="49597" y="738530"/>
                </a:lnTo>
                <a:lnTo>
                  <a:pt x="52586" y="747068"/>
                </a:lnTo>
                <a:lnTo>
                  <a:pt x="66807" y="753913"/>
                </a:lnTo>
                <a:lnTo>
                  <a:pt x="75345" y="750923"/>
                </a:lnTo>
                <a:lnTo>
                  <a:pt x="82202" y="736677"/>
                </a:lnTo>
                <a:lnTo>
                  <a:pt x="79212" y="728139"/>
                </a:lnTo>
                <a:lnTo>
                  <a:pt x="64992" y="721295"/>
                </a:lnTo>
                <a:close/>
              </a:path>
              <a:path w="429895" h="857250">
                <a:moveTo>
                  <a:pt x="89788" y="669774"/>
                </a:moveTo>
                <a:lnTo>
                  <a:pt x="81250" y="672764"/>
                </a:lnTo>
                <a:lnTo>
                  <a:pt x="74395" y="687011"/>
                </a:lnTo>
                <a:lnTo>
                  <a:pt x="77386" y="695549"/>
                </a:lnTo>
                <a:lnTo>
                  <a:pt x="91607" y="702391"/>
                </a:lnTo>
                <a:lnTo>
                  <a:pt x="100144" y="699401"/>
                </a:lnTo>
                <a:lnTo>
                  <a:pt x="107000" y="685154"/>
                </a:lnTo>
                <a:lnTo>
                  <a:pt x="104009" y="676617"/>
                </a:lnTo>
                <a:lnTo>
                  <a:pt x="89788" y="669774"/>
                </a:lnTo>
                <a:close/>
              </a:path>
              <a:path w="429895" h="857250">
                <a:moveTo>
                  <a:pt x="114587" y="618253"/>
                </a:moveTo>
                <a:lnTo>
                  <a:pt x="106050" y="621243"/>
                </a:lnTo>
                <a:lnTo>
                  <a:pt x="99194" y="635490"/>
                </a:lnTo>
                <a:lnTo>
                  <a:pt x="102185" y="644027"/>
                </a:lnTo>
                <a:lnTo>
                  <a:pt x="116405" y="650870"/>
                </a:lnTo>
                <a:lnTo>
                  <a:pt x="124943" y="647880"/>
                </a:lnTo>
                <a:lnTo>
                  <a:pt x="131799" y="633633"/>
                </a:lnTo>
                <a:lnTo>
                  <a:pt x="128808" y="625096"/>
                </a:lnTo>
                <a:lnTo>
                  <a:pt x="114587" y="618253"/>
                </a:lnTo>
                <a:close/>
              </a:path>
              <a:path w="429895" h="857250">
                <a:moveTo>
                  <a:pt x="139386" y="566732"/>
                </a:moveTo>
                <a:lnTo>
                  <a:pt x="130848" y="569722"/>
                </a:lnTo>
                <a:lnTo>
                  <a:pt x="123992" y="583969"/>
                </a:lnTo>
                <a:lnTo>
                  <a:pt x="126983" y="592506"/>
                </a:lnTo>
                <a:lnTo>
                  <a:pt x="141203" y="599349"/>
                </a:lnTo>
                <a:lnTo>
                  <a:pt x="149741" y="596359"/>
                </a:lnTo>
                <a:lnTo>
                  <a:pt x="156597" y="582112"/>
                </a:lnTo>
                <a:lnTo>
                  <a:pt x="153606" y="573574"/>
                </a:lnTo>
                <a:lnTo>
                  <a:pt x="139386" y="566732"/>
                </a:lnTo>
                <a:close/>
              </a:path>
              <a:path w="429895" h="857250">
                <a:moveTo>
                  <a:pt x="164184" y="515210"/>
                </a:moveTo>
                <a:lnTo>
                  <a:pt x="155646" y="518201"/>
                </a:lnTo>
                <a:lnTo>
                  <a:pt x="148791" y="532448"/>
                </a:lnTo>
                <a:lnTo>
                  <a:pt x="151781" y="540985"/>
                </a:lnTo>
                <a:lnTo>
                  <a:pt x="166002" y="547828"/>
                </a:lnTo>
                <a:lnTo>
                  <a:pt x="174539" y="544838"/>
                </a:lnTo>
                <a:lnTo>
                  <a:pt x="181395" y="530591"/>
                </a:lnTo>
                <a:lnTo>
                  <a:pt x="178405" y="522053"/>
                </a:lnTo>
                <a:lnTo>
                  <a:pt x="164184" y="515210"/>
                </a:lnTo>
                <a:close/>
              </a:path>
              <a:path w="429895" h="857250">
                <a:moveTo>
                  <a:pt x="188982" y="463689"/>
                </a:moveTo>
                <a:lnTo>
                  <a:pt x="180445" y="466680"/>
                </a:lnTo>
                <a:lnTo>
                  <a:pt x="173589" y="480926"/>
                </a:lnTo>
                <a:lnTo>
                  <a:pt x="176580" y="489464"/>
                </a:lnTo>
                <a:lnTo>
                  <a:pt x="190800" y="496307"/>
                </a:lnTo>
                <a:lnTo>
                  <a:pt x="199339" y="493317"/>
                </a:lnTo>
                <a:lnTo>
                  <a:pt x="206194" y="479070"/>
                </a:lnTo>
                <a:lnTo>
                  <a:pt x="203203" y="470532"/>
                </a:lnTo>
                <a:lnTo>
                  <a:pt x="188982" y="463689"/>
                </a:lnTo>
                <a:close/>
              </a:path>
              <a:path w="429895" h="857250">
                <a:moveTo>
                  <a:pt x="213781" y="412168"/>
                </a:moveTo>
                <a:lnTo>
                  <a:pt x="205243" y="415159"/>
                </a:lnTo>
                <a:lnTo>
                  <a:pt x="198387" y="429405"/>
                </a:lnTo>
                <a:lnTo>
                  <a:pt x="201378" y="437943"/>
                </a:lnTo>
                <a:lnTo>
                  <a:pt x="215600" y="444786"/>
                </a:lnTo>
                <a:lnTo>
                  <a:pt x="224137" y="441795"/>
                </a:lnTo>
                <a:lnTo>
                  <a:pt x="230992" y="427549"/>
                </a:lnTo>
                <a:lnTo>
                  <a:pt x="228001" y="419011"/>
                </a:lnTo>
                <a:lnTo>
                  <a:pt x="213781" y="412168"/>
                </a:lnTo>
                <a:close/>
              </a:path>
              <a:path w="429895" h="857250">
                <a:moveTo>
                  <a:pt x="238579" y="360648"/>
                </a:moveTo>
                <a:lnTo>
                  <a:pt x="230042" y="363637"/>
                </a:lnTo>
                <a:lnTo>
                  <a:pt x="223187" y="377884"/>
                </a:lnTo>
                <a:lnTo>
                  <a:pt x="226176" y="386422"/>
                </a:lnTo>
                <a:lnTo>
                  <a:pt x="240398" y="393265"/>
                </a:lnTo>
                <a:lnTo>
                  <a:pt x="248936" y="390274"/>
                </a:lnTo>
                <a:lnTo>
                  <a:pt x="255790" y="376028"/>
                </a:lnTo>
                <a:lnTo>
                  <a:pt x="252801" y="367490"/>
                </a:lnTo>
                <a:lnTo>
                  <a:pt x="238579" y="360648"/>
                </a:lnTo>
                <a:close/>
              </a:path>
              <a:path w="429895" h="857250">
                <a:moveTo>
                  <a:pt x="263378" y="309126"/>
                </a:moveTo>
                <a:lnTo>
                  <a:pt x="254840" y="312116"/>
                </a:lnTo>
                <a:lnTo>
                  <a:pt x="247985" y="326363"/>
                </a:lnTo>
                <a:lnTo>
                  <a:pt x="250976" y="334901"/>
                </a:lnTo>
                <a:lnTo>
                  <a:pt x="265196" y="341744"/>
                </a:lnTo>
                <a:lnTo>
                  <a:pt x="273734" y="338753"/>
                </a:lnTo>
                <a:lnTo>
                  <a:pt x="280589" y="324506"/>
                </a:lnTo>
                <a:lnTo>
                  <a:pt x="277599" y="315969"/>
                </a:lnTo>
                <a:lnTo>
                  <a:pt x="263378" y="309126"/>
                </a:lnTo>
                <a:close/>
              </a:path>
              <a:path w="429895" h="857250">
                <a:moveTo>
                  <a:pt x="288184" y="257605"/>
                </a:moveTo>
                <a:lnTo>
                  <a:pt x="279645" y="260591"/>
                </a:lnTo>
                <a:lnTo>
                  <a:pt x="272783" y="274834"/>
                </a:lnTo>
                <a:lnTo>
                  <a:pt x="275769" y="283373"/>
                </a:lnTo>
                <a:lnTo>
                  <a:pt x="289986" y="290224"/>
                </a:lnTo>
                <a:lnTo>
                  <a:pt x="298526" y="287237"/>
                </a:lnTo>
                <a:lnTo>
                  <a:pt x="305389" y="272994"/>
                </a:lnTo>
                <a:lnTo>
                  <a:pt x="302402" y="264454"/>
                </a:lnTo>
                <a:lnTo>
                  <a:pt x="288184" y="257605"/>
                </a:lnTo>
                <a:close/>
              </a:path>
              <a:path w="429895" h="857250">
                <a:moveTo>
                  <a:pt x="312983" y="206084"/>
                </a:moveTo>
                <a:lnTo>
                  <a:pt x="304444" y="209069"/>
                </a:lnTo>
                <a:lnTo>
                  <a:pt x="297581" y="223312"/>
                </a:lnTo>
                <a:lnTo>
                  <a:pt x="300568" y="231852"/>
                </a:lnTo>
                <a:lnTo>
                  <a:pt x="314786" y="238702"/>
                </a:lnTo>
                <a:lnTo>
                  <a:pt x="323325" y="235715"/>
                </a:lnTo>
                <a:lnTo>
                  <a:pt x="330187" y="221472"/>
                </a:lnTo>
                <a:lnTo>
                  <a:pt x="327201" y="212933"/>
                </a:lnTo>
                <a:lnTo>
                  <a:pt x="312983" y="206084"/>
                </a:lnTo>
                <a:close/>
              </a:path>
              <a:path w="429895" h="857250">
                <a:moveTo>
                  <a:pt x="337781" y="154562"/>
                </a:moveTo>
                <a:lnTo>
                  <a:pt x="329242" y="157548"/>
                </a:lnTo>
                <a:lnTo>
                  <a:pt x="322380" y="171792"/>
                </a:lnTo>
                <a:lnTo>
                  <a:pt x="325366" y="180331"/>
                </a:lnTo>
                <a:lnTo>
                  <a:pt x="339584" y="187181"/>
                </a:lnTo>
                <a:lnTo>
                  <a:pt x="348123" y="184195"/>
                </a:lnTo>
                <a:lnTo>
                  <a:pt x="354985" y="169951"/>
                </a:lnTo>
                <a:lnTo>
                  <a:pt x="351999" y="161413"/>
                </a:lnTo>
                <a:lnTo>
                  <a:pt x="337781" y="154562"/>
                </a:lnTo>
                <a:close/>
              </a:path>
              <a:path w="429895" h="857250">
                <a:moveTo>
                  <a:pt x="362579" y="103041"/>
                </a:moveTo>
                <a:lnTo>
                  <a:pt x="354041" y="106028"/>
                </a:lnTo>
                <a:lnTo>
                  <a:pt x="347178" y="120271"/>
                </a:lnTo>
                <a:lnTo>
                  <a:pt x="350165" y="128811"/>
                </a:lnTo>
                <a:lnTo>
                  <a:pt x="364382" y="135660"/>
                </a:lnTo>
                <a:lnTo>
                  <a:pt x="372921" y="132674"/>
                </a:lnTo>
                <a:lnTo>
                  <a:pt x="379784" y="118431"/>
                </a:lnTo>
                <a:lnTo>
                  <a:pt x="376797" y="109891"/>
                </a:lnTo>
                <a:lnTo>
                  <a:pt x="362579" y="103041"/>
                </a:lnTo>
                <a:close/>
              </a:path>
              <a:path w="429895" h="857250">
                <a:moveTo>
                  <a:pt x="387379" y="51520"/>
                </a:moveTo>
                <a:lnTo>
                  <a:pt x="378839" y="54507"/>
                </a:lnTo>
                <a:lnTo>
                  <a:pt x="371977" y="68750"/>
                </a:lnTo>
                <a:lnTo>
                  <a:pt x="374963" y="77289"/>
                </a:lnTo>
                <a:lnTo>
                  <a:pt x="389181" y="84138"/>
                </a:lnTo>
                <a:lnTo>
                  <a:pt x="397720" y="81152"/>
                </a:lnTo>
                <a:lnTo>
                  <a:pt x="404582" y="66909"/>
                </a:lnTo>
                <a:lnTo>
                  <a:pt x="401596" y="58370"/>
                </a:lnTo>
                <a:lnTo>
                  <a:pt x="387379" y="51520"/>
                </a:lnTo>
                <a:close/>
              </a:path>
              <a:path w="429895" h="857250">
                <a:moveTo>
                  <a:pt x="412177" y="0"/>
                </a:moveTo>
                <a:lnTo>
                  <a:pt x="403637" y="2985"/>
                </a:lnTo>
                <a:lnTo>
                  <a:pt x="396775" y="17228"/>
                </a:lnTo>
                <a:lnTo>
                  <a:pt x="399761" y="25768"/>
                </a:lnTo>
                <a:lnTo>
                  <a:pt x="413979" y="32618"/>
                </a:lnTo>
                <a:lnTo>
                  <a:pt x="422518" y="29631"/>
                </a:lnTo>
                <a:lnTo>
                  <a:pt x="429380" y="15388"/>
                </a:lnTo>
                <a:lnTo>
                  <a:pt x="426394" y="6849"/>
                </a:lnTo>
                <a:lnTo>
                  <a:pt x="412177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670555" y="5297928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28984" y="5132692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43855" y="4946903"/>
            <a:ext cx="359663" cy="356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88452" y="4965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88452" y="49652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28744" y="5888735"/>
            <a:ext cx="356615" cy="3566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70961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470961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416296" y="5888735"/>
            <a:ext cx="359663" cy="3566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461118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7"/>
                </a:lnTo>
                <a:lnTo>
                  <a:pt x="135483" y="268008"/>
                </a:lnTo>
                <a:lnTo>
                  <a:pt x="178307" y="261177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461118" y="5908365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964935" y="5132832"/>
            <a:ext cx="356615" cy="3535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07131" y="515068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007131" y="515068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081271" y="5087111"/>
            <a:ext cx="356615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24609" y="510635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124609" y="510635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28945" y="5381380"/>
            <a:ext cx="294005" cy="667385"/>
          </a:xfrm>
          <a:custGeom>
            <a:avLst/>
            <a:gdLst/>
            <a:ahLst/>
            <a:cxnLst/>
            <a:rect l="l" t="t" r="r" b="b"/>
            <a:pathLst>
              <a:path w="294004" h="667385">
                <a:moveTo>
                  <a:pt x="279295" y="634470"/>
                </a:moveTo>
                <a:lnTo>
                  <a:pt x="264702" y="640478"/>
                </a:lnTo>
                <a:lnTo>
                  <a:pt x="261222" y="648829"/>
                </a:lnTo>
                <a:lnTo>
                  <a:pt x="267241" y="663448"/>
                </a:lnTo>
                <a:lnTo>
                  <a:pt x="275591" y="666928"/>
                </a:lnTo>
                <a:lnTo>
                  <a:pt x="290184" y="660920"/>
                </a:lnTo>
                <a:lnTo>
                  <a:pt x="293664" y="652569"/>
                </a:lnTo>
                <a:lnTo>
                  <a:pt x="287646" y="637950"/>
                </a:lnTo>
                <a:lnTo>
                  <a:pt x="279295" y="634470"/>
                </a:lnTo>
                <a:close/>
              </a:path>
              <a:path w="294004" h="667385">
                <a:moveTo>
                  <a:pt x="257526" y="581598"/>
                </a:moveTo>
                <a:lnTo>
                  <a:pt x="242933" y="587606"/>
                </a:lnTo>
                <a:lnTo>
                  <a:pt x="239453" y="595956"/>
                </a:lnTo>
                <a:lnTo>
                  <a:pt x="245473" y="610576"/>
                </a:lnTo>
                <a:lnTo>
                  <a:pt x="253823" y="614055"/>
                </a:lnTo>
                <a:lnTo>
                  <a:pt x="268417" y="608047"/>
                </a:lnTo>
                <a:lnTo>
                  <a:pt x="271895" y="599696"/>
                </a:lnTo>
                <a:lnTo>
                  <a:pt x="265877" y="585077"/>
                </a:lnTo>
                <a:lnTo>
                  <a:pt x="257526" y="581598"/>
                </a:lnTo>
                <a:close/>
              </a:path>
              <a:path w="294004" h="667385">
                <a:moveTo>
                  <a:pt x="235757" y="528725"/>
                </a:moveTo>
                <a:lnTo>
                  <a:pt x="221165" y="534733"/>
                </a:lnTo>
                <a:lnTo>
                  <a:pt x="217685" y="543084"/>
                </a:lnTo>
                <a:lnTo>
                  <a:pt x="223704" y="557703"/>
                </a:lnTo>
                <a:lnTo>
                  <a:pt x="232055" y="561183"/>
                </a:lnTo>
                <a:lnTo>
                  <a:pt x="246647" y="555174"/>
                </a:lnTo>
                <a:lnTo>
                  <a:pt x="250127" y="546824"/>
                </a:lnTo>
                <a:lnTo>
                  <a:pt x="244107" y="532204"/>
                </a:lnTo>
                <a:lnTo>
                  <a:pt x="235757" y="528725"/>
                </a:lnTo>
                <a:close/>
              </a:path>
              <a:path w="294004" h="667385">
                <a:moveTo>
                  <a:pt x="213988" y="475852"/>
                </a:moveTo>
                <a:lnTo>
                  <a:pt x="199396" y="481861"/>
                </a:lnTo>
                <a:lnTo>
                  <a:pt x="195916" y="490211"/>
                </a:lnTo>
                <a:lnTo>
                  <a:pt x="201936" y="504830"/>
                </a:lnTo>
                <a:lnTo>
                  <a:pt x="210286" y="508310"/>
                </a:lnTo>
                <a:lnTo>
                  <a:pt x="224878" y="502302"/>
                </a:lnTo>
                <a:lnTo>
                  <a:pt x="228358" y="493951"/>
                </a:lnTo>
                <a:lnTo>
                  <a:pt x="222340" y="479332"/>
                </a:lnTo>
                <a:lnTo>
                  <a:pt x="213988" y="475852"/>
                </a:lnTo>
                <a:close/>
              </a:path>
              <a:path w="294004" h="667385">
                <a:moveTo>
                  <a:pt x="192223" y="422980"/>
                </a:moveTo>
                <a:lnTo>
                  <a:pt x="177628" y="428986"/>
                </a:lnTo>
                <a:lnTo>
                  <a:pt x="174148" y="437336"/>
                </a:lnTo>
                <a:lnTo>
                  <a:pt x="180166" y="451957"/>
                </a:lnTo>
                <a:lnTo>
                  <a:pt x="188516" y="455437"/>
                </a:lnTo>
                <a:lnTo>
                  <a:pt x="203109" y="449431"/>
                </a:lnTo>
                <a:lnTo>
                  <a:pt x="206589" y="441081"/>
                </a:lnTo>
                <a:lnTo>
                  <a:pt x="200572" y="426460"/>
                </a:lnTo>
                <a:lnTo>
                  <a:pt x="192223" y="422980"/>
                </a:lnTo>
                <a:close/>
              </a:path>
              <a:path w="294004" h="667385">
                <a:moveTo>
                  <a:pt x="170458" y="370107"/>
                </a:moveTo>
                <a:lnTo>
                  <a:pt x="155862" y="376111"/>
                </a:lnTo>
                <a:lnTo>
                  <a:pt x="152379" y="384460"/>
                </a:lnTo>
                <a:lnTo>
                  <a:pt x="158394" y="399082"/>
                </a:lnTo>
                <a:lnTo>
                  <a:pt x="166743" y="402564"/>
                </a:lnTo>
                <a:lnTo>
                  <a:pt x="181339" y="396560"/>
                </a:lnTo>
                <a:lnTo>
                  <a:pt x="184821" y="388211"/>
                </a:lnTo>
                <a:lnTo>
                  <a:pt x="178807" y="373590"/>
                </a:lnTo>
                <a:lnTo>
                  <a:pt x="170458" y="370107"/>
                </a:lnTo>
                <a:close/>
              </a:path>
              <a:path w="294004" h="667385">
                <a:moveTo>
                  <a:pt x="148689" y="317235"/>
                </a:moveTo>
                <a:lnTo>
                  <a:pt x="134094" y="323238"/>
                </a:lnTo>
                <a:lnTo>
                  <a:pt x="130611" y="331588"/>
                </a:lnTo>
                <a:lnTo>
                  <a:pt x="136626" y="346209"/>
                </a:lnTo>
                <a:lnTo>
                  <a:pt x="144975" y="349691"/>
                </a:lnTo>
                <a:lnTo>
                  <a:pt x="159570" y="343688"/>
                </a:lnTo>
                <a:lnTo>
                  <a:pt x="163052" y="335339"/>
                </a:lnTo>
                <a:lnTo>
                  <a:pt x="157038" y="320717"/>
                </a:lnTo>
                <a:lnTo>
                  <a:pt x="148689" y="317235"/>
                </a:lnTo>
                <a:close/>
              </a:path>
              <a:path w="294004" h="667385">
                <a:moveTo>
                  <a:pt x="126919" y="264362"/>
                </a:moveTo>
                <a:lnTo>
                  <a:pt x="112325" y="270366"/>
                </a:lnTo>
                <a:lnTo>
                  <a:pt x="108842" y="278715"/>
                </a:lnTo>
                <a:lnTo>
                  <a:pt x="114857" y="293336"/>
                </a:lnTo>
                <a:lnTo>
                  <a:pt x="123206" y="296819"/>
                </a:lnTo>
                <a:lnTo>
                  <a:pt x="137801" y="290815"/>
                </a:lnTo>
                <a:lnTo>
                  <a:pt x="141283" y="282466"/>
                </a:lnTo>
                <a:lnTo>
                  <a:pt x="135270" y="267844"/>
                </a:lnTo>
                <a:lnTo>
                  <a:pt x="126919" y="264362"/>
                </a:lnTo>
                <a:close/>
              </a:path>
              <a:path w="294004" h="667385">
                <a:moveTo>
                  <a:pt x="105152" y="211489"/>
                </a:moveTo>
                <a:lnTo>
                  <a:pt x="90557" y="217493"/>
                </a:lnTo>
                <a:lnTo>
                  <a:pt x="87075" y="225842"/>
                </a:lnTo>
                <a:lnTo>
                  <a:pt x="93089" y="240464"/>
                </a:lnTo>
                <a:lnTo>
                  <a:pt x="101438" y="243946"/>
                </a:lnTo>
                <a:lnTo>
                  <a:pt x="116033" y="237942"/>
                </a:lnTo>
                <a:lnTo>
                  <a:pt x="119515" y="229593"/>
                </a:lnTo>
                <a:lnTo>
                  <a:pt x="113501" y="214972"/>
                </a:lnTo>
                <a:lnTo>
                  <a:pt x="105152" y="211489"/>
                </a:lnTo>
                <a:close/>
              </a:path>
              <a:path w="294004" h="667385">
                <a:moveTo>
                  <a:pt x="83383" y="158617"/>
                </a:moveTo>
                <a:lnTo>
                  <a:pt x="68788" y="164621"/>
                </a:lnTo>
                <a:lnTo>
                  <a:pt x="65305" y="172970"/>
                </a:lnTo>
                <a:lnTo>
                  <a:pt x="71320" y="187591"/>
                </a:lnTo>
                <a:lnTo>
                  <a:pt x="79669" y="191074"/>
                </a:lnTo>
                <a:lnTo>
                  <a:pt x="94264" y="185070"/>
                </a:lnTo>
                <a:lnTo>
                  <a:pt x="97746" y="176720"/>
                </a:lnTo>
                <a:lnTo>
                  <a:pt x="91732" y="162100"/>
                </a:lnTo>
                <a:lnTo>
                  <a:pt x="83383" y="158617"/>
                </a:lnTo>
                <a:close/>
              </a:path>
              <a:path w="294004" h="667385">
                <a:moveTo>
                  <a:pt x="61615" y="105744"/>
                </a:moveTo>
                <a:lnTo>
                  <a:pt x="47020" y="111748"/>
                </a:lnTo>
                <a:lnTo>
                  <a:pt x="43538" y="120097"/>
                </a:lnTo>
                <a:lnTo>
                  <a:pt x="49551" y="134719"/>
                </a:lnTo>
                <a:lnTo>
                  <a:pt x="57901" y="138201"/>
                </a:lnTo>
                <a:lnTo>
                  <a:pt x="72496" y="132198"/>
                </a:lnTo>
                <a:lnTo>
                  <a:pt x="75979" y="123847"/>
                </a:lnTo>
                <a:lnTo>
                  <a:pt x="69964" y="109226"/>
                </a:lnTo>
                <a:lnTo>
                  <a:pt x="61615" y="105744"/>
                </a:lnTo>
                <a:close/>
              </a:path>
              <a:path w="294004" h="667385">
                <a:moveTo>
                  <a:pt x="39846" y="52872"/>
                </a:moveTo>
                <a:lnTo>
                  <a:pt x="25251" y="58875"/>
                </a:lnTo>
                <a:lnTo>
                  <a:pt x="21769" y="67224"/>
                </a:lnTo>
                <a:lnTo>
                  <a:pt x="27783" y="81846"/>
                </a:lnTo>
                <a:lnTo>
                  <a:pt x="36132" y="85328"/>
                </a:lnTo>
                <a:lnTo>
                  <a:pt x="50727" y="79325"/>
                </a:lnTo>
                <a:lnTo>
                  <a:pt x="54209" y="70975"/>
                </a:lnTo>
                <a:lnTo>
                  <a:pt x="48195" y="56353"/>
                </a:lnTo>
                <a:lnTo>
                  <a:pt x="39846" y="52872"/>
                </a:lnTo>
                <a:close/>
              </a:path>
              <a:path w="294004" h="667385">
                <a:moveTo>
                  <a:pt x="18077" y="0"/>
                </a:moveTo>
                <a:lnTo>
                  <a:pt x="3482" y="6003"/>
                </a:lnTo>
                <a:lnTo>
                  <a:pt x="0" y="14352"/>
                </a:lnTo>
                <a:lnTo>
                  <a:pt x="6014" y="28973"/>
                </a:lnTo>
                <a:lnTo>
                  <a:pt x="14363" y="32456"/>
                </a:lnTo>
                <a:lnTo>
                  <a:pt x="28958" y="26452"/>
                </a:lnTo>
                <a:lnTo>
                  <a:pt x="32440" y="18102"/>
                </a:lnTo>
                <a:lnTo>
                  <a:pt x="26427" y="3481"/>
                </a:lnTo>
                <a:lnTo>
                  <a:pt x="18077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61355" y="6049817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59" h="53339">
                <a:moveTo>
                  <a:pt x="864356" y="24192"/>
                </a:moveTo>
                <a:lnTo>
                  <a:pt x="857782" y="30406"/>
                </a:lnTo>
                <a:lnTo>
                  <a:pt x="857337" y="46181"/>
                </a:lnTo>
                <a:lnTo>
                  <a:pt x="863550" y="52756"/>
                </a:lnTo>
                <a:lnTo>
                  <a:pt x="879354" y="53201"/>
                </a:lnTo>
                <a:lnTo>
                  <a:pt x="885929" y="46988"/>
                </a:lnTo>
                <a:lnTo>
                  <a:pt x="886374" y="31212"/>
                </a:lnTo>
                <a:lnTo>
                  <a:pt x="880160" y="24638"/>
                </a:lnTo>
                <a:lnTo>
                  <a:pt x="864356" y="24192"/>
                </a:lnTo>
                <a:close/>
              </a:path>
              <a:path w="886459" h="53339">
                <a:moveTo>
                  <a:pt x="807200" y="22579"/>
                </a:moveTo>
                <a:lnTo>
                  <a:pt x="800627" y="28793"/>
                </a:lnTo>
                <a:lnTo>
                  <a:pt x="800181" y="44568"/>
                </a:lnTo>
                <a:lnTo>
                  <a:pt x="806395" y="51143"/>
                </a:lnTo>
                <a:lnTo>
                  <a:pt x="822199" y="51589"/>
                </a:lnTo>
                <a:lnTo>
                  <a:pt x="828774" y="45375"/>
                </a:lnTo>
                <a:lnTo>
                  <a:pt x="829218" y="29600"/>
                </a:lnTo>
                <a:lnTo>
                  <a:pt x="823004" y="23025"/>
                </a:lnTo>
                <a:lnTo>
                  <a:pt x="807200" y="22579"/>
                </a:lnTo>
                <a:close/>
              </a:path>
              <a:path w="886459" h="53339">
                <a:moveTo>
                  <a:pt x="750045" y="20966"/>
                </a:moveTo>
                <a:lnTo>
                  <a:pt x="743470" y="27180"/>
                </a:lnTo>
                <a:lnTo>
                  <a:pt x="743024" y="42955"/>
                </a:lnTo>
                <a:lnTo>
                  <a:pt x="749239" y="49530"/>
                </a:lnTo>
                <a:lnTo>
                  <a:pt x="765042" y="49976"/>
                </a:lnTo>
                <a:lnTo>
                  <a:pt x="771617" y="43762"/>
                </a:lnTo>
                <a:lnTo>
                  <a:pt x="772062" y="27987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59" h="53339">
                <a:moveTo>
                  <a:pt x="692889" y="19353"/>
                </a:moveTo>
                <a:lnTo>
                  <a:pt x="686314" y="25567"/>
                </a:lnTo>
                <a:lnTo>
                  <a:pt x="685869" y="41342"/>
                </a:lnTo>
                <a:lnTo>
                  <a:pt x="692083" y="47917"/>
                </a:lnTo>
                <a:lnTo>
                  <a:pt x="707886" y="48363"/>
                </a:lnTo>
                <a:lnTo>
                  <a:pt x="714461" y="42149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89" y="19353"/>
                </a:lnTo>
                <a:close/>
              </a:path>
              <a:path w="886459" h="53339">
                <a:moveTo>
                  <a:pt x="635734" y="17741"/>
                </a:moveTo>
                <a:lnTo>
                  <a:pt x="629159" y="23954"/>
                </a:lnTo>
                <a:lnTo>
                  <a:pt x="628713" y="39730"/>
                </a:lnTo>
                <a:lnTo>
                  <a:pt x="634927" y="46304"/>
                </a:lnTo>
                <a:lnTo>
                  <a:pt x="650731" y="46750"/>
                </a:lnTo>
                <a:lnTo>
                  <a:pt x="657306" y="40537"/>
                </a:lnTo>
                <a:lnTo>
                  <a:pt x="657750" y="24761"/>
                </a:lnTo>
                <a:lnTo>
                  <a:pt x="651537" y="18187"/>
                </a:lnTo>
                <a:lnTo>
                  <a:pt x="635734" y="17741"/>
                </a:lnTo>
                <a:close/>
              </a:path>
              <a:path w="886459" h="53339">
                <a:moveTo>
                  <a:pt x="578577" y="16128"/>
                </a:moveTo>
                <a:lnTo>
                  <a:pt x="572002" y="22341"/>
                </a:lnTo>
                <a:lnTo>
                  <a:pt x="571558" y="38117"/>
                </a:lnTo>
                <a:lnTo>
                  <a:pt x="577771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9"/>
                </a:lnTo>
                <a:lnTo>
                  <a:pt x="594381" y="16574"/>
                </a:lnTo>
                <a:lnTo>
                  <a:pt x="578577" y="16128"/>
                </a:lnTo>
                <a:close/>
              </a:path>
              <a:path w="886459" h="53339">
                <a:moveTo>
                  <a:pt x="521421" y="14515"/>
                </a:moveTo>
                <a:lnTo>
                  <a:pt x="514847" y="20729"/>
                </a:lnTo>
                <a:lnTo>
                  <a:pt x="514402" y="36504"/>
                </a:lnTo>
                <a:lnTo>
                  <a:pt x="520616" y="43079"/>
                </a:lnTo>
                <a:lnTo>
                  <a:pt x="536420" y="43525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5" y="14961"/>
                </a:lnTo>
                <a:lnTo>
                  <a:pt x="521421" y="14515"/>
                </a:lnTo>
                <a:close/>
              </a:path>
              <a:path w="886459" h="53339">
                <a:moveTo>
                  <a:pt x="464266" y="12902"/>
                </a:moveTo>
                <a:lnTo>
                  <a:pt x="457691" y="19116"/>
                </a:lnTo>
                <a:lnTo>
                  <a:pt x="457246" y="34891"/>
                </a:lnTo>
                <a:lnTo>
                  <a:pt x="463459" y="41466"/>
                </a:lnTo>
                <a:lnTo>
                  <a:pt x="479263" y="41912"/>
                </a:lnTo>
                <a:lnTo>
                  <a:pt x="485838" y="35698"/>
                </a:lnTo>
                <a:lnTo>
                  <a:pt x="486284" y="19923"/>
                </a:lnTo>
                <a:lnTo>
                  <a:pt x="480070" y="13348"/>
                </a:lnTo>
                <a:lnTo>
                  <a:pt x="464266" y="12902"/>
                </a:lnTo>
                <a:close/>
              </a:path>
              <a:path w="886459" h="53339">
                <a:moveTo>
                  <a:pt x="407109" y="11289"/>
                </a:moveTo>
                <a:lnTo>
                  <a:pt x="400535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3" y="34085"/>
                </a:lnTo>
                <a:lnTo>
                  <a:pt x="429127" y="18310"/>
                </a:lnTo>
                <a:lnTo>
                  <a:pt x="422913" y="11735"/>
                </a:lnTo>
                <a:lnTo>
                  <a:pt x="407109" y="11289"/>
                </a:lnTo>
                <a:close/>
              </a:path>
              <a:path w="886459" h="53339">
                <a:moveTo>
                  <a:pt x="349954" y="9677"/>
                </a:moveTo>
                <a:lnTo>
                  <a:pt x="343380" y="15891"/>
                </a:lnTo>
                <a:lnTo>
                  <a:pt x="342934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1" y="16697"/>
                </a:lnTo>
                <a:lnTo>
                  <a:pt x="365758" y="10122"/>
                </a:lnTo>
                <a:lnTo>
                  <a:pt x="349954" y="9677"/>
                </a:lnTo>
                <a:close/>
              </a:path>
              <a:path w="886459" h="53339">
                <a:moveTo>
                  <a:pt x="292798" y="8064"/>
                </a:moveTo>
                <a:lnTo>
                  <a:pt x="286223" y="14278"/>
                </a:lnTo>
                <a:lnTo>
                  <a:pt x="285779" y="30053"/>
                </a:lnTo>
                <a:lnTo>
                  <a:pt x="291993" y="36627"/>
                </a:lnTo>
                <a:lnTo>
                  <a:pt x="307797" y="37073"/>
                </a:lnTo>
                <a:lnTo>
                  <a:pt x="314370" y="30859"/>
                </a:lnTo>
                <a:lnTo>
                  <a:pt x="314816" y="15084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59" h="53339">
                <a:moveTo>
                  <a:pt x="235643" y="6451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4"/>
                </a:lnTo>
                <a:lnTo>
                  <a:pt x="250640" y="35461"/>
                </a:lnTo>
                <a:lnTo>
                  <a:pt x="257215" y="29247"/>
                </a:lnTo>
                <a:lnTo>
                  <a:pt x="257660" y="13472"/>
                </a:lnTo>
                <a:lnTo>
                  <a:pt x="251447" y="6897"/>
                </a:lnTo>
                <a:lnTo>
                  <a:pt x="235643" y="6451"/>
                </a:lnTo>
                <a:close/>
              </a:path>
              <a:path w="886459" h="53339">
                <a:moveTo>
                  <a:pt x="178487" y="4838"/>
                </a:moveTo>
                <a:lnTo>
                  <a:pt x="171912" y="11052"/>
                </a:lnTo>
                <a:lnTo>
                  <a:pt x="171467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4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59" h="53339">
                <a:moveTo>
                  <a:pt x="121331" y="3225"/>
                </a:moveTo>
                <a:lnTo>
                  <a:pt x="114757" y="9439"/>
                </a:lnTo>
                <a:lnTo>
                  <a:pt x="114311" y="25214"/>
                </a:lnTo>
                <a:lnTo>
                  <a:pt x="120525" y="31789"/>
                </a:lnTo>
                <a:lnTo>
                  <a:pt x="136329" y="32235"/>
                </a:lnTo>
                <a:lnTo>
                  <a:pt x="142902" y="26022"/>
                </a:lnTo>
                <a:lnTo>
                  <a:pt x="143348" y="10246"/>
                </a:lnTo>
                <a:lnTo>
                  <a:pt x="137135" y="3671"/>
                </a:lnTo>
                <a:lnTo>
                  <a:pt x="121331" y="3225"/>
                </a:lnTo>
                <a:close/>
              </a:path>
              <a:path w="886459" h="53339">
                <a:moveTo>
                  <a:pt x="64175" y="1612"/>
                </a:moveTo>
                <a:lnTo>
                  <a:pt x="57600" y="7826"/>
                </a:lnTo>
                <a:lnTo>
                  <a:pt x="57155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3" y="8633"/>
                </a:lnTo>
                <a:lnTo>
                  <a:pt x="79979" y="2059"/>
                </a:lnTo>
                <a:lnTo>
                  <a:pt x="64175" y="1612"/>
                </a:lnTo>
                <a:close/>
              </a:path>
              <a:path w="886459" h="53339">
                <a:moveTo>
                  <a:pt x="7020" y="0"/>
                </a:moveTo>
                <a:lnTo>
                  <a:pt x="445" y="6213"/>
                </a:lnTo>
                <a:lnTo>
                  <a:pt x="0" y="21988"/>
                </a:lnTo>
                <a:lnTo>
                  <a:pt x="6212" y="28563"/>
                </a:lnTo>
                <a:lnTo>
                  <a:pt x="22016" y="29009"/>
                </a:lnTo>
                <a:lnTo>
                  <a:pt x="28591" y="22796"/>
                </a:lnTo>
                <a:lnTo>
                  <a:pt x="29037" y="7021"/>
                </a:lnTo>
                <a:lnTo>
                  <a:pt x="22823" y="446"/>
                </a:lnTo>
                <a:lnTo>
                  <a:pt x="7020" y="0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098052" y="533083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556483" y="5165599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73111" y="4980432"/>
            <a:ext cx="356616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415948" y="499820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415948" y="499820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854952" y="5922263"/>
            <a:ext cx="359664" cy="3566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98458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898458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845552" y="5922263"/>
            <a:ext cx="356616" cy="35661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888613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7"/>
                </a:lnTo>
                <a:lnTo>
                  <a:pt x="135484" y="268008"/>
                </a:lnTo>
                <a:lnTo>
                  <a:pt x="178308" y="261177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888613" y="5941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391143" y="5166359"/>
            <a:ext cx="359664" cy="3535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434628" y="51835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434628" y="518359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507480" y="5120640"/>
            <a:ext cx="359664" cy="35661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552106" y="513926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552106" y="513926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695022" y="5161568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4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98774" y="4912867"/>
            <a:ext cx="991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</a:t>
            </a:r>
            <a:r>
              <a:rPr dirty="0" sz="1800" spc="-5" b="1">
                <a:latin typeface="Arial"/>
                <a:cs typeface="Arial"/>
              </a:rPr>
              <a:t>essa</a:t>
            </a:r>
            <a:r>
              <a:rPr dirty="0" sz="1800" b="1">
                <a:latin typeface="Arial"/>
                <a:cs typeface="Arial"/>
              </a:rPr>
              <a:t>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8774" y="5181091"/>
            <a:ext cx="559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Arial"/>
                <a:cs typeface="Arial"/>
              </a:rPr>
              <a:t>e</a:t>
            </a:r>
            <a:r>
              <a:rPr dirty="0" sz="1800" b="1">
                <a:latin typeface="Arial"/>
                <a:cs typeface="Arial"/>
              </a:rPr>
              <a:t>dge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8774" y="5726684"/>
            <a:ext cx="1333500" cy="5803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50"/>
              </a:spcBef>
            </a:pP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Supervision  edge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639254" y="489808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042266" y="490753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445276" y="4916986"/>
            <a:ext cx="2281555" cy="1640839"/>
          </a:xfrm>
          <a:custGeom>
            <a:avLst/>
            <a:gdLst/>
            <a:ahLst/>
            <a:cxnLst/>
            <a:rect l="l" t="t" r="r" b="b"/>
            <a:pathLst>
              <a:path w="2281554" h="1640840">
                <a:moveTo>
                  <a:pt x="0" y="0"/>
                </a:moveTo>
                <a:lnTo>
                  <a:pt x="2280964" y="0"/>
                </a:lnTo>
                <a:lnTo>
                  <a:pt x="2280964" y="1640368"/>
                </a:lnTo>
                <a:lnTo>
                  <a:pt x="0" y="164036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03192" y="5374047"/>
            <a:ext cx="515620" cy="0"/>
          </a:xfrm>
          <a:custGeom>
            <a:avLst/>
            <a:gdLst/>
            <a:ahLst/>
            <a:cxnLst/>
            <a:rect l="l" t="t" r="r" b="b"/>
            <a:pathLst>
              <a:path w="515619" h="0">
                <a:moveTo>
                  <a:pt x="515027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88904" y="6169674"/>
            <a:ext cx="543560" cy="28575"/>
          </a:xfrm>
          <a:custGeom>
            <a:avLst/>
            <a:gdLst/>
            <a:ahLst/>
            <a:cxnLst/>
            <a:rect l="l" t="t" r="r" b="b"/>
            <a:pathLst>
              <a:path w="543560" h="28575">
                <a:moveTo>
                  <a:pt x="22206" y="0"/>
                </a:moveTo>
                <a:lnTo>
                  <a:pt x="6396" y="0"/>
                </a:lnTo>
                <a:lnTo>
                  <a:pt x="0" y="6396"/>
                </a:lnTo>
                <a:lnTo>
                  <a:pt x="0" y="22178"/>
                </a:lnTo>
                <a:lnTo>
                  <a:pt x="6396" y="28575"/>
                </a:lnTo>
                <a:lnTo>
                  <a:pt x="22206" y="28575"/>
                </a:lnTo>
                <a:lnTo>
                  <a:pt x="28603" y="22178"/>
                </a:lnTo>
                <a:lnTo>
                  <a:pt x="28603" y="6396"/>
                </a:lnTo>
                <a:lnTo>
                  <a:pt x="22206" y="0"/>
                </a:lnTo>
                <a:close/>
              </a:path>
              <a:path w="543560" h="28575">
                <a:moveTo>
                  <a:pt x="79385" y="0"/>
                </a:moveTo>
                <a:lnTo>
                  <a:pt x="63575" y="0"/>
                </a:lnTo>
                <a:lnTo>
                  <a:pt x="57178" y="6396"/>
                </a:lnTo>
                <a:lnTo>
                  <a:pt x="57178" y="22178"/>
                </a:lnTo>
                <a:lnTo>
                  <a:pt x="63575" y="28575"/>
                </a:lnTo>
                <a:lnTo>
                  <a:pt x="79385" y="28575"/>
                </a:lnTo>
                <a:lnTo>
                  <a:pt x="85782" y="22178"/>
                </a:lnTo>
                <a:lnTo>
                  <a:pt x="85782" y="6396"/>
                </a:lnTo>
                <a:lnTo>
                  <a:pt x="79385" y="0"/>
                </a:lnTo>
                <a:close/>
              </a:path>
              <a:path w="543560" h="28575">
                <a:moveTo>
                  <a:pt x="136563" y="0"/>
                </a:moveTo>
                <a:lnTo>
                  <a:pt x="120753" y="0"/>
                </a:lnTo>
                <a:lnTo>
                  <a:pt x="114357" y="6396"/>
                </a:lnTo>
                <a:lnTo>
                  <a:pt x="114357" y="22178"/>
                </a:lnTo>
                <a:lnTo>
                  <a:pt x="120753" y="28575"/>
                </a:lnTo>
                <a:lnTo>
                  <a:pt x="136563" y="28575"/>
                </a:lnTo>
                <a:lnTo>
                  <a:pt x="142960" y="22178"/>
                </a:lnTo>
                <a:lnTo>
                  <a:pt x="142960" y="6396"/>
                </a:lnTo>
                <a:lnTo>
                  <a:pt x="136563" y="0"/>
                </a:lnTo>
                <a:close/>
              </a:path>
              <a:path w="543560" h="28575">
                <a:moveTo>
                  <a:pt x="193742" y="0"/>
                </a:moveTo>
                <a:lnTo>
                  <a:pt x="177932" y="0"/>
                </a:lnTo>
                <a:lnTo>
                  <a:pt x="171535" y="6396"/>
                </a:lnTo>
                <a:lnTo>
                  <a:pt x="171535" y="22178"/>
                </a:lnTo>
                <a:lnTo>
                  <a:pt x="177932" y="28575"/>
                </a:lnTo>
                <a:lnTo>
                  <a:pt x="193742" y="28575"/>
                </a:lnTo>
                <a:lnTo>
                  <a:pt x="200139" y="22178"/>
                </a:lnTo>
                <a:lnTo>
                  <a:pt x="200139" y="6396"/>
                </a:lnTo>
                <a:lnTo>
                  <a:pt x="193742" y="0"/>
                </a:lnTo>
                <a:close/>
              </a:path>
              <a:path w="543560" h="28575">
                <a:moveTo>
                  <a:pt x="235111" y="0"/>
                </a:moveTo>
                <a:lnTo>
                  <a:pt x="228714" y="6397"/>
                </a:lnTo>
                <a:lnTo>
                  <a:pt x="228714" y="22178"/>
                </a:lnTo>
                <a:lnTo>
                  <a:pt x="235111" y="28575"/>
                </a:lnTo>
                <a:lnTo>
                  <a:pt x="250921" y="28575"/>
                </a:lnTo>
                <a:lnTo>
                  <a:pt x="257317" y="22178"/>
                </a:lnTo>
                <a:lnTo>
                  <a:pt x="257317" y="6397"/>
                </a:lnTo>
                <a:lnTo>
                  <a:pt x="250921" y="0"/>
                </a:lnTo>
                <a:lnTo>
                  <a:pt x="235111" y="0"/>
                </a:lnTo>
                <a:close/>
              </a:path>
              <a:path w="543560" h="28575">
                <a:moveTo>
                  <a:pt x="300180" y="0"/>
                </a:moveTo>
                <a:lnTo>
                  <a:pt x="292289" y="0"/>
                </a:lnTo>
                <a:lnTo>
                  <a:pt x="285892" y="6397"/>
                </a:lnTo>
                <a:lnTo>
                  <a:pt x="285893" y="22178"/>
                </a:lnTo>
                <a:lnTo>
                  <a:pt x="292289" y="28575"/>
                </a:lnTo>
                <a:lnTo>
                  <a:pt x="308099" y="28575"/>
                </a:lnTo>
                <a:lnTo>
                  <a:pt x="314496" y="22178"/>
                </a:lnTo>
                <a:lnTo>
                  <a:pt x="314496" y="6397"/>
                </a:lnTo>
                <a:lnTo>
                  <a:pt x="308099" y="0"/>
                </a:lnTo>
                <a:lnTo>
                  <a:pt x="300180" y="0"/>
                </a:lnTo>
                <a:close/>
              </a:path>
              <a:path w="543560" h="28575">
                <a:moveTo>
                  <a:pt x="365278" y="0"/>
                </a:moveTo>
                <a:lnTo>
                  <a:pt x="349468" y="0"/>
                </a:lnTo>
                <a:lnTo>
                  <a:pt x="343071" y="6397"/>
                </a:lnTo>
                <a:lnTo>
                  <a:pt x="343071" y="22179"/>
                </a:lnTo>
                <a:lnTo>
                  <a:pt x="349468" y="28575"/>
                </a:lnTo>
                <a:lnTo>
                  <a:pt x="365278" y="28575"/>
                </a:lnTo>
                <a:lnTo>
                  <a:pt x="371675" y="22179"/>
                </a:lnTo>
                <a:lnTo>
                  <a:pt x="371675" y="6397"/>
                </a:lnTo>
                <a:lnTo>
                  <a:pt x="365278" y="0"/>
                </a:lnTo>
                <a:close/>
              </a:path>
              <a:path w="543560" h="28575">
                <a:moveTo>
                  <a:pt x="422456" y="0"/>
                </a:moveTo>
                <a:lnTo>
                  <a:pt x="406646" y="0"/>
                </a:lnTo>
                <a:lnTo>
                  <a:pt x="400250" y="6397"/>
                </a:lnTo>
                <a:lnTo>
                  <a:pt x="400250" y="22179"/>
                </a:lnTo>
                <a:lnTo>
                  <a:pt x="406646" y="28575"/>
                </a:lnTo>
                <a:lnTo>
                  <a:pt x="422456" y="28575"/>
                </a:lnTo>
                <a:lnTo>
                  <a:pt x="428853" y="22179"/>
                </a:lnTo>
                <a:lnTo>
                  <a:pt x="428853" y="6397"/>
                </a:lnTo>
                <a:lnTo>
                  <a:pt x="422456" y="0"/>
                </a:lnTo>
                <a:close/>
              </a:path>
              <a:path w="543560" h="28575">
                <a:moveTo>
                  <a:pt x="479635" y="0"/>
                </a:moveTo>
                <a:lnTo>
                  <a:pt x="463825" y="0"/>
                </a:lnTo>
                <a:lnTo>
                  <a:pt x="457428" y="6397"/>
                </a:lnTo>
                <a:lnTo>
                  <a:pt x="457428" y="22179"/>
                </a:lnTo>
                <a:lnTo>
                  <a:pt x="463825" y="28575"/>
                </a:lnTo>
                <a:lnTo>
                  <a:pt x="479635" y="28575"/>
                </a:lnTo>
                <a:lnTo>
                  <a:pt x="486032" y="22179"/>
                </a:lnTo>
                <a:lnTo>
                  <a:pt x="486032" y="6397"/>
                </a:lnTo>
                <a:lnTo>
                  <a:pt x="479635" y="0"/>
                </a:lnTo>
                <a:close/>
              </a:path>
              <a:path w="543560" h="28575">
                <a:moveTo>
                  <a:pt x="536814" y="1"/>
                </a:moveTo>
                <a:lnTo>
                  <a:pt x="521004" y="1"/>
                </a:lnTo>
                <a:lnTo>
                  <a:pt x="514607" y="6397"/>
                </a:lnTo>
                <a:lnTo>
                  <a:pt x="514607" y="22179"/>
                </a:lnTo>
                <a:lnTo>
                  <a:pt x="521004" y="28576"/>
                </a:lnTo>
                <a:lnTo>
                  <a:pt x="536814" y="28576"/>
                </a:lnTo>
                <a:lnTo>
                  <a:pt x="543211" y="22179"/>
                </a:lnTo>
                <a:lnTo>
                  <a:pt x="543211" y="6397"/>
                </a:lnTo>
                <a:lnTo>
                  <a:pt x="536814" y="1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2600232" y="5452364"/>
            <a:ext cx="241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95">
                <a:latin typeface="Cambria Math"/>
                <a:cs typeface="Cambria Math"/>
              </a:rPr>
              <a:t>𝐺</a:t>
            </a:r>
            <a:r>
              <a:rPr dirty="0" baseline="-14957" sz="1950" spc="562">
                <a:latin typeface="Cambria Math"/>
                <a:cs typeface="Cambria Math"/>
              </a:rPr>
              <a:t>!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87" name="object 8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8" name="object 8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8"/>
              </a:rPr>
              <a:t>http://cs224w.stanford.edu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  <p:sp>
        <p:nvSpPr>
          <p:cNvPr id="74" name="object 74"/>
          <p:cNvSpPr txBox="1"/>
          <p:nvPr/>
        </p:nvSpPr>
        <p:spPr>
          <a:xfrm>
            <a:off x="5011585" y="5452364"/>
            <a:ext cx="2463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𝐺</a:t>
            </a:r>
            <a:r>
              <a:rPr dirty="0" baseline="-14957" sz="1950" spc="352">
                <a:latin typeface="Cambria Math"/>
                <a:cs typeface="Cambria Math"/>
              </a:rPr>
              <a:t>"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684239" y="5118100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56600" y="4929123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095141" y="5834176"/>
            <a:ext cx="1227455" cy="66421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409"/>
              </a:spcBef>
              <a:tabLst>
                <a:tab pos="103124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set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797599" y="5072379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099632" y="5148579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071992" y="4959603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427174" y="5876848"/>
            <a:ext cx="1534160" cy="63627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315"/>
              </a:spcBef>
              <a:tabLst>
                <a:tab pos="1114425" algn="l"/>
              </a:tabLst>
            </a:pPr>
            <a:r>
              <a:rPr dirty="0" baseline="1736" sz="2400" spc="-7" b="1">
                <a:solidFill>
                  <a:srgbClr val="FFFFFF"/>
                </a:solidFill>
                <a:latin typeface="Arial"/>
                <a:cs typeface="Arial"/>
              </a:rPr>
              <a:t>10	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r>
              <a:rPr dirty="0" sz="2000" spc="-5" b="1">
                <a:solidFill>
                  <a:srgbClr val="60B5CC"/>
                </a:solidFill>
                <a:latin typeface="Corbel"/>
                <a:cs typeface="Corbel"/>
              </a:rPr>
              <a:t>Validation</a:t>
            </a:r>
            <a:r>
              <a:rPr dirty="0" sz="2000" spc="-70" b="1">
                <a:solidFill>
                  <a:srgbClr val="60B5CC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60B5CC"/>
                </a:solidFill>
                <a:latin typeface="Corbel"/>
                <a:cs typeface="Corbel"/>
              </a:rPr>
              <a:t>set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212992" y="5105908"/>
            <a:ext cx="1257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455407" y="5176011"/>
            <a:ext cx="238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6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433739" y="4987035"/>
            <a:ext cx="23876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6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913661" y="5452364"/>
            <a:ext cx="1241425" cy="105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latin typeface="Cambria Math"/>
                <a:cs typeface="Cambria Math"/>
              </a:rPr>
              <a:t>𝐺</a:t>
            </a:r>
            <a:r>
              <a:rPr dirty="0" baseline="-14957" sz="1950" spc="-82">
                <a:latin typeface="Cambria Math"/>
                <a:cs typeface="Cambria Math"/>
              </a:rPr>
              <a:t>#</a:t>
            </a:r>
            <a:endParaRPr baseline="-14957" sz="1950">
              <a:latin typeface="Cambria Math"/>
              <a:cs typeface="Cambria Math"/>
            </a:endParaRPr>
          </a:p>
          <a:p>
            <a:pPr algn="ctr" marR="5080">
              <a:lnSpc>
                <a:spcPts val="1864"/>
              </a:lnSpc>
              <a:spcBef>
                <a:spcPts val="1710"/>
              </a:spcBef>
              <a:tabLst>
                <a:tab pos="1002665" algn="l"/>
              </a:tabLst>
            </a:pP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</a:t>
            </a:r>
            <a:r>
              <a:rPr dirty="0" sz="1600" spc="-5" b="1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600">
              <a:latin typeface="Arial"/>
              <a:cs typeface="Arial"/>
            </a:endParaRPr>
          </a:p>
          <a:p>
            <a:pPr algn="ctr" marL="77470">
              <a:lnSpc>
                <a:spcPts val="2345"/>
              </a:lnSpc>
            </a:pPr>
            <a:r>
              <a:rPr dirty="0" sz="2000" spc="-35" b="1">
                <a:solidFill>
                  <a:srgbClr val="6BB76D"/>
                </a:solidFill>
                <a:latin typeface="Corbel"/>
                <a:cs typeface="Corbel"/>
              </a:rPr>
              <a:t>Test</a:t>
            </a:r>
            <a:r>
              <a:rPr dirty="0" sz="2000" spc="-90" b="1">
                <a:solidFill>
                  <a:srgbClr val="6BB76D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6BB76D"/>
                </a:solidFill>
                <a:latin typeface="Corbel"/>
                <a:cs typeface="Corbel"/>
              </a:rPr>
              <a:t>set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588827" y="5130291"/>
            <a:ext cx="2159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600" spc="-90" b="1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76015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Option </a:t>
            </a:r>
            <a:r>
              <a:rPr dirty="0" sz="3200" b="1">
                <a:solidFill>
                  <a:srgbClr val="00B050"/>
                </a:solidFill>
                <a:latin typeface="Calibri"/>
                <a:cs typeface="Calibri"/>
              </a:rPr>
              <a:t>2: 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Transductive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link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prediction</a:t>
            </a:r>
            <a:r>
              <a:rPr dirty="0" sz="3200" spc="7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split: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787" y="1817115"/>
            <a:ext cx="7593330" cy="13944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This is 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default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setting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when people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talk </a:t>
            </a:r>
            <a:r>
              <a:rPr dirty="0" sz="2800" spc="-125" b="1">
                <a:solidFill>
                  <a:srgbClr val="C00000"/>
                </a:solidFill>
                <a:latin typeface="Calibri"/>
                <a:cs typeface="Calibri"/>
              </a:rPr>
              <a:t>about 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link</a:t>
            </a:r>
            <a:r>
              <a:rPr dirty="0" sz="28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Suppose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15" b="1">
                <a:latin typeface="Calibri"/>
                <a:cs typeface="Calibri"/>
              </a:rPr>
              <a:t>dataset </a:t>
            </a:r>
            <a:r>
              <a:rPr dirty="0" sz="2800" spc="-5" b="1">
                <a:latin typeface="Calibri"/>
                <a:cs typeface="Calibri"/>
              </a:rPr>
              <a:t>of </a:t>
            </a:r>
            <a:r>
              <a:rPr dirty="0" sz="2800" b="1">
                <a:latin typeface="Calibri"/>
                <a:cs typeface="Calibri"/>
              </a:rPr>
              <a:t>1</a:t>
            </a:r>
            <a:r>
              <a:rPr dirty="0" sz="2800" spc="5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graph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6778" y="4333050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66431" y="5028505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56782" y="4190222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11766" y="4295673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470198" y="4130436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85488" y="3944111"/>
            <a:ext cx="359663" cy="356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29663" y="396304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29663" y="396304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67328" y="4888991"/>
            <a:ext cx="359663" cy="353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12174" y="490611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12174" y="490611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57928" y="4888991"/>
            <a:ext cx="359663" cy="3535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02329" y="490611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2"/>
                </a:lnTo>
                <a:lnTo>
                  <a:pt x="244828" y="213144"/>
                </a:lnTo>
                <a:lnTo>
                  <a:pt x="264062" y="176359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2"/>
                </a:lnTo>
                <a:lnTo>
                  <a:pt x="215500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02329" y="490611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03520" y="4130040"/>
            <a:ext cx="359663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48343" y="414843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348343" y="4148430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22903" y="4084320"/>
            <a:ext cx="356615" cy="3566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65822" y="41040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65822" y="410409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428145" y="4148835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0504" y="3959859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70366" y="490169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93706" y="49047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41505" y="410311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608737" y="4126405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76015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Option </a:t>
            </a:r>
            <a:r>
              <a:rPr dirty="0" sz="3200" b="1">
                <a:solidFill>
                  <a:srgbClr val="00B050"/>
                </a:solidFill>
                <a:latin typeface="Calibri"/>
                <a:cs typeface="Calibri"/>
              </a:rPr>
              <a:t>2: </a:t>
            </a:r>
            <a:r>
              <a:rPr dirty="0" sz="3200" spc="-30" b="1">
                <a:solidFill>
                  <a:srgbClr val="00B050"/>
                </a:solidFill>
                <a:latin typeface="Calibri"/>
                <a:cs typeface="Calibri"/>
              </a:rPr>
              <a:t>Transductive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link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prediction</a:t>
            </a:r>
            <a:r>
              <a:rPr dirty="0" sz="3200" spc="7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split: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12092" y="486127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31746" y="5556726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22096" y="4718442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77080" y="4823894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35511" y="4658657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52544" y="4474464"/>
            <a:ext cx="356615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94977" y="449126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94977" y="449126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34384" y="5416295"/>
            <a:ext cx="356615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77487" y="54343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77487" y="54343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24984" y="5416295"/>
            <a:ext cx="356615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67644" y="54343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67644" y="543433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70576" y="4657344"/>
            <a:ext cx="356615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13658" y="467665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413658" y="467665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86911" y="4614671"/>
            <a:ext cx="359663" cy="3535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31136" y="463231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31136" y="463231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493458" y="46761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0787" y="1817115"/>
            <a:ext cx="7908925" cy="293941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By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definition of </a:t>
            </a:r>
            <a:r>
              <a:rPr dirty="0" sz="2800" spc="-30" b="1">
                <a:solidFill>
                  <a:srgbClr val="0070C0"/>
                </a:solidFill>
                <a:latin typeface="Calibri"/>
                <a:cs typeface="Calibri"/>
              </a:rPr>
              <a:t>“transductive”,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entire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graph </a:t>
            </a:r>
            <a:r>
              <a:rPr dirty="0" sz="2800" spc="-204" b="1">
                <a:solidFill>
                  <a:srgbClr val="0070C0"/>
                </a:solidFill>
                <a:latin typeface="Calibri"/>
                <a:cs typeface="Calibri"/>
              </a:rPr>
              <a:t>can 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be observed </a:t>
            </a:r>
            <a:r>
              <a:rPr dirty="0" sz="2800" b="1">
                <a:solidFill>
                  <a:srgbClr val="0070C0"/>
                </a:solidFill>
                <a:latin typeface="Calibri"/>
                <a:cs typeface="Calibri"/>
              </a:rPr>
              <a:t>in all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dataset</a:t>
            </a:r>
            <a:r>
              <a:rPr dirty="0" sz="2800" spc="-3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splits</a:t>
            </a:r>
            <a:endParaRPr sz="2800">
              <a:latin typeface="Calibri"/>
              <a:cs typeface="Calibri"/>
            </a:endParaRPr>
          </a:p>
          <a:p>
            <a:pPr lvl="1" marL="552450" marR="275590" indent="-228600">
              <a:lnSpc>
                <a:spcPts val="2810"/>
              </a:lnSpc>
              <a:spcBef>
                <a:spcPts val="79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 b="1">
                <a:latin typeface="Calibri"/>
                <a:cs typeface="Calibri"/>
              </a:rPr>
              <a:t>But since </a:t>
            </a:r>
            <a:r>
              <a:rPr dirty="0" sz="2400" spc="-10" b="1">
                <a:latin typeface="Calibri"/>
                <a:cs typeface="Calibri"/>
              </a:rPr>
              <a:t>edges </a:t>
            </a:r>
            <a:r>
              <a:rPr dirty="0" sz="2400" spc="-15" b="1">
                <a:latin typeface="Calibri"/>
                <a:cs typeface="Calibri"/>
              </a:rPr>
              <a:t>are </a:t>
            </a:r>
            <a:r>
              <a:rPr dirty="0" sz="2400" spc="-5" b="1">
                <a:latin typeface="Calibri"/>
                <a:cs typeface="Calibri"/>
              </a:rPr>
              <a:t>both part of </a:t>
            </a:r>
            <a:r>
              <a:rPr dirty="0" sz="2400" spc="-15" b="1">
                <a:latin typeface="Calibri"/>
                <a:cs typeface="Calibri"/>
              </a:rPr>
              <a:t>graph </a:t>
            </a:r>
            <a:r>
              <a:rPr dirty="0" sz="2400" spc="-10" b="1">
                <a:latin typeface="Calibri"/>
                <a:cs typeface="Calibri"/>
              </a:rPr>
              <a:t>structure </a:t>
            </a:r>
            <a:r>
              <a:rPr dirty="0" sz="2400" spc="-5" b="1">
                <a:latin typeface="Calibri"/>
                <a:cs typeface="Calibri"/>
              </a:rPr>
              <a:t>and the  supervision, </a:t>
            </a:r>
            <a:r>
              <a:rPr dirty="0" sz="2400" spc="-10" b="1">
                <a:latin typeface="Calibri"/>
                <a:cs typeface="Calibri"/>
              </a:rPr>
              <a:t>we </a:t>
            </a:r>
            <a:r>
              <a:rPr dirty="0" sz="2400" spc="-5" b="1">
                <a:latin typeface="Calibri"/>
                <a:cs typeface="Calibri"/>
              </a:rPr>
              <a:t>need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hold out </a:t>
            </a:r>
            <a:r>
              <a:rPr dirty="0" sz="2400" spc="-10" b="1">
                <a:solidFill>
                  <a:srgbClr val="60B5CC"/>
                </a:solidFill>
                <a:latin typeface="Calibri"/>
                <a:cs typeface="Calibri"/>
              </a:rPr>
              <a:t>validation </a:t>
            </a:r>
            <a:r>
              <a:rPr dirty="0" sz="2400" b="1">
                <a:latin typeface="Calibri"/>
                <a:cs typeface="Calibri"/>
              </a:rPr>
              <a:t>/ </a:t>
            </a:r>
            <a:r>
              <a:rPr dirty="0" sz="2400" spc="-15" b="1">
                <a:solidFill>
                  <a:srgbClr val="6BB76D"/>
                </a:solidFill>
                <a:latin typeface="Calibri"/>
                <a:cs typeface="Calibri"/>
              </a:rPr>
              <a:t>test</a:t>
            </a:r>
            <a:r>
              <a:rPr dirty="0" sz="2400" spc="40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edges</a:t>
            </a:r>
            <a:endParaRPr sz="2400">
              <a:latin typeface="Calibri"/>
              <a:cs typeface="Calibri"/>
            </a:endParaRPr>
          </a:p>
          <a:p>
            <a:pPr lvl="1" marL="552450" marR="741680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5" b="1">
                <a:latin typeface="Calibri"/>
                <a:cs typeface="Calibri"/>
              </a:rPr>
              <a:t>To </a:t>
            </a:r>
            <a:r>
              <a:rPr dirty="0" sz="2400" spc="-15" b="1">
                <a:latin typeface="Calibri"/>
                <a:cs typeface="Calibri"/>
              </a:rPr>
              <a:t>train </a:t>
            </a:r>
            <a:r>
              <a:rPr dirty="0" sz="2400" spc="-5" b="1"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2400" spc="-5" b="1">
                <a:latin typeface="Calibri"/>
                <a:cs typeface="Calibri"/>
              </a:rPr>
              <a:t>set, </a:t>
            </a:r>
            <a:r>
              <a:rPr dirty="0" sz="2400" spc="-10" b="1">
                <a:latin typeface="Calibri"/>
                <a:cs typeface="Calibri"/>
              </a:rPr>
              <a:t>we </a:t>
            </a:r>
            <a:r>
              <a:rPr dirty="0" sz="2400" spc="-5" b="1">
                <a:latin typeface="Calibri"/>
                <a:cs typeface="Calibri"/>
              </a:rPr>
              <a:t>further need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hold out </a:t>
            </a:r>
            <a:r>
              <a:rPr dirty="0" sz="2400" spc="-5" b="1">
                <a:solidFill>
                  <a:srgbClr val="E88651"/>
                </a:solidFill>
                <a:latin typeface="Calibri"/>
                <a:cs typeface="Calibri"/>
              </a:rPr>
              <a:t> supervision </a:t>
            </a:r>
            <a:r>
              <a:rPr dirty="0" sz="2400" spc="-10" b="1">
                <a:solidFill>
                  <a:srgbClr val="E88651"/>
                </a:solidFill>
                <a:latin typeface="Calibri"/>
                <a:cs typeface="Calibri"/>
              </a:rPr>
              <a:t>edges </a:t>
            </a:r>
            <a:r>
              <a:rPr dirty="0" sz="2400" spc="-15" b="1">
                <a:latin typeface="Calibri"/>
                <a:cs typeface="Calibri"/>
              </a:rPr>
              <a:t>for </a:t>
            </a:r>
            <a:r>
              <a:rPr dirty="0" sz="2400" spc="-5" b="1">
                <a:latin typeface="Calibri"/>
                <a:cs typeface="Calibri"/>
              </a:rPr>
              <a:t>the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  <a:p>
            <a:pPr algn="ctr" marR="692150">
              <a:lnSpc>
                <a:spcPct val="100000"/>
              </a:lnSpc>
              <a:spcBef>
                <a:spcPts val="154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0787" y="5299673"/>
            <a:ext cx="5631180" cy="106045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3040380">
              <a:lnSpc>
                <a:spcPct val="100000"/>
              </a:lnSpc>
              <a:spcBef>
                <a:spcPts val="1140"/>
              </a:spcBef>
              <a:tabLst>
                <a:tab pos="401701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Next: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will </a:t>
            </a:r>
            <a:r>
              <a:rPr dirty="0" sz="2800" spc="-5">
                <a:latin typeface="Calibri"/>
                <a:cs typeface="Calibri"/>
              </a:rPr>
              <a:t>show the </a:t>
            </a:r>
            <a:r>
              <a:rPr dirty="0" sz="2800" spc="-25">
                <a:latin typeface="Calibri"/>
                <a:cs typeface="Calibri"/>
              </a:rPr>
              <a:t>exact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80">
                <a:latin typeface="Calibri"/>
                <a:cs typeface="Calibri"/>
              </a:rPr>
              <a:t>settings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06818" y="463042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74052" y="4654626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4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76015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Option </a:t>
            </a:r>
            <a:r>
              <a:rPr dirty="0" sz="3200" b="1">
                <a:solidFill>
                  <a:srgbClr val="00B050"/>
                </a:solidFill>
                <a:latin typeface="Calibri"/>
                <a:cs typeface="Calibri"/>
              </a:rPr>
              <a:t>2: </a:t>
            </a:r>
            <a:r>
              <a:rPr dirty="0" sz="3200" spc="-30" b="1">
                <a:solidFill>
                  <a:srgbClr val="00B050"/>
                </a:solidFill>
                <a:latin typeface="Calibri"/>
                <a:cs typeface="Calibri"/>
              </a:rPr>
              <a:t>Transductive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link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prediction</a:t>
            </a:r>
            <a:r>
              <a:rPr dirty="0" sz="3200" spc="7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split: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4527" y="2255231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14181" y="2950686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04532" y="2112403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19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59515" y="2217854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17946" y="2052617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33671" y="1868423"/>
            <a:ext cx="359663" cy="3535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77413" y="18852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7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77413" y="188522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15511" y="2810255"/>
            <a:ext cx="359663" cy="3566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59922" y="282829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59922" y="282829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06111" y="2810255"/>
            <a:ext cx="359663" cy="3566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50079" y="282829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50079" y="282829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51703" y="2051304"/>
            <a:ext cx="359663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96093" y="207061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96093" y="207061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371088" y="2008632"/>
            <a:ext cx="356615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13570" y="20262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13570" y="20262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375893" y="20701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48253" y="18811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89253" y="202438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556486" y="2048586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423623" y="2770010"/>
            <a:ext cx="2019935" cy="66294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ctr" marR="60960">
              <a:lnSpc>
                <a:spcPct val="100000"/>
              </a:lnSpc>
              <a:spcBef>
                <a:spcPts val="540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sz="1800" b="1">
                <a:latin typeface="Arial"/>
                <a:cs typeface="Arial"/>
              </a:rPr>
              <a:t>The </a:t>
            </a:r>
            <a:r>
              <a:rPr dirty="0" sz="1800" spc="-5" b="1">
                <a:latin typeface="Arial"/>
                <a:cs typeface="Arial"/>
              </a:rPr>
              <a:t>original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68061" y="403299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78065" y="3890168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048499" y="3979410"/>
            <a:ext cx="466090" cy="636905"/>
          </a:xfrm>
          <a:custGeom>
            <a:avLst/>
            <a:gdLst/>
            <a:ahLst/>
            <a:cxnLst/>
            <a:rect l="l" t="t" r="r" b="b"/>
            <a:pathLst>
              <a:path w="466089" h="636904">
                <a:moveTo>
                  <a:pt x="451351" y="0"/>
                </a:moveTo>
                <a:lnTo>
                  <a:pt x="442426" y="1470"/>
                </a:lnTo>
                <a:lnTo>
                  <a:pt x="433210" y="14317"/>
                </a:lnTo>
                <a:lnTo>
                  <a:pt x="434681" y="23243"/>
                </a:lnTo>
                <a:lnTo>
                  <a:pt x="447506" y="32442"/>
                </a:lnTo>
                <a:lnTo>
                  <a:pt x="456431" y="30971"/>
                </a:lnTo>
                <a:lnTo>
                  <a:pt x="465645" y="18124"/>
                </a:lnTo>
                <a:lnTo>
                  <a:pt x="464176" y="9198"/>
                </a:lnTo>
                <a:lnTo>
                  <a:pt x="451351" y="0"/>
                </a:lnTo>
                <a:close/>
              </a:path>
              <a:path w="466089" h="636904">
                <a:moveTo>
                  <a:pt x="418028" y="46464"/>
                </a:moveTo>
                <a:lnTo>
                  <a:pt x="409101" y="47934"/>
                </a:lnTo>
                <a:lnTo>
                  <a:pt x="399887" y="60782"/>
                </a:lnTo>
                <a:lnTo>
                  <a:pt x="401358" y="69707"/>
                </a:lnTo>
                <a:lnTo>
                  <a:pt x="414182" y="78905"/>
                </a:lnTo>
                <a:lnTo>
                  <a:pt x="423108" y="77435"/>
                </a:lnTo>
                <a:lnTo>
                  <a:pt x="432321" y="64588"/>
                </a:lnTo>
                <a:lnTo>
                  <a:pt x="430852" y="55661"/>
                </a:lnTo>
                <a:lnTo>
                  <a:pt x="418028" y="46464"/>
                </a:lnTo>
                <a:close/>
              </a:path>
              <a:path w="466089" h="636904">
                <a:moveTo>
                  <a:pt x="384705" y="92928"/>
                </a:moveTo>
                <a:lnTo>
                  <a:pt x="375779" y="94397"/>
                </a:lnTo>
                <a:lnTo>
                  <a:pt x="366563" y="107243"/>
                </a:lnTo>
                <a:lnTo>
                  <a:pt x="368033" y="116170"/>
                </a:lnTo>
                <a:lnTo>
                  <a:pt x="380856" y="125369"/>
                </a:lnTo>
                <a:lnTo>
                  <a:pt x="389782" y="123899"/>
                </a:lnTo>
                <a:lnTo>
                  <a:pt x="398998" y="111053"/>
                </a:lnTo>
                <a:lnTo>
                  <a:pt x="397529" y="102127"/>
                </a:lnTo>
                <a:lnTo>
                  <a:pt x="384705" y="92928"/>
                </a:lnTo>
                <a:close/>
              </a:path>
              <a:path w="466089" h="636904">
                <a:moveTo>
                  <a:pt x="351382" y="139392"/>
                </a:moveTo>
                <a:lnTo>
                  <a:pt x="342455" y="140862"/>
                </a:lnTo>
                <a:lnTo>
                  <a:pt x="333240" y="153708"/>
                </a:lnTo>
                <a:lnTo>
                  <a:pt x="334708" y="162634"/>
                </a:lnTo>
                <a:lnTo>
                  <a:pt x="347531" y="171833"/>
                </a:lnTo>
                <a:lnTo>
                  <a:pt x="356458" y="170364"/>
                </a:lnTo>
                <a:lnTo>
                  <a:pt x="365673" y="157518"/>
                </a:lnTo>
                <a:lnTo>
                  <a:pt x="364205" y="148591"/>
                </a:lnTo>
                <a:lnTo>
                  <a:pt x="351382" y="139392"/>
                </a:lnTo>
                <a:close/>
              </a:path>
              <a:path w="466089" h="636904">
                <a:moveTo>
                  <a:pt x="318057" y="185856"/>
                </a:moveTo>
                <a:lnTo>
                  <a:pt x="309131" y="187326"/>
                </a:lnTo>
                <a:lnTo>
                  <a:pt x="299915" y="200172"/>
                </a:lnTo>
                <a:lnTo>
                  <a:pt x="301384" y="209099"/>
                </a:lnTo>
                <a:lnTo>
                  <a:pt x="314208" y="218297"/>
                </a:lnTo>
                <a:lnTo>
                  <a:pt x="323134" y="216828"/>
                </a:lnTo>
                <a:lnTo>
                  <a:pt x="332350" y="203982"/>
                </a:lnTo>
                <a:lnTo>
                  <a:pt x="330880" y="195055"/>
                </a:lnTo>
                <a:lnTo>
                  <a:pt x="318057" y="185856"/>
                </a:lnTo>
                <a:close/>
              </a:path>
              <a:path w="466089" h="636904">
                <a:moveTo>
                  <a:pt x="284733" y="232321"/>
                </a:moveTo>
                <a:lnTo>
                  <a:pt x="275807" y="233790"/>
                </a:lnTo>
                <a:lnTo>
                  <a:pt x="266592" y="246636"/>
                </a:lnTo>
                <a:lnTo>
                  <a:pt x="268061" y="255562"/>
                </a:lnTo>
                <a:lnTo>
                  <a:pt x="280884" y="264761"/>
                </a:lnTo>
                <a:lnTo>
                  <a:pt x="289810" y="263292"/>
                </a:lnTo>
                <a:lnTo>
                  <a:pt x="299026" y="250446"/>
                </a:lnTo>
                <a:lnTo>
                  <a:pt x="297557" y="241519"/>
                </a:lnTo>
                <a:lnTo>
                  <a:pt x="284733" y="232321"/>
                </a:lnTo>
                <a:close/>
              </a:path>
              <a:path w="466089" h="636904">
                <a:moveTo>
                  <a:pt x="251410" y="278785"/>
                </a:moveTo>
                <a:lnTo>
                  <a:pt x="242483" y="280253"/>
                </a:lnTo>
                <a:lnTo>
                  <a:pt x="233268" y="293100"/>
                </a:lnTo>
                <a:lnTo>
                  <a:pt x="234737" y="302026"/>
                </a:lnTo>
                <a:lnTo>
                  <a:pt x="247561" y="311226"/>
                </a:lnTo>
                <a:lnTo>
                  <a:pt x="256486" y="309756"/>
                </a:lnTo>
                <a:lnTo>
                  <a:pt x="265703" y="296909"/>
                </a:lnTo>
                <a:lnTo>
                  <a:pt x="264233" y="287983"/>
                </a:lnTo>
                <a:lnTo>
                  <a:pt x="251410" y="278785"/>
                </a:lnTo>
                <a:close/>
              </a:path>
              <a:path w="466089" h="636904">
                <a:moveTo>
                  <a:pt x="218085" y="325248"/>
                </a:moveTo>
                <a:lnTo>
                  <a:pt x="209160" y="326717"/>
                </a:lnTo>
                <a:lnTo>
                  <a:pt x="199944" y="339564"/>
                </a:lnTo>
                <a:lnTo>
                  <a:pt x="201413" y="348490"/>
                </a:lnTo>
                <a:lnTo>
                  <a:pt x="214236" y="357689"/>
                </a:lnTo>
                <a:lnTo>
                  <a:pt x="223163" y="356221"/>
                </a:lnTo>
                <a:lnTo>
                  <a:pt x="232378" y="343373"/>
                </a:lnTo>
                <a:lnTo>
                  <a:pt x="230910" y="334448"/>
                </a:lnTo>
                <a:lnTo>
                  <a:pt x="218085" y="325248"/>
                </a:lnTo>
                <a:close/>
              </a:path>
              <a:path w="466089" h="636904">
                <a:moveTo>
                  <a:pt x="184762" y="371712"/>
                </a:moveTo>
                <a:lnTo>
                  <a:pt x="175836" y="373181"/>
                </a:lnTo>
                <a:lnTo>
                  <a:pt x="166620" y="386027"/>
                </a:lnTo>
                <a:lnTo>
                  <a:pt x="168089" y="394954"/>
                </a:lnTo>
                <a:lnTo>
                  <a:pt x="180912" y="404153"/>
                </a:lnTo>
                <a:lnTo>
                  <a:pt x="189839" y="402685"/>
                </a:lnTo>
                <a:lnTo>
                  <a:pt x="199054" y="389837"/>
                </a:lnTo>
                <a:lnTo>
                  <a:pt x="197585" y="380912"/>
                </a:lnTo>
                <a:lnTo>
                  <a:pt x="184762" y="371712"/>
                </a:lnTo>
                <a:close/>
              </a:path>
              <a:path w="466089" h="636904">
                <a:moveTo>
                  <a:pt x="151438" y="418176"/>
                </a:moveTo>
                <a:lnTo>
                  <a:pt x="142511" y="419646"/>
                </a:lnTo>
                <a:lnTo>
                  <a:pt x="133296" y="432492"/>
                </a:lnTo>
                <a:lnTo>
                  <a:pt x="134766" y="441418"/>
                </a:lnTo>
                <a:lnTo>
                  <a:pt x="147589" y="450617"/>
                </a:lnTo>
                <a:lnTo>
                  <a:pt x="156514" y="449148"/>
                </a:lnTo>
                <a:lnTo>
                  <a:pt x="165731" y="436302"/>
                </a:lnTo>
                <a:lnTo>
                  <a:pt x="164261" y="427375"/>
                </a:lnTo>
                <a:lnTo>
                  <a:pt x="151438" y="418176"/>
                </a:lnTo>
                <a:close/>
              </a:path>
              <a:path w="466089" h="636904">
                <a:moveTo>
                  <a:pt x="118115" y="464640"/>
                </a:moveTo>
                <a:lnTo>
                  <a:pt x="109188" y="466110"/>
                </a:lnTo>
                <a:lnTo>
                  <a:pt x="99973" y="478956"/>
                </a:lnTo>
                <a:lnTo>
                  <a:pt x="101441" y="487883"/>
                </a:lnTo>
                <a:lnTo>
                  <a:pt x="114264" y="497081"/>
                </a:lnTo>
                <a:lnTo>
                  <a:pt x="123191" y="495612"/>
                </a:lnTo>
                <a:lnTo>
                  <a:pt x="132406" y="482766"/>
                </a:lnTo>
                <a:lnTo>
                  <a:pt x="130938" y="473839"/>
                </a:lnTo>
                <a:lnTo>
                  <a:pt x="118115" y="464640"/>
                </a:lnTo>
                <a:close/>
              </a:path>
              <a:path w="466089" h="636904">
                <a:moveTo>
                  <a:pt x="84790" y="511105"/>
                </a:moveTo>
                <a:lnTo>
                  <a:pt x="75864" y="512574"/>
                </a:lnTo>
                <a:lnTo>
                  <a:pt x="66648" y="525420"/>
                </a:lnTo>
                <a:lnTo>
                  <a:pt x="68117" y="534347"/>
                </a:lnTo>
                <a:lnTo>
                  <a:pt x="80940" y="543546"/>
                </a:lnTo>
                <a:lnTo>
                  <a:pt x="89867" y="542076"/>
                </a:lnTo>
                <a:lnTo>
                  <a:pt x="99082" y="529230"/>
                </a:lnTo>
                <a:lnTo>
                  <a:pt x="97613" y="520303"/>
                </a:lnTo>
                <a:lnTo>
                  <a:pt x="84790" y="511105"/>
                </a:lnTo>
                <a:close/>
              </a:path>
              <a:path w="466089" h="636904">
                <a:moveTo>
                  <a:pt x="51456" y="557568"/>
                </a:moveTo>
                <a:lnTo>
                  <a:pt x="42531" y="559042"/>
                </a:lnTo>
                <a:lnTo>
                  <a:pt x="33323" y="571894"/>
                </a:lnTo>
                <a:lnTo>
                  <a:pt x="34797" y="580820"/>
                </a:lnTo>
                <a:lnTo>
                  <a:pt x="47627" y="590011"/>
                </a:lnTo>
                <a:lnTo>
                  <a:pt x="56553" y="588535"/>
                </a:lnTo>
                <a:lnTo>
                  <a:pt x="65760" y="575683"/>
                </a:lnTo>
                <a:lnTo>
                  <a:pt x="64286" y="566759"/>
                </a:lnTo>
                <a:lnTo>
                  <a:pt x="51456" y="557568"/>
                </a:lnTo>
                <a:close/>
              </a:path>
              <a:path w="466089" h="636904">
                <a:moveTo>
                  <a:pt x="18133" y="604032"/>
                </a:moveTo>
                <a:lnTo>
                  <a:pt x="9207" y="605506"/>
                </a:lnTo>
                <a:lnTo>
                  <a:pt x="0" y="618359"/>
                </a:lnTo>
                <a:lnTo>
                  <a:pt x="1474" y="627284"/>
                </a:lnTo>
                <a:lnTo>
                  <a:pt x="14304" y="636474"/>
                </a:lnTo>
                <a:lnTo>
                  <a:pt x="23228" y="635000"/>
                </a:lnTo>
                <a:lnTo>
                  <a:pt x="32435" y="622147"/>
                </a:lnTo>
                <a:lnTo>
                  <a:pt x="30961" y="613222"/>
                </a:lnTo>
                <a:lnTo>
                  <a:pt x="18133" y="604032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91480" y="3830383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07591" y="3645408"/>
            <a:ext cx="356616" cy="3535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350947" y="36629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350947" y="36629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9431" y="4587240"/>
            <a:ext cx="359663" cy="3566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33457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0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33457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80032" y="4587240"/>
            <a:ext cx="359663" cy="3566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23613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823613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325623" y="3831335"/>
            <a:ext cx="359663" cy="3535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369626" y="38483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369626" y="38483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41959" y="3785615"/>
            <a:ext cx="359664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7104" y="38040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7104" y="38040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449427" y="384708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21787" y="36581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2787" y="380136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659354" y="406045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87646" y="4742056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60" h="53339">
                <a:moveTo>
                  <a:pt x="864356" y="24192"/>
                </a:moveTo>
                <a:lnTo>
                  <a:pt x="857782" y="30406"/>
                </a:lnTo>
                <a:lnTo>
                  <a:pt x="857336" y="46181"/>
                </a:lnTo>
                <a:lnTo>
                  <a:pt x="863550" y="52755"/>
                </a:lnTo>
                <a:lnTo>
                  <a:pt x="879354" y="53201"/>
                </a:lnTo>
                <a:lnTo>
                  <a:pt x="885929" y="46987"/>
                </a:lnTo>
                <a:lnTo>
                  <a:pt x="886373" y="31212"/>
                </a:lnTo>
                <a:lnTo>
                  <a:pt x="880160" y="24637"/>
                </a:lnTo>
                <a:lnTo>
                  <a:pt x="864356" y="24192"/>
                </a:lnTo>
                <a:close/>
              </a:path>
              <a:path w="886460" h="53339">
                <a:moveTo>
                  <a:pt x="807200" y="22579"/>
                </a:moveTo>
                <a:lnTo>
                  <a:pt x="800625" y="28793"/>
                </a:lnTo>
                <a:lnTo>
                  <a:pt x="800181" y="44568"/>
                </a:lnTo>
                <a:lnTo>
                  <a:pt x="806395" y="51142"/>
                </a:lnTo>
                <a:lnTo>
                  <a:pt x="822198" y="51588"/>
                </a:lnTo>
                <a:lnTo>
                  <a:pt x="828772" y="45374"/>
                </a:lnTo>
                <a:lnTo>
                  <a:pt x="829218" y="29599"/>
                </a:lnTo>
                <a:lnTo>
                  <a:pt x="823004" y="23025"/>
                </a:lnTo>
                <a:lnTo>
                  <a:pt x="807200" y="22579"/>
                </a:lnTo>
                <a:close/>
              </a:path>
              <a:path w="886460" h="53339">
                <a:moveTo>
                  <a:pt x="750045" y="20966"/>
                </a:moveTo>
                <a:lnTo>
                  <a:pt x="743470" y="27180"/>
                </a:lnTo>
                <a:lnTo>
                  <a:pt x="743024" y="42955"/>
                </a:lnTo>
                <a:lnTo>
                  <a:pt x="749239" y="49529"/>
                </a:lnTo>
                <a:lnTo>
                  <a:pt x="765042" y="49975"/>
                </a:lnTo>
                <a:lnTo>
                  <a:pt x="771617" y="43761"/>
                </a:lnTo>
                <a:lnTo>
                  <a:pt x="772062" y="27986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60" h="53339">
                <a:moveTo>
                  <a:pt x="692889" y="19353"/>
                </a:moveTo>
                <a:lnTo>
                  <a:pt x="686314" y="25567"/>
                </a:lnTo>
                <a:lnTo>
                  <a:pt x="685869" y="41342"/>
                </a:lnTo>
                <a:lnTo>
                  <a:pt x="692082" y="47917"/>
                </a:lnTo>
                <a:lnTo>
                  <a:pt x="707886" y="48362"/>
                </a:lnTo>
                <a:lnTo>
                  <a:pt x="714461" y="42150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89" y="19353"/>
                </a:lnTo>
                <a:close/>
              </a:path>
              <a:path w="886460" h="53339">
                <a:moveTo>
                  <a:pt x="635734" y="17740"/>
                </a:moveTo>
                <a:lnTo>
                  <a:pt x="629159" y="23954"/>
                </a:lnTo>
                <a:lnTo>
                  <a:pt x="628713" y="39729"/>
                </a:lnTo>
                <a:lnTo>
                  <a:pt x="634927" y="46304"/>
                </a:lnTo>
                <a:lnTo>
                  <a:pt x="650731" y="46749"/>
                </a:lnTo>
                <a:lnTo>
                  <a:pt x="657306" y="40537"/>
                </a:lnTo>
                <a:lnTo>
                  <a:pt x="657750" y="24761"/>
                </a:lnTo>
                <a:lnTo>
                  <a:pt x="651536" y="18186"/>
                </a:lnTo>
                <a:lnTo>
                  <a:pt x="635734" y="17740"/>
                </a:lnTo>
                <a:close/>
              </a:path>
              <a:path w="886460" h="53339">
                <a:moveTo>
                  <a:pt x="578577" y="16127"/>
                </a:moveTo>
                <a:lnTo>
                  <a:pt x="572002" y="22341"/>
                </a:lnTo>
                <a:lnTo>
                  <a:pt x="571557" y="38116"/>
                </a:lnTo>
                <a:lnTo>
                  <a:pt x="577771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8"/>
                </a:lnTo>
                <a:lnTo>
                  <a:pt x="594381" y="16573"/>
                </a:lnTo>
                <a:lnTo>
                  <a:pt x="578577" y="16127"/>
                </a:lnTo>
                <a:close/>
              </a:path>
              <a:path w="886460" h="53339">
                <a:moveTo>
                  <a:pt x="521421" y="14514"/>
                </a:moveTo>
                <a:lnTo>
                  <a:pt x="514846" y="20728"/>
                </a:lnTo>
                <a:lnTo>
                  <a:pt x="514402" y="36504"/>
                </a:lnTo>
                <a:lnTo>
                  <a:pt x="520616" y="43078"/>
                </a:lnTo>
                <a:lnTo>
                  <a:pt x="536420" y="43524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5" y="14960"/>
                </a:lnTo>
                <a:lnTo>
                  <a:pt x="521421" y="14514"/>
                </a:lnTo>
                <a:close/>
              </a:path>
              <a:path w="886460" h="53339">
                <a:moveTo>
                  <a:pt x="464266" y="12901"/>
                </a:moveTo>
                <a:lnTo>
                  <a:pt x="457691" y="19116"/>
                </a:lnTo>
                <a:lnTo>
                  <a:pt x="457245" y="34891"/>
                </a:lnTo>
                <a:lnTo>
                  <a:pt x="463459" y="41465"/>
                </a:lnTo>
                <a:lnTo>
                  <a:pt x="479263" y="41911"/>
                </a:lnTo>
                <a:lnTo>
                  <a:pt x="485838" y="35698"/>
                </a:lnTo>
                <a:lnTo>
                  <a:pt x="486283" y="19922"/>
                </a:lnTo>
                <a:lnTo>
                  <a:pt x="480070" y="13347"/>
                </a:lnTo>
                <a:lnTo>
                  <a:pt x="464266" y="12901"/>
                </a:lnTo>
                <a:close/>
              </a:path>
              <a:path w="886460" h="53339">
                <a:moveTo>
                  <a:pt x="407109" y="11289"/>
                </a:moveTo>
                <a:lnTo>
                  <a:pt x="400535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2" y="34085"/>
                </a:lnTo>
                <a:lnTo>
                  <a:pt x="429127" y="18309"/>
                </a:lnTo>
                <a:lnTo>
                  <a:pt x="422913" y="11734"/>
                </a:lnTo>
                <a:lnTo>
                  <a:pt x="407109" y="11289"/>
                </a:lnTo>
                <a:close/>
              </a:path>
              <a:path w="886460" h="53339">
                <a:moveTo>
                  <a:pt x="349953" y="9677"/>
                </a:moveTo>
                <a:lnTo>
                  <a:pt x="343380" y="15890"/>
                </a:lnTo>
                <a:lnTo>
                  <a:pt x="342934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1" y="16696"/>
                </a:lnTo>
                <a:lnTo>
                  <a:pt x="365757" y="10123"/>
                </a:lnTo>
                <a:lnTo>
                  <a:pt x="349953" y="9677"/>
                </a:lnTo>
                <a:close/>
              </a:path>
              <a:path w="886460" h="53339">
                <a:moveTo>
                  <a:pt x="292798" y="8064"/>
                </a:moveTo>
                <a:lnTo>
                  <a:pt x="286223" y="14277"/>
                </a:lnTo>
                <a:lnTo>
                  <a:pt x="285779" y="30053"/>
                </a:lnTo>
                <a:lnTo>
                  <a:pt x="291992" y="36628"/>
                </a:lnTo>
                <a:lnTo>
                  <a:pt x="307795" y="37073"/>
                </a:lnTo>
                <a:lnTo>
                  <a:pt x="314370" y="30859"/>
                </a:lnTo>
                <a:lnTo>
                  <a:pt x="314816" y="15083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60" h="53339">
                <a:moveTo>
                  <a:pt x="235643" y="6450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5"/>
                </a:lnTo>
                <a:lnTo>
                  <a:pt x="250639" y="35460"/>
                </a:lnTo>
                <a:lnTo>
                  <a:pt x="257214" y="29246"/>
                </a:lnTo>
                <a:lnTo>
                  <a:pt x="257660" y="13472"/>
                </a:lnTo>
                <a:lnTo>
                  <a:pt x="251447" y="6897"/>
                </a:lnTo>
                <a:lnTo>
                  <a:pt x="235643" y="6450"/>
                </a:lnTo>
                <a:close/>
              </a:path>
              <a:path w="886460" h="53339">
                <a:moveTo>
                  <a:pt x="178487" y="4838"/>
                </a:moveTo>
                <a:lnTo>
                  <a:pt x="171912" y="11051"/>
                </a:lnTo>
                <a:lnTo>
                  <a:pt x="171466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3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60" h="53339">
                <a:moveTo>
                  <a:pt x="121330" y="3225"/>
                </a:moveTo>
                <a:lnTo>
                  <a:pt x="114757" y="9438"/>
                </a:lnTo>
                <a:lnTo>
                  <a:pt x="114311" y="25214"/>
                </a:lnTo>
                <a:lnTo>
                  <a:pt x="120524" y="31789"/>
                </a:lnTo>
                <a:lnTo>
                  <a:pt x="136328" y="32235"/>
                </a:lnTo>
                <a:lnTo>
                  <a:pt x="142902" y="26021"/>
                </a:lnTo>
                <a:lnTo>
                  <a:pt x="143348" y="10246"/>
                </a:lnTo>
                <a:lnTo>
                  <a:pt x="137134" y="3671"/>
                </a:lnTo>
                <a:lnTo>
                  <a:pt x="121330" y="3225"/>
                </a:lnTo>
                <a:close/>
              </a:path>
              <a:path w="886460" h="53339">
                <a:moveTo>
                  <a:pt x="64175" y="1612"/>
                </a:moveTo>
                <a:lnTo>
                  <a:pt x="57600" y="7825"/>
                </a:lnTo>
                <a:lnTo>
                  <a:pt x="57155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2" y="8633"/>
                </a:lnTo>
                <a:lnTo>
                  <a:pt x="79979" y="2058"/>
                </a:lnTo>
                <a:lnTo>
                  <a:pt x="64175" y="1612"/>
                </a:lnTo>
                <a:close/>
              </a:path>
              <a:path w="886460" h="53339">
                <a:moveTo>
                  <a:pt x="7019" y="0"/>
                </a:moveTo>
                <a:lnTo>
                  <a:pt x="444" y="6212"/>
                </a:lnTo>
                <a:lnTo>
                  <a:pt x="0" y="21988"/>
                </a:lnTo>
                <a:lnTo>
                  <a:pt x="6212" y="28563"/>
                </a:lnTo>
                <a:lnTo>
                  <a:pt x="22016" y="29009"/>
                </a:lnTo>
                <a:lnTo>
                  <a:pt x="28591" y="22796"/>
                </a:lnTo>
                <a:lnTo>
                  <a:pt x="29037" y="7020"/>
                </a:lnTo>
                <a:lnTo>
                  <a:pt x="22823" y="445"/>
                </a:lnTo>
                <a:lnTo>
                  <a:pt x="701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969358" y="3917623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024342" y="402307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482773" y="3857838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297679" y="3672840"/>
            <a:ext cx="359663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342239" y="36904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342239" y="36904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782567" y="4614671"/>
            <a:ext cx="356615" cy="3566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824749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824749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770120" y="4614671"/>
            <a:ext cx="359663" cy="3566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14906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814906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315711" y="3858767"/>
            <a:ext cx="359663" cy="3535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360920" y="38758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360920" y="38758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435096" y="3813047"/>
            <a:ext cx="356615" cy="35661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78397" y="38314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478397" y="38314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440720" y="387451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413081" y="36855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554081" y="38287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783327" y="405249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202979" y="4747952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093331" y="3909667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148315" y="4015118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606746" y="3849881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421880" y="3663696"/>
            <a:ext cx="359664" cy="35661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466211" y="36824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466211" y="36824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903719" y="4608576"/>
            <a:ext cx="359664" cy="35356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948720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948720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894319" y="4608576"/>
            <a:ext cx="359664" cy="35356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938878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938878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8439911" y="3849623"/>
            <a:ext cx="359664" cy="35661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8484891" y="386787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8484891" y="386787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559295" y="3803903"/>
            <a:ext cx="356616" cy="35661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602369" y="38235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2"/>
                </a:lnTo>
                <a:lnTo>
                  <a:pt x="244828" y="213144"/>
                </a:lnTo>
                <a:lnTo>
                  <a:pt x="264062" y="176359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2"/>
                </a:lnTo>
                <a:lnTo>
                  <a:pt x="215500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602369" y="38235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8564691" y="386537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537052" y="36794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678052" y="38227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729856" y="3830421"/>
            <a:ext cx="763270" cy="158750"/>
          </a:xfrm>
          <a:custGeom>
            <a:avLst/>
            <a:gdLst/>
            <a:ahLst/>
            <a:cxnLst/>
            <a:rect l="l" t="t" r="r" b="b"/>
            <a:pathLst>
              <a:path w="763270" h="158750">
                <a:moveTo>
                  <a:pt x="10105" y="0"/>
                </a:moveTo>
                <a:lnTo>
                  <a:pt x="2706" y="5205"/>
                </a:lnTo>
                <a:lnTo>
                  <a:pt x="0" y="20753"/>
                </a:lnTo>
                <a:lnTo>
                  <a:pt x="5205" y="28152"/>
                </a:lnTo>
                <a:lnTo>
                  <a:pt x="20781" y="30863"/>
                </a:lnTo>
                <a:lnTo>
                  <a:pt x="28180" y="25657"/>
                </a:lnTo>
                <a:lnTo>
                  <a:pt x="30886" y="10110"/>
                </a:lnTo>
                <a:lnTo>
                  <a:pt x="25680" y="2711"/>
                </a:lnTo>
                <a:lnTo>
                  <a:pt x="10105" y="0"/>
                </a:lnTo>
                <a:close/>
              </a:path>
              <a:path w="763270" h="158750">
                <a:moveTo>
                  <a:pt x="66436" y="9804"/>
                </a:moveTo>
                <a:lnTo>
                  <a:pt x="59038" y="15010"/>
                </a:lnTo>
                <a:lnTo>
                  <a:pt x="56332" y="30557"/>
                </a:lnTo>
                <a:lnTo>
                  <a:pt x="61537" y="37956"/>
                </a:lnTo>
                <a:lnTo>
                  <a:pt x="77113" y="40667"/>
                </a:lnTo>
                <a:lnTo>
                  <a:pt x="84512" y="35462"/>
                </a:lnTo>
                <a:lnTo>
                  <a:pt x="87218" y="19914"/>
                </a:lnTo>
                <a:lnTo>
                  <a:pt x="82012" y="12515"/>
                </a:lnTo>
                <a:lnTo>
                  <a:pt x="66436" y="9804"/>
                </a:lnTo>
                <a:close/>
              </a:path>
              <a:path w="763270" h="158750">
                <a:moveTo>
                  <a:pt x="122769" y="19608"/>
                </a:moveTo>
                <a:lnTo>
                  <a:pt x="115370" y="24813"/>
                </a:lnTo>
                <a:lnTo>
                  <a:pt x="112662" y="40361"/>
                </a:lnTo>
                <a:lnTo>
                  <a:pt x="117868" y="47760"/>
                </a:lnTo>
                <a:lnTo>
                  <a:pt x="133443" y="50472"/>
                </a:lnTo>
                <a:lnTo>
                  <a:pt x="140843" y="45267"/>
                </a:lnTo>
                <a:lnTo>
                  <a:pt x="143550" y="29719"/>
                </a:lnTo>
                <a:lnTo>
                  <a:pt x="138344" y="22320"/>
                </a:lnTo>
                <a:lnTo>
                  <a:pt x="122769" y="19608"/>
                </a:lnTo>
                <a:close/>
              </a:path>
              <a:path w="763270" h="158750">
                <a:moveTo>
                  <a:pt x="179100" y="29413"/>
                </a:moveTo>
                <a:lnTo>
                  <a:pt x="171701" y="34618"/>
                </a:lnTo>
                <a:lnTo>
                  <a:pt x="168995" y="50166"/>
                </a:lnTo>
                <a:lnTo>
                  <a:pt x="174200" y="57565"/>
                </a:lnTo>
                <a:lnTo>
                  <a:pt x="189776" y="60276"/>
                </a:lnTo>
                <a:lnTo>
                  <a:pt x="197175" y="55071"/>
                </a:lnTo>
                <a:lnTo>
                  <a:pt x="199881" y="39523"/>
                </a:lnTo>
                <a:lnTo>
                  <a:pt x="194675" y="32124"/>
                </a:lnTo>
                <a:lnTo>
                  <a:pt x="179100" y="29413"/>
                </a:lnTo>
                <a:close/>
              </a:path>
              <a:path w="763270" h="158750">
                <a:moveTo>
                  <a:pt x="235431" y="39218"/>
                </a:moveTo>
                <a:lnTo>
                  <a:pt x="228032" y="44424"/>
                </a:lnTo>
                <a:lnTo>
                  <a:pt x="225327" y="59971"/>
                </a:lnTo>
                <a:lnTo>
                  <a:pt x="230532" y="67370"/>
                </a:lnTo>
                <a:lnTo>
                  <a:pt x="246109" y="70079"/>
                </a:lnTo>
                <a:lnTo>
                  <a:pt x="253508" y="64874"/>
                </a:lnTo>
                <a:lnTo>
                  <a:pt x="256212" y="49326"/>
                </a:lnTo>
                <a:lnTo>
                  <a:pt x="251006" y="41927"/>
                </a:lnTo>
                <a:lnTo>
                  <a:pt x="235431" y="39218"/>
                </a:lnTo>
                <a:close/>
              </a:path>
              <a:path w="763270" h="158750">
                <a:moveTo>
                  <a:pt x="291762" y="49023"/>
                </a:moveTo>
                <a:lnTo>
                  <a:pt x="284364" y="54228"/>
                </a:lnTo>
                <a:lnTo>
                  <a:pt x="281659" y="69776"/>
                </a:lnTo>
                <a:lnTo>
                  <a:pt x="286865" y="77175"/>
                </a:lnTo>
                <a:lnTo>
                  <a:pt x="302441" y="79884"/>
                </a:lnTo>
                <a:lnTo>
                  <a:pt x="309839" y="74678"/>
                </a:lnTo>
                <a:lnTo>
                  <a:pt x="312544" y="59131"/>
                </a:lnTo>
                <a:lnTo>
                  <a:pt x="307338" y="51732"/>
                </a:lnTo>
                <a:lnTo>
                  <a:pt x="291762" y="49023"/>
                </a:lnTo>
                <a:close/>
              </a:path>
              <a:path w="763270" h="158750">
                <a:moveTo>
                  <a:pt x="348094" y="58827"/>
                </a:moveTo>
                <a:lnTo>
                  <a:pt x="340696" y="64033"/>
                </a:lnTo>
                <a:lnTo>
                  <a:pt x="337991" y="79580"/>
                </a:lnTo>
                <a:lnTo>
                  <a:pt x="343197" y="86979"/>
                </a:lnTo>
                <a:lnTo>
                  <a:pt x="358772" y="89688"/>
                </a:lnTo>
                <a:lnTo>
                  <a:pt x="366171" y="84482"/>
                </a:lnTo>
                <a:lnTo>
                  <a:pt x="368876" y="68935"/>
                </a:lnTo>
                <a:lnTo>
                  <a:pt x="363670" y="61536"/>
                </a:lnTo>
                <a:lnTo>
                  <a:pt x="348094" y="58827"/>
                </a:lnTo>
                <a:close/>
              </a:path>
              <a:path w="763270" h="158750">
                <a:moveTo>
                  <a:pt x="404426" y="68632"/>
                </a:moveTo>
                <a:lnTo>
                  <a:pt x="397027" y="73837"/>
                </a:lnTo>
                <a:lnTo>
                  <a:pt x="394322" y="89385"/>
                </a:lnTo>
                <a:lnTo>
                  <a:pt x="399528" y="96784"/>
                </a:lnTo>
                <a:lnTo>
                  <a:pt x="415104" y="99493"/>
                </a:lnTo>
                <a:lnTo>
                  <a:pt x="422503" y="94288"/>
                </a:lnTo>
                <a:lnTo>
                  <a:pt x="425207" y="78739"/>
                </a:lnTo>
                <a:lnTo>
                  <a:pt x="420001" y="71340"/>
                </a:lnTo>
                <a:lnTo>
                  <a:pt x="404426" y="68632"/>
                </a:lnTo>
                <a:close/>
              </a:path>
              <a:path w="763270" h="158750">
                <a:moveTo>
                  <a:pt x="460757" y="78436"/>
                </a:moveTo>
                <a:lnTo>
                  <a:pt x="453359" y="83642"/>
                </a:lnTo>
                <a:lnTo>
                  <a:pt x="450654" y="99189"/>
                </a:lnTo>
                <a:lnTo>
                  <a:pt x="455860" y="106588"/>
                </a:lnTo>
                <a:lnTo>
                  <a:pt x="471436" y="109298"/>
                </a:lnTo>
                <a:lnTo>
                  <a:pt x="478834" y="104093"/>
                </a:lnTo>
                <a:lnTo>
                  <a:pt x="481539" y="88544"/>
                </a:lnTo>
                <a:lnTo>
                  <a:pt x="476333" y="81145"/>
                </a:lnTo>
                <a:lnTo>
                  <a:pt x="460757" y="78436"/>
                </a:lnTo>
                <a:close/>
              </a:path>
              <a:path w="763270" h="158750">
                <a:moveTo>
                  <a:pt x="517089" y="88240"/>
                </a:moveTo>
                <a:lnTo>
                  <a:pt x="509691" y="93446"/>
                </a:lnTo>
                <a:lnTo>
                  <a:pt x="506986" y="108993"/>
                </a:lnTo>
                <a:lnTo>
                  <a:pt x="512192" y="116392"/>
                </a:lnTo>
                <a:lnTo>
                  <a:pt x="527767" y="119103"/>
                </a:lnTo>
                <a:lnTo>
                  <a:pt x="535166" y="113897"/>
                </a:lnTo>
                <a:lnTo>
                  <a:pt x="537871" y="98348"/>
                </a:lnTo>
                <a:lnTo>
                  <a:pt x="532665" y="90951"/>
                </a:lnTo>
                <a:lnTo>
                  <a:pt x="517089" y="88240"/>
                </a:lnTo>
                <a:close/>
              </a:path>
              <a:path w="763270" h="158750">
                <a:moveTo>
                  <a:pt x="573424" y="98043"/>
                </a:moveTo>
                <a:lnTo>
                  <a:pt x="566025" y="103248"/>
                </a:lnTo>
                <a:lnTo>
                  <a:pt x="563317" y="118795"/>
                </a:lnTo>
                <a:lnTo>
                  <a:pt x="568520" y="126194"/>
                </a:lnTo>
                <a:lnTo>
                  <a:pt x="584097" y="128907"/>
                </a:lnTo>
                <a:lnTo>
                  <a:pt x="591496" y="123704"/>
                </a:lnTo>
                <a:lnTo>
                  <a:pt x="594203" y="108155"/>
                </a:lnTo>
                <a:lnTo>
                  <a:pt x="588999" y="100756"/>
                </a:lnTo>
                <a:lnTo>
                  <a:pt x="573424" y="98043"/>
                </a:lnTo>
                <a:close/>
              </a:path>
              <a:path w="763270" h="158750">
                <a:moveTo>
                  <a:pt x="629756" y="107848"/>
                </a:moveTo>
                <a:lnTo>
                  <a:pt x="622355" y="113052"/>
                </a:lnTo>
                <a:lnTo>
                  <a:pt x="619648" y="128600"/>
                </a:lnTo>
                <a:lnTo>
                  <a:pt x="624852" y="135999"/>
                </a:lnTo>
                <a:lnTo>
                  <a:pt x="640427" y="138711"/>
                </a:lnTo>
                <a:lnTo>
                  <a:pt x="647828" y="133508"/>
                </a:lnTo>
                <a:lnTo>
                  <a:pt x="650535" y="117960"/>
                </a:lnTo>
                <a:lnTo>
                  <a:pt x="645331" y="110561"/>
                </a:lnTo>
                <a:lnTo>
                  <a:pt x="629756" y="107848"/>
                </a:lnTo>
                <a:close/>
              </a:path>
              <a:path w="763270" h="158750">
                <a:moveTo>
                  <a:pt x="686087" y="117652"/>
                </a:moveTo>
                <a:lnTo>
                  <a:pt x="678688" y="122857"/>
                </a:lnTo>
                <a:lnTo>
                  <a:pt x="675980" y="138404"/>
                </a:lnTo>
                <a:lnTo>
                  <a:pt x="681184" y="145803"/>
                </a:lnTo>
                <a:lnTo>
                  <a:pt x="696760" y="148516"/>
                </a:lnTo>
                <a:lnTo>
                  <a:pt x="704159" y="143313"/>
                </a:lnTo>
                <a:lnTo>
                  <a:pt x="706868" y="127764"/>
                </a:lnTo>
                <a:lnTo>
                  <a:pt x="701663" y="120365"/>
                </a:lnTo>
                <a:lnTo>
                  <a:pt x="686087" y="117652"/>
                </a:lnTo>
                <a:close/>
              </a:path>
              <a:path w="763270" h="158750">
                <a:moveTo>
                  <a:pt x="742419" y="127457"/>
                </a:moveTo>
                <a:lnTo>
                  <a:pt x="735020" y="132661"/>
                </a:lnTo>
                <a:lnTo>
                  <a:pt x="732312" y="148208"/>
                </a:lnTo>
                <a:lnTo>
                  <a:pt x="737515" y="155608"/>
                </a:lnTo>
                <a:lnTo>
                  <a:pt x="753092" y="158320"/>
                </a:lnTo>
                <a:lnTo>
                  <a:pt x="760491" y="153117"/>
                </a:lnTo>
                <a:lnTo>
                  <a:pt x="763198" y="137570"/>
                </a:lnTo>
                <a:lnTo>
                  <a:pt x="757994" y="130169"/>
                </a:lnTo>
                <a:lnTo>
                  <a:pt x="742419" y="127457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914989" y="4652767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891648" y="4649720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82941" y="4677152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279834" y="4671055"/>
            <a:ext cx="1680210" cy="638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32384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 spc="-5" b="1">
                <a:latin typeface="Arial"/>
                <a:cs typeface="Arial"/>
              </a:rPr>
              <a:t>(3) At test</a:t>
            </a:r>
            <a:r>
              <a:rPr dirty="0" sz="1800" spc="-13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8006912" y="4668008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906282" y="4680199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84745" y="5029010"/>
            <a:ext cx="2591435" cy="1091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55"/>
              </a:lnSpc>
            </a:pPr>
            <a:r>
              <a:rPr dirty="0" sz="1800" spc="-5" b="1">
                <a:latin typeface="Arial"/>
                <a:cs typeface="Arial"/>
              </a:rPr>
              <a:t>(1) At training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090"/>
              </a:lnSpc>
              <a:spcBef>
                <a:spcPts val="175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spc="-5">
                <a:latin typeface="Arial"/>
                <a:cs typeface="Arial"/>
              </a:rPr>
              <a:t>to predict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</a:t>
            </a:r>
            <a:r>
              <a:rPr dirty="0" sz="1800" spc="-70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282290" y="5029010"/>
            <a:ext cx="2566035" cy="137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55"/>
              </a:lnSpc>
            </a:pPr>
            <a:r>
              <a:rPr dirty="0" sz="1800" spc="-5" b="1">
                <a:latin typeface="Arial"/>
                <a:cs typeface="Arial"/>
              </a:rPr>
              <a:t>(2) At validation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400"/>
              </a:lnSpc>
              <a:spcBef>
                <a:spcPts val="6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 </a:t>
            </a:r>
            <a:r>
              <a:rPr dirty="0" sz="1800">
                <a:latin typeface="Arial"/>
                <a:cs typeface="Arial"/>
              </a:rPr>
              <a:t>to  </a:t>
            </a:r>
            <a:r>
              <a:rPr dirty="0" sz="1800" spc="-5">
                <a:latin typeface="Arial"/>
                <a:cs typeface="Arial"/>
              </a:rPr>
              <a:t>predict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</a:t>
            </a:r>
            <a:r>
              <a:rPr dirty="0" sz="1800" spc="-50" b="1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6279834" y="5294186"/>
            <a:ext cx="2375535" cy="1387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119380">
              <a:lnSpc>
                <a:spcPct val="100400"/>
              </a:lnSpc>
              <a:spcBef>
                <a:spcPts val="4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</a:t>
            </a:r>
            <a:r>
              <a:rPr dirty="0" sz="1800" spc="-65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E88651"/>
                </a:solidFill>
                <a:latin typeface="Arial"/>
                <a:cs typeface="Arial"/>
              </a:rPr>
              <a:t>&amp; 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 edges </a:t>
            </a:r>
            <a:r>
              <a:rPr dirty="0" sz="1800">
                <a:latin typeface="Arial"/>
                <a:cs typeface="Arial"/>
              </a:rPr>
              <a:t>to  </a:t>
            </a:r>
            <a:r>
              <a:rPr dirty="0" sz="1800" spc="-5">
                <a:latin typeface="Arial"/>
                <a:cs typeface="Arial"/>
              </a:rPr>
              <a:t>predict </a:t>
            </a:r>
            <a:r>
              <a:rPr dirty="0" sz="1800" spc="-5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r>
              <a:rPr dirty="0" sz="1800" spc="-60" b="1">
                <a:solidFill>
                  <a:srgbClr val="6BB76D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BB76D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7" name="object 10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8" name="object 10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23"/>
              </a:rPr>
              <a:t>http://cs224w.stanford.edu</a:t>
            </a:r>
          </a:p>
        </p:txBody>
      </p:sp>
      <p:sp>
        <p:nvSpPr>
          <p:cNvPr id="109" name="object 10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2332" y="1248156"/>
            <a:ext cx="76015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Option </a:t>
            </a:r>
            <a:r>
              <a:rPr dirty="0" sz="3200" b="1">
                <a:solidFill>
                  <a:srgbClr val="00B050"/>
                </a:solidFill>
                <a:latin typeface="Calibri"/>
                <a:cs typeface="Calibri"/>
              </a:rPr>
              <a:t>2: </a:t>
            </a:r>
            <a:r>
              <a:rPr dirty="0" sz="3200" spc="-30" b="1">
                <a:solidFill>
                  <a:srgbClr val="00B050"/>
                </a:solidFill>
                <a:latin typeface="Calibri"/>
                <a:cs typeface="Calibri"/>
              </a:rPr>
              <a:t>Transductive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link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prediction</a:t>
            </a:r>
            <a:r>
              <a:rPr dirty="0" sz="3200" spc="75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split: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8061" y="403299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78065" y="3890168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48499" y="3979410"/>
            <a:ext cx="466090" cy="636905"/>
          </a:xfrm>
          <a:custGeom>
            <a:avLst/>
            <a:gdLst/>
            <a:ahLst/>
            <a:cxnLst/>
            <a:rect l="l" t="t" r="r" b="b"/>
            <a:pathLst>
              <a:path w="466089" h="636904">
                <a:moveTo>
                  <a:pt x="451351" y="0"/>
                </a:moveTo>
                <a:lnTo>
                  <a:pt x="442426" y="1470"/>
                </a:lnTo>
                <a:lnTo>
                  <a:pt x="433210" y="14317"/>
                </a:lnTo>
                <a:lnTo>
                  <a:pt x="434681" y="23243"/>
                </a:lnTo>
                <a:lnTo>
                  <a:pt x="447506" y="32442"/>
                </a:lnTo>
                <a:lnTo>
                  <a:pt x="456431" y="30971"/>
                </a:lnTo>
                <a:lnTo>
                  <a:pt x="465645" y="18124"/>
                </a:lnTo>
                <a:lnTo>
                  <a:pt x="464176" y="9198"/>
                </a:lnTo>
                <a:lnTo>
                  <a:pt x="451351" y="0"/>
                </a:lnTo>
                <a:close/>
              </a:path>
              <a:path w="466089" h="636904">
                <a:moveTo>
                  <a:pt x="418028" y="46464"/>
                </a:moveTo>
                <a:lnTo>
                  <a:pt x="409101" y="47934"/>
                </a:lnTo>
                <a:lnTo>
                  <a:pt x="399887" y="60782"/>
                </a:lnTo>
                <a:lnTo>
                  <a:pt x="401358" y="69707"/>
                </a:lnTo>
                <a:lnTo>
                  <a:pt x="414182" y="78905"/>
                </a:lnTo>
                <a:lnTo>
                  <a:pt x="423108" y="77435"/>
                </a:lnTo>
                <a:lnTo>
                  <a:pt x="432321" y="64588"/>
                </a:lnTo>
                <a:lnTo>
                  <a:pt x="430852" y="55661"/>
                </a:lnTo>
                <a:lnTo>
                  <a:pt x="418028" y="46464"/>
                </a:lnTo>
                <a:close/>
              </a:path>
              <a:path w="466089" h="636904">
                <a:moveTo>
                  <a:pt x="384705" y="92928"/>
                </a:moveTo>
                <a:lnTo>
                  <a:pt x="375779" y="94397"/>
                </a:lnTo>
                <a:lnTo>
                  <a:pt x="366563" y="107243"/>
                </a:lnTo>
                <a:lnTo>
                  <a:pt x="368033" y="116170"/>
                </a:lnTo>
                <a:lnTo>
                  <a:pt x="380856" y="125369"/>
                </a:lnTo>
                <a:lnTo>
                  <a:pt x="389782" y="123899"/>
                </a:lnTo>
                <a:lnTo>
                  <a:pt x="398998" y="111053"/>
                </a:lnTo>
                <a:lnTo>
                  <a:pt x="397529" y="102127"/>
                </a:lnTo>
                <a:lnTo>
                  <a:pt x="384705" y="92928"/>
                </a:lnTo>
                <a:close/>
              </a:path>
              <a:path w="466089" h="636904">
                <a:moveTo>
                  <a:pt x="351382" y="139392"/>
                </a:moveTo>
                <a:lnTo>
                  <a:pt x="342455" y="140862"/>
                </a:lnTo>
                <a:lnTo>
                  <a:pt x="333240" y="153708"/>
                </a:lnTo>
                <a:lnTo>
                  <a:pt x="334708" y="162634"/>
                </a:lnTo>
                <a:lnTo>
                  <a:pt x="347531" y="171833"/>
                </a:lnTo>
                <a:lnTo>
                  <a:pt x="356458" y="170364"/>
                </a:lnTo>
                <a:lnTo>
                  <a:pt x="365673" y="157518"/>
                </a:lnTo>
                <a:lnTo>
                  <a:pt x="364205" y="148591"/>
                </a:lnTo>
                <a:lnTo>
                  <a:pt x="351382" y="139392"/>
                </a:lnTo>
                <a:close/>
              </a:path>
              <a:path w="466089" h="636904">
                <a:moveTo>
                  <a:pt x="318057" y="185856"/>
                </a:moveTo>
                <a:lnTo>
                  <a:pt x="309131" y="187326"/>
                </a:lnTo>
                <a:lnTo>
                  <a:pt x="299915" y="200172"/>
                </a:lnTo>
                <a:lnTo>
                  <a:pt x="301384" y="209099"/>
                </a:lnTo>
                <a:lnTo>
                  <a:pt x="314208" y="218297"/>
                </a:lnTo>
                <a:lnTo>
                  <a:pt x="323134" y="216828"/>
                </a:lnTo>
                <a:lnTo>
                  <a:pt x="332350" y="203982"/>
                </a:lnTo>
                <a:lnTo>
                  <a:pt x="330880" y="195055"/>
                </a:lnTo>
                <a:lnTo>
                  <a:pt x="318057" y="185856"/>
                </a:lnTo>
                <a:close/>
              </a:path>
              <a:path w="466089" h="636904">
                <a:moveTo>
                  <a:pt x="284733" y="232321"/>
                </a:moveTo>
                <a:lnTo>
                  <a:pt x="275807" y="233790"/>
                </a:lnTo>
                <a:lnTo>
                  <a:pt x="266592" y="246636"/>
                </a:lnTo>
                <a:lnTo>
                  <a:pt x="268061" y="255562"/>
                </a:lnTo>
                <a:lnTo>
                  <a:pt x="280884" y="264761"/>
                </a:lnTo>
                <a:lnTo>
                  <a:pt x="289810" y="263292"/>
                </a:lnTo>
                <a:lnTo>
                  <a:pt x="299026" y="250446"/>
                </a:lnTo>
                <a:lnTo>
                  <a:pt x="297557" y="241519"/>
                </a:lnTo>
                <a:lnTo>
                  <a:pt x="284733" y="232321"/>
                </a:lnTo>
                <a:close/>
              </a:path>
              <a:path w="466089" h="636904">
                <a:moveTo>
                  <a:pt x="251410" y="278785"/>
                </a:moveTo>
                <a:lnTo>
                  <a:pt x="242483" y="280253"/>
                </a:lnTo>
                <a:lnTo>
                  <a:pt x="233268" y="293100"/>
                </a:lnTo>
                <a:lnTo>
                  <a:pt x="234737" y="302026"/>
                </a:lnTo>
                <a:lnTo>
                  <a:pt x="247561" y="311226"/>
                </a:lnTo>
                <a:lnTo>
                  <a:pt x="256486" y="309756"/>
                </a:lnTo>
                <a:lnTo>
                  <a:pt x="265703" y="296909"/>
                </a:lnTo>
                <a:lnTo>
                  <a:pt x="264233" y="287983"/>
                </a:lnTo>
                <a:lnTo>
                  <a:pt x="251410" y="278785"/>
                </a:lnTo>
                <a:close/>
              </a:path>
              <a:path w="466089" h="636904">
                <a:moveTo>
                  <a:pt x="218085" y="325248"/>
                </a:moveTo>
                <a:lnTo>
                  <a:pt x="209160" y="326717"/>
                </a:lnTo>
                <a:lnTo>
                  <a:pt x="199944" y="339564"/>
                </a:lnTo>
                <a:lnTo>
                  <a:pt x="201413" y="348490"/>
                </a:lnTo>
                <a:lnTo>
                  <a:pt x="214236" y="357689"/>
                </a:lnTo>
                <a:lnTo>
                  <a:pt x="223163" y="356221"/>
                </a:lnTo>
                <a:lnTo>
                  <a:pt x="232378" y="343373"/>
                </a:lnTo>
                <a:lnTo>
                  <a:pt x="230910" y="334448"/>
                </a:lnTo>
                <a:lnTo>
                  <a:pt x="218085" y="325248"/>
                </a:lnTo>
                <a:close/>
              </a:path>
              <a:path w="466089" h="636904">
                <a:moveTo>
                  <a:pt x="184762" y="371712"/>
                </a:moveTo>
                <a:lnTo>
                  <a:pt x="175836" y="373181"/>
                </a:lnTo>
                <a:lnTo>
                  <a:pt x="166620" y="386027"/>
                </a:lnTo>
                <a:lnTo>
                  <a:pt x="168089" y="394954"/>
                </a:lnTo>
                <a:lnTo>
                  <a:pt x="180912" y="404153"/>
                </a:lnTo>
                <a:lnTo>
                  <a:pt x="189839" y="402685"/>
                </a:lnTo>
                <a:lnTo>
                  <a:pt x="199054" y="389837"/>
                </a:lnTo>
                <a:lnTo>
                  <a:pt x="197585" y="380912"/>
                </a:lnTo>
                <a:lnTo>
                  <a:pt x="184762" y="371712"/>
                </a:lnTo>
                <a:close/>
              </a:path>
              <a:path w="466089" h="636904">
                <a:moveTo>
                  <a:pt x="151438" y="418176"/>
                </a:moveTo>
                <a:lnTo>
                  <a:pt x="142511" y="419646"/>
                </a:lnTo>
                <a:lnTo>
                  <a:pt x="133296" y="432492"/>
                </a:lnTo>
                <a:lnTo>
                  <a:pt x="134766" y="441418"/>
                </a:lnTo>
                <a:lnTo>
                  <a:pt x="147589" y="450617"/>
                </a:lnTo>
                <a:lnTo>
                  <a:pt x="156514" y="449148"/>
                </a:lnTo>
                <a:lnTo>
                  <a:pt x="165731" y="436302"/>
                </a:lnTo>
                <a:lnTo>
                  <a:pt x="164261" y="427375"/>
                </a:lnTo>
                <a:lnTo>
                  <a:pt x="151438" y="418176"/>
                </a:lnTo>
                <a:close/>
              </a:path>
              <a:path w="466089" h="636904">
                <a:moveTo>
                  <a:pt x="118115" y="464640"/>
                </a:moveTo>
                <a:lnTo>
                  <a:pt x="109188" y="466110"/>
                </a:lnTo>
                <a:lnTo>
                  <a:pt x="99973" y="478956"/>
                </a:lnTo>
                <a:lnTo>
                  <a:pt x="101441" y="487883"/>
                </a:lnTo>
                <a:lnTo>
                  <a:pt x="114264" y="497081"/>
                </a:lnTo>
                <a:lnTo>
                  <a:pt x="123191" y="495612"/>
                </a:lnTo>
                <a:lnTo>
                  <a:pt x="132406" y="482766"/>
                </a:lnTo>
                <a:lnTo>
                  <a:pt x="130938" y="473839"/>
                </a:lnTo>
                <a:lnTo>
                  <a:pt x="118115" y="464640"/>
                </a:lnTo>
                <a:close/>
              </a:path>
              <a:path w="466089" h="636904">
                <a:moveTo>
                  <a:pt x="84790" y="511105"/>
                </a:moveTo>
                <a:lnTo>
                  <a:pt x="75864" y="512574"/>
                </a:lnTo>
                <a:lnTo>
                  <a:pt x="66648" y="525420"/>
                </a:lnTo>
                <a:lnTo>
                  <a:pt x="68117" y="534347"/>
                </a:lnTo>
                <a:lnTo>
                  <a:pt x="80940" y="543546"/>
                </a:lnTo>
                <a:lnTo>
                  <a:pt x="89867" y="542076"/>
                </a:lnTo>
                <a:lnTo>
                  <a:pt x="99082" y="529230"/>
                </a:lnTo>
                <a:lnTo>
                  <a:pt x="97613" y="520303"/>
                </a:lnTo>
                <a:lnTo>
                  <a:pt x="84790" y="511105"/>
                </a:lnTo>
                <a:close/>
              </a:path>
              <a:path w="466089" h="636904">
                <a:moveTo>
                  <a:pt x="51456" y="557568"/>
                </a:moveTo>
                <a:lnTo>
                  <a:pt x="42531" y="559042"/>
                </a:lnTo>
                <a:lnTo>
                  <a:pt x="33323" y="571894"/>
                </a:lnTo>
                <a:lnTo>
                  <a:pt x="34797" y="580820"/>
                </a:lnTo>
                <a:lnTo>
                  <a:pt x="47627" y="590011"/>
                </a:lnTo>
                <a:lnTo>
                  <a:pt x="56553" y="588535"/>
                </a:lnTo>
                <a:lnTo>
                  <a:pt x="65760" y="575683"/>
                </a:lnTo>
                <a:lnTo>
                  <a:pt x="64286" y="566759"/>
                </a:lnTo>
                <a:lnTo>
                  <a:pt x="51456" y="557568"/>
                </a:lnTo>
                <a:close/>
              </a:path>
              <a:path w="466089" h="636904">
                <a:moveTo>
                  <a:pt x="18133" y="604032"/>
                </a:moveTo>
                <a:lnTo>
                  <a:pt x="9207" y="605506"/>
                </a:lnTo>
                <a:lnTo>
                  <a:pt x="0" y="618359"/>
                </a:lnTo>
                <a:lnTo>
                  <a:pt x="1474" y="627284"/>
                </a:lnTo>
                <a:lnTo>
                  <a:pt x="14304" y="636474"/>
                </a:lnTo>
                <a:lnTo>
                  <a:pt x="23228" y="635000"/>
                </a:lnTo>
                <a:lnTo>
                  <a:pt x="32435" y="622147"/>
                </a:lnTo>
                <a:lnTo>
                  <a:pt x="30961" y="613222"/>
                </a:lnTo>
                <a:lnTo>
                  <a:pt x="18133" y="604032"/>
                </a:lnTo>
                <a:close/>
              </a:path>
            </a:pathLst>
          </a:custGeom>
          <a:solidFill>
            <a:srgbClr val="E886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91480" y="3830383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07591" y="3645408"/>
            <a:ext cx="356616" cy="353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50947" y="36629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50947" y="36629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9431" y="4587240"/>
            <a:ext cx="359663" cy="356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3457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0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33457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80032" y="4587240"/>
            <a:ext cx="359663" cy="356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23613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8" y="242152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2"/>
                </a:lnTo>
                <a:lnTo>
                  <a:pt x="244828" y="213144"/>
                </a:lnTo>
                <a:lnTo>
                  <a:pt x="264061" y="176359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23613" y="4606057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25623" y="3831335"/>
            <a:ext cx="359663" cy="3535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69626" y="38483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69626" y="384837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1959" y="3785615"/>
            <a:ext cx="359664" cy="3566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7104" y="38040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87104" y="38040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49427" y="384708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21787" y="36581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2787" y="380136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1818" y="1821179"/>
            <a:ext cx="5520690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Why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do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use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growing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number of</a:t>
            </a:r>
            <a:r>
              <a:rPr dirty="0" sz="20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edges?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spc="-10" b="1">
                <a:latin typeface="Calibri"/>
                <a:cs typeface="Calibri"/>
              </a:rPr>
              <a:t>After </a:t>
            </a:r>
            <a:r>
              <a:rPr dirty="0" sz="2000" spc="-5" b="1">
                <a:latin typeface="Calibri"/>
                <a:cs typeface="Calibri"/>
              </a:rPr>
              <a:t>training, 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supervision edges </a:t>
            </a:r>
            <a:r>
              <a:rPr dirty="0" sz="2000" spc="-10" b="1">
                <a:solidFill>
                  <a:srgbClr val="0070C0"/>
                </a:solidFill>
                <a:latin typeface="Calibri"/>
                <a:cs typeface="Calibri"/>
              </a:rPr>
              <a:t>are 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known </a:t>
            </a:r>
            <a:r>
              <a:rPr dirty="0" sz="2000" spc="-15" b="1">
                <a:solidFill>
                  <a:srgbClr val="0070C0"/>
                </a:solidFill>
                <a:latin typeface="Calibri"/>
                <a:cs typeface="Calibri"/>
              </a:rPr>
              <a:t>to </a:t>
            </a:r>
            <a:r>
              <a:rPr dirty="0" sz="2000" spc="-10" b="1">
                <a:solidFill>
                  <a:srgbClr val="0070C0"/>
                </a:solidFill>
                <a:latin typeface="Calibri"/>
                <a:cs typeface="Calibri"/>
              </a:rPr>
              <a:t>GNN.  </a:t>
            </a:r>
            <a:r>
              <a:rPr dirty="0" sz="2000" spc="-10" b="1">
                <a:latin typeface="Calibri"/>
                <a:cs typeface="Calibri"/>
              </a:rPr>
              <a:t>Therefore</a:t>
            </a:r>
            <a:r>
              <a:rPr dirty="0" sz="2000" spc="-10" b="1">
                <a:solidFill>
                  <a:srgbClr val="0070C0"/>
                </a:solidFill>
                <a:latin typeface="Calibri"/>
                <a:cs typeface="Calibri"/>
              </a:rPr>
              <a:t>, </a:t>
            </a:r>
            <a:r>
              <a:rPr dirty="0" sz="2000" b="1">
                <a:solidFill>
                  <a:srgbClr val="0070C0"/>
                </a:solidFill>
                <a:latin typeface="Calibri"/>
                <a:cs typeface="Calibri"/>
              </a:rPr>
              <a:t>an 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ideal model should </a:t>
            </a:r>
            <a:r>
              <a:rPr dirty="0" sz="2000" b="1">
                <a:solidFill>
                  <a:srgbClr val="0070C0"/>
                </a:solidFill>
                <a:latin typeface="Calibri"/>
                <a:cs typeface="Calibri"/>
              </a:rPr>
              <a:t>use </a:t>
            </a:r>
            <a:r>
              <a:rPr dirty="0" sz="2000" spc="-5" b="1">
                <a:solidFill>
                  <a:srgbClr val="0070C0"/>
                </a:solidFill>
                <a:latin typeface="Calibri"/>
                <a:cs typeface="Calibri"/>
              </a:rPr>
              <a:t>supervision  edges in message passing </a:t>
            </a:r>
            <a:r>
              <a:rPr dirty="0" sz="2000" spc="-10" b="1">
                <a:latin typeface="Calibri"/>
                <a:cs typeface="Calibri"/>
              </a:rPr>
              <a:t>at validation </a:t>
            </a:r>
            <a:r>
              <a:rPr dirty="0" sz="2000" spc="-5" b="1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latin typeface="Calibri"/>
                <a:cs typeface="Calibri"/>
              </a:rPr>
              <a:t>The same applies </a:t>
            </a:r>
            <a:r>
              <a:rPr dirty="0" sz="2000" spc="-15" b="1">
                <a:latin typeface="Calibri"/>
                <a:cs typeface="Calibri"/>
              </a:rPr>
              <a:t>to </a:t>
            </a:r>
            <a:r>
              <a:rPr dirty="0" sz="2000" spc="-5" b="1">
                <a:latin typeface="Calibri"/>
                <a:cs typeface="Calibri"/>
              </a:rPr>
              <a:t>the </a:t>
            </a:r>
            <a:r>
              <a:rPr dirty="0" sz="2000" spc="-15" b="1">
                <a:latin typeface="Calibri"/>
                <a:cs typeface="Calibri"/>
              </a:rPr>
              <a:t>test</a:t>
            </a:r>
            <a:r>
              <a:rPr dirty="0" sz="2000" spc="-5" b="1">
                <a:latin typeface="Calibri"/>
                <a:cs typeface="Calibri"/>
              </a:rPr>
              <a:t> time.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83327" y="4052497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02979" y="4747952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93331" y="3909667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48315" y="4015118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06746" y="3849881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21880" y="3663696"/>
            <a:ext cx="359664" cy="3566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66211" y="36824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466211" y="3682488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03719" y="4608576"/>
            <a:ext cx="359664" cy="3535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48720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948720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894319" y="4608576"/>
            <a:ext cx="359664" cy="3535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938878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938878" y="462555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439911" y="3849623"/>
            <a:ext cx="359664" cy="3566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484891" y="386787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484891" y="3867876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559295" y="3803903"/>
            <a:ext cx="356616" cy="3566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602369" y="38235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59"/>
                </a:lnTo>
                <a:lnTo>
                  <a:pt x="26140" y="213144"/>
                </a:lnTo>
                <a:lnTo>
                  <a:pt x="55469" y="242152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2"/>
                </a:lnTo>
                <a:lnTo>
                  <a:pt x="244828" y="213144"/>
                </a:lnTo>
                <a:lnTo>
                  <a:pt x="264062" y="176359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2"/>
                </a:lnTo>
                <a:lnTo>
                  <a:pt x="215500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02369" y="38235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8564691" y="3865372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78052" y="38227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729856" y="3830421"/>
            <a:ext cx="763270" cy="158750"/>
          </a:xfrm>
          <a:custGeom>
            <a:avLst/>
            <a:gdLst/>
            <a:ahLst/>
            <a:cxnLst/>
            <a:rect l="l" t="t" r="r" b="b"/>
            <a:pathLst>
              <a:path w="763270" h="158750">
                <a:moveTo>
                  <a:pt x="10105" y="0"/>
                </a:moveTo>
                <a:lnTo>
                  <a:pt x="2706" y="5205"/>
                </a:lnTo>
                <a:lnTo>
                  <a:pt x="0" y="20753"/>
                </a:lnTo>
                <a:lnTo>
                  <a:pt x="5205" y="28152"/>
                </a:lnTo>
                <a:lnTo>
                  <a:pt x="20781" y="30863"/>
                </a:lnTo>
                <a:lnTo>
                  <a:pt x="28180" y="25657"/>
                </a:lnTo>
                <a:lnTo>
                  <a:pt x="30886" y="10110"/>
                </a:lnTo>
                <a:lnTo>
                  <a:pt x="25680" y="2711"/>
                </a:lnTo>
                <a:lnTo>
                  <a:pt x="10105" y="0"/>
                </a:lnTo>
                <a:close/>
              </a:path>
              <a:path w="763270" h="158750">
                <a:moveTo>
                  <a:pt x="66436" y="9804"/>
                </a:moveTo>
                <a:lnTo>
                  <a:pt x="59038" y="15010"/>
                </a:lnTo>
                <a:lnTo>
                  <a:pt x="56332" y="30557"/>
                </a:lnTo>
                <a:lnTo>
                  <a:pt x="61537" y="37956"/>
                </a:lnTo>
                <a:lnTo>
                  <a:pt x="77113" y="40667"/>
                </a:lnTo>
                <a:lnTo>
                  <a:pt x="84512" y="35462"/>
                </a:lnTo>
                <a:lnTo>
                  <a:pt x="87218" y="19914"/>
                </a:lnTo>
                <a:lnTo>
                  <a:pt x="82012" y="12515"/>
                </a:lnTo>
                <a:lnTo>
                  <a:pt x="66436" y="9804"/>
                </a:lnTo>
                <a:close/>
              </a:path>
              <a:path w="763270" h="158750">
                <a:moveTo>
                  <a:pt x="122769" y="19608"/>
                </a:moveTo>
                <a:lnTo>
                  <a:pt x="115370" y="24813"/>
                </a:lnTo>
                <a:lnTo>
                  <a:pt x="112662" y="40361"/>
                </a:lnTo>
                <a:lnTo>
                  <a:pt x="117868" y="47760"/>
                </a:lnTo>
                <a:lnTo>
                  <a:pt x="133443" y="50472"/>
                </a:lnTo>
                <a:lnTo>
                  <a:pt x="140843" y="45267"/>
                </a:lnTo>
                <a:lnTo>
                  <a:pt x="143550" y="29719"/>
                </a:lnTo>
                <a:lnTo>
                  <a:pt x="138344" y="22320"/>
                </a:lnTo>
                <a:lnTo>
                  <a:pt x="122769" y="19608"/>
                </a:lnTo>
                <a:close/>
              </a:path>
              <a:path w="763270" h="158750">
                <a:moveTo>
                  <a:pt x="179100" y="29413"/>
                </a:moveTo>
                <a:lnTo>
                  <a:pt x="171701" y="34618"/>
                </a:lnTo>
                <a:lnTo>
                  <a:pt x="168995" y="50166"/>
                </a:lnTo>
                <a:lnTo>
                  <a:pt x="174200" y="57565"/>
                </a:lnTo>
                <a:lnTo>
                  <a:pt x="189776" y="60276"/>
                </a:lnTo>
                <a:lnTo>
                  <a:pt x="197175" y="55071"/>
                </a:lnTo>
                <a:lnTo>
                  <a:pt x="199881" y="39523"/>
                </a:lnTo>
                <a:lnTo>
                  <a:pt x="194675" y="32124"/>
                </a:lnTo>
                <a:lnTo>
                  <a:pt x="179100" y="29413"/>
                </a:lnTo>
                <a:close/>
              </a:path>
              <a:path w="763270" h="158750">
                <a:moveTo>
                  <a:pt x="235431" y="39218"/>
                </a:moveTo>
                <a:lnTo>
                  <a:pt x="228032" y="44424"/>
                </a:lnTo>
                <a:lnTo>
                  <a:pt x="225327" y="59971"/>
                </a:lnTo>
                <a:lnTo>
                  <a:pt x="230532" y="67370"/>
                </a:lnTo>
                <a:lnTo>
                  <a:pt x="246109" y="70079"/>
                </a:lnTo>
                <a:lnTo>
                  <a:pt x="253508" y="64874"/>
                </a:lnTo>
                <a:lnTo>
                  <a:pt x="256212" y="49326"/>
                </a:lnTo>
                <a:lnTo>
                  <a:pt x="251006" y="41927"/>
                </a:lnTo>
                <a:lnTo>
                  <a:pt x="235431" y="39218"/>
                </a:lnTo>
                <a:close/>
              </a:path>
              <a:path w="763270" h="158750">
                <a:moveTo>
                  <a:pt x="291762" y="49023"/>
                </a:moveTo>
                <a:lnTo>
                  <a:pt x="284364" y="54228"/>
                </a:lnTo>
                <a:lnTo>
                  <a:pt x="281659" y="69776"/>
                </a:lnTo>
                <a:lnTo>
                  <a:pt x="286865" y="77175"/>
                </a:lnTo>
                <a:lnTo>
                  <a:pt x="302441" y="79884"/>
                </a:lnTo>
                <a:lnTo>
                  <a:pt x="309839" y="74678"/>
                </a:lnTo>
                <a:lnTo>
                  <a:pt x="312544" y="59131"/>
                </a:lnTo>
                <a:lnTo>
                  <a:pt x="307338" y="51732"/>
                </a:lnTo>
                <a:lnTo>
                  <a:pt x="291762" y="49023"/>
                </a:lnTo>
                <a:close/>
              </a:path>
              <a:path w="763270" h="158750">
                <a:moveTo>
                  <a:pt x="348094" y="58827"/>
                </a:moveTo>
                <a:lnTo>
                  <a:pt x="340696" y="64033"/>
                </a:lnTo>
                <a:lnTo>
                  <a:pt x="337991" y="79580"/>
                </a:lnTo>
                <a:lnTo>
                  <a:pt x="343197" y="86979"/>
                </a:lnTo>
                <a:lnTo>
                  <a:pt x="358772" y="89688"/>
                </a:lnTo>
                <a:lnTo>
                  <a:pt x="366171" y="84482"/>
                </a:lnTo>
                <a:lnTo>
                  <a:pt x="368876" y="68935"/>
                </a:lnTo>
                <a:lnTo>
                  <a:pt x="363670" y="61536"/>
                </a:lnTo>
                <a:lnTo>
                  <a:pt x="348094" y="58827"/>
                </a:lnTo>
                <a:close/>
              </a:path>
              <a:path w="763270" h="158750">
                <a:moveTo>
                  <a:pt x="404426" y="68632"/>
                </a:moveTo>
                <a:lnTo>
                  <a:pt x="397027" y="73837"/>
                </a:lnTo>
                <a:lnTo>
                  <a:pt x="394322" y="89385"/>
                </a:lnTo>
                <a:lnTo>
                  <a:pt x="399528" y="96784"/>
                </a:lnTo>
                <a:lnTo>
                  <a:pt x="415104" y="99493"/>
                </a:lnTo>
                <a:lnTo>
                  <a:pt x="422503" y="94288"/>
                </a:lnTo>
                <a:lnTo>
                  <a:pt x="425207" y="78739"/>
                </a:lnTo>
                <a:lnTo>
                  <a:pt x="420001" y="71340"/>
                </a:lnTo>
                <a:lnTo>
                  <a:pt x="404426" y="68632"/>
                </a:lnTo>
                <a:close/>
              </a:path>
              <a:path w="763270" h="158750">
                <a:moveTo>
                  <a:pt x="460757" y="78436"/>
                </a:moveTo>
                <a:lnTo>
                  <a:pt x="453359" y="83642"/>
                </a:lnTo>
                <a:lnTo>
                  <a:pt x="450654" y="99189"/>
                </a:lnTo>
                <a:lnTo>
                  <a:pt x="455860" y="106588"/>
                </a:lnTo>
                <a:lnTo>
                  <a:pt x="471436" y="109298"/>
                </a:lnTo>
                <a:lnTo>
                  <a:pt x="478834" y="104093"/>
                </a:lnTo>
                <a:lnTo>
                  <a:pt x="481539" y="88544"/>
                </a:lnTo>
                <a:lnTo>
                  <a:pt x="476333" y="81145"/>
                </a:lnTo>
                <a:lnTo>
                  <a:pt x="460757" y="78436"/>
                </a:lnTo>
                <a:close/>
              </a:path>
              <a:path w="763270" h="158750">
                <a:moveTo>
                  <a:pt x="517089" y="88240"/>
                </a:moveTo>
                <a:lnTo>
                  <a:pt x="509691" y="93446"/>
                </a:lnTo>
                <a:lnTo>
                  <a:pt x="506986" y="108993"/>
                </a:lnTo>
                <a:lnTo>
                  <a:pt x="512192" y="116392"/>
                </a:lnTo>
                <a:lnTo>
                  <a:pt x="527767" y="119103"/>
                </a:lnTo>
                <a:lnTo>
                  <a:pt x="535166" y="113897"/>
                </a:lnTo>
                <a:lnTo>
                  <a:pt x="537871" y="98348"/>
                </a:lnTo>
                <a:lnTo>
                  <a:pt x="532665" y="90951"/>
                </a:lnTo>
                <a:lnTo>
                  <a:pt x="517089" y="88240"/>
                </a:lnTo>
                <a:close/>
              </a:path>
              <a:path w="763270" h="158750">
                <a:moveTo>
                  <a:pt x="573424" y="98043"/>
                </a:moveTo>
                <a:lnTo>
                  <a:pt x="566025" y="103248"/>
                </a:lnTo>
                <a:lnTo>
                  <a:pt x="563317" y="118795"/>
                </a:lnTo>
                <a:lnTo>
                  <a:pt x="568520" y="126194"/>
                </a:lnTo>
                <a:lnTo>
                  <a:pt x="584097" y="128907"/>
                </a:lnTo>
                <a:lnTo>
                  <a:pt x="591496" y="123704"/>
                </a:lnTo>
                <a:lnTo>
                  <a:pt x="594203" y="108155"/>
                </a:lnTo>
                <a:lnTo>
                  <a:pt x="588999" y="100756"/>
                </a:lnTo>
                <a:lnTo>
                  <a:pt x="573424" y="98043"/>
                </a:lnTo>
                <a:close/>
              </a:path>
              <a:path w="763270" h="158750">
                <a:moveTo>
                  <a:pt x="629756" y="107848"/>
                </a:moveTo>
                <a:lnTo>
                  <a:pt x="622355" y="113052"/>
                </a:lnTo>
                <a:lnTo>
                  <a:pt x="619648" y="128600"/>
                </a:lnTo>
                <a:lnTo>
                  <a:pt x="624852" y="135999"/>
                </a:lnTo>
                <a:lnTo>
                  <a:pt x="640427" y="138711"/>
                </a:lnTo>
                <a:lnTo>
                  <a:pt x="647828" y="133508"/>
                </a:lnTo>
                <a:lnTo>
                  <a:pt x="650535" y="117960"/>
                </a:lnTo>
                <a:lnTo>
                  <a:pt x="645331" y="110561"/>
                </a:lnTo>
                <a:lnTo>
                  <a:pt x="629756" y="107848"/>
                </a:lnTo>
                <a:close/>
              </a:path>
              <a:path w="763270" h="158750">
                <a:moveTo>
                  <a:pt x="686087" y="117652"/>
                </a:moveTo>
                <a:lnTo>
                  <a:pt x="678688" y="122857"/>
                </a:lnTo>
                <a:lnTo>
                  <a:pt x="675980" y="138404"/>
                </a:lnTo>
                <a:lnTo>
                  <a:pt x="681184" y="145803"/>
                </a:lnTo>
                <a:lnTo>
                  <a:pt x="696760" y="148516"/>
                </a:lnTo>
                <a:lnTo>
                  <a:pt x="704159" y="143313"/>
                </a:lnTo>
                <a:lnTo>
                  <a:pt x="706868" y="127764"/>
                </a:lnTo>
                <a:lnTo>
                  <a:pt x="701663" y="120365"/>
                </a:lnTo>
                <a:lnTo>
                  <a:pt x="686087" y="117652"/>
                </a:lnTo>
                <a:close/>
              </a:path>
              <a:path w="763270" h="158750">
                <a:moveTo>
                  <a:pt x="742419" y="127457"/>
                </a:moveTo>
                <a:lnTo>
                  <a:pt x="735020" y="132661"/>
                </a:lnTo>
                <a:lnTo>
                  <a:pt x="732312" y="148208"/>
                </a:lnTo>
                <a:lnTo>
                  <a:pt x="737515" y="155608"/>
                </a:lnTo>
                <a:lnTo>
                  <a:pt x="753092" y="158320"/>
                </a:lnTo>
                <a:lnTo>
                  <a:pt x="760491" y="153117"/>
                </a:lnTo>
                <a:lnTo>
                  <a:pt x="763198" y="137570"/>
                </a:lnTo>
                <a:lnTo>
                  <a:pt x="757994" y="130169"/>
                </a:lnTo>
                <a:lnTo>
                  <a:pt x="742419" y="127457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659354" y="406045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87646" y="4742056"/>
            <a:ext cx="886460" cy="53340"/>
          </a:xfrm>
          <a:custGeom>
            <a:avLst/>
            <a:gdLst/>
            <a:ahLst/>
            <a:cxnLst/>
            <a:rect l="l" t="t" r="r" b="b"/>
            <a:pathLst>
              <a:path w="886460" h="53339">
                <a:moveTo>
                  <a:pt x="864356" y="24192"/>
                </a:moveTo>
                <a:lnTo>
                  <a:pt x="857782" y="30406"/>
                </a:lnTo>
                <a:lnTo>
                  <a:pt x="857336" y="46181"/>
                </a:lnTo>
                <a:lnTo>
                  <a:pt x="863550" y="52755"/>
                </a:lnTo>
                <a:lnTo>
                  <a:pt x="879354" y="53201"/>
                </a:lnTo>
                <a:lnTo>
                  <a:pt x="885929" y="46987"/>
                </a:lnTo>
                <a:lnTo>
                  <a:pt x="886373" y="31212"/>
                </a:lnTo>
                <a:lnTo>
                  <a:pt x="880160" y="24637"/>
                </a:lnTo>
                <a:lnTo>
                  <a:pt x="864356" y="24192"/>
                </a:lnTo>
                <a:close/>
              </a:path>
              <a:path w="886460" h="53339">
                <a:moveTo>
                  <a:pt x="807200" y="22579"/>
                </a:moveTo>
                <a:lnTo>
                  <a:pt x="800625" y="28793"/>
                </a:lnTo>
                <a:lnTo>
                  <a:pt x="800181" y="44568"/>
                </a:lnTo>
                <a:lnTo>
                  <a:pt x="806395" y="51142"/>
                </a:lnTo>
                <a:lnTo>
                  <a:pt x="822198" y="51588"/>
                </a:lnTo>
                <a:lnTo>
                  <a:pt x="828772" y="45374"/>
                </a:lnTo>
                <a:lnTo>
                  <a:pt x="829218" y="29599"/>
                </a:lnTo>
                <a:lnTo>
                  <a:pt x="823004" y="23025"/>
                </a:lnTo>
                <a:lnTo>
                  <a:pt x="807200" y="22579"/>
                </a:lnTo>
                <a:close/>
              </a:path>
              <a:path w="886460" h="53339">
                <a:moveTo>
                  <a:pt x="750045" y="20966"/>
                </a:moveTo>
                <a:lnTo>
                  <a:pt x="743470" y="27180"/>
                </a:lnTo>
                <a:lnTo>
                  <a:pt x="743024" y="42955"/>
                </a:lnTo>
                <a:lnTo>
                  <a:pt x="749239" y="49529"/>
                </a:lnTo>
                <a:lnTo>
                  <a:pt x="765042" y="49975"/>
                </a:lnTo>
                <a:lnTo>
                  <a:pt x="771617" y="43761"/>
                </a:lnTo>
                <a:lnTo>
                  <a:pt x="772062" y="27986"/>
                </a:lnTo>
                <a:lnTo>
                  <a:pt x="765849" y="21412"/>
                </a:lnTo>
                <a:lnTo>
                  <a:pt x="750045" y="20966"/>
                </a:lnTo>
                <a:close/>
              </a:path>
              <a:path w="886460" h="53339">
                <a:moveTo>
                  <a:pt x="692889" y="19353"/>
                </a:moveTo>
                <a:lnTo>
                  <a:pt x="686314" y="25567"/>
                </a:lnTo>
                <a:lnTo>
                  <a:pt x="685869" y="41342"/>
                </a:lnTo>
                <a:lnTo>
                  <a:pt x="692082" y="47917"/>
                </a:lnTo>
                <a:lnTo>
                  <a:pt x="707886" y="48362"/>
                </a:lnTo>
                <a:lnTo>
                  <a:pt x="714461" y="42150"/>
                </a:lnTo>
                <a:lnTo>
                  <a:pt x="714907" y="26374"/>
                </a:lnTo>
                <a:lnTo>
                  <a:pt x="708693" y="19799"/>
                </a:lnTo>
                <a:lnTo>
                  <a:pt x="692889" y="19353"/>
                </a:lnTo>
                <a:close/>
              </a:path>
              <a:path w="886460" h="53339">
                <a:moveTo>
                  <a:pt x="635734" y="17740"/>
                </a:moveTo>
                <a:lnTo>
                  <a:pt x="629159" y="23954"/>
                </a:lnTo>
                <a:lnTo>
                  <a:pt x="628713" y="39729"/>
                </a:lnTo>
                <a:lnTo>
                  <a:pt x="634927" y="46304"/>
                </a:lnTo>
                <a:lnTo>
                  <a:pt x="650731" y="46749"/>
                </a:lnTo>
                <a:lnTo>
                  <a:pt x="657306" y="40537"/>
                </a:lnTo>
                <a:lnTo>
                  <a:pt x="657750" y="24761"/>
                </a:lnTo>
                <a:lnTo>
                  <a:pt x="651536" y="18186"/>
                </a:lnTo>
                <a:lnTo>
                  <a:pt x="635734" y="17740"/>
                </a:lnTo>
                <a:close/>
              </a:path>
              <a:path w="886460" h="53339">
                <a:moveTo>
                  <a:pt x="578577" y="16127"/>
                </a:moveTo>
                <a:lnTo>
                  <a:pt x="572002" y="22341"/>
                </a:lnTo>
                <a:lnTo>
                  <a:pt x="571557" y="38116"/>
                </a:lnTo>
                <a:lnTo>
                  <a:pt x="577771" y="44691"/>
                </a:lnTo>
                <a:lnTo>
                  <a:pt x="593575" y="45137"/>
                </a:lnTo>
                <a:lnTo>
                  <a:pt x="600149" y="38924"/>
                </a:lnTo>
                <a:lnTo>
                  <a:pt x="600595" y="23148"/>
                </a:lnTo>
                <a:lnTo>
                  <a:pt x="594381" y="16573"/>
                </a:lnTo>
                <a:lnTo>
                  <a:pt x="578577" y="16127"/>
                </a:lnTo>
                <a:close/>
              </a:path>
              <a:path w="886460" h="53339">
                <a:moveTo>
                  <a:pt x="521421" y="14514"/>
                </a:moveTo>
                <a:lnTo>
                  <a:pt x="514846" y="20728"/>
                </a:lnTo>
                <a:lnTo>
                  <a:pt x="514402" y="36504"/>
                </a:lnTo>
                <a:lnTo>
                  <a:pt x="520616" y="43078"/>
                </a:lnTo>
                <a:lnTo>
                  <a:pt x="536420" y="43524"/>
                </a:lnTo>
                <a:lnTo>
                  <a:pt x="542994" y="37311"/>
                </a:lnTo>
                <a:lnTo>
                  <a:pt x="543439" y="21535"/>
                </a:lnTo>
                <a:lnTo>
                  <a:pt x="537225" y="14960"/>
                </a:lnTo>
                <a:lnTo>
                  <a:pt x="521421" y="14514"/>
                </a:lnTo>
                <a:close/>
              </a:path>
              <a:path w="886460" h="53339">
                <a:moveTo>
                  <a:pt x="464266" y="12901"/>
                </a:moveTo>
                <a:lnTo>
                  <a:pt x="457691" y="19116"/>
                </a:lnTo>
                <a:lnTo>
                  <a:pt x="457245" y="34891"/>
                </a:lnTo>
                <a:lnTo>
                  <a:pt x="463459" y="41465"/>
                </a:lnTo>
                <a:lnTo>
                  <a:pt x="479263" y="41911"/>
                </a:lnTo>
                <a:lnTo>
                  <a:pt x="485838" y="35698"/>
                </a:lnTo>
                <a:lnTo>
                  <a:pt x="486283" y="19922"/>
                </a:lnTo>
                <a:lnTo>
                  <a:pt x="480070" y="13347"/>
                </a:lnTo>
                <a:lnTo>
                  <a:pt x="464266" y="12901"/>
                </a:lnTo>
                <a:close/>
              </a:path>
              <a:path w="886460" h="53339">
                <a:moveTo>
                  <a:pt x="407109" y="11289"/>
                </a:moveTo>
                <a:lnTo>
                  <a:pt x="400535" y="17503"/>
                </a:lnTo>
                <a:lnTo>
                  <a:pt x="400090" y="33279"/>
                </a:lnTo>
                <a:lnTo>
                  <a:pt x="406304" y="39853"/>
                </a:lnTo>
                <a:lnTo>
                  <a:pt x="422108" y="40299"/>
                </a:lnTo>
                <a:lnTo>
                  <a:pt x="428682" y="34085"/>
                </a:lnTo>
                <a:lnTo>
                  <a:pt x="429127" y="18309"/>
                </a:lnTo>
                <a:lnTo>
                  <a:pt x="422913" y="11734"/>
                </a:lnTo>
                <a:lnTo>
                  <a:pt x="407109" y="11289"/>
                </a:lnTo>
                <a:close/>
              </a:path>
              <a:path w="886460" h="53339">
                <a:moveTo>
                  <a:pt x="349953" y="9677"/>
                </a:moveTo>
                <a:lnTo>
                  <a:pt x="343380" y="15890"/>
                </a:lnTo>
                <a:lnTo>
                  <a:pt x="342934" y="31666"/>
                </a:lnTo>
                <a:lnTo>
                  <a:pt x="349148" y="38240"/>
                </a:lnTo>
                <a:lnTo>
                  <a:pt x="364952" y="38686"/>
                </a:lnTo>
                <a:lnTo>
                  <a:pt x="371527" y="32472"/>
                </a:lnTo>
                <a:lnTo>
                  <a:pt x="371971" y="16696"/>
                </a:lnTo>
                <a:lnTo>
                  <a:pt x="365757" y="10123"/>
                </a:lnTo>
                <a:lnTo>
                  <a:pt x="349953" y="9677"/>
                </a:lnTo>
                <a:close/>
              </a:path>
              <a:path w="886460" h="53339">
                <a:moveTo>
                  <a:pt x="292798" y="8064"/>
                </a:moveTo>
                <a:lnTo>
                  <a:pt x="286223" y="14277"/>
                </a:lnTo>
                <a:lnTo>
                  <a:pt x="285779" y="30053"/>
                </a:lnTo>
                <a:lnTo>
                  <a:pt x="291992" y="36628"/>
                </a:lnTo>
                <a:lnTo>
                  <a:pt x="307795" y="37073"/>
                </a:lnTo>
                <a:lnTo>
                  <a:pt x="314370" y="30859"/>
                </a:lnTo>
                <a:lnTo>
                  <a:pt x="314816" y="15083"/>
                </a:lnTo>
                <a:lnTo>
                  <a:pt x="308602" y="8510"/>
                </a:lnTo>
                <a:lnTo>
                  <a:pt x="292798" y="8064"/>
                </a:lnTo>
                <a:close/>
              </a:path>
              <a:path w="886460" h="53339">
                <a:moveTo>
                  <a:pt x="235643" y="6450"/>
                </a:moveTo>
                <a:lnTo>
                  <a:pt x="229068" y="12664"/>
                </a:lnTo>
                <a:lnTo>
                  <a:pt x="228622" y="28440"/>
                </a:lnTo>
                <a:lnTo>
                  <a:pt x="234836" y="35015"/>
                </a:lnTo>
                <a:lnTo>
                  <a:pt x="250639" y="35460"/>
                </a:lnTo>
                <a:lnTo>
                  <a:pt x="257214" y="29246"/>
                </a:lnTo>
                <a:lnTo>
                  <a:pt x="257660" y="13472"/>
                </a:lnTo>
                <a:lnTo>
                  <a:pt x="251447" y="6897"/>
                </a:lnTo>
                <a:lnTo>
                  <a:pt x="235643" y="6450"/>
                </a:lnTo>
                <a:close/>
              </a:path>
              <a:path w="886460" h="53339">
                <a:moveTo>
                  <a:pt x="178487" y="4838"/>
                </a:moveTo>
                <a:lnTo>
                  <a:pt x="171912" y="11051"/>
                </a:lnTo>
                <a:lnTo>
                  <a:pt x="171466" y="26827"/>
                </a:lnTo>
                <a:lnTo>
                  <a:pt x="177680" y="33402"/>
                </a:lnTo>
                <a:lnTo>
                  <a:pt x="193484" y="33848"/>
                </a:lnTo>
                <a:lnTo>
                  <a:pt x="200059" y="27633"/>
                </a:lnTo>
                <a:lnTo>
                  <a:pt x="200505" y="11859"/>
                </a:lnTo>
                <a:lnTo>
                  <a:pt x="194290" y="5284"/>
                </a:lnTo>
                <a:lnTo>
                  <a:pt x="178487" y="4838"/>
                </a:lnTo>
                <a:close/>
              </a:path>
              <a:path w="886460" h="53339">
                <a:moveTo>
                  <a:pt x="121330" y="3225"/>
                </a:moveTo>
                <a:lnTo>
                  <a:pt x="114757" y="9438"/>
                </a:lnTo>
                <a:lnTo>
                  <a:pt x="114311" y="25214"/>
                </a:lnTo>
                <a:lnTo>
                  <a:pt x="120524" y="31789"/>
                </a:lnTo>
                <a:lnTo>
                  <a:pt x="136328" y="32235"/>
                </a:lnTo>
                <a:lnTo>
                  <a:pt x="142902" y="26021"/>
                </a:lnTo>
                <a:lnTo>
                  <a:pt x="143348" y="10246"/>
                </a:lnTo>
                <a:lnTo>
                  <a:pt x="137134" y="3671"/>
                </a:lnTo>
                <a:lnTo>
                  <a:pt x="121330" y="3225"/>
                </a:lnTo>
                <a:close/>
              </a:path>
              <a:path w="886460" h="53339">
                <a:moveTo>
                  <a:pt x="64175" y="1612"/>
                </a:moveTo>
                <a:lnTo>
                  <a:pt x="57600" y="7825"/>
                </a:lnTo>
                <a:lnTo>
                  <a:pt x="57155" y="23601"/>
                </a:lnTo>
                <a:lnTo>
                  <a:pt x="63369" y="30176"/>
                </a:lnTo>
                <a:lnTo>
                  <a:pt x="79173" y="30622"/>
                </a:lnTo>
                <a:lnTo>
                  <a:pt x="85747" y="24409"/>
                </a:lnTo>
                <a:lnTo>
                  <a:pt x="86192" y="8633"/>
                </a:lnTo>
                <a:lnTo>
                  <a:pt x="79979" y="2058"/>
                </a:lnTo>
                <a:lnTo>
                  <a:pt x="64175" y="1612"/>
                </a:lnTo>
                <a:close/>
              </a:path>
              <a:path w="886460" h="53339">
                <a:moveTo>
                  <a:pt x="7019" y="0"/>
                </a:moveTo>
                <a:lnTo>
                  <a:pt x="444" y="6212"/>
                </a:lnTo>
                <a:lnTo>
                  <a:pt x="0" y="21988"/>
                </a:lnTo>
                <a:lnTo>
                  <a:pt x="6212" y="28563"/>
                </a:lnTo>
                <a:lnTo>
                  <a:pt x="22016" y="29009"/>
                </a:lnTo>
                <a:lnTo>
                  <a:pt x="28591" y="22796"/>
                </a:lnTo>
                <a:lnTo>
                  <a:pt x="29037" y="7020"/>
                </a:lnTo>
                <a:lnTo>
                  <a:pt x="22823" y="445"/>
                </a:lnTo>
                <a:lnTo>
                  <a:pt x="701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969358" y="3917623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024342" y="402307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482773" y="3857838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297679" y="3672840"/>
            <a:ext cx="359663" cy="3535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342239" y="36904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500" y="242154"/>
                </a:lnTo>
                <a:lnTo>
                  <a:pt x="244828" y="213146"/>
                </a:lnTo>
                <a:lnTo>
                  <a:pt x="264062" y="176360"/>
                </a:lnTo>
                <a:lnTo>
                  <a:pt x="270969" y="134005"/>
                </a:lnTo>
                <a:lnTo>
                  <a:pt x="264062" y="91649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342239" y="369044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782567" y="4614671"/>
            <a:ext cx="356615" cy="3566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824749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824749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770120" y="4614671"/>
            <a:ext cx="359663" cy="3566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814906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7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14906" y="46335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315711" y="3858767"/>
            <a:ext cx="359663" cy="35356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360920" y="38758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360920" y="387583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435096" y="3813047"/>
            <a:ext cx="356615" cy="35661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478397" y="38314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478397" y="383149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5440720" y="387451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14989" y="4652767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891648" y="4649720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882941" y="4677152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279834" y="4671055"/>
            <a:ext cx="1680210" cy="638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R="32384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 spc="-5" b="1">
                <a:latin typeface="Arial"/>
                <a:cs typeface="Arial"/>
              </a:rPr>
              <a:t>(3) At test</a:t>
            </a:r>
            <a:r>
              <a:rPr dirty="0" sz="1800" spc="-13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006912" y="4668008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906282" y="4680199"/>
            <a:ext cx="138430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84745" y="5029010"/>
            <a:ext cx="2591435" cy="10915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55"/>
              </a:lnSpc>
            </a:pPr>
            <a:r>
              <a:rPr dirty="0" sz="1800" spc="-5" b="1">
                <a:latin typeface="Arial"/>
                <a:cs typeface="Arial"/>
              </a:rPr>
              <a:t>(1) At training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090"/>
              </a:lnSpc>
              <a:spcBef>
                <a:spcPts val="175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spc="-5">
                <a:latin typeface="Arial"/>
                <a:cs typeface="Arial"/>
              </a:rPr>
              <a:t>to predict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</a:t>
            </a:r>
            <a:r>
              <a:rPr dirty="0" sz="1800" spc="-70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82290" y="5029010"/>
            <a:ext cx="2566035" cy="137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55"/>
              </a:lnSpc>
            </a:pPr>
            <a:r>
              <a:rPr dirty="0" sz="1800" spc="-5" b="1">
                <a:latin typeface="Arial"/>
                <a:cs typeface="Arial"/>
              </a:rPr>
              <a:t>(2) At validation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99400"/>
              </a:lnSpc>
              <a:spcBef>
                <a:spcPts val="6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 </a:t>
            </a:r>
            <a:r>
              <a:rPr dirty="0" sz="1800">
                <a:latin typeface="Arial"/>
                <a:cs typeface="Arial"/>
              </a:rPr>
              <a:t>to  </a:t>
            </a:r>
            <a:r>
              <a:rPr dirty="0" sz="1800" spc="-5">
                <a:latin typeface="Arial"/>
                <a:cs typeface="Arial"/>
              </a:rPr>
              <a:t>predict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</a:t>
            </a:r>
            <a:r>
              <a:rPr dirty="0" sz="1800" spc="-50" b="1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279834" y="5294186"/>
            <a:ext cx="2375535" cy="13874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>
                <a:latin typeface="Arial"/>
                <a:cs typeface="Arial"/>
              </a:rPr>
              <a:t>Use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1800">
              <a:latin typeface="Arial"/>
              <a:cs typeface="Arial"/>
            </a:endParaRPr>
          </a:p>
          <a:p>
            <a:pPr marL="12700" marR="119380">
              <a:lnSpc>
                <a:spcPct val="100400"/>
              </a:lnSpc>
              <a:spcBef>
                <a:spcPts val="4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edges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&amp; </a:t>
            </a:r>
            <a:r>
              <a:rPr dirty="0" sz="1800" spc="-5" b="1">
                <a:solidFill>
                  <a:srgbClr val="E88651"/>
                </a:solidFill>
                <a:latin typeface="Arial"/>
                <a:cs typeface="Arial"/>
              </a:rPr>
              <a:t>training  supervision edges</a:t>
            </a:r>
            <a:r>
              <a:rPr dirty="0" sz="1800" spc="-65" b="1">
                <a:solidFill>
                  <a:srgbClr val="E88651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E88651"/>
                </a:solidFill>
                <a:latin typeface="Arial"/>
                <a:cs typeface="Arial"/>
              </a:rPr>
              <a:t>&amp;  </a:t>
            </a:r>
            <a:r>
              <a:rPr dirty="0" sz="1800" spc="-5" b="1">
                <a:solidFill>
                  <a:srgbClr val="60B5CC"/>
                </a:solidFill>
                <a:latin typeface="Arial"/>
                <a:cs typeface="Arial"/>
              </a:rPr>
              <a:t>validation edges </a:t>
            </a:r>
            <a:r>
              <a:rPr dirty="0" sz="1800">
                <a:latin typeface="Arial"/>
                <a:cs typeface="Arial"/>
              </a:rPr>
              <a:t>to  </a:t>
            </a:r>
            <a:r>
              <a:rPr dirty="0" sz="1800" spc="-5">
                <a:latin typeface="Arial"/>
                <a:cs typeface="Arial"/>
              </a:rPr>
              <a:t>predict </a:t>
            </a:r>
            <a:r>
              <a:rPr dirty="0" sz="1800" spc="-5" b="1">
                <a:solidFill>
                  <a:srgbClr val="6BB76D"/>
                </a:solidFill>
                <a:latin typeface="Arial"/>
                <a:cs typeface="Arial"/>
              </a:rPr>
              <a:t>test</a:t>
            </a:r>
            <a:r>
              <a:rPr dirty="0" sz="1800" spc="-60" b="1">
                <a:solidFill>
                  <a:srgbClr val="6BB76D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6BB76D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8"/>
              </a:rPr>
              <a:t>http://cs224w.stanford.edu</a:t>
            </a:r>
          </a:p>
        </p:txBody>
      </p:sp>
      <p:sp>
        <p:nvSpPr>
          <p:cNvPr id="84" name="object 8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17</a:t>
            </a:fld>
          </a:p>
        </p:txBody>
      </p:sp>
      <p:sp>
        <p:nvSpPr>
          <p:cNvPr id="71" name="object 71"/>
          <p:cNvSpPr txBox="1"/>
          <p:nvPr/>
        </p:nvSpPr>
        <p:spPr>
          <a:xfrm>
            <a:off x="4413081" y="3685540"/>
            <a:ext cx="326262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6265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	</a:t>
            </a:r>
            <a:r>
              <a:rPr dirty="0" baseline="1736" sz="2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baseline="1736" sz="24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554081" y="38287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63611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6322" y="1281684"/>
            <a:ext cx="77425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Summary: </a:t>
            </a:r>
            <a:r>
              <a:rPr dirty="0" sz="3200" spc="-30" b="1">
                <a:solidFill>
                  <a:srgbClr val="00B050"/>
                </a:solidFill>
                <a:latin typeface="Calibri"/>
                <a:cs typeface="Calibri"/>
              </a:rPr>
              <a:t>Transductive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link </a:t>
            </a:r>
            <a:r>
              <a:rPr dirty="0" sz="3200" spc="-10" b="1">
                <a:solidFill>
                  <a:srgbClr val="00B050"/>
                </a:solidFill>
                <a:latin typeface="Calibri"/>
                <a:cs typeface="Calibri"/>
              </a:rPr>
              <a:t>prediction</a:t>
            </a:r>
            <a:r>
              <a:rPr dirty="0" sz="3200" spc="100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B050"/>
                </a:solidFill>
                <a:latin typeface="Calibri"/>
                <a:cs typeface="Calibri"/>
              </a:rPr>
              <a:t>split: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5927" y="4635500"/>
            <a:ext cx="7496175" cy="177546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241300" marR="5080" indent="-228600">
              <a:lnSpc>
                <a:spcPct val="88900"/>
              </a:lnSpc>
              <a:spcBef>
                <a:spcPts val="420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10" b="1">
                <a:latin typeface="Calibri"/>
                <a:cs typeface="Calibri"/>
              </a:rPr>
              <a:t>Note: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prediction settings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libri"/>
                <a:cs typeface="Calibri"/>
              </a:rPr>
              <a:t>tricky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0">
                <a:latin typeface="Calibri"/>
                <a:cs typeface="Calibri"/>
              </a:rPr>
              <a:t>complex. </a:t>
            </a:r>
            <a:r>
              <a:rPr dirty="0" sz="2400" spc="-60">
                <a:latin typeface="Calibri"/>
                <a:cs typeface="Calibri"/>
              </a:rPr>
              <a:t>You  </a:t>
            </a:r>
            <a:r>
              <a:rPr dirty="0" sz="2400" spc="-20">
                <a:latin typeface="Calibri"/>
                <a:cs typeface="Calibri"/>
              </a:rPr>
              <a:t>may </a:t>
            </a:r>
            <a:r>
              <a:rPr dirty="0" sz="2400" spc="-5">
                <a:latin typeface="Calibri"/>
                <a:cs typeface="Calibri"/>
              </a:rPr>
              <a:t>find </a:t>
            </a:r>
            <a:r>
              <a:rPr dirty="0" sz="2400" spc="-10">
                <a:latin typeface="Calibri"/>
                <a:cs typeface="Calibri"/>
              </a:rPr>
              <a:t>papers </a:t>
            </a:r>
            <a:r>
              <a:rPr dirty="0" sz="2400">
                <a:latin typeface="Calibri"/>
                <a:cs typeface="Calibri"/>
              </a:rPr>
              <a:t>do </a:t>
            </a:r>
            <a:r>
              <a:rPr dirty="0" sz="2400" spc="-5">
                <a:latin typeface="Calibri"/>
                <a:cs typeface="Calibri"/>
              </a:rPr>
              <a:t>link </a:t>
            </a:r>
            <a:r>
              <a:rPr dirty="0" sz="2400" spc="-10">
                <a:latin typeface="Calibri"/>
                <a:cs typeface="Calibri"/>
              </a:rPr>
              <a:t>prediction </a:t>
            </a:r>
            <a:r>
              <a:rPr dirty="0" sz="2400" spc="-30">
                <a:latin typeface="Calibri"/>
                <a:cs typeface="Calibri"/>
              </a:rPr>
              <a:t>differently. </a:t>
            </a:r>
            <a:r>
              <a:rPr dirty="0" sz="2400" spc="-5">
                <a:latin typeface="Calibri"/>
                <a:cs typeface="Calibri"/>
              </a:rPr>
              <a:t>But if </a:t>
            </a:r>
            <a:r>
              <a:rPr dirty="0" sz="2400" spc="-15">
                <a:latin typeface="Calibri"/>
                <a:cs typeface="Calibri"/>
              </a:rPr>
              <a:t>you  follow </a:t>
            </a:r>
            <a:r>
              <a:rPr dirty="0" sz="2400" spc="-5">
                <a:latin typeface="Calibri"/>
                <a:cs typeface="Calibri"/>
              </a:rPr>
              <a:t>our </a:t>
            </a:r>
            <a:r>
              <a:rPr dirty="0" sz="2400" spc="-10">
                <a:latin typeface="Calibri"/>
                <a:cs typeface="Calibri"/>
              </a:rPr>
              <a:t>reasoning </a:t>
            </a:r>
            <a:r>
              <a:rPr dirty="0" sz="2400" spc="-15">
                <a:latin typeface="Calibri"/>
                <a:cs typeface="Calibri"/>
              </a:rPr>
              <a:t>steps, </a:t>
            </a:r>
            <a:r>
              <a:rPr dirty="0" sz="2400" spc="-5" b="1">
                <a:latin typeface="Calibri"/>
                <a:cs typeface="Calibri"/>
              </a:rPr>
              <a:t>this should be the </a:t>
            </a:r>
            <a:r>
              <a:rPr dirty="0" sz="2400" spc="-10" b="1">
                <a:latin typeface="Calibri"/>
                <a:cs typeface="Calibri"/>
              </a:rPr>
              <a:t>right </a:t>
            </a:r>
            <a:r>
              <a:rPr dirty="0" sz="2400" spc="-25" b="1">
                <a:latin typeface="Calibri"/>
                <a:cs typeface="Calibri"/>
              </a:rPr>
              <a:t>way </a:t>
            </a:r>
            <a:r>
              <a:rPr dirty="0" sz="2400" spc="-10" b="1">
                <a:latin typeface="Calibri"/>
                <a:cs typeface="Calibri"/>
              </a:rPr>
              <a:t>to  </a:t>
            </a:r>
            <a:r>
              <a:rPr dirty="0" sz="2400" spc="-5" b="1">
                <a:latin typeface="Calibri"/>
                <a:cs typeface="Calibri"/>
              </a:rPr>
              <a:t>implement link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prediction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E66C7D"/>
              </a:buClr>
              <a:buFont typeface="Arial"/>
              <a:buChar char="▪"/>
              <a:tabLst>
                <a:tab pos="241300" algn="l"/>
              </a:tabLst>
            </a:pPr>
            <a:r>
              <a:rPr dirty="0" sz="2400" spc="-25">
                <a:latin typeface="Calibri"/>
                <a:cs typeface="Calibri"/>
              </a:rPr>
              <a:t>Luckily,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 spc="-5">
                <a:latin typeface="Calibri"/>
                <a:cs typeface="Calibri"/>
              </a:rPr>
              <a:t>full support in</a:t>
            </a:r>
            <a:r>
              <a:rPr dirty="0" sz="2400" spc="-5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5" b="1" u="heavy">
                <a:solidFill>
                  <a:srgbClr val="168BBA"/>
                </a:solidFill>
                <a:latin typeface="Calibri"/>
                <a:cs typeface="Calibri"/>
              </a:rPr>
              <a:t>DeepSNAP</a:t>
            </a:r>
            <a:r>
              <a:rPr dirty="0" sz="2400" spc="-5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25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15" b="1" u="heavy">
                <a:solidFill>
                  <a:srgbClr val="168BBA"/>
                </a:solidFill>
                <a:latin typeface="Calibri"/>
                <a:cs typeface="Calibri"/>
              </a:rPr>
              <a:t>GraphGym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4306" y="2742753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4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3959" y="3438209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4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94311" y="2599924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4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49295" y="2705375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5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07726" y="2540138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22247" y="2353055"/>
            <a:ext cx="359664" cy="3566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267191" y="23727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67191" y="237274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07136" y="3297935"/>
            <a:ext cx="356615" cy="353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9701" y="33158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49701" y="33158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94688" y="3297935"/>
            <a:ext cx="359663" cy="353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39858" y="33158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39858" y="331581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43327" y="2538983"/>
            <a:ext cx="356615" cy="3566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85871" y="25581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3"/>
                </a:lnTo>
                <a:lnTo>
                  <a:pt x="215500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85871" y="2558134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4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9663" y="2496311"/>
            <a:ext cx="359664" cy="3535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3349" y="251380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0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3349" y="2513801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365673" y="255778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38032" y="236880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9032" y="251206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46265" y="2536107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13403" y="3257691"/>
            <a:ext cx="2019935" cy="662940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algn="ctr" marR="60960">
              <a:lnSpc>
                <a:spcPct val="100000"/>
              </a:lnSpc>
              <a:spcBef>
                <a:spcPts val="540"/>
              </a:spcBef>
              <a:tabLst>
                <a:tab pos="975994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sz="1800" b="1">
                <a:latin typeface="Arial"/>
                <a:cs typeface="Arial"/>
              </a:rPr>
              <a:t>The </a:t>
            </a:r>
            <a:r>
              <a:rPr dirty="0" sz="1800" spc="-5" b="1">
                <a:latin typeface="Arial"/>
                <a:cs typeface="Arial"/>
              </a:rPr>
              <a:t>original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266258" y="2670282"/>
            <a:ext cx="273685" cy="664210"/>
          </a:xfrm>
          <a:custGeom>
            <a:avLst/>
            <a:gdLst/>
            <a:ahLst/>
            <a:cxnLst/>
            <a:rect l="l" t="t" r="r" b="b"/>
            <a:pathLst>
              <a:path w="273685" h="664210">
                <a:moveTo>
                  <a:pt x="273330" y="663879"/>
                </a:moveTo>
                <a:lnTo>
                  <a:pt x="0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85912" y="3365737"/>
            <a:ext cx="880744" cy="25400"/>
          </a:xfrm>
          <a:custGeom>
            <a:avLst/>
            <a:gdLst/>
            <a:ahLst/>
            <a:cxnLst/>
            <a:rect l="l" t="t" r="r" b="b"/>
            <a:pathLst>
              <a:path w="880745" h="25400">
                <a:moveTo>
                  <a:pt x="880508" y="24846"/>
                </a:moveTo>
                <a:lnTo>
                  <a:pt x="0" y="0"/>
                </a:lnTo>
              </a:path>
            </a:pathLst>
          </a:custGeom>
          <a:ln w="28575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76263" y="2527453"/>
            <a:ext cx="419734" cy="871219"/>
          </a:xfrm>
          <a:custGeom>
            <a:avLst/>
            <a:gdLst/>
            <a:ahLst/>
            <a:cxnLst/>
            <a:rect l="l" t="t" r="r" b="b"/>
            <a:pathLst>
              <a:path w="419735" h="871220">
                <a:moveTo>
                  <a:pt x="0" y="871191"/>
                </a:moveTo>
                <a:lnTo>
                  <a:pt x="41932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631246" y="2632904"/>
            <a:ext cx="465455" cy="648335"/>
          </a:xfrm>
          <a:custGeom>
            <a:avLst/>
            <a:gdLst/>
            <a:ahLst/>
            <a:cxnLst/>
            <a:rect l="l" t="t" r="r" b="b"/>
            <a:pathLst>
              <a:path w="465454" h="648335">
                <a:moveTo>
                  <a:pt x="464887" y="0"/>
                </a:moveTo>
                <a:lnTo>
                  <a:pt x="0" y="648199"/>
                </a:lnTo>
              </a:path>
            </a:pathLst>
          </a:custGeom>
          <a:ln w="28575">
            <a:solidFill>
              <a:srgbClr val="E8865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089678" y="2467668"/>
            <a:ext cx="403225" cy="813435"/>
          </a:xfrm>
          <a:custGeom>
            <a:avLst/>
            <a:gdLst/>
            <a:ahLst/>
            <a:cxnLst/>
            <a:rect l="l" t="t" r="r" b="b"/>
            <a:pathLst>
              <a:path w="403225" h="813435">
                <a:moveTo>
                  <a:pt x="0" y="0"/>
                </a:moveTo>
                <a:lnTo>
                  <a:pt x="403029" y="813436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04232" y="2282951"/>
            <a:ext cx="359663" cy="3535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49144" y="2300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3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9"/>
                </a:lnTo>
                <a:lnTo>
                  <a:pt x="0" y="134005"/>
                </a:lnTo>
                <a:lnTo>
                  <a:pt x="6907" y="176360"/>
                </a:lnTo>
                <a:lnTo>
                  <a:pt x="26140" y="213146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3" y="268009"/>
                </a:lnTo>
                <a:lnTo>
                  <a:pt x="178307" y="261177"/>
                </a:lnTo>
                <a:lnTo>
                  <a:pt x="215499" y="242154"/>
                </a:lnTo>
                <a:lnTo>
                  <a:pt x="244827" y="213146"/>
                </a:lnTo>
                <a:lnTo>
                  <a:pt x="264061" y="176360"/>
                </a:lnTo>
                <a:lnTo>
                  <a:pt x="270968" y="134005"/>
                </a:lnTo>
                <a:lnTo>
                  <a:pt x="264061" y="91649"/>
                </a:lnTo>
                <a:lnTo>
                  <a:pt x="244827" y="54863"/>
                </a:lnTo>
                <a:lnTo>
                  <a:pt x="215499" y="25855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949144" y="230027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89120" y="3224783"/>
            <a:ext cx="356615" cy="356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431653" y="324334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4" y="0"/>
                </a:moveTo>
                <a:lnTo>
                  <a:pt x="92661" y="6831"/>
                </a:lnTo>
                <a:lnTo>
                  <a:pt x="55469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3"/>
                </a:lnTo>
                <a:lnTo>
                  <a:pt x="92661" y="261176"/>
                </a:lnTo>
                <a:lnTo>
                  <a:pt x="135484" y="268008"/>
                </a:lnTo>
                <a:lnTo>
                  <a:pt x="178308" y="261176"/>
                </a:lnTo>
                <a:lnTo>
                  <a:pt x="215500" y="242153"/>
                </a:lnTo>
                <a:lnTo>
                  <a:pt x="244828" y="213145"/>
                </a:lnTo>
                <a:lnTo>
                  <a:pt x="264062" y="176360"/>
                </a:lnTo>
                <a:lnTo>
                  <a:pt x="270969" y="134004"/>
                </a:lnTo>
                <a:lnTo>
                  <a:pt x="264062" y="91648"/>
                </a:lnTo>
                <a:lnTo>
                  <a:pt x="244828" y="54862"/>
                </a:lnTo>
                <a:lnTo>
                  <a:pt x="215500" y="25854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431653" y="324334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376671" y="3224783"/>
            <a:ext cx="359663" cy="3566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21810" y="324334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135483" y="0"/>
                </a:moveTo>
                <a:lnTo>
                  <a:pt x="92660" y="6831"/>
                </a:lnTo>
                <a:lnTo>
                  <a:pt x="55468" y="25854"/>
                </a:lnTo>
                <a:lnTo>
                  <a:pt x="26140" y="54862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3"/>
                </a:lnTo>
                <a:lnTo>
                  <a:pt x="92660" y="261176"/>
                </a:lnTo>
                <a:lnTo>
                  <a:pt x="135483" y="268008"/>
                </a:lnTo>
                <a:lnTo>
                  <a:pt x="178307" y="261176"/>
                </a:lnTo>
                <a:lnTo>
                  <a:pt x="215499" y="242153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2"/>
                </a:lnTo>
                <a:lnTo>
                  <a:pt x="215499" y="25854"/>
                </a:lnTo>
                <a:lnTo>
                  <a:pt x="178307" y="6831"/>
                </a:lnTo>
                <a:lnTo>
                  <a:pt x="13548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421810" y="3243342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4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925311" y="2468879"/>
            <a:ext cx="356615" cy="3535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67824" y="248566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0" y="6831"/>
                </a:lnTo>
                <a:lnTo>
                  <a:pt x="55468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8" y="242154"/>
                </a:lnTo>
                <a:lnTo>
                  <a:pt x="92660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67824" y="2485663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41647" y="2423160"/>
            <a:ext cx="359663" cy="35661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085301" y="244132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135484" y="0"/>
                </a:moveTo>
                <a:lnTo>
                  <a:pt x="92661" y="6831"/>
                </a:lnTo>
                <a:lnTo>
                  <a:pt x="55469" y="25855"/>
                </a:lnTo>
                <a:lnTo>
                  <a:pt x="26140" y="54863"/>
                </a:lnTo>
                <a:lnTo>
                  <a:pt x="6907" y="91648"/>
                </a:lnTo>
                <a:lnTo>
                  <a:pt x="0" y="134004"/>
                </a:lnTo>
                <a:lnTo>
                  <a:pt x="6907" y="176360"/>
                </a:lnTo>
                <a:lnTo>
                  <a:pt x="26140" y="213145"/>
                </a:lnTo>
                <a:lnTo>
                  <a:pt x="55469" y="242154"/>
                </a:lnTo>
                <a:lnTo>
                  <a:pt x="92661" y="261177"/>
                </a:lnTo>
                <a:lnTo>
                  <a:pt x="135484" y="268009"/>
                </a:lnTo>
                <a:lnTo>
                  <a:pt x="178308" y="261177"/>
                </a:lnTo>
                <a:lnTo>
                  <a:pt x="215499" y="242154"/>
                </a:lnTo>
                <a:lnTo>
                  <a:pt x="244828" y="213145"/>
                </a:lnTo>
                <a:lnTo>
                  <a:pt x="264061" y="176360"/>
                </a:lnTo>
                <a:lnTo>
                  <a:pt x="270968" y="134004"/>
                </a:lnTo>
                <a:lnTo>
                  <a:pt x="264061" y="91648"/>
                </a:lnTo>
                <a:lnTo>
                  <a:pt x="244828" y="54863"/>
                </a:lnTo>
                <a:lnTo>
                  <a:pt x="215499" y="25855"/>
                </a:lnTo>
                <a:lnTo>
                  <a:pt x="178308" y="6831"/>
                </a:lnTo>
                <a:lnTo>
                  <a:pt x="13548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085301" y="2441329"/>
            <a:ext cx="271145" cy="268605"/>
          </a:xfrm>
          <a:custGeom>
            <a:avLst/>
            <a:gdLst/>
            <a:ahLst/>
            <a:cxnLst/>
            <a:rect l="l" t="t" r="r" b="b"/>
            <a:pathLst>
              <a:path w="271145" h="268605">
                <a:moveTo>
                  <a:pt x="0" y="134004"/>
                </a:moveTo>
                <a:lnTo>
                  <a:pt x="6907" y="91648"/>
                </a:lnTo>
                <a:lnTo>
                  <a:pt x="26140" y="54863"/>
                </a:lnTo>
                <a:lnTo>
                  <a:pt x="55469" y="25855"/>
                </a:lnTo>
                <a:lnTo>
                  <a:pt x="92660" y="6831"/>
                </a:lnTo>
                <a:lnTo>
                  <a:pt x="135484" y="0"/>
                </a:lnTo>
                <a:lnTo>
                  <a:pt x="178308" y="6831"/>
                </a:lnTo>
                <a:lnTo>
                  <a:pt x="215499" y="25855"/>
                </a:lnTo>
                <a:lnTo>
                  <a:pt x="244828" y="54863"/>
                </a:lnTo>
                <a:lnTo>
                  <a:pt x="264061" y="91648"/>
                </a:lnTo>
                <a:lnTo>
                  <a:pt x="270969" y="134004"/>
                </a:lnTo>
                <a:lnTo>
                  <a:pt x="264061" y="176360"/>
                </a:lnTo>
                <a:lnTo>
                  <a:pt x="244828" y="213145"/>
                </a:lnTo>
                <a:lnTo>
                  <a:pt x="215499" y="242153"/>
                </a:lnTo>
                <a:lnTo>
                  <a:pt x="178308" y="261177"/>
                </a:lnTo>
                <a:lnTo>
                  <a:pt x="135484" y="268009"/>
                </a:lnTo>
                <a:lnTo>
                  <a:pt x="92660" y="261177"/>
                </a:lnTo>
                <a:lnTo>
                  <a:pt x="55469" y="242153"/>
                </a:lnTo>
                <a:lnTo>
                  <a:pt x="26140" y="213145"/>
                </a:lnTo>
                <a:lnTo>
                  <a:pt x="6907" y="176360"/>
                </a:lnTo>
                <a:lnTo>
                  <a:pt x="0" y="134004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047624" y="248462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19985" y="229565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160984" y="24389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228217" y="2463637"/>
            <a:ext cx="737235" cy="128905"/>
          </a:xfrm>
          <a:custGeom>
            <a:avLst/>
            <a:gdLst/>
            <a:ahLst/>
            <a:cxnLst/>
            <a:rect l="l" t="t" r="r" b="b"/>
            <a:pathLst>
              <a:path w="737235" h="128905">
                <a:moveTo>
                  <a:pt x="0" y="0"/>
                </a:moveTo>
                <a:lnTo>
                  <a:pt x="737157" y="128301"/>
                </a:lnTo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4198125" y="3137915"/>
            <a:ext cx="1731645" cy="111696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algn="ctr" marL="13970">
              <a:lnSpc>
                <a:spcPct val="100000"/>
              </a:lnSpc>
              <a:spcBef>
                <a:spcPts val="930"/>
              </a:spcBef>
              <a:tabLst>
                <a:tab pos="99060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	4</a:t>
            </a:r>
            <a:endParaRPr sz="1600">
              <a:latin typeface="Arial"/>
              <a:cs typeface="Arial"/>
            </a:endParaRPr>
          </a:p>
          <a:p>
            <a:pPr algn="ctr" marL="12700" marR="5080" indent="-3810">
              <a:lnSpc>
                <a:spcPct val="100000"/>
              </a:lnSpc>
              <a:spcBef>
                <a:spcPts val="1035"/>
              </a:spcBef>
            </a:pPr>
            <a:r>
              <a:rPr dirty="0" sz="2000" spc="-5" b="1">
                <a:latin typeface="Calibri"/>
                <a:cs typeface="Calibri"/>
              </a:rPr>
              <a:t>Split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r>
              <a:rPr dirty="0" sz="2000" spc="-95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with 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4 </a:t>
            </a:r>
            <a:r>
              <a:rPr dirty="0" sz="2000" spc="-5" b="1">
                <a:latin typeface="Calibri"/>
                <a:cs typeface="Calibri"/>
              </a:rPr>
              <a:t>types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5" b="1">
                <a:latin typeface="Calibri"/>
                <a:cs typeface="Calibri"/>
              </a:rPr>
              <a:t>edges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944329" y="3051503"/>
            <a:ext cx="718820" cy="85725"/>
          </a:xfrm>
          <a:custGeom>
            <a:avLst/>
            <a:gdLst/>
            <a:ahLst/>
            <a:cxnLst/>
            <a:rect l="l" t="t" r="r" b="b"/>
            <a:pathLst>
              <a:path w="718820" h="85725">
                <a:moveTo>
                  <a:pt x="632777" y="0"/>
                </a:moveTo>
                <a:lnTo>
                  <a:pt x="632777" y="85725"/>
                </a:lnTo>
                <a:lnTo>
                  <a:pt x="689927" y="57150"/>
                </a:lnTo>
                <a:lnTo>
                  <a:pt x="654955" y="57150"/>
                </a:lnTo>
                <a:lnTo>
                  <a:pt x="661351" y="50754"/>
                </a:lnTo>
                <a:lnTo>
                  <a:pt x="661352" y="34970"/>
                </a:lnTo>
                <a:lnTo>
                  <a:pt x="654955" y="28575"/>
                </a:lnTo>
                <a:lnTo>
                  <a:pt x="689927" y="28575"/>
                </a:lnTo>
                <a:lnTo>
                  <a:pt x="632777" y="0"/>
                </a:lnTo>
                <a:close/>
              </a:path>
              <a:path w="718820" h="85725">
                <a:moveTo>
                  <a:pt x="632777" y="28575"/>
                </a:moveTo>
                <a:lnTo>
                  <a:pt x="6396" y="28575"/>
                </a:lnTo>
                <a:lnTo>
                  <a:pt x="1" y="34970"/>
                </a:lnTo>
                <a:lnTo>
                  <a:pt x="0" y="50754"/>
                </a:lnTo>
                <a:lnTo>
                  <a:pt x="6396" y="57150"/>
                </a:lnTo>
                <a:lnTo>
                  <a:pt x="632777" y="57150"/>
                </a:lnTo>
                <a:lnTo>
                  <a:pt x="632777" y="28575"/>
                </a:lnTo>
                <a:close/>
              </a:path>
              <a:path w="718820" h="85725">
                <a:moveTo>
                  <a:pt x="689927" y="28575"/>
                </a:moveTo>
                <a:lnTo>
                  <a:pt x="654955" y="28575"/>
                </a:lnTo>
                <a:lnTo>
                  <a:pt x="661352" y="34970"/>
                </a:lnTo>
                <a:lnTo>
                  <a:pt x="661351" y="50754"/>
                </a:lnTo>
                <a:lnTo>
                  <a:pt x="654955" y="57150"/>
                </a:lnTo>
                <a:lnTo>
                  <a:pt x="689927" y="57150"/>
                </a:lnTo>
                <a:lnTo>
                  <a:pt x="718502" y="42862"/>
                </a:lnTo>
                <a:lnTo>
                  <a:pt x="689927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3021095" y="2671572"/>
            <a:ext cx="4946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Calibri"/>
                <a:cs typeface="Calibri"/>
              </a:rPr>
              <a:t>Sp</a:t>
            </a:r>
            <a:r>
              <a:rPr dirty="0" sz="2000" spc="-5" b="1">
                <a:latin typeface="Calibri"/>
                <a:cs typeface="Calibri"/>
              </a:rPr>
              <a:t>li</a:t>
            </a:r>
            <a:r>
              <a:rPr dirty="0" sz="2000" b="1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3"/>
              </a:rPr>
              <a:t>http://cs224w.stanford.edu</a:t>
            </a:r>
          </a:p>
        </p:txBody>
      </p:sp>
      <p:sp>
        <p:nvSpPr>
          <p:cNvPr id="60" name="object 60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475886" y="2322067"/>
            <a:ext cx="2517140" cy="11226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25" b="1">
                <a:solidFill>
                  <a:srgbClr val="C00000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message edges  </a:t>
            </a:r>
            <a:r>
              <a:rPr dirty="0" sz="1800" spc="-25" b="1">
                <a:solidFill>
                  <a:srgbClr val="E88651"/>
                </a:solidFill>
                <a:latin typeface="Calibri"/>
                <a:cs typeface="Calibri"/>
              </a:rPr>
              <a:t>Training </a:t>
            </a:r>
            <a:r>
              <a:rPr dirty="0" sz="1800" spc="-10" b="1">
                <a:solidFill>
                  <a:srgbClr val="E88651"/>
                </a:solidFill>
                <a:latin typeface="Calibri"/>
                <a:cs typeface="Calibri"/>
              </a:rPr>
              <a:t>supervision edges  </a:t>
            </a:r>
            <a:r>
              <a:rPr dirty="0" sz="1800" spc="-20" b="1">
                <a:solidFill>
                  <a:srgbClr val="6BB76D"/>
                </a:solidFill>
                <a:latin typeface="Calibri"/>
                <a:cs typeface="Calibri"/>
              </a:rPr>
              <a:t>Validation</a:t>
            </a:r>
            <a:r>
              <a:rPr dirty="0" sz="1800" spc="-55" b="1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BB76D"/>
                </a:solidFill>
                <a:latin typeface="Calibri"/>
                <a:cs typeface="Calibri"/>
              </a:rPr>
              <a:t>edges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 spc="-50" b="1">
                <a:solidFill>
                  <a:srgbClr val="60B5CC"/>
                </a:solidFill>
                <a:latin typeface="Calibri"/>
                <a:cs typeface="Calibri"/>
              </a:rPr>
              <a:t>Test</a:t>
            </a:r>
            <a:r>
              <a:rPr dirty="0" sz="1800" spc="-9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0B5CC"/>
                </a:solidFill>
                <a:latin typeface="Calibri"/>
                <a:cs typeface="Calibri"/>
              </a:rPr>
              <a:t>edges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3766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2185" y="3746257"/>
            <a:ext cx="1145986" cy="1063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3760" y="3920557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33761" y="3920558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44492" y="3588707"/>
            <a:ext cx="130492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2065" rIns="0" bIns="0" rtlCol="0" vert="horz">
            <a:spAutoFit/>
          </a:bodyPr>
          <a:lstStyle/>
          <a:p>
            <a:pPr marL="375920" marR="93345" indent="-27559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Prediction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head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5045" y="3583994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319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285"/>
              </a:spcBef>
            </a:pPr>
            <a:r>
              <a:rPr dirty="0" sz="2000" spc="-5" b="1">
                <a:latin typeface="Calibri"/>
                <a:cs typeface="Calibri"/>
              </a:rPr>
              <a:t>Predictions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9740" y="3588707"/>
            <a:ext cx="846455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64465" rIns="0" bIns="0" rtlCol="0" vert="horz">
            <a:spAutoFit/>
          </a:bodyPr>
          <a:lstStyle/>
          <a:p>
            <a:pPr marL="78740">
              <a:lnSpc>
                <a:spcPct val="100000"/>
              </a:lnSpc>
              <a:spcBef>
                <a:spcPts val="129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Labels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602" y="4772544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 marL="248285" marR="241300" indent="217170">
              <a:lnSpc>
                <a:spcPct val="100000"/>
              </a:lnSpc>
              <a:spcBef>
                <a:spcPts val="85"/>
              </a:spcBef>
            </a:pP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Loss  function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4602" y="2309681"/>
            <a:ext cx="1405890" cy="6826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299085" marR="130810" indent="-161290">
              <a:lnSpc>
                <a:spcPct val="100000"/>
              </a:lnSpc>
              <a:spcBef>
                <a:spcPts val="90"/>
              </a:spcBef>
            </a:pP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Evaluation 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metrics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0268" y="3819107"/>
            <a:ext cx="956356" cy="1101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7797" y="2746494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40970" marR="129539">
              <a:lnSpc>
                <a:spcPct val="100000"/>
              </a:lnSpc>
              <a:spcBef>
                <a:spcPts val="610"/>
              </a:spcBef>
            </a:pPr>
            <a:r>
              <a:rPr dirty="0" sz="2000" spc="-10" b="1">
                <a:latin typeface="Calibri"/>
                <a:cs typeface="Calibri"/>
              </a:rPr>
              <a:t>Graph  Neural  Network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51717" y="39215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717" y="392156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18217" y="2746494"/>
            <a:ext cx="140589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98425" rIns="0" bIns="0" rtlCol="0" vert="horz">
            <a:spAutoFit/>
          </a:bodyPr>
          <a:lstStyle/>
          <a:p>
            <a:pPr marL="55244" marR="24130" indent="362585">
              <a:lnSpc>
                <a:spcPct val="100000"/>
              </a:lnSpc>
              <a:spcBef>
                <a:spcPts val="775"/>
              </a:spcBef>
            </a:pPr>
            <a:r>
              <a:rPr dirty="0" sz="2000" spc="-5" b="1">
                <a:latin typeface="Calibri"/>
                <a:cs typeface="Calibri"/>
              </a:rPr>
              <a:t>Node  embeddings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03065" y="4521785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203064" y="4521785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731728" y="455487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31728" y="455487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41554" y="4576086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41553" y="4576086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3933" y="3604194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0" y="297542"/>
                </a:moveTo>
                <a:lnTo>
                  <a:pt x="84410" y="297542"/>
                </a:lnTo>
                <a:lnTo>
                  <a:pt x="84410" y="0"/>
                </a:lnTo>
                <a:lnTo>
                  <a:pt x="0" y="0"/>
                </a:lnTo>
                <a:lnTo>
                  <a:pt x="0" y="297542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773932" y="3604193"/>
            <a:ext cx="84455" cy="297815"/>
          </a:xfrm>
          <a:custGeom>
            <a:avLst/>
            <a:gdLst/>
            <a:ahLst/>
            <a:cxnLst/>
            <a:rect l="l" t="t" r="r" b="b"/>
            <a:pathLst>
              <a:path w="84454" h="297814">
                <a:moveTo>
                  <a:pt x="84411" y="0"/>
                </a:moveTo>
                <a:lnTo>
                  <a:pt x="0" y="0"/>
                </a:lnTo>
                <a:lnTo>
                  <a:pt x="0" y="297543"/>
                </a:lnTo>
                <a:lnTo>
                  <a:pt x="84411" y="297543"/>
                </a:lnTo>
                <a:lnTo>
                  <a:pt x="84411" y="0"/>
                </a:lnTo>
                <a:close/>
              </a:path>
            </a:pathLst>
          </a:custGeom>
          <a:ln w="25400">
            <a:solidFill>
              <a:srgbClr val="B07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4808" y="3887284"/>
            <a:ext cx="283845" cy="85725"/>
          </a:xfrm>
          <a:custGeom>
            <a:avLst/>
            <a:gdLst/>
            <a:ahLst/>
            <a:cxnLst/>
            <a:rect l="l" t="t" r="r" b="b"/>
            <a:pathLst>
              <a:path w="283844" h="85725">
                <a:moveTo>
                  <a:pt x="197683" y="57149"/>
                </a:moveTo>
                <a:lnTo>
                  <a:pt x="197683" y="85725"/>
                </a:lnTo>
                <a:lnTo>
                  <a:pt x="254833" y="57150"/>
                </a:lnTo>
                <a:lnTo>
                  <a:pt x="197683" y="57149"/>
                </a:lnTo>
                <a:close/>
              </a:path>
              <a:path w="283844" h="85725">
                <a:moveTo>
                  <a:pt x="197683" y="28574"/>
                </a:moveTo>
                <a:lnTo>
                  <a:pt x="197683" y="57149"/>
                </a:lnTo>
                <a:lnTo>
                  <a:pt x="219862" y="57148"/>
                </a:lnTo>
                <a:lnTo>
                  <a:pt x="226258" y="50753"/>
                </a:lnTo>
                <a:lnTo>
                  <a:pt x="226258" y="34970"/>
                </a:lnTo>
                <a:lnTo>
                  <a:pt x="219861" y="28575"/>
                </a:lnTo>
                <a:lnTo>
                  <a:pt x="197683" y="28574"/>
                </a:lnTo>
                <a:close/>
              </a:path>
              <a:path w="283844" h="85725">
                <a:moveTo>
                  <a:pt x="197683" y="0"/>
                </a:moveTo>
                <a:lnTo>
                  <a:pt x="197683" y="28574"/>
                </a:lnTo>
                <a:lnTo>
                  <a:pt x="211970" y="28575"/>
                </a:lnTo>
                <a:lnTo>
                  <a:pt x="219861" y="28575"/>
                </a:lnTo>
                <a:lnTo>
                  <a:pt x="226258" y="34970"/>
                </a:lnTo>
                <a:lnTo>
                  <a:pt x="226258" y="50753"/>
                </a:lnTo>
                <a:lnTo>
                  <a:pt x="219861" y="57150"/>
                </a:lnTo>
                <a:lnTo>
                  <a:pt x="254835" y="57148"/>
                </a:lnTo>
                <a:lnTo>
                  <a:pt x="283408" y="42862"/>
                </a:lnTo>
                <a:lnTo>
                  <a:pt x="197683" y="0"/>
                </a:lnTo>
                <a:close/>
              </a:path>
              <a:path w="283844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97683" y="57149"/>
                </a:lnTo>
                <a:lnTo>
                  <a:pt x="19768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09615" y="3887147"/>
            <a:ext cx="335280" cy="85725"/>
          </a:xfrm>
          <a:custGeom>
            <a:avLst/>
            <a:gdLst/>
            <a:ahLst/>
            <a:cxnLst/>
            <a:rect l="l" t="t" r="r" b="b"/>
            <a:pathLst>
              <a:path w="335279" h="85725">
                <a:moveTo>
                  <a:pt x="306335" y="28562"/>
                </a:moveTo>
                <a:lnTo>
                  <a:pt x="271322" y="28562"/>
                </a:lnTo>
                <a:lnTo>
                  <a:pt x="277723" y="34955"/>
                </a:lnTo>
                <a:lnTo>
                  <a:pt x="277732" y="50737"/>
                </a:lnTo>
                <a:lnTo>
                  <a:pt x="271339" y="57137"/>
                </a:lnTo>
                <a:lnTo>
                  <a:pt x="249161" y="57150"/>
                </a:lnTo>
                <a:lnTo>
                  <a:pt x="249177" y="85724"/>
                </a:lnTo>
                <a:lnTo>
                  <a:pt x="334877" y="42812"/>
                </a:lnTo>
                <a:lnTo>
                  <a:pt x="306335" y="28562"/>
                </a:lnTo>
                <a:close/>
              </a:path>
              <a:path w="335279" h="85725">
                <a:moveTo>
                  <a:pt x="249144" y="28575"/>
                </a:moveTo>
                <a:lnTo>
                  <a:pt x="6393" y="28715"/>
                </a:lnTo>
                <a:lnTo>
                  <a:pt x="0" y="35115"/>
                </a:lnTo>
                <a:lnTo>
                  <a:pt x="8" y="50897"/>
                </a:lnTo>
                <a:lnTo>
                  <a:pt x="6409" y="57290"/>
                </a:lnTo>
                <a:lnTo>
                  <a:pt x="249161" y="57150"/>
                </a:lnTo>
                <a:lnTo>
                  <a:pt x="249144" y="28575"/>
                </a:lnTo>
                <a:close/>
              </a:path>
              <a:path w="335279" h="85725">
                <a:moveTo>
                  <a:pt x="271322" y="28562"/>
                </a:moveTo>
                <a:lnTo>
                  <a:pt x="249144" y="28575"/>
                </a:lnTo>
                <a:lnTo>
                  <a:pt x="249161" y="57150"/>
                </a:lnTo>
                <a:lnTo>
                  <a:pt x="271339" y="57137"/>
                </a:lnTo>
                <a:lnTo>
                  <a:pt x="277732" y="50737"/>
                </a:lnTo>
                <a:lnTo>
                  <a:pt x="277723" y="34955"/>
                </a:lnTo>
                <a:lnTo>
                  <a:pt x="271322" y="28562"/>
                </a:lnTo>
                <a:close/>
              </a:path>
              <a:path w="335279" h="85725">
                <a:moveTo>
                  <a:pt x="249128" y="0"/>
                </a:moveTo>
                <a:lnTo>
                  <a:pt x="249144" y="28575"/>
                </a:lnTo>
                <a:lnTo>
                  <a:pt x="306335" y="28562"/>
                </a:lnTo>
                <a:lnTo>
                  <a:pt x="249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34710" y="3883755"/>
            <a:ext cx="310515" cy="85725"/>
          </a:xfrm>
          <a:custGeom>
            <a:avLst/>
            <a:gdLst/>
            <a:ahLst/>
            <a:cxnLst/>
            <a:rect l="l" t="t" r="r" b="b"/>
            <a:pathLst>
              <a:path w="310514" h="85725">
                <a:moveTo>
                  <a:pt x="282694" y="28218"/>
                </a:moveTo>
                <a:lnTo>
                  <a:pt x="246569" y="28218"/>
                </a:lnTo>
                <a:lnTo>
                  <a:pt x="253066" y="34512"/>
                </a:lnTo>
                <a:lnTo>
                  <a:pt x="253318" y="50292"/>
                </a:lnTo>
                <a:lnTo>
                  <a:pt x="247023" y="56789"/>
                </a:lnTo>
                <a:lnTo>
                  <a:pt x="224848" y="57142"/>
                </a:lnTo>
                <a:lnTo>
                  <a:pt x="225303" y="85713"/>
                </a:lnTo>
                <a:lnTo>
                  <a:pt x="310334" y="41492"/>
                </a:lnTo>
                <a:lnTo>
                  <a:pt x="282694" y="28218"/>
                </a:lnTo>
                <a:close/>
              </a:path>
              <a:path w="310514" h="85725">
                <a:moveTo>
                  <a:pt x="224392" y="28571"/>
                </a:moveTo>
                <a:lnTo>
                  <a:pt x="6294" y="32045"/>
                </a:lnTo>
                <a:lnTo>
                  <a:pt x="0" y="38543"/>
                </a:lnTo>
                <a:lnTo>
                  <a:pt x="251" y="54322"/>
                </a:lnTo>
                <a:lnTo>
                  <a:pt x="6748" y="60617"/>
                </a:lnTo>
                <a:lnTo>
                  <a:pt x="224848" y="57142"/>
                </a:lnTo>
                <a:lnTo>
                  <a:pt x="224392" y="28571"/>
                </a:lnTo>
                <a:close/>
              </a:path>
              <a:path w="310514" h="85725">
                <a:moveTo>
                  <a:pt x="246569" y="28218"/>
                </a:moveTo>
                <a:lnTo>
                  <a:pt x="224392" y="28571"/>
                </a:lnTo>
                <a:lnTo>
                  <a:pt x="224848" y="57142"/>
                </a:lnTo>
                <a:lnTo>
                  <a:pt x="247023" y="56789"/>
                </a:lnTo>
                <a:lnTo>
                  <a:pt x="253318" y="50292"/>
                </a:lnTo>
                <a:lnTo>
                  <a:pt x="253066" y="34512"/>
                </a:lnTo>
                <a:lnTo>
                  <a:pt x="246569" y="28218"/>
                </a:lnTo>
                <a:close/>
              </a:path>
              <a:path w="310514" h="85725">
                <a:moveTo>
                  <a:pt x="223937" y="0"/>
                </a:moveTo>
                <a:lnTo>
                  <a:pt x="224392" y="28571"/>
                </a:lnTo>
                <a:lnTo>
                  <a:pt x="246569" y="28218"/>
                </a:lnTo>
                <a:lnTo>
                  <a:pt x="282694" y="28218"/>
                </a:lnTo>
                <a:lnTo>
                  <a:pt x="223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32162" y="2992187"/>
            <a:ext cx="595630" cy="607695"/>
          </a:xfrm>
          <a:custGeom>
            <a:avLst/>
            <a:gdLst/>
            <a:ahLst/>
            <a:cxnLst/>
            <a:rect l="l" t="t" r="r" b="b"/>
            <a:pathLst>
              <a:path w="595629" h="607695">
                <a:moveTo>
                  <a:pt x="525097" y="51249"/>
                </a:moveTo>
                <a:lnTo>
                  <a:pt x="0" y="587447"/>
                </a:lnTo>
                <a:lnTo>
                  <a:pt x="93" y="596493"/>
                </a:lnTo>
                <a:lnTo>
                  <a:pt x="11369" y="607534"/>
                </a:lnTo>
                <a:lnTo>
                  <a:pt x="20415" y="607440"/>
                </a:lnTo>
                <a:lnTo>
                  <a:pt x="545514" y="71243"/>
                </a:lnTo>
                <a:lnTo>
                  <a:pt x="525097" y="51249"/>
                </a:lnTo>
                <a:close/>
              </a:path>
              <a:path w="595629" h="607695">
                <a:moveTo>
                  <a:pt x="583924" y="35311"/>
                </a:moveTo>
                <a:lnTo>
                  <a:pt x="549661" y="35311"/>
                </a:lnTo>
                <a:lnTo>
                  <a:pt x="560936" y="46352"/>
                </a:lnTo>
                <a:lnTo>
                  <a:pt x="561031" y="55398"/>
                </a:lnTo>
                <a:lnTo>
                  <a:pt x="545514" y="71243"/>
                </a:lnTo>
                <a:lnTo>
                  <a:pt x="565929" y="91236"/>
                </a:lnTo>
                <a:lnTo>
                  <a:pt x="583924" y="35311"/>
                </a:lnTo>
                <a:close/>
              </a:path>
              <a:path w="595629" h="607695">
                <a:moveTo>
                  <a:pt x="549661" y="35311"/>
                </a:moveTo>
                <a:lnTo>
                  <a:pt x="540614" y="35405"/>
                </a:lnTo>
                <a:lnTo>
                  <a:pt x="525097" y="51249"/>
                </a:lnTo>
                <a:lnTo>
                  <a:pt x="545514" y="71243"/>
                </a:lnTo>
                <a:lnTo>
                  <a:pt x="561031" y="55398"/>
                </a:lnTo>
                <a:lnTo>
                  <a:pt x="560936" y="46352"/>
                </a:lnTo>
                <a:lnTo>
                  <a:pt x="549661" y="35311"/>
                </a:lnTo>
                <a:close/>
              </a:path>
              <a:path w="595629" h="607695">
                <a:moveTo>
                  <a:pt x="595285" y="0"/>
                </a:moveTo>
                <a:lnTo>
                  <a:pt x="504682" y="31257"/>
                </a:lnTo>
                <a:lnTo>
                  <a:pt x="525097" y="51249"/>
                </a:lnTo>
                <a:lnTo>
                  <a:pt x="540614" y="35405"/>
                </a:lnTo>
                <a:lnTo>
                  <a:pt x="549661" y="35311"/>
                </a:lnTo>
                <a:lnTo>
                  <a:pt x="583924" y="35311"/>
                </a:lnTo>
                <a:lnTo>
                  <a:pt x="5952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448" y="2992187"/>
            <a:ext cx="842010" cy="612775"/>
          </a:xfrm>
          <a:custGeom>
            <a:avLst/>
            <a:gdLst/>
            <a:ahLst/>
            <a:cxnLst/>
            <a:rect l="l" t="t" r="r" b="b"/>
            <a:pathLst>
              <a:path w="842009" h="612775">
                <a:moveTo>
                  <a:pt x="77845" y="38637"/>
                </a:moveTo>
                <a:lnTo>
                  <a:pt x="61106" y="61795"/>
                </a:lnTo>
                <a:lnTo>
                  <a:pt x="823328" y="612721"/>
                </a:lnTo>
                <a:lnTo>
                  <a:pt x="832260" y="611285"/>
                </a:lnTo>
                <a:lnTo>
                  <a:pt x="841504" y="598495"/>
                </a:lnTo>
                <a:lnTo>
                  <a:pt x="840066" y="589563"/>
                </a:lnTo>
                <a:lnTo>
                  <a:pt x="77845" y="38637"/>
                </a:lnTo>
                <a:close/>
              </a:path>
              <a:path w="842009" h="612775">
                <a:moveTo>
                  <a:pt x="0" y="0"/>
                </a:moveTo>
                <a:lnTo>
                  <a:pt x="44367" y="84955"/>
                </a:lnTo>
                <a:lnTo>
                  <a:pt x="61106" y="61795"/>
                </a:lnTo>
                <a:lnTo>
                  <a:pt x="43131" y="48803"/>
                </a:lnTo>
                <a:lnTo>
                  <a:pt x="41694" y="39871"/>
                </a:lnTo>
                <a:lnTo>
                  <a:pt x="50939" y="27081"/>
                </a:lnTo>
                <a:lnTo>
                  <a:pt x="59870" y="25645"/>
                </a:lnTo>
                <a:lnTo>
                  <a:pt x="87236" y="25645"/>
                </a:lnTo>
                <a:lnTo>
                  <a:pt x="94584" y="15478"/>
                </a:lnTo>
                <a:lnTo>
                  <a:pt x="0" y="0"/>
                </a:lnTo>
                <a:close/>
              </a:path>
              <a:path w="842009" h="612775">
                <a:moveTo>
                  <a:pt x="59870" y="25645"/>
                </a:moveTo>
                <a:lnTo>
                  <a:pt x="50939" y="27081"/>
                </a:lnTo>
                <a:lnTo>
                  <a:pt x="41694" y="39871"/>
                </a:lnTo>
                <a:lnTo>
                  <a:pt x="43131" y="48803"/>
                </a:lnTo>
                <a:lnTo>
                  <a:pt x="61106" y="61795"/>
                </a:lnTo>
                <a:lnTo>
                  <a:pt x="77845" y="38637"/>
                </a:lnTo>
                <a:lnTo>
                  <a:pt x="59870" y="25645"/>
                </a:lnTo>
                <a:close/>
              </a:path>
              <a:path w="842009" h="612775">
                <a:moveTo>
                  <a:pt x="87236" y="25645"/>
                </a:moveTo>
                <a:lnTo>
                  <a:pt x="59870" y="25645"/>
                </a:lnTo>
                <a:lnTo>
                  <a:pt x="77845" y="38637"/>
                </a:lnTo>
                <a:lnTo>
                  <a:pt x="87236" y="25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27448" y="4254905"/>
            <a:ext cx="842010" cy="518159"/>
          </a:xfrm>
          <a:custGeom>
            <a:avLst/>
            <a:gdLst/>
            <a:ahLst/>
            <a:cxnLst/>
            <a:rect l="l" t="t" r="r" b="b"/>
            <a:pathLst>
              <a:path w="842009" h="518160">
                <a:moveTo>
                  <a:pt x="51013" y="436500"/>
                </a:moveTo>
                <a:lnTo>
                  <a:pt x="0" y="517639"/>
                </a:lnTo>
                <a:lnTo>
                  <a:pt x="95519" y="509766"/>
                </a:lnTo>
                <a:lnTo>
                  <a:pt x="87678" y="496858"/>
                </a:lnTo>
                <a:lnTo>
                  <a:pt x="61729" y="496858"/>
                </a:lnTo>
                <a:lnTo>
                  <a:pt x="52941" y="494711"/>
                </a:lnTo>
                <a:lnTo>
                  <a:pt x="44748" y="481224"/>
                </a:lnTo>
                <a:lnTo>
                  <a:pt x="46893" y="472436"/>
                </a:lnTo>
                <a:lnTo>
                  <a:pt x="65848" y="460921"/>
                </a:lnTo>
                <a:lnTo>
                  <a:pt x="51013" y="436500"/>
                </a:lnTo>
                <a:close/>
              </a:path>
              <a:path w="842009" h="518160">
                <a:moveTo>
                  <a:pt x="65848" y="460921"/>
                </a:moveTo>
                <a:lnTo>
                  <a:pt x="46893" y="472436"/>
                </a:lnTo>
                <a:lnTo>
                  <a:pt x="44748" y="481224"/>
                </a:lnTo>
                <a:lnTo>
                  <a:pt x="52941" y="494711"/>
                </a:lnTo>
                <a:lnTo>
                  <a:pt x="61729" y="496858"/>
                </a:lnTo>
                <a:lnTo>
                  <a:pt x="80683" y="485344"/>
                </a:lnTo>
                <a:lnTo>
                  <a:pt x="65848" y="460921"/>
                </a:lnTo>
                <a:close/>
              </a:path>
              <a:path w="842009" h="518160">
                <a:moveTo>
                  <a:pt x="80683" y="485344"/>
                </a:moveTo>
                <a:lnTo>
                  <a:pt x="61729" y="496858"/>
                </a:lnTo>
                <a:lnTo>
                  <a:pt x="87678" y="496858"/>
                </a:lnTo>
                <a:lnTo>
                  <a:pt x="80683" y="485344"/>
                </a:lnTo>
                <a:close/>
              </a:path>
              <a:path w="842009" h="518160">
                <a:moveTo>
                  <a:pt x="824628" y="0"/>
                </a:moveTo>
                <a:lnTo>
                  <a:pt x="65848" y="460921"/>
                </a:lnTo>
                <a:lnTo>
                  <a:pt x="80683" y="485344"/>
                </a:lnTo>
                <a:lnTo>
                  <a:pt x="839464" y="24422"/>
                </a:lnTo>
                <a:lnTo>
                  <a:pt x="841609" y="15633"/>
                </a:lnTo>
                <a:lnTo>
                  <a:pt x="833417" y="2146"/>
                </a:lnTo>
                <a:lnTo>
                  <a:pt x="824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1939" y="4250546"/>
            <a:ext cx="595630" cy="522605"/>
          </a:xfrm>
          <a:custGeom>
            <a:avLst/>
            <a:gdLst/>
            <a:ahLst/>
            <a:cxnLst/>
            <a:rect l="l" t="t" r="r" b="b"/>
            <a:pathLst>
              <a:path w="595629" h="522604">
                <a:moveTo>
                  <a:pt x="521537" y="476376"/>
                </a:moveTo>
                <a:lnTo>
                  <a:pt x="502743" y="497900"/>
                </a:lnTo>
                <a:lnTo>
                  <a:pt x="595509" y="521997"/>
                </a:lnTo>
                <a:lnTo>
                  <a:pt x="582775" y="490964"/>
                </a:lnTo>
                <a:lnTo>
                  <a:pt x="538245" y="490964"/>
                </a:lnTo>
                <a:lnTo>
                  <a:pt x="521537" y="476376"/>
                </a:lnTo>
                <a:close/>
              </a:path>
              <a:path w="595629" h="522604">
                <a:moveTo>
                  <a:pt x="540332" y="454851"/>
                </a:moveTo>
                <a:lnTo>
                  <a:pt x="521537" y="476376"/>
                </a:lnTo>
                <a:lnTo>
                  <a:pt x="538245" y="490964"/>
                </a:lnTo>
                <a:lnTo>
                  <a:pt x="547269" y="490353"/>
                </a:lnTo>
                <a:lnTo>
                  <a:pt x="557649" y="478464"/>
                </a:lnTo>
                <a:lnTo>
                  <a:pt x="557038" y="469438"/>
                </a:lnTo>
                <a:lnTo>
                  <a:pt x="540332" y="454851"/>
                </a:lnTo>
                <a:close/>
              </a:path>
              <a:path w="595629" h="522604">
                <a:moveTo>
                  <a:pt x="559126" y="433327"/>
                </a:moveTo>
                <a:lnTo>
                  <a:pt x="540332" y="454851"/>
                </a:lnTo>
                <a:lnTo>
                  <a:pt x="557038" y="469438"/>
                </a:lnTo>
                <a:lnTo>
                  <a:pt x="557649" y="478464"/>
                </a:lnTo>
                <a:lnTo>
                  <a:pt x="547269" y="490353"/>
                </a:lnTo>
                <a:lnTo>
                  <a:pt x="538245" y="490964"/>
                </a:lnTo>
                <a:lnTo>
                  <a:pt x="582775" y="490964"/>
                </a:lnTo>
                <a:lnTo>
                  <a:pt x="559126" y="433327"/>
                </a:lnTo>
                <a:close/>
              </a:path>
              <a:path w="595629" h="522604">
                <a:moveTo>
                  <a:pt x="19405" y="0"/>
                </a:moveTo>
                <a:lnTo>
                  <a:pt x="10379" y="610"/>
                </a:lnTo>
                <a:lnTo>
                  <a:pt x="0" y="12499"/>
                </a:lnTo>
                <a:lnTo>
                  <a:pt x="610" y="21525"/>
                </a:lnTo>
                <a:lnTo>
                  <a:pt x="521537" y="476376"/>
                </a:lnTo>
                <a:lnTo>
                  <a:pt x="540332" y="454851"/>
                </a:lnTo>
                <a:lnTo>
                  <a:pt x="194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8603" y="3901737"/>
            <a:ext cx="1035141" cy="10474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55488" y="2746494"/>
            <a:ext cx="1221740" cy="23679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86360" rIns="0" bIns="0" rtlCol="0" vert="horz">
            <a:spAutoFit/>
          </a:bodyPr>
          <a:lstStyle/>
          <a:p>
            <a:pPr marL="250825" marR="291465" indent="40005">
              <a:lnSpc>
                <a:spcPct val="100000"/>
              </a:lnSpc>
              <a:spcBef>
                <a:spcPts val="680"/>
              </a:spcBef>
            </a:pPr>
            <a:r>
              <a:rPr dirty="0" sz="2000" b="1">
                <a:latin typeface="Calibri"/>
                <a:cs typeface="Calibri"/>
              </a:rPr>
              <a:t>Input  </a:t>
            </a:r>
            <a:r>
              <a:rPr dirty="0" sz="2000" spc="-10" b="1">
                <a:latin typeface="Calibri"/>
                <a:cs typeface="Calibri"/>
              </a:rPr>
              <a:t>Graph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10628" y="3887284"/>
            <a:ext cx="217170" cy="85725"/>
          </a:xfrm>
          <a:custGeom>
            <a:avLst/>
            <a:gdLst/>
            <a:ahLst/>
            <a:cxnLst/>
            <a:rect l="l" t="t" r="r" b="b"/>
            <a:pathLst>
              <a:path w="217169" h="85725">
                <a:moveTo>
                  <a:pt x="131443" y="57149"/>
                </a:moveTo>
                <a:lnTo>
                  <a:pt x="131443" y="85725"/>
                </a:lnTo>
                <a:lnTo>
                  <a:pt x="188593" y="57150"/>
                </a:lnTo>
                <a:lnTo>
                  <a:pt x="131443" y="57149"/>
                </a:lnTo>
                <a:close/>
              </a:path>
              <a:path w="217169" h="85725">
                <a:moveTo>
                  <a:pt x="131443" y="28574"/>
                </a:moveTo>
                <a:lnTo>
                  <a:pt x="131443" y="57149"/>
                </a:lnTo>
                <a:lnTo>
                  <a:pt x="153623" y="57148"/>
                </a:lnTo>
                <a:lnTo>
                  <a:pt x="160018" y="50753"/>
                </a:lnTo>
                <a:lnTo>
                  <a:pt x="160018" y="34970"/>
                </a:lnTo>
                <a:lnTo>
                  <a:pt x="153621" y="28575"/>
                </a:lnTo>
                <a:lnTo>
                  <a:pt x="131443" y="28574"/>
                </a:lnTo>
                <a:close/>
              </a:path>
              <a:path w="217169" h="85725">
                <a:moveTo>
                  <a:pt x="131443" y="0"/>
                </a:moveTo>
                <a:lnTo>
                  <a:pt x="131443" y="28574"/>
                </a:lnTo>
                <a:lnTo>
                  <a:pt x="145731" y="28575"/>
                </a:lnTo>
                <a:lnTo>
                  <a:pt x="153621" y="28575"/>
                </a:lnTo>
                <a:lnTo>
                  <a:pt x="160018" y="34970"/>
                </a:lnTo>
                <a:lnTo>
                  <a:pt x="160018" y="50753"/>
                </a:lnTo>
                <a:lnTo>
                  <a:pt x="153621" y="57150"/>
                </a:lnTo>
                <a:lnTo>
                  <a:pt x="188596" y="57148"/>
                </a:lnTo>
                <a:lnTo>
                  <a:pt x="217168" y="42862"/>
                </a:lnTo>
                <a:lnTo>
                  <a:pt x="131443" y="0"/>
                </a:lnTo>
                <a:close/>
              </a:path>
              <a:path w="217169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31443" y="57149"/>
                </a:lnTo>
                <a:lnTo>
                  <a:pt x="131443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7049506" y="1482852"/>
            <a:ext cx="1341755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Dataset</a:t>
            </a:r>
            <a:r>
              <a:rPr dirty="0" sz="20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split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8844" y="5519420"/>
            <a:ext cx="7404734" cy="1015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Implementation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resources: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5" b="1" u="sng">
                <a:solidFill>
                  <a:srgbClr val="168BBA"/>
                </a:solidFill>
                <a:latin typeface="Calibri"/>
                <a:cs typeface="Calibri"/>
              </a:rPr>
              <a:t>DeepSNAP</a:t>
            </a:r>
            <a:r>
              <a:rPr dirty="0" sz="2000" spc="-5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provides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core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modules </a:t>
            </a:r>
            <a:r>
              <a:rPr dirty="0" sz="2000" spc="-15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this</a:t>
            </a:r>
            <a:r>
              <a:rPr dirty="0" sz="2000" spc="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pipeline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 u="sng">
                <a:solidFill>
                  <a:srgbClr val="168BBA"/>
                </a:solidFill>
                <a:latin typeface="Calibri"/>
                <a:cs typeface="Calibri"/>
              </a:rPr>
              <a:t>GraphGym</a:t>
            </a:r>
            <a:r>
              <a:rPr dirty="0" sz="2000" spc="-10" b="1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further implements the full pipeline 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to facilitate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r>
              <a:rPr dirty="0" sz="2000" spc="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Calibri"/>
                <a:cs typeface="Calibri"/>
              </a:rPr>
              <a:t>design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3415" y="1243868"/>
            <a:ext cx="1035141" cy="10474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597468" y="1202746"/>
            <a:ext cx="1035141" cy="104741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66385" y="1202746"/>
            <a:ext cx="1035141" cy="1047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40104" y="1201830"/>
            <a:ext cx="1035141" cy="10474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633086" y="1201830"/>
            <a:ext cx="1035141" cy="10474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194355" y="1172321"/>
            <a:ext cx="1229360" cy="1151255"/>
          </a:xfrm>
          <a:custGeom>
            <a:avLst/>
            <a:gdLst/>
            <a:ahLst/>
            <a:cxnLst/>
            <a:rect l="l" t="t" r="r" b="b"/>
            <a:pathLst>
              <a:path w="1229360" h="1151255">
                <a:moveTo>
                  <a:pt x="0" y="0"/>
                </a:moveTo>
                <a:lnTo>
                  <a:pt x="1229293" y="0"/>
                </a:lnTo>
                <a:lnTo>
                  <a:pt x="1229293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0B5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566247" y="1165491"/>
            <a:ext cx="1183640" cy="1151255"/>
          </a:xfrm>
          <a:custGeom>
            <a:avLst/>
            <a:gdLst/>
            <a:ahLst/>
            <a:cxnLst/>
            <a:rect l="l" t="t" r="r" b="b"/>
            <a:pathLst>
              <a:path w="1183640" h="1151255">
                <a:moveTo>
                  <a:pt x="0" y="0"/>
                </a:moveTo>
                <a:lnTo>
                  <a:pt x="1183584" y="0"/>
                </a:lnTo>
                <a:lnTo>
                  <a:pt x="1183584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6BB76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48603" y="1165491"/>
            <a:ext cx="3837304" cy="1151255"/>
          </a:xfrm>
          <a:custGeom>
            <a:avLst/>
            <a:gdLst/>
            <a:ahLst/>
            <a:cxnLst/>
            <a:rect l="l" t="t" r="r" b="b"/>
            <a:pathLst>
              <a:path w="3837304" h="1151255">
                <a:moveTo>
                  <a:pt x="0" y="0"/>
                </a:moveTo>
                <a:lnTo>
                  <a:pt x="3836751" y="0"/>
                </a:lnTo>
                <a:lnTo>
                  <a:pt x="3836751" y="1150770"/>
                </a:lnTo>
                <a:lnTo>
                  <a:pt x="0" y="115077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11"/>
              </a:rPr>
              <a:t>http://cs224w.stanford.edu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59222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9241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>
                <a:latin typeface="Calibri"/>
                <a:cs typeface="Calibri"/>
              </a:rPr>
              <a:t>We </a:t>
            </a:r>
            <a:r>
              <a:rPr dirty="0" sz="3200" spc="-10" b="1">
                <a:latin typeface="Calibri"/>
                <a:cs typeface="Calibri"/>
              </a:rPr>
              <a:t>introduce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general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perspective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32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GNNs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783757"/>
            <a:ext cx="5713095" cy="47307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8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latin typeface="Calibri"/>
                <a:cs typeface="Calibri"/>
              </a:rPr>
              <a:t>GNN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Layer</a:t>
            </a:r>
            <a:r>
              <a:rPr dirty="0" sz="2800" spc="-1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25">
                <a:latin typeface="Calibri"/>
                <a:cs typeface="Calibri"/>
              </a:rPr>
              <a:t>Transformation </a:t>
            </a:r>
            <a:r>
              <a:rPr dirty="0" sz="2400">
                <a:latin typeface="Calibri"/>
                <a:cs typeface="Calibri"/>
              </a:rPr>
              <a:t>+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Aggregation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Classic GNN </a:t>
            </a:r>
            <a:r>
              <a:rPr dirty="0" sz="2400" spc="-20">
                <a:latin typeface="Calibri"/>
                <a:cs typeface="Calibri"/>
              </a:rPr>
              <a:t>layers: </a:t>
            </a:r>
            <a:r>
              <a:rPr dirty="0" sz="2400" spc="-5">
                <a:latin typeface="Calibri"/>
                <a:cs typeface="Calibri"/>
              </a:rPr>
              <a:t>GCN, </a:t>
            </a:r>
            <a:r>
              <a:rPr dirty="0" sz="2400" spc="-10">
                <a:latin typeface="Calibri"/>
                <a:cs typeface="Calibri"/>
              </a:rPr>
              <a:t>GraphSAGE,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65">
                <a:latin typeface="Calibri"/>
                <a:cs typeface="Calibri"/>
              </a:rPr>
              <a:t>GAT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2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latin typeface="Calibri"/>
                <a:cs typeface="Calibri"/>
              </a:rPr>
              <a:t>Layer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connectivity</a:t>
            </a:r>
            <a:r>
              <a:rPr dirty="0" sz="2800" spc="-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5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over-smoothing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Solution: skip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connections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latin typeface="Calibri"/>
                <a:cs typeface="Calibri"/>
              </a:rPr>
              <a:t>Graph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Augmentation: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5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Feature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21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Structure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augmentation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Learning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Objectives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The full </a:t>
            </a:r>
            <a:r>
              <a:rPr dirty="0" sz="2400" spc="-10">
                <a:latin typeface="Calibri"/>
                <a:cs typeface="Calibri"/>
              </a:rPr>
              <a:t>training </a:t>
            </a:r>
            <a:r>
              <a:rPr dirty="0" sz="2400">
                <a:latin typeface="Calibri"/>
                <a:cs typeface="Calibri"/>
              </a:rPr>
              <a:t>pipeline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GNN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6863" y="3008376"/>
            <a:ext cx="6208776" cy="18105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28559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992" y="1600200"/>
            <a:ext cx="8229599" cy="474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11524" y="3726370"/>
            <a:ext cx="431800" cy="503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100">
                <a:latin typeface="Arial"/>
                <a:cs typeface="Arial"/>
              </a:rPr>
              <a:t>…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0998" y="4282066"/>
            <a:ext cx="4800600" cy="2322195"/>
          </a:xfrm>
          <a:custGeom>
            <a:avLst/>
            <a:gdLst/>
            <a:ahLst/>
            <a:cxnLst/>
            <a:rect l="l" t="t" r="r" b="b"/>
            <a:pathLst>
              <a:path w="4800600" h="2322195">
                <a:moveTo>
                  <a:pt x="4800601" y="1088137"/>
                </a:moveTo>
                <a:lnTo>
                  <a:pt x="0" y="1088137"/>
                </a:lnTo>
                <a:lnTo>
                  <a:pt x="0" y="2322051"/>
                </a:lnTo>
                <a:lnTo>
                  <a:pt x="4800601" y="2322051"/>
                </a:lnTo>
                <a:lnTo>
                  <a:pt x="4800601" y="1088137"/>
                </a:lnTo>
                <a:close/>
              </a:path>
              <a:path w="4800600" h="2322195">
                <a:moveTo>
                  <a:pt x="4541944" y="0"/>
                </a:moveTo>
                <a:lnTo>
                  <a:pt x="2800350" y="1088137"/>
                </a:lnTo>
                <a:lnTo>
                  <a:pt x="4000501" y="1088137"/>
                </a:lnTo>
                <a:lnTo>
                  <a:pt x="45419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62423" y="4253605"/>
            <a:ext cx="4857750" cy="2379345"/>
          </a:xfrm>
          <a:custGeom>
            <a:avLst/>
            <a:gdLst/>
            <a:ahLst/>
            <a:cxnLst/>
            <a:rect l="l" t="t" r="r" b="b"/>
            <a:pathLst>
              <a:path w="4857750" h="2379345">
                <a:moveTo>
                  <a:pt x="4573066" y="0"/>
                </a:moveTo>
                <a:lnTo>
                  <a:pt x="4563988" y="639"/>
                </a:lnTo>
                <a:lnTo>
                  <a:pt x="4555378" y="4227"/>
                </a:lnTo>
                <a:lnTo>
                  <a:pt x="2820732" y="1088023"/>
                </a:lnTo>
                <a:lnTo>
                  <a:pt x="28575" y="1088023"/>
                </a:lnTo>
                <a:lnTo>
                  <a:pt x="17452" y="1090269"/>
                </a:lnTo>
                <a:lnTo>
                  <a:pt x="8369" y="1096393"/>
                </a:lnTo>
                <a:lnTo>
                  <a:pt x="2245" y="1105475"/>
                </a:lnTo>
                <a:lnTo>
                  <a:pt x="0" y="1116598"/>
                </a:lnTo>
                <a:lnTo>
                  <a:pt x="0" y="2350512"/>
                </a:lnTo>
                <a:lnTo>
                  <a:pt x="2245" y="2361634"/>
                </a:lnTo>
                <a:lnTo>
                  <a:pt x="8369" y="2370717"/>
                </a:lnTo>
                <a:lnTo>
                  <a:pt x="17452" y="2376841"/>
                </a:lnTo>
                <a:lnTo>
                  <a:pt x="28575" y="2379087"/>
                </a:lnTo>
                <a:lnTo>
                  <a:pt x="4829176" y="2379087"/>
                </a:lnTo>
                <a:lnTo>
                  <a:pt x="4840298" y="2376841"/>
                </a:lnTo>
                <a:lnTo>
                  <a:pt x="4849381" y="2370717"/>
                </a:lnTo>
                <a:lnTo>
                  <a:pt x="4855505" y="2361634"/>
                </a:lnTo>
                <a:lnTo>
                  <a:pt x="4857751" y="2350512"/>
                </a:lnTo>
                <a:lnTo>
                  <a:pt x="4857751" y="2344797"/>
                </a:lnTo>
                <a:lnTo>
                  <a:pt x="34289" y="2344797"/>
                </a:lnTo>
                <a:lnTo>
                  <a:pt x="34289" y="1122313"/>
                </a:lnTo>
                <a:lnTo>
                  <a:pt x="2829995" y="1122313"/>
                </a:lnTo>
                <a:lnTo>
                  <a:pt x="2831045" y="1122012"/>
                </a:lnTo>
                <a:lnTo>
                  <a:pt x="4519337" y="67176"/>
                </a:lnTo>
                <a:lnTo>
                  <a:pt x="4544936" y="15731"/>
                </a:lnTo>
                <a:lnTo>
                  <a:pt x="4595919" y="15731"/>
                </a:lnTo>
                <a:lnTo>
                  <a:pt x="4595517" y="14613"/>
                </a:lnTo>
                <a:lnTo>
                  <a:pt x="4589724" y="7302"/>
                </a:lnTo>
                <a:lnTo>
                  <a:pt x="4581887" y="2242"/>
                </a:lnTo>
                <a:lnTo>
                  <a:pt x="4573066" y="0"/>
                </a:lnTo>
                <a:close/>
              </a:path>
              <a:path w="4857750" h="2379345">
                <a:moveTo>
                  <a:pt x="4598673" y="25914"/>
                </a:moveTo>
                <a:lnTo>
                  <a:pt x="4565402" y="25914"/>
                </a:lnTo>
                <a:lnTo>
                  <a:pt x="4573546" y="33307"/>
                </a:lnTo>
                <a:lnTo>
                  <a:pt x="4570808" y="35018"/>
                </a:lnTo>
                <a:lnTo>
                  <a:pt x="4579603" y="43001"/>
                </a:lnTo>
                <a:lnTo>
                  <a:pt x="4576865" y="44712"/>
                </a:lnTo>
                <a:lnTo>
                  <a:pt x="4585660" y="52695"/>
                </a:lnTo>
                <a:lnTo>
                  <a:pt x="4536925" y="83144"/>
                </a:lnTo>
                <a:lnTo>
                  <a:pt x="4023078" y="1115823"/>
                </a:lnTo>
                <a:lnTo>
                  <a:pt x="4023174" y="1117925"/>
                </a:lnTo>
                <a:lnTo>
                  <a:pt x="4025258" y="1121289"/>
                </a:lnTo>
                <a:lnTo>
                  <a:pt x="4027096" y="1122313"/>
                </a:lnTo>
                <a:lnTo>
                  <a:pt x="4823461" y="1122313"/>
                </a:lnTo>
                <a:lnTo>
                  <a:pt x="4823461" y="2344797"/>
                </a:lnTo>
                <a:lnTo>
                  <a:pt x="4857751" y="2344797"/>
                </a:lnTo>
                <a:lnTo>
                  <a:pt x="4857751" y="1116598"/>
                </a:lnTo>
                <a:lnTo>
                  <a:pt x="4855505" y="1105475"/>
                </a:lnTo>
                <a:lnTo>
                  <a:pt x="4849381" y="1096393"/>
                </a:lnTo>
                <a:lnTo>
                  <a:pt x="4840298" y="1090269"/>
                </a:lnTo>
                <a:lnTo>
                  <a:pt x="4829176" y="1088023"/>
                </a:lnTo>
                <a:lnTo>
                  <a:pt x="4075211" y="1088023"/>
                </a:lnTo>
                <a:lnTo>
                  <a:pt x="4596102" y="41190"/>
                </a:lnTo>
                <a:lnTo>
                  <a:pt x="4598840" y="32273"/>
                </a:lnTo>
                <a:lnTo>
                  <a:pt x="4598673" y="25914"/>
                </a:lnTo>
                <a:close/>
              </a:path>
              <a:path w="4857750" h="2379345">
                <a:moveTo>
                  <a:pt x="4509605" y="86735"/>
                </a:moveTo>
                <a:lnTo>
                  <a:pt x="2835285" y="1132840"/>
                </a:lnTo>
                <a:lnTo>
                  <a:pt x="2832138" y="1133743"/>
                </a:lnTo>
                <a:lnTo>
                  <a:pt x="45719" y="1133743"/>
                </a:lnTo>
                <a:lnTo>
                  <a:pt x="45719" y="2333367"/>
                </a:lnTo>
                <a:lnTo>
                  <a:pt x="4812031" y="2333367"/>
                </a:lnTo>
                <a:lnTo>
                  <a:pt x="4812031" y="2321937"/>
                </a:lnTo>
                <a:lnTo>
                  <a:pt x="57150" y="2321937"/>
                </a:lnTo>
                <a:lnTo>
                  <a:pt x="57150" y="1145173"/>
                </a:lnTo>
                <a:lnTo>
                  <a:pt x="2834279" y="1145173"/>
                </a:lnTo>
                <a:lnTo>
                  <a:pt x="2839525" y="1143669"/>
                </a:lnTo>
                <a:lnTo>
                  <a:pt x="4499873" y="106294"/>
                </a:lnTo>
                <a:lnTo>
                  <a:pt x="4509605" y="86735"/>
                </a:lnTo>
                <a:close/>
              </a:path>
              <a:path w="4857750" h="2379345">
                <a:moveTo>
                  <a:pt x="4518400" y="94718"/>
                </a:moveTo>
                <a:lnTo>
                  <a:pt x="4499873" y="106294"/>
                </a:lnTo>
                <a:lnTo>
                  <a:pt x="4003492" y="1103869"/>
                </a:lnTo>
                <a:lnTo>
                  <a:pt x="4001101" y="1110762"/>
                </a:lnTo>
                <a:lnTo>
                  <a:pt x="4000531" y="1117925"/>
                </a:lnTo>
                <a:lnTo>
                  <a:pt x="4001763" y="1125001"/>
                </a:lnTo>
                <a:lnTo>
                  <a:pt x="4029076" y="1145173"/>
                </a:lnTo>
                <a:lnTo>
                  <a:pt x="4800601" y="1145173"/>
                </a:lnTo>
                <a:lnTo>
                  <a:pt x="4800601" y="2321937"/>
                </a:lnTo>
                <a:lnTo>
                  <a:pt x="4812031" y="2321937"/>
                </a:lnTo>
                <a:lnTo>
                  <a:pt x="4812031" y="1133743"/>
                </a:lnTo>
                <a:lnTo>
                  <a:pt x="4023139" y="1133743"/>
                </a:lnTo>
                <a:lnTo>
                  <a:pt x="4017625" y="1130672"/>
                </a:lnTo>
                <a:lnTo>
                  <a:pt x="4011373" y="1120579"/>
                </a:lnTo>
                <a:lnTo>
                  <a:pt x="4011081" y="1114275"/>
                </a:lnTo>
                <a:lnTo>
                  <a:pt x="4518400" y="94718"/>
                </a:lnTo>
                <a:close/>
              </a:path>
              <a:path w="4857750" h="2379345">
                <a:moveTo>
                  <a:pt x="4528132" y="75160"/>
                </a:moveTo>
                <a:lnTo>
                  <a:pt x="4509605" y="86735"/>
                </a:lnTo>
                <a:lnTo>
                  <a:pt x="4499873" y="106294"/>
                </a:lnTo>
                <a:lnTo>
                  <a:pt x="4518400" y="94718"/>
                </a:lnTo>
                <a:lnTo>
                  <a:pt x="4528132" y="75160"/>
                </a:lnTo>
                <a:close/>
              </a:path>
              <a:path w="4857750" h="2379345">
                <a:moveTo>
                  <a:pt x="4546657" y="63585"/>
                </a:moveTo>
                <a:lnTo>
                  <a:pt x="4528132" y="75160"/>
                </a:lnTo>
                <a:lnTo>
                  <a:pt x="4518400" y="94718"/>
                </a:lnTo>
                <a:lnTo>
                  <a:pt x="4536925" y="83144"/>
                </a:lnTo>
                <a:lnTo>
                  <a:pt x="4546657" y="63585"/>
                </a:lnTo>
                <a:close/>
              </a:path>
              <a:path w="4857750" h="2379345">
                <a:moveTo>
                  <a:pt x="4537864" y="55601"/>
                </a:moveTo>
                <a:lnTo>
                  <a:pt x="4519337" y="67176"/>
                </a:lnTo>
                <a:lnTo>
                  <a:pt x="4509605" y="86735"/>
                </a:lnTo>
                <a:lnTo>
                  <a:pt x="4528132" y="75160"/>
                </a:lnTo>
                <a:lnTo>
                  <a:pt x="4537864" y="55601"/>
                </a:lnTo>
                <a:close/>
              </a:path>
              <a:path w="4857750" h="2379345">
                <a:moveTo>
                  <a:pt x="4576865" y="44712"/>
                </a:moveTo>
                <a:lnTo>
                  <a:pt x="4546657" y="63585"/>
                </a:lnTo>
                <a:lnTo>
                  <a:pt x="4536925" y="83144"/>
                </a:lnTo>
                <a:lnTo>
                  <a:pt x="4585660" y="52695"/>
                </a:lnTo>
                <a:lnTo>
                  <a:pt x="4576865" y="44712"/>
                </a:lnTo>
                <a:close/>
              </a:path>
              <a:path w="4857750" h="2379345">
                <a:moveTo>
                  <a:pt x="4544936" y="15731"/>
                </a:moveTo>
                <a:lnTo>
                  <a:pt x="4519337" y="67176"/>
                </a:lnTo>
                <a:lnTo>
                  <a:pt x="4537864" y="55601"/>
                </a:lnTo>
                <a:lnTo>
                  <a:pt x="4553731" y="23714"/>
                </a:lnTo>
                <a:lnTo>
                  <a:pt x="4544936" y="15731"/>
                </a:lnTo>
                <a:close/>
              </a:path>
              <a:path w="4857750" h="2379345">
                <a:moveTo>
                  <a:pt x="4568069" y="36729"/>
                </a:moveTo>
                <a:lnTo>
                  <a:pt x="4556389" y="44027"/>
                </a:lnTo>
                <a:lnTo>
                  <a:pt x="4546657" y="63585"/>
                </a:lnTo>
                <a:lnTo>
                  <a:pt x="4576865" y="44712"/>
                </a:lnTo>
                <a:lnTo>
                  <a:pt x="4568069" y="36729"/>
                </a:lnTo>
                <a:close/>
              </a:path>
              <a:path w="4857750" h="2379345">
                <a:moveTo>
                  <a:pt x="4553731" y="23714"/>
                </a:moveTo>
                <a:lnTo>
                  <a:pt x="4537864" y="55601"/>
                </a:lnTo>
                <a:lnTo>
                  <a:pt x="4556389" y="44027"/>
                </a:lnTo>
                <a:lnTo>
                  <a:pt x="4562525" y="31696"/>
                </a:lnTo>
                <a:lnTo>
                  <a:pt x="4553731" y="23714"/>
                </a:lnTo>
                <a:close/>
              </a:path>
              <a:path w="4857750" h="2379345">
                <a:moveTo>
                  <a:pt x="4562525" y="31696"/>
                </a:moveTo>
                <a:lnTo>
                  <a:pt x="4556389" y="44027"/>
                </a:lnTo>
                <a:lnTo>
                  <a:pt x="4568069" y="36729"/>
                </a:lnTo>
                <a:lnTo>
                  <a:pt x="4562525" y="31696"/>
                </a:lnTo>
                <a:close/>
              </a:path>
              <a:path w="4857750" h="2379345">
                <a:moveTo>
                  <a:pt x="4563963" y="28805"/>
                </a:moveTo>
                <a:lnTo>
                  <a:pt x="4562525" y="31696"/>
                </a:lnTo>
                <a:lnTo>
                  <a:pt x="4568069" y="36729"/>
                </a:lnTo>
                <a:lnTo>
                  <a:pt x="4570808" y="35018"/>
                </a:lnTo>
                <a:lnTo>
                  <a:pt x="4563963" y="28805"/>
                </a:lnTo>
                <a:close/>
              </a:path>
              <a:path w="4857750" h="2379345">
                <a:moveTo>
                  <a:pt x="4565402" y="25914"/>
                </a:moveTo>
                <a:lnTo>
                  <a:pt x="4563963" y="28805"/>
                </a:lnTo>
                <a:lnTo>
                  <a:pt x="4570808" y="35018"/>
                </a:lnTo>
                <a:lnTo>
                  <a:pt x="4573546" y="33307"/>
                </a:lnTo>
                <a:lnTo>
                  <a:pt x="4565402" y="25914"/>
                </a:lnTo>
                <a:close/>
              </a:path>
              <a:path w="4857750" h="2379345">
                <a:moveTo>
                  <a:pt x="4597753" y="20823"/>
                </a:moveTo>
                <a:lnTo>
                  <a:pt x="4555169" y="20823"/>
                </a:lnTo>
                <a:lnTo>
                  <a:pt x="4563963" y="28805"/>
                </a:lnTo>
                <a:lnTo>
                  <a:pt x="4565402" y="25914"/>
                </a:lnTo>
                <a:lnTo>
                  <a:pt x="4598673" y="25914"/>
                </a:lnTo>
                <a:lnTo>
                  <a:pt x="4598600" y="23176"/>
                </a:lnTo>
                <a:lnTo>
                  <a:pt x="4597753" y="20823"/>
                </a:lnTo>
                <a:close/>
              </a:path>
              <a:path w="4857750" h="2379345">
                <a:moveTo>
                  <a:pt x="4595919" y="15731"/>
                </a:moveTo>
                <a:lnTo>
                  <a:pt x="4544936" y="15731"/>
                </a:lnTo>
                <a:lnTo>
                  <a:pt x="4553731" y="23714"/>
                </a:lnTo>
                <a:lnTo>
                  <a:pt x="4555169" y="20823"/>
                </a:lnTo>
                <a:lnTo>
                  <a:pt x="4597753" y="20823"/>
                </a:lnTo>
                <a:lnTo>
                  <a:pt x="4595919" y="157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269740" y="5424932"/>
            <a:ext cx="4524375" cy="1099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D60093"/>
                </a:solidFill>
                <a:latin typeface="Arial"/>
                <a:cs typeface="Arial"/>
              </a:rPr>
              <a:t>Output: </a:t>
            </a:r>
            <a:r>
              <a:rPr dirty="0" sz="2400">
                <a:latin typeface="Arial"/>
                <a:cs typeface="Arial"/>
              </a:rPr>
              <a:t>Node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embeddings.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810"/>
              </a:lnSpc>
              <a:spcBef>
                <a:spcPts val="55"/>
              </a:spcBef>
              <a:tabLst>
                <a:tab pos="1534795" algn="l"/>
              </a:tabLst>
            </a:pPr>
            <a:r>
              <a:rPr dirty="0" sz="2300" spc="-20">
                <a:latin typeface="Arial"/>
                <a:cs typeface="Arial"/>
              </a:rPr>
              <a:t>We </a:t>
            </a:r>
            <a:r>
              <a:rPr dirty="0" sz="2300" spc="-5">
                <a:latin typeface="Arial"/>
                <a:cs typeface="Arial"/>
              </a:rPr>
              <a:t>can also embed larger</a:t>
            </a:r>
            <a:r>
              <a:rPr dirty="0" sz="2300" spc="-60">
                <a:latin typeface="Arial"/>
                <a:cs typeface="Arial"/>
              </a:rPr>
              <a:t> </a:t>
            </a:r>
            <a:r>
              <a:rPr dirty="0" sz="2300" spc="-5">
                <a:latin typeface="Arial"/>
                <a:cs typeface="Arial"/>
              </a:rPr>
              <a:t>network  structures,	subgraphs,</a:t>
            </a:r>
            <a:r>
              <a:rPr dirty="0" sz="2300" spc="-85">
                <a:latin typeface="Arial"/>
                <a:cs typeface="Arial"/>
              </a:rPr>
              <a:t> </a:t>
            </a:r>
            <a:r>
              <a:rPr dirty="0" sz="2300" spc="-5">
                <a:latin typeface="Arial"/>
                <a:cs typeface="Arial"/>
              </a:rPr>
              <a:t>graphs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68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4032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solidFill>
                  <a:srgbClr val="D60093"/>
                </a:solidFill>
                <a:latin typeface="Calibri"/>
                <a:cs typeface="Calibri"/>
              </a:rPr>
              <a:t>Key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idea: </a:t>
            </a:r>
            <a:r>
              <a:rPr dirty="0" sz="3200" spc="-20"/>
              <a:t>Generate </a:t>
            </a:r>
            <a:r>
              <a:rPr dirty="0" sz="3200" spc="-5"/>
              <a:t>node embeddings based  on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local network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neighborhoods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68711" y="4650990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3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1561" y="4311065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41561" y="4311065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07083" y="5005719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30302" y="4719035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14781" y="4654558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6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19413" y="4929848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31061" y="4855423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2"/>
                </a:lnTo>
                <a:lnTo>
                  <a:pt x="140164" y="33766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21767" y="3721615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31061" y="4422706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66686" y="325440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299008" y="0"/>
                </a:moveTo>
                <a:lnTo>
                  <a:pt x="0" y="85738"/>
                </a:lnTo>
                <a:lnTo>
                  <a:pt x="94053" y="413738"/>
                </a:lnTo>
                <a:lnTo>
                  <a:pt x="393059" y="327999"/>
                </a:lnTo>
                <a:lnTo>
                  <a:pt x="2990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66686" y="3254409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99077" y="3061364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29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30168" y="3311997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37489" y="3510633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27555" y="3470357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96346" y="446604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5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96346" y="4466041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20676" y="4654144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05422" y="4594475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7" y="0"/>
                </a:moveTo>
                <a:lnTo>
                  <a:pt x="0" y="73084"/>
                </a:lnTo>
                <a:lnTo>
                  <a:pt x="133033" y="128657"/>
                </a:lnTo>
                <a:lnTo>
                  <a:pt x="12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90335" y="5581203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3"/>
                </a:lnTo>
                <a:lnTo>
                  <a:pt x="302467" y="404393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90334" y="5581202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07217" y="5847368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35385" y="5809757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0"/>
                </a:lnTo>
                <a:lnTo>
                  <a:pt x="68943" y="78363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48206" y="5737155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35046" y="5676698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8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90488" y="4801154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30128" y="4758552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19818" y="4698816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49035" y="466213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1"/>
                </a:lnTo>
                <a:lnTo>
                  <a:pt x="65669" y="77215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93073" y="4105616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32712" y="4481210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22403" y="4415399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751621" y="4579811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008457" y="4403578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89925" y="4306211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11673" y="3661499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281969" y="5874246"/>
            <a:ext cx="10725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34940" y="3686809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95789" y="4024679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83468" y="3456357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168385" y="3642864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2144956" y="347273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59"/>
                </a:lnTo>
                <a:lnTo>
                  <a:pt x="115049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222259" y="344561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64765" y="4370179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09423" y="505322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84959" y="503067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869460" y="532775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940172" y="53127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700077" y="4495375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763020" y="480829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3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826732" y="478888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520673" y="428548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584943" y="426500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27442" y="460433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7"/>
                </a:lnTo>
                <a:lnTo>
                  <a:pt x="259358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398360" y="45739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945550" y="345937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7017740" y="343217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905669" y="45385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7"/>
                </a:lnTo>
                <a:lnTo>
                  <a:pt x="12911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1" y="197252"/>
                </a:lnTo>
                <a:lnTo>
                  <a:pt x="38733" y="232908"/>
                </a:lnTo>
                <a:lnTo>
                  <a:pt x="74485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964009" y="452022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835326" y="55422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910279" y="552768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019120" y="417682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080478" y="414411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820174" y="3479733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746608" y="3440225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5">
                <a:moveTo>
                  <a:pt x="83963" y="0"/>
                </a:moveTo>
                <a:lnTo>
                  <a:pt x="0" y="32705"/>
                </a:lnTo>
                <a:lnTo>
                  <a:pt x="76542" y="80252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269048" y="586599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334147" y="583663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418271" y="297664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481907" y="294860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424830" y="341484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481907" y="339188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239580" y="507072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307282" y="505753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380151" y="429090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363190" y="473260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428176" y="470828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288456" y="395224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361012" y="3792175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4" name="object 8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5" name="object 8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568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177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Intuition: </a:t>
            </a:r>
            <a:r>
              <a:rPr dirty="0" sz="3200" spc="-5"/>
              <a:t>Nodes </a:t>
            </a:r>
            <a:r>
              <a:rPr dirty="0" sz="3200" spc="-20"/>
              <a:t>aggregate </a:t>
            </a:r>
            <a:r>
              <a:rPr dirty="0" sz="3200" spc="-15"/>
              <a:t>information from  </a:t>
            </a:r>
            <a:r>
              <a:rPr dirty="0" sz="3200" spc="-5"/>
              <a:t>their </a:t>
            </a:r>
            <a:r>
              <a:rPr dirty="0" sz="3200" spc="-10"/>
              <a:t>neighbors </a:t>
            </a:r>
            <a:r>
              <a:rPr dirty="0" sz="3200" spc="-5"/>
              <a:t>using </a:t>
            </a:r>
            <a:r>
              <a:rPr dirty="0" sz="3200" spc="-15"/>
              <a:t>neural</a:t>
            </a:r>
            <a:r>
              <a:rPr dirty="0" sz="3200" spc="25"/>
              <a:t> </a:t>
            </a:r>
            <a:r>
              <a:rPr dirty="0" sz="3200" spc="-15"/>
              <a:t>networks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68711" y="4313521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4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841561" y="3973597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41561" y="3973597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07083" y="4668251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30302" y="4381568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14781" y="4317090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7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19413" y="4592381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31061" y="4517956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1"/>
                </a:lnTo>
                <a:lnTo>
                  <a:pt x="140164" y="3376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21767" y="3384147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31061" y="4085238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66686" y="2916941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299008" y="0"/>
                </a:moveTo>
                <a:lnTo>
                  <a:pt x="0" y="85738"/>
                </a:lnTo>
                <a:lnTo>
                  <a:pt x="94053" y="413738"/>
                </a:lnTo>
                <a:lnTo>
                  <a:pt x="393059" y="328000"/>
                </a:lnTo>
                <a:lnTo>
                  <a:pt x="29900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66686" y="2916940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20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799077" y="2723895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30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30168" y="2974529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37489" y="3173164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27555" y="3132889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396346" y="4128573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7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396346" y="4128574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20676" y="4316676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05422" y="4257008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7" y="0"/>
                </a:moveTo>
                <a:lnTo>
                  <a:pt x="0" y="73084"/>
                </a:lnTo>
                <a:lnTo>
                  <a:pt x="133033" y="128657"/>
                </a:lnTo>
                <a:lnTo>
                  <a:pt x="124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90335" y="5243736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2"/>
                </a:lnTo>
                <a:lnTo>
                  <a:pt x="302467" y="404392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90334" y="5243736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07217" y="5509901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35385" y="5472288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1"/>
                </a:lnTo>
                <a:lnTo>
                  <a:pt x="68943" y="78364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48206" y="5399687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35046" y="5339229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9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90488" y="4463686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730128" y="4421084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819818" y="4361348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49035" y="4324666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0"/>
                </a:lnTo>
                <a:lnTo>
                  <a:pt x="65669" y="77214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93073" y="3768148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32712" y="4143742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22403" y="4077930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751621" y="4242343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008457" y="4066109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89925" y="3968743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11673" y="3324031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134940" y="3349341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95789" y="3687211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83468" y="3118889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68385" y="3305397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144956" y="313526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222259" y="3108143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64765" y="4032711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09423" y="471575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69460" y="49902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84959" y="4636785"/>
            <a:ext cx="1569720" cy="110617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  <a:p>
            <a:pPr marL="1167765">
              <a:lnSpc>
                <a:spcPct val="100000"/>
              </a:lnSpc>
              <a:spcBef>
                <a:spcPts val="48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Times New Roman"/>
              <a:cs typeface="Times New Roman"/>
            </a:endParaRPr>
          </a:p>
          <a:p>
            <a:pPr marL="509270">
              <a:lnSpc>
                <a:spcPct val="100000"/>
              </a:lnSpc>
              <a:spcBef>
                <a:spcPts val="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700077" y="4157907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763020" y="447082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8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826732" y="445141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520673" y="394801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584943" y="392753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327442" y="426686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398360" y="423649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945550" y="312191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7017740" y="3094710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905669" y="420106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1"/>
                </a:lnTo>
                <a:lnTo>
                  <a:pt x="38733" y="232907"/>
                </a:lnTo>
                <a:lnTo>
                  <a:pt x="74485" y="258659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964009" y="4182759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35326" y="520473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9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910279" y="519021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19120" y="383936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080478" y="380664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820174" y="3142265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746608" y="3102757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4">
                <a:moveTo>
                  <a:pt x="83963" y="0"/>
                </a:moveTo>
                <a:lnTo>
                  <a:pt x="0" y="32705"/>
                </a:lnTo>
                <a:lnTo>
                  <a:pt x="76542" y="80253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269048" y="552852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4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8334147" y="549916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418271" y="26391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481907" y="261113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424830" y="307737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8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8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481907" y="305441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239580" y="4733252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8380151" y="395343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363190" y="439513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9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307282" y="4247238"/>
            <a:ext cx="259715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288456" y="361477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8361012" y="3454707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5197476" y="4920331"/>
            <a:ext cx="171450" cy="1044575"/>
          </a:xfrm>
          <a:custGeom>
            <a:avLst/>
            <a:gdLst/>
            <a:ahLst/>
            <a:cxnLst/>
            <a:rect l="l" t="t" r="r" b="b"/>
            <a:pathLst>
              <a:path w="171450" h="1044575">
                <a:moveTo>
                  <a:pt x="85725" y="114300"/>
                </a:moveTo>
                <a:lnTo>
                  <a:pt x="57150" y="142875"/>
                </a:lnTo>
                <a:lnTo>
                  <a:pt x="57148" y="1016000"/>
                </a:lnTo>
                <a:lnTo>
                  <a:pt x="59394" y="1027122"/>
                </a:lnTo>
                <a:lnTo>
                  <a:pt x="65518" y="1036205"/>
                </a:lnTo>
                <a:lnTo>
                  <a:pt x="74601" y="1042329"/>
                </a:lnTo>
                <a:lnTo>
                  <a:pt x="85723" y="1044575"/>
                </a:lnTo>
                <a:lnTo>
                  <a:pt x="96846" y="1042329"/>
                </a:lnTo>
                <a:lnTo>
                  <a:pt x="105929" y="1036205"/>
                </a:lnTo>
                <a:lnTo>
                  <a:pt x="112053" y="1027122"/>
                </a:lnTo>
                <a:lnTo>
                  <a:pt x="114298" y="1016000"/>
                </a:lnTo>
                <a:lnTo>
                  <a:pt x="114300" y="142875"/>
                </a:lnTo>
                <a:lnTo>
                  <a:pt x="112054" y="131752"/>
                </a:lnTo>
                <a:lnTo>
                  <a:pt x="105930" y="122669"/>
                </a:lnTo>
                <a:lnTo>
                  <a:pt x="96847" y="116545"/>
                </a:lnTo>
                <a:lnTo>
                  <a:pt x="85725" y="114300"/>
                </a:lnTo>
                <a:close/>
              </a:path>
              <a:path w="171450" h="1044575">
                <a:moveTo>
                  <a:pt x="85725" y="0"/>
                </a:moveTo>
                <a:lnTo>
                  <a:pt x="0" y="171450"/>
                </a:lnTo>
                <a:lnTo>
                  <a:pt x="57149" y="171450"/>
                </a:lnTo>
                <a:lnTo>
                  <a:pt x="57150" y="142875"/>
                </a:lnTo>
                <a:lnTo>
                  <a:pt x="59395" y="131752"/>
                </a:lnTo>
                <a:lnTo>
                  <a:pt x="65519" y="122669"/>
                </a:lnTo>
                <a:lnTo>
                  <a:pt x="74602" y="116545"/>
                </a:lnTo>
                <a:lnTo>
                  <a:pt x="85725" y="114300"/>
                </a:lnTo>
                <a:lnTo>
                  <a:pt x="142875" y="114300"/>
                </a:lnTo>
                <a:lnTo>
                  <a:pt x="85725" y="0"/>
                </a:lnTo>
                <a:close/>
              </a:path>
              <a:path w="171450" h="1044575">
                <a:moveTo>
                  <a:pt x="142875" y="114300"/>
                </a:moveTo>
                <a:lnTo>
                  <a:pt x="85725" y="114300"/>
                </a:lnTo>
                <a:lnTo>
                  <a:pt x="96847" y="116545"/>
                </a:lnTo>
                <a:lnTo>
                  <a:pt x="105930" y="122669"/>
                </a:lnTo>
                <a:lnTo>
                  <a:pt x="112054" y="131752"/>
                </a:lnTo>
                <a:lnTo>
                  <a:pt x="114300" y="142875"/>
                </a:lnTo>
                <a:lnTo>
                  <a:pt x="114299" y="171450"/>
                </a:lnTo>
                <a:lnTo>
                  <a:pt x="171450" y="171450"/>
                </a:lnTo>
                <a:lnTo>
                  <a:pt x="142875" y="11430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4193524" y="5959347"/>
            <a:ext cx="2475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Neural</a:t>
            </a:r>
            <a:r>
              <a:rPr dirty="0" sz="2800" spc="-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5253683" y="3396334"/>
            <a:ext cx="2163445" cy="2568575"/>
          </a:xfrm>
          <a:custGeom>
            <a:avLst/>
            <a:gdLst/>
            <a:ahLst/>
            <a:cxnLst/>
            <a:rect l="l" t="t" r="r" b="b"/>
            <a:pathLst>
              <a:path w="2163445" h="2568575">
                <a:moveTo>
                  <a:pt x="2030933" y="112869"/>
                </a:moveTo>
                <a:lnTo>
                  <a:pt x="6592" y="2521614"/>
                </a:lnTo>
                <a:lnTo>
                  <a:pt x="1155" y="2531573"/>
                </a:lnTo>
                <a:lnTo>
                  <a:pt x="0" y="2542467"/>
                </a:lnTo>
                <a:lnTo>
                  <a:pt x="3013" y="2552999"/>
                </a:lnTo>
                <a:lnTo>
                  <a:pt x="10083" y="2561874"/>
                </a:lnTo>
                <a:lnTo>
                  <a:pt x="20043" y="2567311"/>
                </a:lnTo>
                <a:lnTo>
                  <a:pt x="30936" y="2568466"/>
                </a:lnTo>
                <a:lnTo>
                  <a:pt x="41468" y="2565453"/>
                </a:lnTo>
                <a:lnTo>
                  <a:pt x="50344" y="2558383"/>
                </a:lnTo>
                <a:lnTo>
                  <a:pt x="2074684" y="149637"/>
                </a:lnTo>
                <a:lnTo>
                  <a:pt x="2030933" y="112869"/>
                </a:lnTo>
                <a:close/>
              </a:path>
              <a:path w="2163445" h="2568575">
                <a:moveTo>
                  <a:pt x="2143722" y="80909"/>
                </a:moveTo>
                <a:lnTo>
                  <a:pt x="2068725" y="80909"/>
                </a:lnTo>
                <a:lnTo>
                  <a:pt x="2079618" y="82064"/>
                </a:lnTo>
                <a:lnTo>
                  <a:pt x="2089577" y="87501"/>
                </a:lnTo>
                <a:lnTo>
                  <a:pt x="2096648" y="96377"/>
                </a:lnTo>
                <a:lnTo>
                  <a:pt x="2099661" y="106908"/>
                </a:lnTo>
                <a:lnTo>
                  <a:pt x="2098506" y="117802"/>
                </a:lnTo>
                <a:lnTo>
                  <a:pt x="2093069" y="127762"/>
                </a:lnTo>
                <a:lnTo>
                  <a:pt x="2074684" y="149637"/>
                </a:lnTo>
                <a:lnTo>
                  <a:pt x="2118436" y="186406"/>
                </a:lnTo>
                <a:lnTo>
                  <a:pt x="2143722" y="80909"/>
                </a:lnTo>
                <a:close/>
              </a:path>
              <a:path w="2163445" h="2568575">
                <a:moveTo>
                  <a:pt x="2068725" y="80909"/>
                </a:moveTo>
                <a:lnTo>
                  <a:pt x="2058193" y="83922"/>
                </a:lnTo>
                <a:lnTo>
                  <a:pt x="2049318" y="90992"/>
                </a:lnTo>
                <a:lnTo>
                  <a:pt x="2030933" y="112869"/>
                </a:lnTo>
                <a:lnTo>
                  <a:pt x="2074684" y="149637"/>
                </a:lnTo>
                <a:lnTo>
                  <a:pt x="2093069" y="127762"/>
                </a:lnTo>
                <a:lnTo>
                  <a:pt x="2098506" y="117802"/>
                </a:lnTo>
                <a:lnTo>
                  <a:pt x="2099661" y="106908"/>
                </a:lnTo>
                <a:lnTo>
                  <a:pt x="2096648" y="96377"/>
                </a:lnTo>
                <a:lnTo>
                  <a:pt x="2089577" y="87501"/>
                </a:lnTo>
                <a:lnTo>
                  <a:pt x="2079618" y="82064"/>
                </a:lnTo>
                <a:lnTo>
                  <a:pt x="2068725" y="80909"/>
                </a:lnTo>
                <a:close/>
              </a:path>
              <a:path w="2163445" h="2568575">
                <a:moveTo>
                  <a:pt x="2163116" y="0"/>
                </a:moveTo>
                <a:lnTo>
                  <a:pt x="1987181" y="76099"/>
                </a:lnTo>
                <a:lnTo>
                  <a:pt x="2030933" y="112869"/>
                </a:lnTo>
                <a:lnTo>
                  <a:pt x="2049318" y="90992"/>
                </a:lnTo>
                <a:lnTo>
                  <a:pt x="2058193" y="83922"/>
                </a:lnTo>
                <a:lnTo>
                  <a:pt x="2068725" y="80909"/>
                </a:lnTo>
                <a:lnTo>
                  <a:pt x="2143722" y="80909"/>
                </a:lnTo>
                <a:lnTo>
                  <a:pt x="2163116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255123" y="4513934"/>
            <a:ext cx="2162175" cy="1450975"/>
          </a:xfrm>
          <a:custGeom>
            <a:avLst/>
            <a:gdLst/>
            <a:ahLst/>
            <a:cxnLst/>
            <a:rect l="l" t="t" r="r" b="b"/>
            <a:pathLst>
              <a:path w="2162175" h="1450975">
                <a:moveTo>
                  <a:pt x="2003170" y="71326"/>
                </a:moveTo>
                <a:lnTo>
                  <a:pt x="12226" y="1398622"/>
                </a:lnTo>
                <a:lnTo>
                  <a:pt x="4217" y="1406660"/>
                </a:lnTo>
                <a:lnTo>
                  <a:pt x="57" y="1416794"/>
                </a:lnTo>
                <a:lnTo>
                  <a:pt x="0" y="1427748"/>
                </a:lnTo>
                <a:lnTo>
                  <a:pt x="4301" y="1438249"/>
                </a:lnTo>
                <a:lnTo>
                  <a:pt x="12339" y="1446258"/>
                </a:lnTo>
                <a:lnTo>
                  <a:pt x="22473" y="1450418"/>
                </a:lnTo>
                <a:lnTo>
                  <a:pt x="33427" y="1450475"/>
                </a:lnTo>
                <a:lnTo>
                  <a:pt x="43927" y="1446174"/>
                </a:lnTo>
                <a:lnTo>
                  <a:pt x="2034872" y="118879"/>
                </a:lnTo>
                <a:lnTo>
                  <a:pt x="2003170" y="71326"/>
                </a:lnTo>
                <a:close/>
              </a:path>
              <a:path w="2162175" h="1450975">
                <a:moveTo>
                  <a:pt x="2132433" y="51176"/>
                </a:moveTo>
                <a:lnTo>
                  <a:pt x="2037445" y="51176"/>
                </a:lnTo>
                <a:lnTo>
                  <a:pt x="2048399" y="51233"/>
                </a:lnTo>
                <a:lnTo>
                  <a:pt x="2058533" y="55394"/>
                </a:lnTo>
                <a:lnTo>
                  <a:pt x="2066571" y="63403"/>
                </a:lnTo>
                <a:lnTo>
                  <a:pt x="2070873" y="73903"/>
                </a:lnTo>
                <a:lnTo>
                  <a:pt x="2070816" y="84857"/>
                </a:lnTo>
                <a:lnTo>
                  <a:pt x="2066655" y="94991"/>
                </a:lnTo>
                <a:lnTo>
                  <a:pt x="2058645" y="103030"/>
                </a:lnTo>
                <a:lnTo>
                  <a:pt x="2034872" y="118879"/>
                </a:lnTo>
                <a:lnTo>
                  <a:pt x="2066573" y="166430"/>
                </a:lnTo>
                <a:lnTo>
                  <a:pt x="2132433" y="51176"/>
                </a:lnTo>
                <a:close/>
              </a:path>
              <a:path w="2162175" h="1450975">
                <a:moveTo>
                  <a:pt x="2037445" y="51176"/>
                </a:moveTo>
                <a:lnTo>
                  <a:pt x="2026945" y="55477"/>
                </a:lnTo>
                <a:lnTo>
                  <a:pt x="2003170" y="71326"/>
                </a:lnTo>
                <a:lnTo>
                  <a:pt x="2034872" y="118879"/>
                </a:lnTo>
                <a:lnTo>
                  <a:pt x="2058645" y="103030"/>
                </a:lnTo>
                <a:lnTo>
                  <a:pt x="2066655" y="94991"/>
                </a:lnTo>
                <a:lnTo>
                  <a:pt x="2070816" y="84857"/>
                </a:lnTo>
                <a:lnTo>
                  <a:pt x="2070873" y="73903"/>
                </a:lnTo>
                <a:lnTo>
                  <a:pt x="2066571" y="63403"/>
                </a:lnTo>
                <a:lnTo>
                  <a:pt x="2058533" y="55394"/>
                </a:lnTo>
                <a:lnTo>
                  <a:pt x="2048399" y="51233"/>
                </a:lnTo>
                <a:lnTo>
                  <a:pt x="2037445" y="51176"/>
                </a:lnTo>
                <a:close/>
              </a:path>
              <a:path w="2162175" h="1450975">
                <a:moveTo>
                  <a:pt x="2161677" y="0"/>
                </a:moveTo>
                <a:lnTo>
                  <a:pt x="1971470" y="23775"/>
                </a:lnTo>
                <a:lnTo>
                  <a:pt x="2003170" y="71326"/>
                </a:lnTo>
                <a:lnTo>
                  <a:pt x="2026945" y="55477"/>
                </a:lnTo>
                <a:lnTo>
                  <a:pt x="2037445" y="51176"/>
                </a:lnTo>
                <a:lnTo>
                  <a:pt x="2132433" y="51176"/>
                </a:lnTo>
                <a:lnTo>
                  <a:pt x="216167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254113" y="5485460"/>
            <a:ext cx="2010410" cy="488315"/>
          </a:xfrm>
          <a:custGeom>
            <a:avLst/>
            <a:gdLst/>
            <a:ahLst/>
            <a:cxnLst/>
            <a:rect l="l" t="t" r="r" b="b"/>
            <a:pathLst>
              <a:path w="2010409" h="488314">
                <a:moveTo>
                  <a:pt x="1836604" y="55962"/>
                </a:moveTo>
                <a:lnTo>
                  <a:pt x="22243" y="431717"/>
                </a:lnTo>
                <a:lnTo>
                  <a:pt x="11807" y="436171"/>
                </a:lnTo>
                <a:lnTo>
                  <a:pt x="4154" y="444010"/>
                </a:lnTo>
                <a:lnTo>
                  <a:pt x="0" y="454146"/>
                </a:lnTo>
                <a:lnTo>
                  <a:pt x="56" y="465493"/>
                </a:lnTo>
                <a:lnTo>
                  <a:pt x="4511" y="475929"/>
                </a:lnTo>
                <a:lnTo>
                  <a:pt x="12349" y="483581"/>
                </a:lnTo>
                <a:lnTo>
                  <a:pt x="22486" y="487736"/>
                </a:lnTo>
                <a:lnTo>
                  <a:pt x="33833" y="487679"/>
                </a:lnTo>
                <a:lnTo>
                  <a:pt x="1848194" y="111925"/>
                </a:lnTo>
                <a:lnTo>
                  <a:pt x="1836604" y="55962"/>
                </a:lnTo>
                <a:close/>
              </a:path>
              <a:path w="2010409" h="488314">
                <a:moveTo>
                  <a:pt x="2009100" y="50110"/>
                </a:moveTo>
                <a:lnTo>
                  <a:pt x="1875933" y="50110"/>
                </a:lnTo>
                <a:lnTo>
                  <a:pt x="1886069" y="54265"/>
                </a:lnTo>
                <a:lnTo>
                  <a:pt x="1893907" y="61918"/>
                </a:lnTo>
                <a:lnTo>
                  <a:pt x="1898362" y="72354"/>
                </a:lnTo>
                <a:lnTo>
                  <a:pt x="1898419" y="83701"/>
                </a:lnTo>
                <a:lnTo>
                  <a:pt x="1894264" y="93837"/>
                </a:lnTo>
                <a:lnTo>
                  <a:pt x="1886612" y="101675"/>
                </a:lnTo>
                <a:lnTo>
                  <a:pt x="1876175" y="106130"/>
                </a:lnTo>
                <a:lnTo>
                  <a:pt x="1848194" y="111925"/>
                </a:lnTo>
                <a:lnTo>
                  <a:pt x="1859784" y="167887"/>
                </a:lnTo>
                <a:lnTo>
                  <a:pt x="2009100" y="50110"/>
                </a:lnTo>
                <a:close/>
              </a:path>
              <a:path w="2010409" h="488314">
                <a:moveTo>
                  <a:pt x="1875933" y="50110"/>
                </a:moveTo>
                <a:lnTo>
                  <a:pt x="1864586" y="50167"/>
                </a:lnTo>
                <a:lnTo>
                  <a:pt x="1836604" y="55962"/>
                </a:lnTo>
                <a:lnTo>
                  <a:pt x="1848194" y="111925"/>
                </a:lnTo>
                <a:lnTo>
                  <a:pt x="1876175" y="106130"/>
                </a:lnTo>
                <a:lnTo>
                  <a:pt x="1886612" y="101675"/>
                </a:lnTo>
                <a:lnTo>
                  <a:pt x="1894264" y="93837"/>
                </a:lnTo>
                <a:lnTo>
                  <a:pt x="1898419" y="83701"/>
                </a:lnTo>
                <a:lnTo>
                  <a:pt x="1898362" y="72354"/>
                </a:lnTo>
                <a:lnTo>
                  <a:pt x="1893907" y="61918"/>
                </a:lnTo>
                <a:lnTo>
                  <a:pt x="1886069" y="54265"/>
                </a:lnTo>
                <a:lnTo>
                  <a:pt x="1875933" y="50110"/>
                </a:lnTo>
                <a:close/>
              </a:path>
              <a:path w="2010409" h="488314">
                <a:moveTo>
                  <a:pt x="1825014" y="0"/>
                </a:moveTo>
                <a:lnTo>
                  <a:pt x="1836604" y="55962"/>
                </a:lnTo>
                <a:lnTo>
                  <a:pt x="1864586" y="50167"/>
                </a:lnTo>
                <a:lnTo>
                  <a:pt x="2009100" y="50110"/>
                </a:lnTo>
                <a:lnTo>
                  <a:pt x="2010287" y="49174"/>
                </a:lnTo>
                <a:lnTo>
                  <a:pt x="182501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86" name="object 8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7" name="object 8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390753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6372" y="1267460"/>
            <a:ext cx="48367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powerful </a:t>
            </a:r>
            <a:r>
              <a:rPr dirty="0" sz="3600" spc="-20" b="1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dirty="0" sz="36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GNNs?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486372" y="1815084"/>
            <a:ext cx="8164195" cy="40944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332740" marR="189230" indent="-320040">
              <a:lnSpc>
                <a:spcPct val="10120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latin typeface="Calibri"/>
                <a:cs typeface="Calibri"/>
              </a:rPr>
              <a:t>Many </a:t>
            </a:r>
            <a:r>
              <a:rPr dirty="0" sz="3200" spc="-5" b="1">
                <a:latin typeface="Calibri"/>
                <a:cs typeface="Calibri"/>
              </a:rPr>
              <a:t>GNN models </a:t>
            </a:r>
            <a:r>
              <a:rPr dirty="0" sz="3200" spc="-25" b="1">
                <a:latin typeface="Calibri"/>
                <a:cs typeface="Calibri"/>
              </a:rPr>
              <a:t>have </a:t>
            </a:r>
            <a:r>
              <a:rPr dirty="0" sz="3200" spc="-5" b="1">
                <a:latin typeface="Calibri"/>
                <a:cs typeface="Calibri"/>
              </a:rPr>
              <a:t>been </a:t>
            </a:r>
            <a:r>
              <a:rPr dirty="0" sz="3200" spc="-10" b="1">
                <a:latin typeface="Calibri"/>
                <a:cs typeface="Calibri"/>
              </a:rPr>
              <a:t>proposed </a:t>
            </a:r>
            <a:r>
              <a:rPr dirty="0" sz="3200" b="1">
                <a:latin typeface="Calibri"/>
                <a:cs typeface="Calibri"/>
              </a:rPr>
              <a:t>(e.g.,  </a:t>
            </a:r>
            <a:r>
              <a:rPr dirty="0" sz="3200" spc="-5" b="1">
                <a:latin typeface="Calibri"/>
                <a:cs typeface="Calibri"/>
              </a:rPr>
              <a:t>GCN, </a:t>
            </a:r>
            <a:r>
              <a:rPr dirty="0" sz="3200" spc="-140" b="1">
                <a:latin typeface="Calibri"/>
                <a:cs typeface="Calibri"/>
              </a:rPr>
              <a:t>GAT, </a:t>
            </a:r>
            <a:r>
              <a:rPr dirty="0" sz="3200" spc="-20" b="1">
                <a:latin typeface="Calibri"/>
                <a:cs typeface="Calibri"/>
              </a:rPr>
              <a:t>GraphSAGE, </a:t>
            </a:r>
            <a:r>
              <a:rPr dirty="0" sz="3200" spc="-5" b="1">
                <a:latin typeface="Calibri"/>
                <a:cs typeface="Calibri"/>
              </a:rPr>
              <a:t>design</a:t>
            </a:r>
            <a:r>
              <a:rPr dirty="0" sz="3200" spc="12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space).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ct val="100299"/>
              </a:lnSpc>
              <a:spcBef>
                <a:spcPts val="25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What </a:t>
            </a:r>
            <a:r>
              <a:rPr dirty="0" sz="3200" b="1">
                <a:latin typeface="Calibri"/>
                <a:cs typeface="Calibri"/>
              </a:rPr>
              <a:t>is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5" b="1">
                <a:latin typeface="Calibri"/>
                <a:cs typeface="Calibri"/>
              </a:rPr>
              <a:t>expressive </a:t>
            </a:r>
            <a:r>
              <a:rPr dirty="0" sz="3200" spc="-10" b="1">
                <a:latin typeface="Calibri"/>
                <a:cs typeface="Calibri"/>
              </a:rPr>
              <a:t>power </a:t>
            </a:r>
            <a:r>
              <a:rPr dirty="0" sz="3200" spc="-5" b="1">
                <a:latin typeface="Calibri"/>
                <a:cs typeface="Calibri"/>
              </a:rPr>
              <a:t>(ability </a:t>
            </a:r>
            <a:r>
              <a:rPr dirty="0" sz="3200" spc="-15" b="1">
                <a:latin typeface="Calibri"/>
                <a:cs typeface="Calibri"/>
              </a:rPr>
              <a:t>to  </a:t>
            </a:r>
            <a:r>
              <a:rPr dirty="0" sz="3200" spc="-10" b="1">
                <a:latin typeface="Calibri"/>
                <a:cs typeface="Calibri"/>
              </a:rPr>
              <a:t>distinguish </a:t>
            </a:r>
            <a:r>
              <a:rPr dirty="0" sz="3200" spc="-20" b="1">
                <a:latin typeface="Calibri"/>
                <a:cs typeface="Calibri"/>
              </a:rPr>
              <a:t>different graph </a:t>
            </a:r>
            <a:r>
              <a:rPr dirty="0" sz="3200" spc="-10" b="1">
                <a:latin typeface="Calibri"/>
                <a:cs typeface="Calibri"/>
              </a:rPr>
              <a:t>structures)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5" b="1">
                <a:latin typeface="Calibri"/>
                <a:cs typeface="Calibri"/>
              </a:rPr>
              <a:t>these  GNN</a:t>
            </a:r>
            <a:r>
              <a:rPr dirty="0" sz="3200" spc="-6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models?</a:t>
            </a:r>
            <a:endParaRPr sz="3200">
              <a:latin typeface="Calibri"/>
              <a:cs typeface="Calibri"/>
            </a:endParaRPr>
          </a:p>
          <a:p>
            <a:pPr marL="332740" marR="547370" indent="-320040">
              <a:lnSpc>
                <a:spcPts val="3820"/>
              </a:lnSpc>
              <a:spcBef>
                <a:spcPts val="26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5" b="1">
                <a:latin typeface="Calibri"/>
                <a:cs typeface="Calibri"/>
              </a:rPr>
              <a:t>design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0" b="1">
                <a:latin typeface="Calibri"/>
                <a:cs typeface="Calibri"/>
              </a:rPr>
              <a:t>maximally </a:t>
            </a:r>
            <a:r>
              <a:rPr dirty="0" sz="3200" spc="-15" b="1">
                <a:latin typeface="Calibri"/>
                <a:cs typeface="Calibri"/>
              </a:rPr>
              <a:t>expressive </a:t>
            </a:r>
            <a:r>
              <a:rPr dirty="0" sz="3200" spc="-5" b="1">
                <a:latin typeface="Calibri"/>
                <a:cs typeface="Calibri"/>
              </a:rPr>
              <a:t>GNN  model?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906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218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/>
              <a:t>Many </a:t>
            </a:r>
            <a:r>
              <a:rPr dirty="0" sz="3200" spc="-5"/>
              <a:t>GNN models </a:t>
            </a:r>
            <a:r>
              <a:rPr dirty="0" sz="3200" spc="-20"/>
              <a:t>have </a:t>
            </a:r>
            <a:r>
              <a:rPr dirty="0" sz="3200" spc="-5"/>
              <a:t>been</a:t>
            </a:r>
            <a:r>
              <a:rPr dirty="0" sz="3200" spc="50"/>
              <a:t> </a:t>
            </a:r>
            <a:r>
              <a:rPr dirty="0" sz="3200" spc="-10"/>
              <a:t>proposed: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4501896" y="4109636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4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74745" y="3769711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74745" y="3769711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40267" y="4464365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63486" y="4177681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47965" y="4113204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6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52598" y="4388495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64245" y="4314070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1"/>
                </a:lnTo>
                <a:lnTo>
                  <a:pt x="140164" y="3376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54951" y="3180262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64245" y="3881352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99869" y="2713055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19">
                <a:moveTo>
                  <a:pt x="299007" y="0"/>
                </a:moveTo>
                <a:lnTo>
                  <a:pt x="0" y="85738"/>
                </a:lnTo>
                <a:lnTo>
                  <a:pt x="94052" y="413738"/>
                </a:lnTo>
                <a:lnTo>
                  <a:pt x="393059" y="328000"/>
                </a:lnTo>
                <a:lnTo>
                  <a:pt x="29900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99869" y="2713054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19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32261" y="2520010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30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63353" y="2770643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70673" y="2969279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60740" y="2929003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29530" y="3924687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5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29530" y="3924687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53860" y="4112790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38605" y="4053122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8" y="0"/>
                </a:moveTo>
                <a:lnTo>
                  <a:pt x="0" y="73084"/>
                </a:lnTo>
                <a:lnTo>
                  <a:pt x="133033" y="128656"/>
                </a:lnTo>
                <a:lnTo>
                  <a:pt x="124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23520" y="5039848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3"/>
                </a:lnTo>
                <a:lnTo>
                  <a:pt x="302467" y="404393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123519" y="5039848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40401" y="5306015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68568" y="5268403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1"/>
                </a:lnTo>
                <a:lnTo>
                  <a:pt x="68943" y="78362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81391" y="5195801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68231" y="5135343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9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23672" y="4259800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63311" y="4217198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53001" y="4157462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82220" y="4120779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1"/>
                </a:lnTo>
                <a:lnTo>
                  <a:pt x="65669" y="77216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26256" y="3564263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65897" y="3939856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55586" y="3874045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584806" y="4038457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841641" y="3862223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23109" y="3764857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44858" y="3120145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115153" y="5332892"/>
            <a:ext cx="10725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68124" y="3145455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28974" y="3483325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16652" y="2915003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01570" y="3101511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78140" y="293137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80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59"/>
                </a:lnTo>
                <a:lnTo>
                  <a:pt x="115049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055444" y="290425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97949" y="3828825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42607" y="451186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18143" y="448931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702644" y="47864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773356" y="477140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33261" y="3954021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596204" y="426694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659915" y="424752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353856" y="374412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1" y="0"/>
                </a:moveTo>
                <a:lnTo>
                  <a:pt x="115051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2"/>
                </a:lnTo>
                <a:lnTo>
                  <a:pt x="38733" y="232909"/>
                </a:lnTo>
                <a:lnTo>
                  <a:pt x="74485" y="258660"/>
                </a:lnTo>
                <a:lnTo>
                  <a:pt x="115051" y="271536"/>
                </a:lnTo>
                <a:lnTo>
                  <a:pt x="157221" y="271536"/>
                </a:lnTo>
                <a:lnTo>
                  <a:pt x="197786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70" y="156795"/>
                </a:lnTo>
                <a:lnTo>
                  <a:pt x="272270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6" y="12875"/>
                </a:lnTo>
                <a:lnTo>
                  <a:pt x="157221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418127" y="372365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160625" y="406297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1"/>
                </a:lnTo>
                <a:lnTo>
                  <a:pt x="38733" y="232907"/>
                </a:lnTo>
                <a:lnTo>
                  <a:pt x="74485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231544" y="403260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778734" y="291802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850924" y="289082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738853" y="399717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797193" y="397887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668510" y="500084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9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743462" y="498632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852304" y="363547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913662" y="360275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653359" y="2938379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579793" y="2898871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4">
                <a:moveTo>
                  <a:pt x="83963" y="0"/>
                </a:moveTo>
                <a:lnTo>
                  <a:pt x="0" y="32705"/>
                </a:lnTo>
                <a:lnTo>
                  <a:pt x="76541" y="80253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102232" y="532463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9" y="232908"/>
                </a:lnTo>
                <a:lnTo>
                  <a:pt x="259359" y="197252"/>
                </a:lnTo>
                <a:lnTo>
                  <a:pt x="272270" y="156796"/>
                </a:lnTo>
                <a:lnTo>
                  <a:pt x="272270" y="114740"/>
                </a:lnTo>
                <a:lnTo>
                  <a:pt x="259359" y="74283"/>
                </a:lnTo>
                <a:lnTo>
                  <a:pt x="233539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167330" y="529528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251456" y="24352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315091" y="240724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258014" y="287348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6" y="258660"/>
                </a:lnTo>
                <a:lnTo>
                  <a:pt x="233539" y="232909"/>
                </a:lnTo>
                <a:lnTo>
                  <a:pt x="259359" y="197253"/>
                </a:lnTo>
                <a:lnTo>
                  <a:pt x="272270" y="156796"/>
                </a:lnTo>
                <a:lnTo>
                  <a:pt x="272270" y="114740"/>
                </a:lnTo>
                <a:lnTo>
                  <a:pt x="259359" y="74283"/>
                </a:lnTo>
                <a:lnTo>
                  <a:pt x="233539" y="38626"/>
                </a:lnTo>
                <a:lnTo>
                  <a:pt x="197786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315091" y="285052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072763" y="452936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140466" y="4516183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213335" y="374955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196373" y="419125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261360" y="416693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121640" y="341089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194195" y="3250822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5030659" y="4716445"/>
            <a:ext cx="171450" cy="1044575"/>
          </a:xfrm>
          <a:custGeom>
            <a:avLst/>
            <a:gdLst/>
            <a:ahLst/>
            <a:cxnLst/>
            <a:rect l="l" t="t" r="r" b="b"/>
            <a:pathLst>
              <a:path w="171450" h="1044575">
                <a:moveTo>
                  <a:pt x="85725" y="114300"/>
                </a:moveTo>
                <a:lnTo>
                  <a:pt x="74602" y="116545"/>
                </a:lnTo>
                <a:lnTo>
                  <a:pt x="65519" y="122669"/>
                </a:lnTo>
                <a:lnTo>
                  <a:pt x="59395" y="131752"/>
                </a:lnTo>
                <a:lnTo>
                  <a:pt x="57150" y="142875"/>
                </a:lnTo>
                <a:lnTo>
                  <a:pt x="57150" y="1015999"/>
                </a:lnTo>
                <a:lnTo>
                  <a:pt x="59395" y="1027122"/>
                </a:lnTo>
                <a:lnTo>
                  <a:pt x="65519" y="1036205"/>
                </a:lnTo>
                <a:lnTo>
                  <a:pt x="74602" y="1042329"/>
                </a:lnTo>
                <a:lnTo>
                  <a:pt x="85725" y="1044574"/>
                </a:lnTo>
                <a:lnTo>
                  <a:pt x="96847" y="1042329"/>
                </a:lnTo>
                <a:lnTo>
                  <a:pt x="105930" y="1036205"/>
                </a:lnTo>
                <a:lnTo>
                  <a:pt x="112054" y="1027122"/>
                </a:lnTo>
                <a:lnTo>
                  <a:pt x="114300" y="1015999"/>
                </a:lnTo>
                <a:lnTo>
                  <a:pt x="114300" y="142875"/>
                </a:lnTo>
                <a:lnTo>
                  <a:pt x="112054" y="131752"/>
                </a:lnTo>
                <a:lnTo>
                  <a:pt x="105930" y="122669"/>
                </a:lnTo>
                <a:lnTo>
                  <a:pt x="96847" y="116545"/>
                </a:lnTo>
                <a:lnTo>
                  <a:pt x="85725" y="114300"/>
                </a:lnTo>
                <a:close/>
              </a:path>
              <a:path w="171450" h="1044575">
                <a:moveTo>
                  <a:pt x="85725" y="0"/>
                </a:moveTo>
                <a:lnTo>
                  <a:pt x="0" y="171450"/>
                </a:lnTo>
                <a:lnTo>
                  <a:pt x="57150" y="171450"/>
                </a:lnTo>
                <a:lnTo>
                  <a:pt x="57150" y="142875"/>
                </a:lnTo>
                <a:lnTo>
                  <a:pt x="59395" y="131752"/>
                </a:lnTo>
                <a:lnTo>
                  <a:pt x="65519" y="122669"/>
                </a:lnTo>
                <a:lnTo>
                  <a:pt x="74602" y="116545"/>
                </a:lnTo>
                <a:lnTo>
                  <a:pt x="85725" y="114300"/>
                </a:lnTo>
                <a:lnTo>
                  <a:pt x="142875" y="114300"/>
                </a:lnTo>
                <a:lnTo>
                  <a:pt x="85725" y="0"/>
                </a:lnTo>
                <a:close/>
              </a:path>
              <a:path w="171450" h="1044575">
                <a:moveTo>
                  <a:pt x="142875" y="114300"/>
                </a:moveTo>
                <a:lnTo>
                  <a:pt x="85725" y="114300"/>
                </a:lnTo>
                <a:lnTo>
                  <a:pt x="96847" y="116545"/>
                </a:lnTo>
                <a:lnTo>
                  <a:pt x="105930" y="122669"/>
                </a:lnTo>
                <a:lnTo>
                  <a:pt x="112054" y="131752"/>
                </a:lnTo>
                <a:lnTo>
                  <a:pt x="114300" y="142875"/>
                </a:lnTo>
                <a:lnTo>
                  <a:pt x="114300" y="171450"/>
                </a:lnTo>
                <a:lnTo>
                  <a:pt x="171450" y="171450"/>
                </a:lnTo>
                <a:lnTo>
                  <a:pt x="142875" y="11430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026708" y="5766308"/>
            <a:ext cx="4759960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solidFill>
                  <a:srgbClr val="D60093"/>
                </a:solidFill>
                <a:latin typeface="Arial"/>
                <a:cs typeface="Arial"/>
              </a:rPr>
              <a:t>Different </a:t>
            </a:r>
            <a:r>
              <a:rPr dirty="0" sz="2400" spc="-5">
                <a:solidFill>
                  <a:srgbClr val="D60093"/>
                </a:solidFill>
                <a:latin typeface="Arial"/>
                <a:cs typeface="Arial"/>
              </a:rPr>
              <a:t>GNN </a:t>
            </a:r>
            <a:r>
              <a:rPr dirty="0" sz="2400">
                <a:solidFill>
                  <a:srgbClr val="D60093"/>
                </a:solidFill>
                <a:latin typeface="Arial"/>
                <a:cs typeface="Arial"/>
              </a:rPr>
              <a:t>models use </a:t>
            </a:r>
            <a:r>
              <a:rPr dirty="0" sz="2400" spc="-10">
                <a:solidFill>
                  <a:srgbClr val="D60093"/>
                </a:solidFill>
                <a:latin typeface="Arial"/>
                <a:cs typeface="Arial"/>
              </a:rPr>
              <a:t>different  </a:t>
            </a:r>
            <a:r>
              <a:rPr dirty="0" sz="2400">
                <a:solidFill>
                  <a:srgbClr val="D60093"/>
                </a:solidFill>
                <a:latin typeface="Arial"/>
                <a:cs typeface="Arial"/>
              </a:rPr>
              <a:t>neural </a:t>
            </a:r>
            <a:r>
              <a:rPr dirty="0" sz="2400" spc="-5">
                <a:solidFill>
                  <a:srgbClr val="D60093"/>
                </a:solidFill>
                <a:latin typeface="Arial"/>
                <a:cs typeface="Arial"/>
              </a:rPr>
              <a:t>networks </a:t>
            </a:r>
            <a:r>
              <a:rPr dirty="0" sz="2400">
                <a:solidFill>
                  <a:srgbClr val="D60093"/>
                </a:solidFill>
                <a:latin typeface="Arial"/>
                <a:cs typeface="Arial"/>
              </a:rPr>
              <a:t>in </a:t>
            </a:r>
            <a:r>
              <a:rPr dirty="0" sz="2400" spc="-5">
                <a:solidFill>
                  <a:srgbClr val="D60093"/>
                </a:solidFill>
                <a:latin typeface="Arial"/>
                <a:cs typeface="Arial"/>
              </a:rPr>
              <a:t>the</a:t>
            </a:r>
            <a:r>
              <a:rPr dirty="0" sz="2400" spc="-65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D60093"/>
                </a:solidFill>
                <a:latin typeface="Arial"/>
                <a:cs typeface="Arial"/>
              </a:rPr>
              <a:t>box</a:t>
            </a:r>
            <a:endParaRPr sz="24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5086868" y="3192448"/>
            <a:ext cx="2163445" cy="2568575"/>
          </a:xfrm>
          <a:custGeom>
            <a:avLst/>
            <a:gdLst/>
            <a:ahLst/>
            <a:cxnLst/>
            <a:rect l="l" t="t" r="r" b="b"/>
            <a:pathLst>
              <a:path w="2163445" h="2568575">
                <a:moveTo>
                  <a:pt x="2030932" y="112868"/>
                </a:moveTo>
                <a:lnTo>
                  <a:pt x="6592" y="2521613"/>
                </a:lnTo>
                <a:lnTo>
                  <a:pt x="1155" y="2531573"/>
                </a:lnTo>
                <a:lnTo>
                  <a:pt x="0" y="2542467"/>
                </a:lnTo>
                <a:lnTo>
                  <a:pt x="3013" y="2552998"/>
                </a:lnTo>
                <a:lnTo>
                  <a:pt x="10083" y="2561873"/>
                </a:lnTo>
                <a:lnTo>
                  <a:pt x="20043" y="2567310"/>
                </a:lnTo>
                <a:lnTo>
                  <a:pt x="30936" y="2568466"/>
                </a:lnTo>
                <a:lnTo>
                  <a:pt x="41468" y="2565453"/>
                </a:lnTo>
                <a:lnTo>
                  <a:pt x="50342" y="2558382"/>
                </a:lnTo>
                <a:lnTo>
                  <a:pt x="2074683" y="149637"/>
                </a:lnTo>
                <a:lnTo>
                  <a:pt x="2030932" y="112868"/>
                </a:lnTo>
                <a:close/>
              </a:path>
              <a:path w="2163445" h="2568575">
                <a:moveTo>
                  <a:pt x="2143723" y="80908"/>
                </a:moveTo>
                <a:lnTo>
                  <a:pt x="2068724" y="80908"/>
                </a:lnTo>
                <a:lnTo>
                  <a:pt x="2079618" y="82064"/>
                </a:lnTo>
                <a:lnTo>
                  <a:pt x="2089577" y="87501"/>
                </a:lnTo>
                <a:lnTo>
                  <a:pt x="2096648" y="96376"/>
                </a:lnTo>
                <a:lnTo>
                  <a:pt x="2099661" y="106908"/>
                </a:lnTo>
                <a:lnTo>
                  <a:pt x="2098506" y="117801"/>
                </a:lnTo>
                <a:lnTo>
                  <a:pt x="2093069" y="127760"/>
                </a:lnTo>
                <a:lnTo>
                  <a:pt x="2074683" y="149637"/>
                </a:lnTo>
                <a:lnTo>
                  <a:pt x="2118436" y="186406"/>
                </a:lnTo>
                <a:lnTo>
                  <a:pt x="2143723" y="80908"/>
                </a:lnTo>
                <a:close/>
              </a:path>
              <a:path w="2163445" h="2568575">
                <a:moveTo>
                  <a:pt x="2068724" y="80908"/>
                </a:moveTo>
                <a:lnTo>
                  <a:pt x="2058192" y="83921"/>
                </a:lnTo>
                <a:lnTo>
                  <a:pt x="2049317" y="90991"/>
                </a:lnTo>
                <a:lnTo>
                  <a:pt x="2030932" y="112868"/>
                </a:lnTo>
                <a:lnTo>
                  <a:pt x="2074683" y="149637"/>
                </a:lnTo>
                <a:lnTo>
                  <a:pt x="2093069" y="127760"/>
                </a:lnTo>
                <a:lnTo>
                  <a:pt x="2098506" y="117801"/>
                </a:lnTo>
                <a:lnTo>
                  <a:pt x="2099661" y="106908"/>
                </a:lnTo>
                <a:lnTo>
                  <a:pt x="2096648" y="96376"/>
                </a:lnTo>
                <a:lnTo>
                  <a:pt x="2089577" y="87501"/>
                </a:lnTo>
                <a:lnTo>
                  <a:pt x="2079618" y="82064"/>
                </a:lnTo>
                <a:lnTo>
                  <a:pt x="2068724" y="80908"/>
                </a:lnTo>
                <a:close/>
              </a:path>
              <a:path w="2163445" h="2568575">
                <a:moveTo>
                  <a:pt x="2163116" y="0"/>
                </a:moveTo>
                <a:lnTo>
                  <a:pt x="1987181" y="76099"/>
                </a:lnTo>
                <a:lnTo>
                  <a:pt x="2030932" y="112868"/>
                </a:lnTo>
                <a:lnTo>
                  <a:pt x="2049317" y="90991"/>
                </a:lnTo>
                <a:lnTo>
                  <a:pt x="2058192" y="83921"/>
                </a:lnTo>
                <a:lnTo>
                  <a:pt x="2068724" y="80908"/>
                </a:lnTo>
                <a:lnTo>
                  <a:pt x="2143723" y="80908"/>
                </a:lnTo>
                <a:lnTo>
                  <a:pt x="2163116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088306" y="4310048"/>
            <a:ext cx="2162175" cy="1450975"/>
          </a:xfrm>
          <a:custGeom>
            <a:avLst/>
            <a:gdLst/>
            <a:ahLst/>
            <a:cxnLst/>
            <a:rect l="l" t="t" r="r" b="b"/>
            <a:pathLst>
              <a:path w="2162175" h="1450975">
                <a:moveTo>
                  <a:pt x="2003170" y="71326"/>
                </a:moveTo>
                <a:lnTo>
                  <a:pt x="12226" y="1398622"/>
                </a:lnTo>
                <a:lnTo>
                  <a:pt x="4217" y="1406660"/>
                </a:lnTo>
                <a:lnTo>
                  <a:pt x="56" y="1416794"/>
                </a:lnTo>
                <a:lnTo>
                  <a:pt x="0" y="1427748"/>
                </a:lnTo>
                <a:lnTo>
                  <a:pt x="4301" y="1438248"/>
                </a:lnTo>
                <a:lnTo>
                  <a:pt x="12339" y="1446257"/>
                </a:lnTo>
                <a:lnTo>
                  <a:pt x="22472" y="1450418"/>
                </a:lnTo>
                <a:lnTo>
                  <a:pt x="33426" y="1450475"/>
                </a:lnTo>
                <a:lnTo>
                  <a:pt x="43926" y="1446174"/>
                </a:lnTo>
                <a:lnTo>
                  <a:pt x="2034872" y="118878"/>
                </a:lnTo>
                <a:lnTo>
                  <a:pt x="2003170" y="71326"/>
                </a:lnTo>
                <a:close/>
              </a:path>
              <a:path w="2162175" h="1450975">
                <a:moveTo>
                  <a:pt x="2132433" y="51176"/>
                </a:moveTo>
                <a:lnTo>
                  <a:pt x="2037444" y="51176"/>
                </a:lnTo>
                <a:lnTo>
                  <a:pt x="2048399" y="51233"/>
                </a:lnTo>
                <a:lnTo>
                  <a:pt x="2058532" y="55394"/>
                </a:lnTo>
                <a:lnTo>
                  <a:pt x="2066570" y="63403"/>
                </a:lnTo>
                <a:lnTo>
                  <a:pt x="2070872" y="73903"/>
                </a:lnTo>
                <a:lnTo>
                  <a:pt x="2070815" y="84857"/>
                </a:lnTo>
                <a:lnTo>
                  <a:pt x="2066654" y="94991"/>
                </a:lnTo>
                <a:lnTo>
                  <a:pt x="2058645" y="103030"/>
                </a:lnTo>
                <a:lnTo>
                  <a:pt x="2034872" y="118878"/>
                </a:lnTo>
                <a:lnTo>
                  <a:pt x="2066573" y="166429"/>
                </a:lnTo>
                <a:lnTo>
                  <a:pt x="2132433" y="51176"/>
                </a:lnTo>
                <a:close/>
              </a:path>
              <a:path w="2162175" h="1450975">
                <a:moveTo>
                  <a:pt x="2037444" y="51176"/>
                </a:moveTo>
                <a:lnTo>
                  <a:pt x="2026944" y="55477"/>
                </a:lnTo>
                <a:lnTo>
                  <a:pt x="2003170" y="71326"/>
                </a:lnTo>
                <a:lnTo>
                  <a:pt x="2034872" y="118878"/>
                </a:lnTo>
                <a:lnTo>
                  <a:pt x="2058645" y="103030"/>
                </a:lnTo>
                <a:lnTo>
                  <a:pt x="2066654" y="94991"/>
                </a:lnTo>
                <a:lnTo>
                  <a:pt x="2070815" y="84857"/>
                </a:lnTo>
                <a:lnTo>
                  <a:pt x="2070872" y="73903"/>
                </a:lnTo>
                <a:lnTo>
                  <a:pt x="2066570" y="63403"/>
                </a:lnTo>
                <a:lnTo>
                  <a:pt x="2058532" y="55394"/>
                </a:lnTo>
                <a:lnTo>
                  <a:pt x="2048399" y="51233"/>
                </a:lnTo>
                <a:lnTo>
                  <a:pt x="2037444" y="51176"/>
                </a:lnTo>
                <a:close/>
              </a:path>
              <a:path w="2162175" h="1450975">
                <a:moveTo>
                  <a:pt x="2161677" y="0"/>
                </a:moveTo>
                <a:lnTo>
                  <a:pt x="1971470" y="23775"/>
                </a:lnTo>
                <a:lnTo>
                  <a:pt x="2003170" y="71326"/>
                </a:lnTo>
                <a:lnTo>
                  <a:pt x="2026944" y="55477"/>
                </a:lnTo>
                <a:lnTo>
                  <a:pt x="2037444" y="51176"/>
                </a:lnTo>
                <a:lnTo>
                  <a:pt x="2132433" y="51176"/>
                </a:lnTo>
                <a:lnTo>
                  <a:pt x="216167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087298" y="5281574"/>
            <a:ext cx="2010410" cy="488315"/>
          </a:xfrm>
          <a:custGeom>
            <a:avLst/>
            <a:gdLst/>
            <a:ahLst/>
            <a:cxnLst/>
            <a:rect l="l" t="t" r="r" b="b"/>
            <a:pathLst>
              <a:path w="2010409" h="488314">
                <a:moveTo>
                  <a:pt x="1836604" y="55962"/>
                </a:moveTo>
                <a:lnTo>
                  <a:pt x="22243" y="431717"/>
                </a:lnTo>
                <a:lnTo>
                  <a:pt x="11807" y="436171"/>
                </a:lnTo>
                <a:lnTo>
                  <a:pt x="4154" y="444010"/>
                </a:lnTo>
                <a:lnTo>
                  <a:pt x="0" y="454146"/>
                </a:lnTo>
                <a:lnTo>
                  <a:pt x="56" y="465493"/>
                </a:lnTo>
                <a:lnTo>
                  <a:pt x="4511" y="475929"/>
                </a:lnTo>
                <a:lnTo>
                  <a:pt x="12349" y="483581"/>
                </a:lnTo>
                <a:lnTo>
                  <a:pt x="22486" y="487736"/>
                </a:lnTo>
                <a:lnTo>
                  <a:pt x="33833" y="487679"/>
                </a:lnTo>
                <a:lnTo>
                  <a:pt x="1848194" y="111924"/>
                </a:lnTo>
                <a:lnTo>
                  <a:pt x="1836604" y="55962"/>
                </a:lnTo>
                <a:close/>
              </a:path>
              <a:path w="2010409" h="488314">
                <a:moveTo>
                  <a:pt x="2009100" y="50110"/>
                </a:moveTo>
                <a:lnTo>
                  <a:pt x="1875933" y="50110"/>
                </a:lnTo>
                <a:lnTo>
                  <a:pt x="1886069" y="54265"/>
                </a:lnTo>
                <a:lnTo>
                  <a:pt x="1893907" y="61918"/>
                </a:lnTo>
                <a:lnTo>
                  <a:pt x="1898362" y="72354"/>
                </a:lnTo>
                <a:lnTo>
                  <a:pt x="1898419" y="83701"/>
                </a:lnTo>
                <a:lnTo>
                  <a:pt x="1894264" y="93837"/>
                </a:lnTo>
                <a:lnTo>
                  <a:pt x="1886612" y="101675"/>
                </a:lnTo>
                <a:lnTo>
                  <a:pt x="1876175" y="106130"/>
                </a:lnTo>
                <a:lnTo>
                  <a:pt x="1848194" y="111924"/>
                </a:lnTo>
                <a:lnTo>
                  <a:pt x="1859784" y="167887"/>
                </a:lnTo>
                <a:lnTo>
                  <a:pt x="2009100" y="50110"/>
                </a:lnTo>
                <a:close/>
              </a:path>
              <a:path w="2010409" h="488314">
                <a:moveTo>
                  <a:pt x="1875933" y="50110"/>
                </a:moveTo>
                <a:lnTo>
                  <a:pt x="1864586" y="50167"/>
                </a:lnTo>
                <a:lnTo>
                  <a:pt x="1836604" y="55962"/>
                </a:lnTo>
                <a:lnTo>
                  <a:pt x="1848194" y="111924"/>
                </a:lnTo>
                <a:lnTo>
                  <a:pt x="1876175" y="106130"/>
                </a:lnTo>
                <a:lnTo>
                  <a:pt x="1886612" y="101675"/>
                </a:lnTo>
                <a:lnTo>
                  <a:pt x="1894264" y="93837"/>
                </a:lnTo>
                <a:lnTo>
                  <a:pt x="1898419" y="83701"/>
                </a:lnTo>
                <a:lnTo>
                  <a:pt x="1898362" y="72354"/>
                </a:lnTo>
                <a:lnTo>
                  <a:pt x="1893907" y="61918"/>
                </a:lnTo>
                <a:lnTo>
                  <a:pt x="1886069" y="54265"/>
                </a:lnTo>
                <a:lnTo>
                  <a:pt x="1875933" y="50110"/>
                </a:lnTo>
                <a:close/>
              </a:path>
              <a:path w="2010409" h="488314">
                <a:moveTo>
                  <a:pt x="1825014" y="0"/>
                </a:moveTo>
                <a:lnTo>
                  <a:pt x="1836604" y="55962"/>
                </a:lnTo>
                <a:lnTo>
                  <a:pt x="1864586" y="50167"/>
                </a:lnTo>
                <a:lnTo>
                  <a:pt x="2009100" y="50110"/>
                </a:lnTo>
                <a:lnTo>
                  <a:pt x="2010287" y="49174"/>
                </a:lnTo>
                <a:lnTo>
                  <a:pt x="182501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4991935" y="3917188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89" name="object 89"/>
          <p:cNvSpPr txBox="1"/>
          <p:nvPr/>
        </p:nvSpPr>
        <p:spPr>
          <a:xfrm>
            <a:off x="7355184" y="4715764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328723" y="3514851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56563" y="1920747"/>
            <a:ext cx="6462395" cy="876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335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180465" algn="l"/>
              </a:tabLst>
            </a:pPr>
            <a:r>
              <a:rPr dirty="0" sz="2800" spc="-5">
                <a:latin typeface="Calibri"/>
                <a:cs typeface="Calibri"/>
              </a:rPr>
              <a:t>GCN,	</a:t>
            </a:r>
            <a:r>
              <a:rPr dirty="0" sz="2800" spc="-15">
                <a:latin typeface="Calibri"/>
                <a:cs typeface="Calibri"/>
              </a:rPr>
              <a:t>GraphSAGE, </a:t>
            </a:r>
            <a:r>
              <a:rPr dirty="0" sz="2800" spc="-130">
                <a:latin typeface="Calibri"/>
                <a:cs typeface="Calibri"/>
              </a:rPr>
              <a:t>GAT, </a:t>
            </a:r>
            <a:r>
              <a:rPr dirty="0" sz="2800" spc="-5">
                <a:latin typeface="Calibri"/>
                <a:cs typeface="Calibri"/>
              </a:rPr>
              <a:t>Design Space</a:t>
            </a:r>
            <a:r>
              <a:rPr dirty="0" sz="2800" spc="1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algn="r" marR="5080">
              <a:lnSpc>
                <a:spcPts val="3350"/>
              </a:lnSpc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85825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2664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GCN</a:t>
            </a:r>
            <a:r>
              <a:rPr dirty="0" sz="3200" spc="-5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(mean-pool)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01896" y="4109636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4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74745" y="3769711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74745" y="3769711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40267" y="4464365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63486" y="4177681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47965" y="4113204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6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52598" y="4388495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64245" y="4314070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1"/>
                </a:lnTo>
                <a:lnTo>
                  <a:pt x="140164" y="3376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54951" y="3180262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64245" y="3881352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99869" y="2713055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19">
                <a:moveTo>
                  <a:pt x="299007" y="0"/>
                </a:moveTo>
                <a:lnTo>
                  <a:pt x="0" y="85738"/>
                </a:lnTo>
                <a:lnTo>
                  <a:pt x="94052" y="413738"/>
                </a:lnTo>
                <a:lnTo>
                  <a:pt x="393059" y="328000"/>
                </a:lnTo>
                <a:lnTo>
                  <a:pt x="29900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99869" y="2713054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19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32261" y="2520010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30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63353" y="2770643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70673" y="2969279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60740" y="2929003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29530" y="3924687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5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29530" y="3924687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53860" y="4112790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38605" y="4053122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8" y="0"/>
                </a:moveTo>
                <a:lnTo>
                  <a:pt x="0" y="73084"/>
                </a:lnTo>
                <a:lnTo>
                  <a:pt x="133033" y="128656"/>
                </a:lnTo>
                <a:lnTo>
                  <a:pt x="124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23520" y="5039848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3"/>
                </a:lnTo>
                <a:lnTo>
                  <a:pt x="302467" y="404393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123519" y="5039848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40401" y="5306015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68568" y="5268403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1"/>
                </a:lnTo>
                <a:lnTo>
                  <a:pt x="68943" y="78362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81391" y="5195801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68231" y="5135343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9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23672" y="4259800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63311" y="4217198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53001" y="4157462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82220" y="4120779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1"/>
                </a:lnTo>
                <a:lnTo>
                  <a:pt x="65669" y="77216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26256" y="3564263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65897" y="3939856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55586" y="3874045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584806" y="4038457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841641" y="3862223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23109" y="3764857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44858" y="3120145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115153" y="5332892"/>
            <a:ext cx="10725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68124" y="3145455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28974" y="3483325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16652" y="2915003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01570" y="3101511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78140" y="293137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80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59"/>
                </a:lnTo>
                <a:lnTo>
                  <a:pt x="115049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055444" y="290425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97949" y="3828825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42607" y="451186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18143" y="448931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702644" y="47864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773356" y="477140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33261" y="3954021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596204" y="426694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659915" y="424752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353856" y="374412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1" y="0"/>
                </a:moveTo>
                <a:lnTo>
                  <a:pt x="115051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2"/>
                </a:lnTo>
                <a:lnTo>
                  <a:pt x="38733" y="232909"/>
                </a:lnTo>
                <a:lnTo>
                  <a:pt x="74485" y="258660"/>
                </a:lnTo>
                <a:lnTo>
                  <a:pt x="115051" y="271536"/>
                </a:lnTo>
                <a:lnTo>
                  <a:pt x="157221" y="271536"/>
                </a:lnTo>
                <a:lnTo>
                  <a:pt x="197786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70" y="156795"/>
                </a:lnTo>
                <a:lnTo>
                  <a:pt x="272270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6" y="12875"/>
                </a:lnTo>
                <a:lnTo>
                  <a:pt x="157221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418127" y="372365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160625" y="406297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1"/>
                </a:lnTo>
                <a:lnTo>
                  <a:pt x="38733" y="232907"/>
                </a:lnTo>
                <a:lnTo>
                  <a:pt x="74485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231544" y="403260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778734" y="291802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850924" y="289082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738853" y="399717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797193" y="397887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668510" y="500084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9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743462" y="498632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852304" y="363547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913662" y="360275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653359" y="2938379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579793" y="2898871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4">
                <a:moveTo>
                  <a:pt x="83963" y="0"/>
                </a:moveTo>
                <a:lnTo>
                  <a:pt x="0" y="32705"/>
                </a:lnTo>
                <a:lnTo>
                  <a:pt x="76541" y="80253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102232" y="532463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9" y="232908"/>
                </a:lnTo>
                <a:lnTo>
                  <a:pt x="259359" y="197252"/>
                </a:lnTo>
                <a:lnTo>
                  <a:pt x="272270" y="156796"/>
                </a:lnTo>
                <a:lnTo>
                  <a:pt x="272270" y="114740"/>
                </a:lnTo>
                <a:lnTo>
                  <a:pt x="259359" y="74283"/>
                </a:lnTo>
                <a:lnTo>
                  <a:pt x="233539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167330" y="529528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251456" y="24352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315091" y="240724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258014" y="287348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6" y="258660"/>
                </a:lnTo>
                <a:lnTo>
                  <a:pt x="233539" y="232909"/>
                </a:lnTo>
                <a:lnTo>
                  <a:pt x="259359" y="197253"/>
                </a:lnTo>
                <a:lnTo>
                  <a:pt x="272270" y="156796"/>
                </a:lnTo>
                <a:lnTo>
                  <a:pt x="272270" y="114740"/>
                </a:lnTo>
                <a:lnTo>
                  <a:pt x="259359" y="74283"/>
                </a:lnTo>
                <a:lnTo>
                  <a:pt x="233539" y="38626"/>
                </a:lnTo>
                <a:lnTo>
                  <a:pt x="197786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315091" y="285052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072763" y="452936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140466" y="4516183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213335" y="374955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196373" y="419125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261360" y="416693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121640" y="341089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194195" y="3250822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5030659" y="4716445"/>
            <a:ext cx="171450" cy="1044575"/>
          </a:xfrm>
          <a:custGeom>
            <a:avLst/>
            <a:gdLst/>
            <a:ahLst/>
            <a:cxnLst/>
            <a:rect l="l" t="t" r="r" b="b"/>
            <a:pathLst>
              <a:path w="171450" h="1044575">
                <a:moveTo>
                  <a:pt x="85725" y="114300"/>
                </a:moveTo>
                <a:lnTo>
                  <a:pt x="74602" y="116545"/>
                </a:lnTo>
                <a:lnTo>
                  <a:pt x="65519" y="122669"/>
                </a:lnTo>
                <a:lnTo>
                  <a:pt x="59395" y="131752"/>
                </a:lnTo>
                <a:lnTo>
                  <a:pt x="57150" y="142875"/>
                </a:lnTo>
                <a:lnTo>
                  <a:pt x="57150" y="1015999"/>
                </a:lnTo>
                <a:lnTo>
                  <a:pt x="59395" y="1027122"/>
                </a:lnTo>
                <a:lnTo>
                  <a:pt x="65519" y="1036205"/>
                </a:lnTo>
                <a:lnTo>
                  <a:pt x="74602" y="1042329"/>
                </a:lnTo>
                <a:lnTo>
                  <a:pt x="85725" y="1044574"/>
                </a:lnTo>
                <a:lnTo>
                  <a:pt x="96847" y="1042329"/>
                </a:lnTo>
                <a:lnTo>
                  <a:pt x="105930" y="1036205"/>
                </a:lnTo>
                <a:lnTo>
                  <a:pt x="112054" y="1027122"/>
                </a:lnTo>
                <a:lnTo>
                  <a:pt x="114300" y="1015999"/>
                </a:lnTo>
                <a:lnTo>
                  <a:pt x="114300" y="142875"/>
                </a:lnTo>
                <a:lnTo>
                  <a:pt x="112054" y="131752"/>
                </a:lnTo>
                <a:lnTo>
                  <a:pt x="105930" y="122669"/>
                </a:lnTo>
                <a:lnTo>
                  <a:pt x="96847" y="116545"/>
                </a:lnTo>
                <a:lnTo>
                  <a:pt x="85725" y="114300"/>
                </a:lnTo>
                <a:close/>
              </a:path>
              <a:path w="171450" h="1044575">
                <a:moveTo>
                  <a:pt x="85725" y="0"/>
                </a:moveTo>
                <a:lnTo>
                  <a:pt x="0" y="171450"/>
                </a:lnTo>
                <a:lnTo>
                  <a:pt x="57150" y="171450"/>
                </a:lnTo>
                <a:lnTo>
                  <a:pt x="57150" y="142875"/>
                </a:lnTo>
                <a:lnTo>
                  <a:pt x="59395" y="131752"/>
                </a:lnTo>
                <a:lnTo>
                  <a:pt x="65519" y="122669"/>
                </a:lnTo>
                <a:lnTo>
                  <a:pt x="74602" y="116545"/>
                </a:lnTo>
                <a:lnTo>
                  <a:pt x="85725" y="114300"/>
                </a:lnTo>
                <a:lnTo>
                  <a:pt x="142875" y="114300"/>
                </a:lnTo>
                <a:lnTo>
                  <a:pt x="85725" y="0"/>
                </a:lnTo>
                <a:close/>
              </a:path>
              <a:path w="171450" h="1044575">
                <a:moveTo>
                  <a:pt x="142875" y="114300"/>
                </a:moveTo>
                <a:lnTo>
                  <a:pt x="85725" y="114300"/>
                </a:lnTo>
                <a:lnTo>
                  <a:pt x="96847" y="116545"/>
                </a:lnTo>
                <a:lnTo>
                  <a:pt x="105930" y="122669"/>
                </a:lnTo>
                <a:lnTo>
                  <a:pt x="112054" y="131752"/>
                </a:lnTo>
                <a:lnTo>
                  <a:pt x="114300" y="142875"/>
                </a:lnTo>
                <a:lnTo>
                  <a:pt x="114300" y="171450"/>
                </a:lnTo>
                <a:lnTo>
                  <a:pt x="171450" y="171450"/>
                </a:lnTo>
                <a:lnTo>
                  <a:pt x="142875" y="11430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408244" y="5766308"/>
            <a:ext cx="4037329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solidFill>
                  <a:srgbClr val="D60093"/>
                </a:solidFill>
                <a:latin typeface="Arial"/>
                <a:cs typeface="Arial"/>
              </a:rPr>
              <a:t>Element-wise </a:t>
            </a:r>
            <a:r>
              <a:rPr dirty="0" sz="2400">
                <a:solidFill>
                  <a:srgbClr val="D60093"/>
                </a:solidFill>
                <a:latin typeface="Arial"/>
                <a:cs typeface="Arial"/>
              </a:rPr>
              <a:t>mean pooling +  Linear + ReLU</a:t>
            </a:r>
            <a:r>
              <a:rPr dirty="0" sz="2400" spc="-60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D60093"/>
                </a:solidFill>
                <a:latin typeface="Arial"/>
                <a:cs typeface="Arial"/>
              </a:rPr>
              <a:t>non-linearity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5086868" y="3192448"/>
            <a:ext cx="2163445" cy="2568575"/>
          </a:xfrm>
          <a:custGeom>
            <a:avLst/>
            <a:gdLst/>
            <a:ahLst/>
            <a:cxnLst/>
            <a:rect l="l" t="t" r="r" b="b"/>
            <a:pathLst>
              <a:path w="2163445" h="2568575">
                <a:moveTo>
                  <a:pt x="2030932" y="112868"/>
                </a:moveTo>
                <a:lnTo>
                  <a:pt x="6592" y="2521613"/>
                </a:lnTo>
                <a:lnTo>
                  <a:pt x="1155" y="2531573"/>
                </a:lnTo>
                <a:lnTo>
                  <a:pt x="0" y="2542467"/>
                </a:lnTo>
                <a:lnTo>
                  <a:pt x="3013" y="2552998"/>
                </a:lnTo>
                <a:lnTo>
                  <a:pt x="10083" y="2561873"/>
                </a:lnTo>
                <a:lnTo>
                  <a:pt x="20043" y="2567310"/>
                </a:lnTo>
                <a:lnTo>
                  <a:pt x="30936" y="2568466"/>
                </a:lnTo>
                <a:lnTo>
                  <a:pt x="41468" y="2565453"/>
                </a:lnTo>
                <a:lnTo>
                  <a:pt x="50342" y="2558382"/>
                </a:lnTo>
                <a:lnTo>
                  <a:pt x="2074683" y="149637"/>
                </a:lnTo>
                <a:lnTo>
                  <a:pt x="2030932" y="112868"/>
                </a:lnTo>
                <a:close/>
              </a:path>
              <a:path w="2163445" h="2568575">
                <a:moveTo>
                  <a:pt x="2143723" y="80908"/>
                </a:moveTo>
                <a:lnTo>
                  <a:pt x="2068724" y="80908"/>
                </a:lnTo>
                <a:lnTo>
                  <a:pt x="2079618" y="82064"/>
                </a:lnTo>
                <a:lnTo>
                  <a:pt x="2089577" y="87501"/>
                </a:lnTo>
                <a:lnTo>
                  <a:pt x="2096648" y="96376"/>
                </a:lnTo>
                <a:lnTo>
                  <a:pt x="2099661" y="106908"/>
                </a:lnTo>
                <a:lnTo>
                  <a:pt x="2098506" y="117801"/>
                </a:lnTo>
                <a:lnTo>
                  <a:pt x="2093069" y="127760"/>
                </a:lnTo>
                <a:lnTo>
                  <a:pt x="2074683" y="149637"/>
                </a:lnTo>
                <a:lnTo>
                  <a:pt x="2118436" y="186406"/>
                </a:lnTo>
                <a:lnTo>
                  <a:pt x="2143723" y="80908"/>
                </a:lnTo>
                <a:close/>
              </a:path>
              <a:path w="2163445" h="2568575">
                <a:moveTo>
                  <a:pt x="2068724" y="80908"/>
                </a:moveTo>
                <a:lnTo>
                  <a:pt x="2058192" y="83921"/>
                </a:lnTo>
                <a:lnTo>
                  <a:pt x="2049317" y="90991"/>
                </a:lnTo>
                <a:lnTo>
                  <a:pt x="2030932" y="112868"/>
                </a:lnTo>
                <a:lnTo>
                  <a:pt x="2074683" y="149637"/>
                </a:lnTo>
                <a:lnTo>
                  <a:pt x="2093069" y="127760"/>
                </a:lnTo>
                <a:lnTo>
                  <a:pt x="2098506" y="117801"/>
                </a:lnTo>
                <a:lnTo>
                  <a:pt x="2099661" y="106908"/>
                </a:lnTo>
                <a:lnTo>
                  <a:pt x="2096648" y="96376"/>
                </a:lnTo>
                <a:lnTo>
                  <a:pt x="2089577" y="87501"/>
                </a:lnTo>
                <a:lnTo>
                  <a:pt x="2079618" y="82064"/>
                </a:lnTo>
                <a:lnTo>
                  <a:pt x="2068724" y="80908"/>
                </a:lnTo>
                <a:close/>
              </a:path>
              <a:path w="2163445" h="2568575">
                <a:moveTo>
                  <a:pt x="2163116" y="0"/>
                </a:moveTo>
                <a:lnTo>
                  <a:pt x="1987181" y="76099"/>
                </a:lnTo>
                <a:lnTo>
                  <a:pt x="2030932" y="112868"/>
                </a:lnTo>
                <a:lnTo>
                  <a:pt x="2049317" y="90991"/>
                </a:lnTo>
                <a:lnTo>
                  <a:pt x="2058192" y="83921"/>
                </a:lnTo>
                <a:lnTo>
                  <a:pt x="2068724" y="80908"/>
                </a:lnTo>
                <a:lnTo>
                  <a:pt x="2143723" y="80908"/>
                </a:lnTo>
                <a:lnTo>
                  <a:pt x="2163116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088306" y="4310048"/>
            <a:ext cx="2162175" cy="1450975"/>
          </a:xfrm>
          <a:custGeom>
            <a:avLst/>
            <a:gdLst/>
            <a:ahLst/>
            <a:cxnLst/>
            <a:rect l="l" t="t" r="r" b="b"/>
            <a:pathLst>
              <a:path w="2162175" h="1450975">
                <a:moveTo>
                  <a:pt x="2003170" y="71326"/>
                </a:moveTo>
                <a:lnTo>
                  <a:pt x="12226" y="1398622"/>
                </a:lnTo>
                <a:lnTo>
                  <a:pt x="4217" y="1406660"/>
                </a:lnTo>
                <a:lnTo>
                  <a:pt x="56" y="1416794"/>
                </a:lnTo>
                <a:lnTo>
                  <a:pt x="0" y="1427748"/>
                </a:lnTo>
                <a:lnTo>
                  <a:pt x="4301" y="1438248"/>
                </a:lnTo>
                <a:lnTo>
                  <a:pt x="12339" y="1446257"/>
                </a:lnTo>
                <a:lnTo>
                  <a:pt x="22472" y="1450418"/>
                </a:lnTo>
                <a:lnTo>
                  <a:pt x="33426" y="1450475"/>
                </a:lnTo>
                <a:lnTo>
                  <a:pt x="43926" y="1446174"/>
                </a:lnTo>
                <a:lnTo>
                  <a:pt x="2034872" y="118878"/>
                </a:lnTo>
                <a:lnTo>
                  <a:pt x="2003170" y="71326"/>
                </a:lnTo>
                <a:close/>
              </a:path>
              <a:path w="2162175" h="1450975">
                <a:moveTo>
                  <a:pt x="2132433" y="51176"/>
                </a:moveTo>
                <a:lnTo>
                  <a:pt x="2037444" y="51176"/>
                </a:lnTo>
                <a:lnTo>
                  <a:pt x="2048399" y="51233"/>
                </a:lnTo>
                <a:lnTo>
                  <a:pt x="2058532" y="55394"/>
                </a:lnTo>
                <a:lnTo>
                  <a:pt x="2066570" y="63403"/>
                </a:lnTo>
                <a:lnTo>
                  <a:pt x="2070872" y="73903"/>
                </a:lnTo>
                <a:lnTo>
                  <a:pt x="2070815" y="84857"/>
                </a:lnTo>
                <a:lnTo>
                  <a:pt x="2066654" y="94991"/>
                </a:lnTo>
                <a:lnTo>
                  <a:pt x="2058645" y="103030"/>
                </a:lnTo>
                <a:lnTo>
                  <a:pt x="2034872" y="118878"/>
                </a:lnTo>
                <a:lnTo>
                  <a:pt x="2066573" y="166429"/>
                </a:lnTo>
                <a:lnTo>
                  <a:pt x="2132433" y="51176"/>
                </a:lnTo>
                <a:close/>
              </a:path>
              <a:path w="2162175" h="1450975">
                <a:moveTo>
                  <a:pt x="2037444" y="51176"/>
                </a:moveTo>
                <a:lnTo>
                  <a:pt x="2026944" y="55477"/>
                </a:lnTo>
                <a:lnTo>
                  <a:pt x="2003170" y="71326"/>
                </a:lnTo>
                <a:lnTo>
                  <a:pt x="2034872" y="118878"/>
                </a:lnTo>
                <a:lnTo>
                  <a:pt x="2058645" y="103030"/>
                </a:lnTo>
                <a:lnTo>
                  <a:pt x="2066654" y="94991"/>
                </a:lnTo>
                <a:lnTo>
                  <a:pt x="2070815" y="84857"/>
                </a:lnTo>
                <a:lnTo>
                  <a:pt x="2070872" y="73903"/>
                </a:lnTo>
                <a:lnTo>
                  <a:pt x="2066570" y="63403"/>
                </a:lnTo>
                <a:lnTo>
                  <a:pt x="2058532" y="55394"/>
                </a:lnTo>
                <a:lnTo>
                  <a:pt x="2048399" y="51233"/>
                </a:lnTo>
                <a:lnTo>
                  <a:pt x="2037444" y="51176"/>
                </a:lnTo>
                <a:close/>
              </a:path>
              <a:path w="2162175" h="1450975">
                <a:moveTo>
                  <a:pt x="2161677" y="0"/>
                </a:moveTo>
                <a:lnTo>
                  <a:pt x="1971470" y="23775"/>
                </a:lnTo>
                <a:lnTo>
                  <a:pt x="2003170" y="71326"/>
                </a:lnTo>
                <a:lnTo>
                  <a:pt x="2026944" y="55477"/>
                </a:lnTo>
                <a:lnTo>
                  <a:pt x="2037444" y="51176"/>
                </a:lnTo>
                <a:lnTo>
                  <a:pt x="2132433" y="51176"/>
                </a:lnTo>
                <a:lnTo>
                  <a:pt x="216167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087298" y="5281574"/>
            <a:ext cx="2010410" cy="488315"/>
          </a:xfrm>
          <a:custGeom>
            <a:avLst/>
            <a:gdLst/>
            <a:ahLst/>
            <a:cxnLst/>
            <a:rect l="l" t="t" r="r" b="b"/>
            <a:pathLst>
              <a:path w="2010409" h="488314">
                <a:moveTo>
                  <a:pt x="1836604" y="55962"/>
                </a:moveTo>
                <a:lnTo>
                  <a:pt x="22243" y="431717"/>
                </a:lnTo>
                <a:lnTo>
                  <a:pt x="11807" y="436171"/>
                </a:lnTo>
                <a:lnTo>
                  <a:pt x="4154" y="444010"/>
                </a:lnTo>
                <a:lnTo>
                  <a:pt x="0" y="454146"/>
                </a:lnTo>
                <a:lnTo>
                  <a:pt x="56" y="465493"/>
                </a:lnTo>
                <a:lnTo>
                  <a:pt x="4511" y="475929"/>
                </a:lnTo>
                <a:lnTo>
                  <a:pt x="12349" y="483581"/>
                </a:lnTo>
                <a:lnTo>
                  <a:pt x="22486" y="487736"/>
                </a:lnTo>
                <a:lnTo>
                  <a:pt x="33833" y="487679"/>
                </a:lnTo>
                <a:lnTo>
                  <a:pt x="1848194" y="111924"/>
                </a:lnTo>
                <a:lnTo>
                  <a:pt x="1836604" y="55962"/>
                </a:lnTo>
                <a:close/>
              </a:path>
              <a:path w="2010409" h="488314">
                <a:moveTo>
                  <a:pt x="2009100" y="50110"/>
                </a:moveTo>
                <a:lnTo>
                  <a:pt x="1875933" y="50110"/>
                </a:lnTo>
                <a:lnTo>
                  <a:pt x="1886069" y="54265"/>
                </a:lnTo>
                <a:lnTo>
                  <a:pt x="1893907" y="61918"/>
                </a:lnTo>
                <a:lnTo>
                  <a:pt x="1898362" y="72354"/>
                </a:lnTo>
                <a:lnTo>
                  <a:pt x="1898419" y="83701"/>
                </a:lnTo>
                <a:lnTo>
                  <a:pt x="1894264" y="93837"/>
                </a:lnTo>
                <a:lnTo>
                  <a:pt x="1886612" y="101675"/>
                </a:lnTo>
                <a:lnTo>
                  <a:pt x="1876175" y="106130"/>
                </a:lnTo>
                <a:lnTo>
                  <a:pt x="1848194" y="111924"/>
                </a:lnTo>
                <a:lnTo>
                  <a:pt x="1859784" y="167887"/>
                </a:lnTo>
                <a:lnTo>
                  <a:pt x="2009100" y="50110"/>
                </a:lnTo>
                <a:close/>
              </a:path>
              <a:path w="2010409" h="488314">
                <a:moveTo>
                  <a:pt x="1875933" y="50110"/>
                </a:moveTo>
                <a:lnTo>
                  <a:pt x="1864586" y="50167"/>
                </a:lnTo>
                <a:lnTo>
                  <a:pt x="1836604" y="55962"/>
                </a:lnTo>
                <a:lnTo>
                  <a:pt x="1848194" y="111924"/>
                </a:lnTo>
                <a:lnTo>
                  <a:pt x="1876175" y="106130"/>
                </a:lnTo>
                <a:lnTo>
                  <a:pt x="1886612" y="101675"/>
                </a:lnTo>
                <a:lnTo>
                  <a:pt x="1894264" y="93837"/>
                </a:lnTo>
                <a:lnTo>
                  <a:pt x="1898419" y="83701"/>
                </a:lnTo>
                <a:lnTo>
                  <a:pt x="1898362" y="72354"/>
                </a:lnTo>
                <a:lnTo>
                  <a:pt x="1893907" y="61918"/>
                </a:lnTo>
                <a:lnTo>
                  <a:pt x="1886069" y="54265"/>
                </a:lnTo>
                <a:lnTo>
                  <a:pt x="1875933" y="50110"/>
                </a:lnTo>
                <a:close/>
              </a:path>
              <a:path w="2010409" h="488314">
                <a:moveTo>
                  <a:pt x="1825014" y="0"/>
                </a:moveTo>
                <a:lnTo>
                  <a:pt x="1836604" y="55962"/>
                </a:lnTo>
                <a:lnTo>
                  <a:pt x="1864586" y="50167"/>
                </a:lnTo>
                <a:lnTo>
                  <a:pt x="2009100" y="50110"/>
                </a:lnTo>
                <a:lnTo>
                  <a:pt x="2010287" y="49174"/>
                </a:lnTo>
                <a:lnTo>
                  <a:pt x="182501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4991935" y="3917188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89" name="object 89"/>
          <p:cNvSpPr txBox="1"/>
          <p:nvPr/>
        </p:nvSpPr>
        <p:spPr>
          <a:xfrm>
            <a:off x="7355184" y="4715764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328723" y="3514851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176323" y="2344419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033476" y="1538732"/>
            <a:ext cx="2955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[Kipf and </a:t>
            </a:r>
            <a:r>
              <a:rPr dirty="0" sz="1800" spc="-10">
                <a:latin typeface="Arial"/>
                <a:cs typeface="Arial"/>
              </a:rPr>
              <a:t>Welling </a:t>
            </a:r>
            <a:r>
              <a:rPr dirty="0" sz="1800" spc="-5">
                <a:latin typeface="Arial"/>
                <a:cs typeface="Arial"/>
              </a:rPr>
              <a:t>ICLR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2017]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8613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18655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latin typeface="Calibri"/>
                <a:cs typeface="Calibri"/>
              </a:rPr>
              <a:t>GraphSAGE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(max-pool)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01896" y="4109636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4" y="0"/>
                </a:moveTo>
                <a:lnTo>
                  <a:pt x="0" y="64476"/>
                </a:lnTo>
                <a:lnTo>
                  <a:pt x="128954" y="128954"/>
                </a:lnTo>
                <a:lnTo>
                  <a:pt x="128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74745" y="3769711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796183"/>
                </a:moveTo>
                <a:lnTo>
                  <a:pt x="876282" y="796183"/>
                </a:lnTo>
                <a:lnTo>
                  <a:pt x="876282" y="0"/>
                </a:lnTo>
                <a:lnTo>
                  <a:pt x="0" y="0"/>
                </a:lnTo>
                <a:lnTo>
                  <a:pt x="0" y="796183"/>
                </a:lnTo>
                <a:close/>
              </a:path>
            </a:pathLst>
          </a:custGeom>
          <a:solidFill>
            <a:srgbClr val="DCDE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74745" y="3769711"/>
            <a:ext cx="876300" cy="796290"/>
          </a:xfrm>
          <a:custGeom>
            <a:avLst/>
            <a:gdLst/>
            <a:ahLst/>
            <a:cxnLst/>
            <a:rect l="l" t="t" r="r" b="b"/>
            <a:pathLst>
              <a:path w="876300" h="796289">
                <a:moveTo>
                  <a:pt x="0" y="0"/>
                </a:moveTo>
                <a:lnTo>
                  <a:pt x="876282" y="0"/>
                </a:lnTo>
                <a:lnTo>
                  <a:pt x="876282" y="796184"/>
                </a:lnTo>
                <a:lnTo>
                  <a:pt x="0" y="796184"/>
                </a:lnTo>
                <a:lnTo>
                  <a:pt x="0" y="0"/>
                </a:lnTo>
                <a:close/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40267" y="4464365"/>
            <a:ext cx="703580" cy="451484"/>
          </a:xfrm>
          <a:custGeom>
            <a:avLst/>
            <a:gdLst/>
            <a:ahLst/>
            <a:cxnLst/>
            <a:rect l="l" t="t" r="r" b="b"/>
            <a:pathLst>
              <a:path w="703580" h="451485">
                <a:moveTo>
                  <a:pt x="0" y="439768"/>
                </a:moveTo>
                <a:lnTo>
                  <a:pt x="695820" y="0"/>
                </a:lnTo>
                <a:lnTo>
                  <a:pt x="702996" y="11355"/>
                </a:lnTo>
                <a:lnTo>
                  <a:pt x="7176" y="451123"/>
                </a:lnTo>
                <a:lnTo>
                  <a:pt x="0" y="439768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63486" y="4177681"/>
            <a:ext cx="970915" cy="0"/>
          </a:xfrm>
          <a:custGeom>
            <a:avLst/>
            <a:gdLst/>
            <a:ahLst/>
            <a:cxnLst/>
            <a:rect l="l" t="t" r="r" b="b"/>
            <a:pathLst>
              <a:path w="970915" h="0">
                <a:moveTo>
                  <a:pt x="0" y="0"/>
                </a:moveTo>
                <a:lnTo>
                  <a:pt x="13432" y="0"/>
                </a:lnTo>
                <a:lnTo>
                  <a:pt x="970700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47965" y="4113204"/>
            <a:ext cx="129539" cy="129539"/>
          </a:xfrm>
          <a:custGeom>
            <a:avLst/>
            <a:gdLst/>
            <a:ahLst/>
            <a:cxnLst/>
            <a:rect l="l" t="t" r="r" b="b"/>
            <a:pathLst>
              <a:path w="129539" h="129539">
                <a:moveTo>
                  <a:pt x="128953" y="0"/>
                </a:moveTo>
                <a:lnTo>
                  <a:pt x="0" y="64476"/>
                </a:lnTo>
                <a:lnTo>
                  <a:pt x="128953" y="128954"/>
                </a:lnTo>
                <a:lnTo>
                  <a:pt x="12895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52598" y="4388495"/>
            <a:ext cx="865505" cy="728980"/>
          </a:xfrm>
          <a:custGeom>
            <a:avLst/>
            <a:gdLst/>
            <a:ahLst/>
            <a:cxnLst/>
            <a:rect l="l" t="t" r="r" b="b"/>
            <a:pathLst>
              <a:path w="865504" h="728979">
                <a:moveTo>
                  <a:pt x="0" y="0"/>
                </a:moveTo>
                <a:lnTo>
                  <a:pt x="10273" y="8654"/>
                </a:lnTo>
                <a:lnTo>
                  <a:pt x="864975" y="728624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64245" y="4314070"/>
            <a:ext cx="140335" cy="132715"/>
          </a:xfrm>
          <a:custGeom>
            <a:avLst/>
            <a:gdLst/>
            <a:ahLst/>
            <a:cxnLst/>
            <a:rect l="l" t="t" r="r" b="b"/>
            <a:pathLst>
              <a:path w="140335" h="132714">
                <a:moveTo>
                  <a:pt x="0" y="0"/>
                </a:moveTo>
                <a:lnTo>
                  <a:pt x="57086" y="132391"/>
                </a:lnTo>
                <a:lnTo>
                  <a:pt x="140164" y="33765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54951" y="3180262"/>
            <a:ext cx="963930" cy="760095"/>
          </a:xfrm>
          <a:custGeom>
            <a:avLst/>
            <a:gdLst/>
            <a:ahLst/>
            <a:cxnLst/>
            <a:rect l="l" t="t" r="r" b="b"/>
            <a:pathLst>
              <a:path w="963929" h="760095">
                <a:moveTo>
                  <a:pt x="0" y="760034"/>
                </a:moveTo>
                <a:lnTo>
                  <a:pt x="10547" y="751716"/>
                </a:lnTo>
                <a:lnTo>
                  <a:pt x="963693" y="0"/>
                </a:lnTo>
              </a:path>
            </a:pathLst>
          </a:custGeom>
          <a:ln w="26865">
            <a:solidFill>
              <a:srgbClr val="53585F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64245" y="3881352"/>
            <a:ext cx="141605" cy="130810"/>
          </a:xfrm>
          <a:custGeom>
            <a:avLst/>
            <a:gdLst/>
            <a:ahLst/>
            <a:cxnLst/>
            <a:rect l="l" t="t" r="r" b="b"/>
            <a:pathLst>
              <a:path w="141604" h="130810">
                <a:moveTo>
                  <a:pt x="61325" y="0"/>
                </a:moveTo>
                <a:lnTo>
                  <a:pt x="0" y="130481"/>
                </a:lnTo>
                <a:lnTo>
                  <a:pt x="141182" y="101253"/>
                </a:lnTo>
                <a:lnTo>
                  <a:pt x="6132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99869" y="2713055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19">
                <a:moveTo>
                  <a:pt x="299007" y="0"/>
                </a:moveTo>
                <a:lnTo>
                  <a:pt x="0" y="85738"/>
                </a:lnTo>
                <a:lnTo>
                  <a:pt x="94052" y="413738"/>
                </a:lnTo>
                <a:lnTo>
                  <a:pt x="393059" y="328000"/>
                </a:lnTo>
                <a:lnTo>
                  <a:pt x="29900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199869" y="2713054"/>
            <a:ext cx="393065" cy="414020"/>
          </a:xfrm>
          <a:custGeom>
            <a:avLst/>
            <a:gdLst/>
            <a:ahLst/>
            <a:cxnLst/>
            <a:rect l="l" t="t" r="r" b="b"/>
            <a:pathLst>
              <a:path w="393065" h="414019">
                <a:moveTo>
                  <a:pt x="0" y="85739"/>
                </a:moveTo>
                <a:lnTo>
                  <a:pt x="299008" y="0"/>
                </a:lnTo>
                <a:lnTo>
                  <a:pt x="393060" y="327998"/>
                </a:lnTo>
                <a:lnTo>
                  <a:pt x="94052" y="413738"/>
                </a:lnTo>
                <a:lnTo>
                  <a:pt x="0" y="85739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632261" y="2520010"/>
            <a:ext cx="751840" cy="290830"/>
          </a:xfrm>
          <a:custGeom>
            <a:avLst/>
            <a:gdLst/>
            <a:ahLst/>
            <a:cxnLst/>
            <a:rect l="l" t="t" r="r" b="b"/>
            <a:pathLst>
              <a:path w="751840" h="290830">
                <a:moveTo>
                  <a:pt x="0" y="290642"/>
                </a:moveTo>
                <a:lnTo>
                  <a:pt x="6264" y="288220"/>
                </a:lnTo>
                <a:lnTo>
                  <a:pt x="751708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563353" y="2770643"/>
            <a:ext cx="90170" cy="75565"/>
          </a:xfrm>
          <a:custGeom>
            <a:avLst/>
            <a:gdLst/>
            <a:ahLst/>
            <a:cxnLst/>
            <a:rect l="l" t="t" r="r" b="b"/>
            <a:pathLst>
              <a:path w="90170" h="75564">
                <a:moveTo>
                  <a:pt x="60639" y="0"/>
                </a:moveTo>
                <a:lnTo>
                  <a:pt x="0" y="66652"/>
                </a:lnTo>
                <a:lnTo>
                  <a:pt x="89706" y="75173"/>
                </a:lnTo>
                <a:lnTo>
                  <a:pt x="6063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70673" y="2969279"/>
            <a:ext cx="78105" cy="25400"/>
          </a:xfrm>
          <a:custGeom>
            <a:avLst/>
            <a:gdLst/>
            <a:ahLst/>
            <a:cxnLst/>
            <a:rect l="l" t="t" r="r" b="b"/>
            <a:pathLst>
              <a:path w="78104" h="25400">
                <a:moveTo>
                  <a:pt x="78082" y="0"/>
                </a:moveTo>
                <a:lnTo>
                  <a:pt x="12782" y="21082"/>
                </a:lnTo>
                <a:lnTo>
                  <a:pt x="0" y="25209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60740" y="2929003"/>
            <a:ext cx="142875" cy="123189"/>
          </a:xfrm>
          <a:custGeom>
            <a:avLst/>
            <a:gdLst/>
            <a:ahLst/>
            <a:cxnLst/>
            <a:rect l="l" t="t" r="r" b="b"/>
            <a:pathLst>
              <a:path w="142875" h="123189">
                <a:moveTo>
                  <a:pt x="102906" y="0"/>
                </a:moveTo>
                <a:lnTo>
                  <a:pt x="0" y="100978"/>
                </a:lnTo>
                <a:lnTo>
                  <a:pt x="142527" y="122717"/>
                </a:lnTo>
                <a:lnTo>
                  <a:pt x="102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29530" y="3924687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310868" y="0"/>
                </a:moveTo>
                <a:lnTo>
                  <a:pt x="0" y="10855"/>
                </a:lnTo>
                <a:lnTo>
                  <a:pt x="11907" y="351866"/>
                </a:lnTo>
                <a:lnTo>
                  <a:pt x="322775" y="341010"/>
                </a:lnTo>
                <a:lnTo>
                  <a:pt x="310868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29530" y="3924687"/>
            <a:ext cx="323215" cy="352425"/>
          </a:xfrm>
          <a:custGeom>
            <a:avLst/>
            <a:gdLst/>
            <a:ahLst/>
            <a:cxnLst/>
            <a:rect l="l" t="t" r="r" b="b"/>
            <a:pathLst>
              <a:path w="323215" h="352425">
                <a:moveTo>
                  <a:pt x="0" y="10855"/>
                </a:moveTo>
                <a:lnTo>
                  <a:pt x="310868" y="0"/>
                </a:lnTo>
                <a:lnTo>
                  <a:pt x="322776" y="341009"/>
                </a:lnTo>
                <a:lnTo>
                  <a:pt x="11908" y="351865"/>
                </a:lnTo>
                <a:lnTo>
                  <a:pt x="0" y="10855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53860" y="4112790"/>
            <a:ext cx="81915" cy="5715"/>
          </a:xfrm>
          <a:custGeom>
            <a:avLst/>
            <a:gdLst/>
            <a:ahLst/>
            <a:cxnLst/>
            <a:rect l="l" t="t" r="r" b="b"/>
            <a:pathLst>
              <a:path w="81915" h="5714">
                <a:moveTo>
                  <a:pt x="81861" y="0"/>
                </a:moveTo>
                <a:lnTo>
                  <a:pt x="13401" y="4659"/>
                </a:lnTo>
                <a:lnTo>
                  <a:pt x="0" y="5571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38605" y="4053122"/>
            <a:ext cx="133350" cy="128905"/>
          </a:xfrm>
          <a:custGeom>
            <a:avLst/>
            <a:gdLst/>
            <a:ahLst/>
            <a:cxnLst/>
            <a:rect l="l" t="t" r="r" b="b"/>
            <a:pathLst>
              <a:path w="133350" h="128904">
                <a:moveTo>
                  <a:pt x="124278" y="0"/>
                </a:moveTo>
                <a:lnTo>
                  <a:pt x="0" y="73084"/>
                </a:lnTo>
                <a:lnTo>
                  <a:pt x="133033" y="128656"/>
                </a:lnTo>
                <a:lnTo>
                  <a:pt x="124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23520" y="5039848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7" y="0"/>
                </a:moveTo>
                <a:lnTo>
                  <a:pt x="0" y="331793"/>
                </a:lnTo>
                <a:lnTo>
                  <a:pt x="302467" y="404393"/>
                </a:lnTo>
                <a:lnTo>
                  <a:pt x="382104" y="72599"/>
                </a:lnTo>
                <a:lnTo>
                  <a:pt x="7963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123519" y="5039848"/>
            <a:ext cx="382270" cy="404495"/>
          </a:xfrm>
          <a:custGeom>
            <a:avLst/>
            <a:gdLst/>
            <a:ahLst/>
            <a:cxnLst/>
            <a:rect l="l" t="t" r="r" b="b"/>
            <a:pathLst>
              <a:path w="382270" h="404495">
                <a:moveTo>
                  <a:pt x="79638" y="0"/>
                </a:moveTo>
                <a:lnTo>
                  <a:pt x="382105" y="72599"/>
                </a:lnTo>
                <a:lnTo>
                  <a:pt x="302466" y="404392"/>
                </a:lnTo>
                <a:lnTo>
                  <a:pt x="0" y="331793"/>
                </a:lnTo>
                <a:lnTo>
                  <a:pt x="79638" y="0"/>
                </a:lnTo>
              </a:path>
            </a:pathLst>
          </a:custGeom>
          <a:ln w="3358">
            <a:solidFill>
              <a:srgbClr val="5358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40401" y="5306015"/>
            <a:ext cx="653415" cy="157480"/>
          </a:xfrm>
          <a:custGeom>
            <a:avLst/>
            <a:gdLst/>
            <a:ahLst/>
            <a:cxnLst/>
            <a:rect l="l" t="t" r="r" b="b"/>
            <a:pathLst>
              <a:path w="653415" h="157479">
                <a:moveTo>
                  <a:pt x="0" y="0"/>
                </a:moveTo>
                <a:lnTo>
                  <a:pt x="6530" y="1570"/>
                </a:lnTo>
                <a:lnTo>
                  <a:pt x="653344" y="157081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68568" y="5268403"/>
            <a:ext cx="88265" cy="78740"/>
          </a:xfrm>
          <a:custGeom>
            <a:avLst/>
            <a:gdLst/>
            <a:ahLst/>
            <a:cxnLst/>
            <a:rect l="l" t="t" r="r" b="b"/>
            <a:pathLst>
              <a:path w="88265" h="78739">
                <a:moveTo>
                  <a:pt x="87783" y="0"/>
                </a:moveTo>
                <a:lnTo>
                  <a:pt x="0" y="20341"/>
                </a:lnTo>
                <a:lnTo>
                  <a:pt x="68943" y="78362"/>
                </a:lnTo>
                <a:lnTo>
                  <a:pt x="8778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81391" y="5195801"/>
            <a:ext cx="80645" cy="16510"/>
          </a:xfrm>
          <a:custGeom>
            <a:avLst/>
            <a:gdLst/>
            <a:ahLst/>
            <a:cxnLst/>
            <a:rect l="l" t="t" r="r" b="b"/>
            <a:pathLst>
              <a:path w="80645" h="16510">
                <a:moveTo>
                  <a:pt x="80373" y="16503"/>
                </a:moveTo>
                <a:lnTo>
                  <a:pt x="13158" y="2701"/>
                </a:lnTo>
                <a:lnTo>
                  <a:pt x="0" y="0"/>
                </a:lnTo>
              </a:path>
            </a:pathLst>
          </a:custGeom>
          <a:ln w="268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68231" y="5135343"/>
            <a:ext cx="139700" cy="126364"/>
          </a:xfrm>
          <a:custGeom>
            <a:avLst/>
            <a:gdLst/>
            <a:ahLst/>
            <a:cxnLst/>
            <a:rect l="l" t="t" r="r" b="b"/>
            <a:pathLst>
              <a:path w="139700" h="126364">
                <a:moveTo>
                  <a:pt x="139287" y="0"/>
                </a:moveTo>
                <a:lnTo>
                  <a:pt x="0" y="37221"/>
                </a:lnTo>
                <a:lnTo>
                  <a:pt x="113348" y="126319"/>
                </a:lnTo>
                <a:lnTo>
                  <a:pt x="139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23672" y="4259800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0"/>
                </a:moveTo>
                <a:lnTo>
                  <a:pt x="5487" y="3872"/>
                </a:lnTo>
                <a:lnTo>
                  <a:pt x="584294" y="412389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563311" y="4217198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0" y="0"/>
                </a:moveTo>
                <a:lnTo>
                  <a:pt x="42611" y="79397"/>
                </a:lnTo>
                <a:lnTo>
                  <a:pt x="89085" y="13550"/>
                </a:lnTo>
                <a:lnTo>
                  <a:pt x="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53001" y="4157462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0"/>
                </a:moveTo>
                <a:lnTo>
                  <a:pt x="6434" y="1924"/>
                </a:lnTo>
                <a:lnTo>
                  <a:pt x="685173" y="20494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82220" y="4120779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88765" y="0"/>
                </a:moveTo>
                <a:lnTo>
                  <a:pt x="0" y="15511"/>
                </a:lnTo>
                <a:lnTo>
                  <a:pt x="65669" y="77216"/>
                </a:lnTo>
                <a:lnTo>
                  <a:pt x="8876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626256" y="3564263"/>
            <a:ext cx="584835" cy="412750"/>
          </a:xfrm>
          <a:custGeom>
            <a:avLst/>
            <a:gdLst/>
            <a:ahLst/>
            <a:cxnLst/>
            <a:rect l="l" t="t" r="r" b="b"/>
            <a:pathLst>
              <a:path w="584834" h="412750">
                <a:moveTo>
                  <a:pt x="0" y="412389"/>
                </a:moveTo>
                <a:lnTo>
                  <a:pt x="5487" y="408516"/>
                </a:lnTo>
                <a:lnTo>
                  <a:pt x="584294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65897" y="3939856"/>
            <a:ext cx="89535" cy="80010"/>
          </a:xfrm>
          <a:custGeom>
            <a:avLst/>
            <a:gdLst/>
            <a:ahLst/>
            <a:cxnLst/>
            <a:rect l="l" t="t" r="r" b="b"/>
            <a:pathLst>
              <a:path w="89534" h="80010">
                <a:moveTo>
                  <a:pt x="42609" y="0"/>
                </a:moveTo>
                <a:lnTo>
                  <a:pt x="0" y="79397"/>
                </a:lnTo>
                <a:lnTo>
                  <a:pt x="89084" y="65846"/>
                </a:lnTo>
                <a:lnTo>
                  <a:pt x="4260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655586" y="3874045"/>
            <a:ext cx="685800" cy="205104"/>
          </a:xfrm>
          <a:custGeom>
            <a:avLst/>
            <a:gdLst/>
            <a:ahLst/>
            <a:cxnLst/>
            <a:rect l="l" t="t" r="r" b="b"/>
            <a:pathLst>
              <a:path w="685800" h="205104">
                <a:moveTo>
                  <a:pt x="0" y="204945"/>
                </a:moveTo>
                <a:lnTo>
                  <a:pt x="6434" y="203020"/>
                </a:lnTo>
                <a:lnTo>
                  <a:pt x="685173" y="0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584806" y="4038457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65667" y="0"/>
                </a:moveTo>
                <a:lnTo>
                  <a:pt x="0" y="61704"/>
                </a:lnTo>
                <a:lnTo>
                  <a:pt x="88765" y="77214"/>
                </a:lnTo>
                <a:lnTo>
                  <a:pt x="65667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841641" y="3862223"/>
            <a:ext cx="687070" cy="1033144"/>
          </a:xfrm>
          <a:custGeom>
            <a:avLst/>
            <a:gdLst/>
            <a:ahLst/>
            <a:cxnLst/>
            <a:rect l="l" t="t" r="r" b="b"/>
            <a:pathLst>
              <a:path w="687069" h="1033145">
                <a:moveTo>
                  <a:pt x="0" y="1025403"/>
                </a:moveTo>
                <a:lnTo>
                  <a:pt x="675821" y="0"/>
                </a:lnTo>
                <a:lnTo>
                  <a:pt x="687036" y="7392"/>
                </a:lnTo>
                <a:lnTo>
                  <a:pt x="11215" y="1032795"/>
                </a:lnTo>
                <a:lnTo>
                  <a:pt x="0" y="102540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23109" y="3764857"/>
            <a:ext cx="1515110" cy="137160"/>
          </a:xfrm>
          <a:custGeom>
            <a:avLst/>
            <a:gdLst/>
            <a:ahLst/>
            <a:cxnLst/>
            <a:rect l="l" t="t" r="r" b="b"/>
            <a:pathLst>
              <a:path w="1515110" h="137160">
                <a:moveTo>
                  <a:pt x="1090" y="0"/>
                </a:moveTo>
                <a:lnTo>
                  <a:pt x="1514947" y="123251"/>
                </a:lnTo>
                <a:lnTo>
                  <a:pt x="1513857" y="136639"/>
                </a:lnTo>
                <a:lnTo>
                  <a:pt x="0" y="13388"/>
                </a:lnTo>
                <a:lnTo>
                  <a:pt x="1090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144858" y="3120145"/>
            <a:ext cx="337185" cy="777875"/>
          </a:xfrm>
          <a:custGeom>
            <a:avLst/>
            <a:gdLst/>
            <a:ahLst/>
            <a:cxnLst/>
            <a:rect l="l" t="t" r="r" b="b"/>
            <a:pathLst>
              <a:path w="337185" h="777875">
                <a:moveTo>
                  <a:pt x="12386" y="0"/>
                </a:moveTo>
                <a:lnTo>
                  <a:pt x="336607" y="772555"/>
                </a:lnTo>
                <a:lnTo>
                  <a:pt x="324221" y="777754"/>
                </a:lnTo>
                <a:lnTo>
                  <a:pt x="0" y="5198"/>
                </a:lnTo>
                <a:lnTo>
                  <a:pt x="12386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115153" y="5332892"/>
            <a:ext cx="10725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0" b="1">
                <a:latin typeface="Arial"/>
                <a:cs typeface="Arial"/>
              </a:rPr>
              <a:t>INPUT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15" b="1">
                <a:latin typeface="Arial"/>
                <a:cs typeface="Arial"/>
              </a:rPr>
              <a:t>GRAPH</a:t>
            </a:r>
            <a:endParaRPr sz="11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68124" y="3145455"/>
            <a:ext cx="1270" cy="344805"/>
          </a:xfrm>
          <a:custGeom>
            <a:avLst/>
            <a:gdLst/>
            <a:ahLst/>
            <a:cxnLst/>
            <a:rect l="l" t="t" r="r" b="b"/>
            <a:pathLst>
              <a:path w="1269" h="344804">
                <a:moveTo>
                  <a:pt x="0" y="0"/>
                </a:moveTo>
                <a:lnTo>
                  <a:pt x="1147" y="338007"/>
                </a:lnTo>
                <a:lnTo>
                  <a:pt x="1169" y="344723"/>
                </a:lnTo>
              </a:path>
            </a:pathLst>
          </a:custGeom>
          <a:ln w="13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28974" y="3483325"/>
            <a:ext cx="80645" cy="81280"/>
          </a:xfrm>
          <a:custGeom>
            <a:avLst/>
            <a:gdLst/>
            <a:ahLst/>
            <a:cxnLst/>
            <a:rect l="l" t="t" r="r" b="b"/>
            <a:pathLst>
              <a:path w="80644" h="81279">
                <a:moveTo>
                  <a:pt x="80595" y="0"/>
                </a:moveTo>
                <a:lnTo>
                  <a:pt x="0" y="273"/>
                </a:lnTo>
                <a:lnTo>
                  <a:pt x="40571" y="80732"/>
                </a:lnTo>
                <a:lnTo>
                  <a:pt x="80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16652" y="2915003"/>
            <a:ext cx="10674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40">
                <a:latin typeface="Arial"/>
                <a:cs typeface="Arial"/>
              </a:rPr>
              <a:t>TARGET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0">
                <a:latin typeface="Arial"/>
                <a:cs typeface="Arial"/>
              </a:rPr>
              <a:t>NODE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01570" y="3101511"/>
            <a:ext cx="1108710" cy="652145"/>
          </a:xfrm>
          <a:custGeom>
            <a:avLst/>
            <a:gdLst/>
            <a:ahLst/>
            <a:cxnLst/>
            <a:rect l="l" t="t" r="r" b="b"/>
            <a:pathLst>
              <a:path w="1108710" h="652145">
                <a:moveTo>
                  <a:pt x="1108298" y="11613"/>
                </a:moveTo>
                <a:lnTo>
                  <a:pt x="6750" y="651955"/>
                </a:lnTo>
                <a:lnTo>
                  <a:pt x="0" y="640342"/>
                </a:lnTo>
                <a:lnTo>
                  <a:pt x="1101547" y="0"/>
                </a:lnTo>
                <a:lnTo>
                  <a:pt x="1108298" y="11613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978140" y="293137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80">
                <a:moveTo>
                  <a:pt x="157220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1"/>
                </a:lnTo>
                <a:lnTo>
                  <a:pt x="38732" y="232907"/>
                </a:lnTo>
                <a:lnTo>
                  <a:pt x="74484" y="258659"/>
                </a:lnTo>
                <a:lnTo>
                  <a:pt x="115049" y="271535"/>
                </a:lnTo>
                <a:lnTo>
                  <a:pt x="157220" y="271535"/>
                </a:lnTo>
                <a:lnTo>
                  <a:pt x="197785" y="258659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055444" y="290425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97949" y="3828825"/>
            <a:ext cx="409575" cy="883919"/>
          </a:xfrm>
          <a:custGeom>
            <a:avLst/>
            <a:gdLst/>
            <a:ahLst/>
            <a:cxnLst/>
            <a:rect l="l" t="t" r="r" b="b"/>
            <a:pathLst>
              <a:path w="409575" h="883920">
                <a:moveTo>
                  <a:pt x="409552" y="5537"/>
                </a:moveTo>
                <a:lnTo>
                  <a:pt x="12238" y="883703"/>
                </a:lnTo>
                <a:lnTo>
                  <a:pt x="0" y="878165"/>
                </a:lnTo>
                <a:lnTo>
                  <a:pt x="397314" y="0"/>
                </a:lnTo>
                <a:lnTo>
                  <a:pt x="409552" y="5537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42607" y="451186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9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18143" y="4489317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702644" y="478640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773356" y="477140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33261" y="3954021"/>
            <a:ext cx="215265" cy="428625"/>
          </a:xfrm>
          <a:custGeom>
            <a:avLst/>
            <a:gdLst/>
            <a:ahLst/>
            <a:cxnLst/>
            <a:rect l="l" t="t" r="r" b="b"/>
            <a:pathLst>
              <a:path w="215264" h="428625">
                <a:moveTo>
                  <a:pt x="12111" y="0"/>
                </a:moveTo>
                <a:lnTo>
                  <a:pt x="214753" y="422384"/>
                </a:lnTo>
                <a:lnTo>
                  <a:pt x="202642" y="428194"/>
                </a:lnTo>
                <a:lnTo>
                  <a:pt x="0" y="5810"/>
                </a:lnTo>
                <a:lnTo>
                  <a:pt x="12111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596204" y="426694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659915" y="424752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353856" y="3744128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1" y="0"/>
                </a:moveTo>
                <a:lnTo>
                  <a:pt x="115051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2"/>
                </a:lnTo>
                <a:lnTo>
                  <a:pt x="38733" y="232909"/>
                </a:lnTo>
                <a:lnTo>
                  <a:pt x="74485" y="258660"/>
                </a:lnTo>
                <a:lnTo>
                  <a:pt x="115051" y="271536"/>
                </a:lnTo>
                <a:lnTo>
                  <a:pt x="157221" y="271536"/>
                </a:lnTo>
                <a:lnTo>
                  <a:pt x="197786" y="258660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70" y="156795"/>
                </a:lnTo>
                <a:lnTo>
                  <a:pt x="272270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6" y="12875"/>
                </a:lnTo>
                <a:lnTo>
                  <a:pt x="157221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418127" y="3723652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160625" y="406297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4" h="271779">
                <a:moveTo>
                  <a:pt x="157220" y="0"/>
                </a:moveTo>
                <a:lnTo>
                  <a:pt x="115050" y="0"/>
                </a:lnTo>
                <a:lnTo>
                  <a:pt x="74485" y="12875"/>
                </a:lnTo>
                <a:lnTo>
                  <a:pt x="38733" y="38626"/>
                </a:lnTo>
                <a:lnTo>
                  <a:pt x="12911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1" y="197251"/>
                </a:lnTo>
                <a:lnTo>
                  <a:pt x="38733" y="232907"/>
                </a:lnTo>
                <a:lnTo>
                  <a:pt x="74485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5" y="258660"/>
                </a:lnTo>
                <a:lnTo>
                  <a:pt x="233538" y="232907"/>
                </a:lnTo>
                <a:lnTo>
                  <a:pt x="259359" y="197251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231544" y="4032605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778734" y="2918024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850924" y="289082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738853" y="399717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50" y="271535"/>
                </a:lnTo>
                <a:lnTo>
                  <a:pt x="157220" y="271535"/>
                </a:lnTo>
                <a:lnTo>
                  <a:pt x="197785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5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6797193" y="3978874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668510" y="500084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6" y="232909"/>
                </a:lnTo>
                <a:lnTo>
                  <a:pt x="259357" y="197252"/>
                </a:lnTo>
                <a:lnTo>
                  <a:pt x="272268" y="156796"/>
                </a:lnTo>
                <a:lnTo>
                  <a:pt x="272268" y="114739"/>
                </a:lnTo>
                <a:lnTo>
                  <a:pt x="259357" y="74283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0365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6743462" y="498632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D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852304" y="3635475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7"/>
                </a:lnTo>
                <a:lnTo>
                  <a:pt x="272269" y="114740"/>
                </a:lnTo>
                <a:lnTo>
                  <a:pt x="259358" y="74284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913662" y="3602758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653359" y="2938379"/>
            <a:ext cx="796925" cy="73660"/>
          </a:xfrm>
          <a:custGeom>
            <a:avLst/>
            <a:gdLst/>
            <a:ahLst/>
            <a:cxnLst/>
            <a:rect l="l" t="t" r="r" b="b"/>
            <a:pathLst>
              <a:path w="796925" h="73660">
                <a:moveTo>
                  <a:pt x="0" y="0"/>
                </a:moveTo>
                <a:lnTo>
                  <a:pt x="6687" y="618"/>
                </a:lnTo>
                <a:lnTo>
                  <a:pt x="796528" y="73655"/>
                </a:lnTo>
              </a:path>
            </a:pathLst>
          </a:custGeom>
          <a:ln w="13432">
            <a:solidFill>
              <a:srgbClr val="53585F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579793" y="2898871"/>
            <a:ext cx="84455" cy="80645"/>
          </a:xfrm>
          <a:custGeom>
            <a:avLst/>
            <a:gdLst/>
            <a:ahLst/>
            <a:cxnLst/>
            <a:rect l="l" t="t" r="r" b="b"/>
            <a:pathLst>
              <a:path w="84454" h="80644">
                <a:moveTo>
                  <a:pt x="83963" y="0"/>
                </a:moveTo>
                <a:lnTo>
                  <a:pt x="0" y="32705"/>
                </a:lnTo>
                <a:lnTo>
                  <a:pt x="76541" y="80253"/>
                </a:lnTo>
                <a:lnTo>
                  <a:pt x="83963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102232" y="5324639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1" y="232908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9" y="232908"/>
                </a:lnTo>
                <a:lnTo>
                  <a:pt x="259359" y="197252"/>
                </a:lnTo>
                <a:lnTo>
                  <a:pt x="272270" y="156796"/>
                </a:lnTo>
                <a:lnTo>
                  <a:pt x="272270" y="114740"/>
                </a:lnTo>
                <a:lnTo>
                  <a:pt x="259359" y="74283"/>
                </a:lnTo>
                <a:lnTo>
                  <a:pt x="233539" y="38627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167330" y="529528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8251456" y="2435287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7" y="232909"/>
                </a:lnTo>
                <a:lnTo>
                  <a:pt x="259358" y="197253"/>
                </a:lnTo>
                <a:lnTo>
                  <a:pt x="272269" y="156796"/>
                </a:lnTo>
                <a:lnTo>
                  <a:pt x="272269" y="114740"/>
                </a:lnTo>
                <a:lnTo>
                  <a:pt x="259358" y="74283"/>
                </a:lnTo>
                <a:lnTo>
                  <a:pt x="233537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315091" y="240724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8258014" y="287348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80">
                <a:moveTo>
                  <a:pt x="157220" y="0"/>
                </a:moveTo>
                <a:lnTo>
                  <a:pt x="115050" y="0"/>
                </a:lnTo>
                <a:lnTo>
                  <a:pt x="74484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4" y="258660"/>
                </a:lnTo>
                <a:lnTo>
                  <a:pt x="115050" y="271536"/>
                </a:lnTo>
                <a:lnTo>
                  <a:pt x="157220" y="271536"/>
                </a:lnTo>
                <a:lnTo>
                  <a:pt x="197786" y="258660"/>
                </a:lnTo>
                <a:lnTo>
                  <a:pt x="233539" y="232909"/>
                </a:lnTo>
                <a:lnTo>
                  <a:pt x="259359" y="197253"/>
                </a:lnTo>
                <a:lnTo>
                  <a:pt x="272270" y="156796"/>
                </a:lnTo>
                <a:lnTo>
                  <a:pt x="272270" y="114740"/>
                </a:lnTo>
                <a:lnTo>
                  <a:pt x="259359" y="74283"/>
                </a:lnTo>
                <a:lnTo>
                  <a:pt x="233539" y="38626"/>
                </a:lnTo>
                <a:lnTo>
                  <a:pt x="197786" y="12875"/>
                </a:lnTo>
                <a:lnTo>
                  <a:pt x="157220" y="0"/>
                </a:lnTo>
                <a:close/>
              </a:path>
            </a:pathLst>
          </a:custGeom>
          <a:solidFill>
            <a:srgbClr val="0088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8315091" y="2850526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C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072763" y="4529366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7"/>
                </a:lnTo>
                <a:lnTo>
                  <a:pt x="12910" y="74283"/>
                </a:lnTo>
                <a:lnTo>
                  <a:pt x="0" y="114740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8"/>
                </a:lnTo>
                <a:lnTo>
                  <a:pt x="74484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0"/>
                </a:lnTo>
                <a:lnTo>
                  <a:pt x="233537" y="232908"/>
                </a:lnTo>
                <a:lnTo>
                  <a:pt x="259358" y="197252"/>
                </a:lnTo>
                <a:lnTo>
                  <a:pt x="272268" y="156796"/>
                </a:lnTo>
                <a:lnTo>
                  <a:pt x="272268" y="114740"/>
                </a:lnTo>
                <a:lnTo>
                  <a:pt x="259358" y="74283"/>
                </a:lnTo>
                <a:lnTo>
                  <a:pt x="233537" y="38627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FF2F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8140466" y="4516183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F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8213335" y="3749553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5"/>
                </a:lnTo>
                <a:lnTo>
                  <a:pt x="12910" y="197252"/>
                </a:lnTo>
                <a:lnTo>
                  <a:pt x="38731" y="232909"/>
                </a:lnTo>
                <a:lnTo>
                  <a:pt x="74483" y="258660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0"/>
                </a:lnTo>
                <a:lnTo>
                  <a:pt x="233537" y="232909"/>
                </a:lnTo>
                <a:lnTo>
                  <a:pt x="259359" y="197252"/>
                </a:lnTo>
                <a:lnTo>
                  <a:pt x="272269" y="156795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7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825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196373" y="4191250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4" y="12875"/>
                </a:lnTo>
                <a:lnTo>
                  <a:pt x="38732" y="38626"/>
                </a:lnTo>
                <a:lnTo>
                  <a:pt x="12910" y="74283"/>
                </a:lnTo>
                <a:lnTo>
                  <a:pt x="0" y="114739"/>
                </a:lnTo>
                <a:lnTo>
                  <a:pt x="0" y="156796"/>
                </a:lnTo>
                <a:lnTo>
                  <a:pt x="12910" y="197252"/>
                </a:lnTo>
                <a:lnTo>
                  <a:pt x="38732" y="232909"/>
                </a:lnTo>
                <a:lnTo>
                  <a:pt x="74484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5" y="258661"/>
                </a:lnTo>
                <a:lnTo>
                  <a:pt x="233538" y="232909"/>
                </a:lnTo>
                <a:lnTo>
                  <a:pt x="259359" y="197252"/>
                </a:lnTo>
                <a:lnTo>
                  <a:pt x="272269" y="156796"/>
                </a:lnTo>
                <a:lnTo>
                  <a:pt x="272269" y="114739"/>
                </a:lnTo>
                <a:lnTo>
                  <a:pt x="259359" y="74283"/>
                </a:lnTo>
                <a:lnTo>
                  <a:pt x="233538" y="38626"/>
                </a:lnTo>
                <a:lnTo>
                  <a:pt x="197785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773F9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8261360" y="4166931"/>
            <a:ext cx="138430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10" b="1">
                <a:latin typeface="Courier New"/>
                <a:cs typeface="Courier New"/>
              </a:rPr>
              <a:t>E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8121640" y="3410891"/>
            <a:ext cx="272415" cy="271780"/>
          </a:xfrm>
          <a:custGeom>
            <a:avLst/>
            <a:gdLst/>
            <a:ahLst/>
            <a:cxnLst/>
            <a:rect l="l" t="t" r="r" b="b"/>
            <a:pathLst>
              <a:path w="272415" h="271779">
                <a:moveTo>
                  <a:pt x="157219" y="0"/>
                </a:moveTo>
                <a:lnTo>
                  <a:pt x="115049" y="0"/>
                </a:lnTo>
                <a:lnTo>
                  <a:pt x="74483" y="12875"/>
                </a:lnTo>
                <a:lnTo>
                  <a:pt x="38731" y="38626"/>
                </a:lnTo>
                <a:lnTo>
                  <a:pt x="12910" y="74284"/>
                </a:lnTo>
                <a:lnTo>
                  <a:pt x="0" y="114740"/>
                </a:lnTo>
                <a:lnTo>
                  <a:pt x="0" y="156797"/>
                </a:lnTo>
                <a:lnTo>
                  <a:pt x="12910" y="197253"/>
                </a:lnTo>
                <a:lnTo>
                  <a:pt x="38731" y="232909"/>
                </a:lnTo>
                <a:lnTo>
                  <a:pt x="74483" y="258661"/>
                </a:lnTo>
                <a:lnTo>
                  <a:pt x="115049" y="271536"/>
                </a:lnTo>
                <a:lnTo>
                  <a:pt x="157219" y="271536"/>
                </a:lnTo>
                <a:lnTo>
                  <a:pt x="197784" y="258661"/>
                </a:lnTo>
                <a:lnTo>
                  <a:pt x="233536" y="232909"/>
                </a:lnTo>
                <a:lnTo>
                  <a:pt x="259357" y="197253"/>
                </a:lnTo>
                <a:lnTo>
                  <a:pt x="272268" y="156797"/>
                </a:lnTo>
                <a:lnTo>
                  <a:pt x="272268" y="114740"/>
                </a:lnTo>
                <a:lnTo>
                  <a:pt x="259357" y="74284"/>
                </a:lnTo>
                <a:lnTo>
                  <a:pt x="233536" y="38626"/>
                </a:lnTo>
                <a:lnTo>
                  <a:pt x="197784" y="12875"/>
                </a:lnTo>
                <a:lnTo>
                  <a:pt x="157219" y="0"/>
                </a:lnTo>
                <a:close/>
              </a:path>
            </a:pathLst>
          </a:custGeom>
          <a:solidFill>
            <a:srgbClr val="C397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8194195" y="3250822"/>
            <a:ext cx="232410" cy="723900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450" spc="10" b="1">
                <a:latin typeface="Courier New"/>
                <a:cs typeface="Courier New"/>
              </a:rPr>
              <a:t>A</a:t>
            </a:r>
            <a:endParaRPr sz="1450">
              <a:latin typeface="Courier New"/>
              <a:cs typeface="Courier New"/>
            </a:endParaRPr>
          </a:p>
          <a:p>
            <a:pPr marL="106680">
              <a:lnSpc>
                <a:spcPct val="100000"/>
              </a:lnSpc>
              <a:spcBef>
                <a:spcPts val="1005"/>
              </a:spcBef>
            </a:pPr>
            <a:r>
              <a:rPr dirty="0" sz="1450" spc="10" b="1">
                <a:latin typeface="Courier New"/>
                <a:cs typeface="Courier New"/>
              </a:rPr>
              <a:t>B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5030659" y="4716445"/>
            <a:ext cx="171450" cy="1044575"/>
          </a:xfrm>
          <a:custGeom>
            <a:avLst/>
            <a:gdLst/>
            <a:ahLst/>
            <a:cxnLst/>
            <a:rect l="l" t="t" r="r" b="b"/>
            <a:pathLst>
              <a:path w="171450" h="1044575">
                <a:moveTo>
                  <a:pt x="85725" y="114300"/>
                </a:moveTo>
                <a:lnTo>
                  <a:pt x="74602" y="116545"/>
                </a:lnTo>
                <a:lnTo>
                  <a:pt x="65519" y="122669"/>
                </a:lnTo>
                <a:lnTo>
                  <a:pt x="59395" y="131752"/>
                </a:lnTo>
                <a:lnTo>
                  <a:pt x="57150" y="142875"/>
                </a:lnTo>
                <a:lnTo>
                  <a:pt x="57150" y="1015999"/>
                </a:lnTo>
                <a:lnTo>
                  <a:pt x="59395" y="1027122"/>
                </a:lnTo>
                <a:lnTo>
                  <a:pt x="65519" y="1036205"/>
                </a:lnTo>
                <a:lnTo>
                  <a:pt x="74602" y="1042329"/>
                </a:lnTo>
                <a:lnTo>
                  <a:pt x="85725" y="1044574"/>
                </a:lnTo>
                <a:lnTo>
                  <a:pt x="96847" y="1042329"/>
                </a:lnTo>
                <a:lnTo>
                  <a:pt x="105930" y="1036205"/>
                </a:lnTo>
                <a:lnTo>
                  <a:pt x="112054" y="1027122"/>
                </a:lnTo>
                <a:lnTo>
                  <a:pt x="114300" y="1015999"/>
                </a:lnTo>
                <a:lnTo>
                  <a:pt x="114300" y="142875"/>
                </a:lnTo>
                <a:lnTo>
                  <a:pt x="112054" y="131752"/>
                </a:lnTo>
                <a:lnTo>
                  <a:pt x="105930" y="122669"/>
                </a:lnTo>
                <a:lnTo>
                  <a:pt x="96847" y="116545"/>
                </a:lnTo>
                <a:lnTo>
                  <a:pt x="85725" y="114300"/>
                </a:lnTo>
                <a:close/>
              </a:path>
              <a:path w="171450" h="1044575">
                <a:moveTo>
                  <a:pt x="85725" y="0"/>
                </a:moveTo>
                <a:lnTo>
                  <a:pt x="0" y="171450"/>
                </a:lnTo>
                <a:lnTo>
                  <a:pt x="57150" y="171450"/>
                </a:lnTo>
                <a:lnTo>
                  <a:pt x="57150" y="142875"/>
                </a:lnTo>
                <a:lnTo>
                  <a:pt x="59395" y="131752"/>
                </a:lnTo>
                <a:lnTo>
                  <a:pt x="65519" y="122669"/>
                </a:lnTo>
                <a:lnTo>
                  <a:pt x="74602" y="116545"/>
                </a:lnTo>
                <a:lnTo>
                  <a:pt x="85725" y="114300"/>
                </a:lnTo>
                <a:lnTo>
                  <a:pt x="142875" y="114300"/>
                </a:lnTo>
                <a:lnTo>
                  <a:pt x="85725" y="0"/>
                </a:lnTo>
                <a:close/>
              </a:path>
              <a:path w="171450" h="1044575">
                <a:moveTo>
                  <a:pt x="142875" y="114300"/>
                </a:moveTo>
                <a:lnTo>
                  <a:pt x="85725" y="114300"/>
                </a:lnTo>
                <a:lnTo>
                  <a:pt x="96847" y="116545"/>
                </a:lnTo>
                <a:lnTo>
                  <a:pt x="105930" y="122669"/>
                </a:lnTo>
                <a:lnTo>
                  <a:pt x="112054" y="131752"/>
                </a:lnTo>
                <a:lnTo>
                  <a:pt x="114300" y="142875"/>
                </a:lnTo>
                <a:lnTo>
                  <a:pt x="114300" y="171450"/>
                </a:lnTo>
                <a:lnTo>
                  <a:pt x="171450" y="171450"/>
                </a:lnTo>
                <a:lnTo>
                  <a:pt x="142875" y="11430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387532" y="5836411"/>
            <a:ext cx="4540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D60093"/>
                </a:solidFill>
                <a:latin typeface="Arial"/>
                <a:cs typeface="Arial"/>
              </a:rPr>
              <a:t>MLP + </a:t>
            </a:r>
            <a:r>
              <a:rPr dirty="0" sz="2400" spc="-5">
                <a:solidFill>
                  <a:srgbClr val="D60093"/>
                </a:solidFill>
                <a:latin typeface="Arial"/>
                <a:cs typeface="Arial"/>
              </a:rPr>
              <a:t>element-wise</a:t>
            </a:r>
            <a:r>
              <a:rPr dirty="0" sz="2400" spc="-50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D60093"/>
                </a:solidFill>
                <a:latin typeface="Arial"/>
                <a:cs typeface="Arial"/>
              </a:rPr>
              <a:t>max-pooling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5086868" y="3192448"/>
            <a:ext cx="2163445" cy="2568575"/>
          </a:xfrm>
          <a:custGeom>
            <a:avLst/>
            <a:gdLst/>
            <a:ahLst/>
            <a:cxnLst/>
            <a:rect l="l" t="t" r="r" b="b"/>
            <a:pathLst>
              <a:path w="2163445" h="2568575">
                <a:moveTo>
                  <a:pt x="2030932" y="112868"/>
                </a:moveTo>
                <a:lnTo>
                  <a:pt x="6592" y="2521613"/>
                </a:lnTo>
                <a:lnTo>
                  <a:pt x="1155" y="2531573"/>
                </a:lnTo>
                <a:lnTo>
                  <a:pt x="0" y="2542467"/>
                </a:lnTo>
                <a:lnTo>
                  <a:pt x="3013" y="2552998"/>
                </a:lnTo>
                <a:lnTo>
                  <a:pt x="10083" y="2561873"/>
                </a:lnTo>
                <a:lnTo>
                  <a:pt x="20043" y="2567310"/>
                </a:lnTo>
                <a:lnTo>
                  <a:pt x="30936" y="2568466"/>
                </a:lnTo>
                <a:lnTo>
                  <a:pt x="41468" y="2565453"/>
                </a:lnTo>
                <a:lnTo>
                  <a:pt x="50342" y="2558382"/>
                </a:lnTo>
                <a:lnTo>
                  <a:pt x="2074683" y="149637"/>
                </a:lnTo>
                <a:lnTo>
                  <a:pt x="2030932" y="112868"/>
                </a:lnTo>
                <a:close/>
              </a:path>
              <a:path w="2163445" h="2568575">
                <a:moveTo>
                  <a:pt x="2143723" y="80908"/>
                </a:moveTo>
                <a:lnTo>
                  <a:pt x="2068724" y="80908"/>
                </a:lnTo>
                <a:lnTo>
                  <a:pt x="2079618" y="82064"/>
                </a:lnTo>
                <a:lnTo>
                  <a:pt x="2089577" y="87501"/>
                </a:lnTo>
                <a:lnTo>
                  <a:pt x="2096648" y="96376"/>
                </a:lnTo>
                <a:lnTo>
                  <a:pt x="2099661" y="106908"/>
                </a:lnTo>
                <a:lnTo>
                  <a:pt x="2098506" y="117801"/>
                </a:lnTo>
                <a:lnTo>
                  <a:pt x="2093069" y="127760"/>
                </a:lnTo>
                <a:lnTo>
                  <a:pt x="2074683" y="149637"/>
                </a:lnTo>
                <a:lnTo>
                  <a:pt x="2118436" y="186406"/>
                </a:lnTo>
                <a:lnTo>
                  <a:pt x="2143723" y="80908"/>
                </a:lnTo>
                <a:close/>
              </a:path>
              <a:path w="2163445" h="2568575">
                <a:moveTo>
                  <a:pt x="2068724" y="80908"/>
                </a:moveTo>
                <a:lnTo>
                  <a:pt x="2058192" y="83921"/>
                </a:lnTo>
                <a:lnTo>
                  <a:pt x="2049317" y="90991"/>
                </a:lnTo>
                <a:lnTo>
                  <a:pt x="2030932" y="112868"/>
                </a:lnTo>
                <a:lnTo>
                  <a:pt x="2074683" y="149637"/>
                </a:lnTo>
                <a:lnTo>
                  <a:pt x="2093069" y="127760"/>
                </a:lnTo>
                <a:lnTo>
                  <a:pt x="2098506" y="117801"/>
                </a:lnTo>
                <a:lnTo>
                  <a:pt x="2099661" y="106908"/>
                </a:lnTo>
                <a:lnTo>
                  <a:pt x="2096648" y="96376"/>
                </a:lnTo>
                <a:lnTo>
                  <a:pt x="2089577" y="87501"/>
                </a:lnTo>
                <a:lnTo>
                  <a:pt x="2079618" y="82064"/>
                </a:lnTo>
                <a:lnTo>
                  <a:pt x="2068724" y="80908"/>
                </a:lnTo>
                <a:close/>
              </a:path>
              <a:path w="2163445" h="2568575">
                <a:moveTo>
                  <a:pt x="2163116" y="0"/>
                </a:moveTo>
                <a:lnTo>
                  <a:pt x="1987181" y="76099"/>
                </a:lnTo>
                <a:lnTo>
                  <a:pt x="2030932" y="112868"/>
                </a:lnTo>
                <a:lnTo>
                  <a:pt x="2049317" y="90991"/>
                </a:lnTo>
                <a:lnTo>
                  <a:pt x="2058192" y="83921"/>
                </a:lnTo>
                <a:lnTo>
                  <a:pt x="2068724" y="80908"/>
                </a:lnTo>
                <a:lnTo>
                  <a:pt x="2143723" y="80908"/>
                </a:lnTo>
                <a:lnTo>
                  <a:pt x="2163116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088306" y="4310048"/>
            <a:ext cx="2162175" cy="1450975"/>
          </a:xfrm>
          <a:custGeom>
            <a:avLst/>
            <a:gdLst/>
            <a:ahLst/>
            <a:cxnLst/>
            <a:rect l="l" t="t" r="r" b="b"/>
            <a:pathLst>
              <a:path w="2162175" h="1450975">
                <a:moveTo>
                  <a:pt x="2003170" y="71326"/>
                </a:moveTo>
                <a:lnTo>
                  <a:pt x="12226" y="1398622"/>
                </a:lnTo>
                <a:lnTo>
                  <a:pt x="4217" y="1406660"/>
                </a:lnTo>
                <a:lnTo>
                  <a:pt x="56" y="1416794"/>
                </a:lnTo>
                <a:lnTo>
                  <a:pt x="0" y="1427748"/>
                </a:lnTo>
                <a:lnTo>
                  <a:pt x="4301" y="1438248"/>
                </a:lnTo>
                <a:lnTo>
                  <a:pt x="12339" y="1446257"/>
                </a:lnTo>
                <a:lnTo>
                  <a:pt x="22472" y="1450418"/>
                </a:lnTo>
                <a:lnTo>
                  <a:pt x="33426" y="1450475"/>
                </a:lnTo>
                <a:lnTo>
                  <a:pt x="43926" y="1446174"/>
                </a:lnTo>
                <a:lnTo>
                  <a:pt x="2034872" y="118878"/>
                </a:lnTo>
                <a:lnTo>
                  <a:pt x="2003170" y="71326"/>
                </a:lnTo>
                <a:close/>
              </a:path>
              <a:path w="2162175" h="1450975">
                <a:moveTo>
                  <a:pt x="2132433" y="51176"/>
                </a:moveTo>
                <a:lnTo>
                  <a:pt x="2037444" y="51176"/>
                </a:lnTo>
                <a:lnTo>
                  <a:pt x="2048399" y="51233"/>
                </a:lnTo>
                <a:lnTo>
                  <a:pt x="2058532" y="55394"/>
                </a:lnTo>
                <a:lnTo>
                  <a:pt x="2066570" y="63403"/>
                </a:lnTo>
                <a:lnTo>
                  <a:pt x="2070872" y="73903"/>
                </a:lnTo>
                <a:lnTo>
                  <a:pt x="2070815" y="84857"/>
                </a:lnTo>
                <a:lnTo>
                  <a:pt x="2066654" y="94991"/>
                </a:lnTo>
                <a:lnTo>
                  <a:pt x="2058645" y="103030"/>
                </a:lnTo>
                <a:lnTo>
                  <a:pt x="2034872" y="118878"/>
                </a:lnTo>
                <a:lnTo>
                  <a:pt x="2066573" y="166429"/>
                </a:lnTo>
                <a:lnTo>
                  <a:pt x="2132433" y="51176"/>
                </a:lnTo>
                <a:close/>
              </a:path>
              <a:path w="2162175" h="1450975">
                <a:moveTo>
                  <a:pt x="2037444" y="51176"/>
                </a:moveTo>
                <a:lnTo>
                  <a:pt x="2026944" y="55477"/>
                </a:lnTo>
                <a:lnTo>
                  <a:pt x="2003170" y="71326"/>
                </a:lnTo>
                <a:lnTo>
                  <a:pt x="2034872" y="118878"/>
                </a:lnTo>
                <a:lnTo>
                  <a:pt x="2058645" y="103030"/>
                </a:lnTo>
                <a:lnTo>
                  <a:pt x="2066654" y="94991"/>
                </a:lnTo>
                <a:lnTo>
                  <a:pt x="2070815" y="84857"/>
                </a:lnTo>
                <a:lnTo>
                  <a:pt x="2070872" y="73903"/>
                </a:lnTo>
                <a:lnTo>
                  <a:pt x="2066570" y="63403"/>
                </a:lnTo>
                <a:lnTo>
                  <a:pt x="2058532" y="55394"/>
                </a:lnTo>
                <a:lnTo>
                  <a:pt x="2048399" y="51233"/>
                </a:lnTo>
                <a:lnTo>
                  <a:pt x="2037444" y="51176"/>
                </a:lnTo>
                <a:close/>
              </a:path>
              <a:path w="2162175" h="1450975">
                <a:moveTo>
                  <a:pt x="2161677" y="0"/>
                </a:moveTo>
                <a:lnTo>
                  <a:pt x="1971470" y="23775"/>
                </a:lnTo>
                <a:lnTo>
                  <a:pt x="2003170" y="71326"/>
                </a:lnTo>
                <a:lnTo>
                  <a:pt x="2026944" y="55477"/>
                </a:lnTo>
                <a:lnTo>
                  <a:pt x="2037444" y="51176"/>
                </a:lnTo>
                <a:lnTo>
                  <a:pt x="2132433" y="51176"/>
                </a:lnTo>
                <a:lnTo>
                  <a:pt x="2161677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087298" y="5281574"/>
            <a:ext cx="2010410" cy="488315"/>
          </a:xfrm>
          <a:custGeom>
            <a:avLst/>
            <a:gdLst/>
            <a:ahLst/>
            <a:cxnLst/>
            <a:rect l="l" t="t" r="r" b="b"/>
            <a:pathLst>
              <a:path w="2010409" h="488314">
                <a:moveTo>
                  <a:pt x="1836604" y="55962"/>
                </a:moveTo>
                <a:lnTo>
                  <a:pt x="22243" y="431717"/>
                </a:lnTo>
                <a:lnTo>
                  <a:pt x="11807" y="436171"/>
                </a:lnTo>
                <a:lnTo>
                  <a:pt x="4154" y="444010"/>
                </a:lnTo>
                <a:lnTo>
                  <a:pt x="0" y="454146"/>
                </a:lnTo>
                <a:lnTo>
                  <a:pt x="56" y="465493"/>
                </a:lnTo>
                <a:lnTo>
                  <a:pt x="4511" y="475929"/>
                </a:lnTo>
                <a:lnTo>
                  <a:pt x="12349" y="483581"/>
                </a:lnTo>
                <a:lnTo>
                  <a:pt x="22486" y="487736"/>
                </a:lnTo>
                <a:lnTo>
                  <a:pt x="33833" y="487679"/>
                </a:lnTo>
                <a:lnTo>
                  <a:pt x="1848194" y="111924"/>
                </a:lnTo>
                <a:lnTo>
                  <a:pt x="1836604" y="55962"/>
                </a:lnTo>
                <a:close/>
              </a:path>
              <a:path w="2010409" h="488314">
                <a:moveTo>
                  <a:pt x="2009100" y="50110"/>
                </a:moveTo>
                <a:lnTo>
                  <a:pt x="1875933" y="50110"/>
                </a:lnTo>
                <a:lnTo>
                  <a:pt x="1886069" y="54265"/>
                </a:lnTo>
                <a:lnTo>
                  <a:pt x="1893907" y="61918"/>
                </a:lnTo>
                <a:lnTo>
                  <a:pt x="1898362" y="72354"/>
                </a:lnTo>
                <a:lnTo>
                  <a:pt x="1898419" y="83701"/>
                </a:lnTo>
                <a:lnTo>
                  <a:pt x="1894264" y="93837"/>
                </a:lnTo>
                <a:lnTo>
                  <a:pt x="1886612" y="101675"/>
                </a:lnTo>
                <a:lnTo>
                  <a:pt x="1876175" y="106130"/>
                </a:lnTo>
                <a:lnTo>
                  <a:pt x="1848194" y="111924"/>
                </a:lnTo>
                <a:lnTo>
                  <a:pt x="1859784" y="167887"/>
                </a:lnTo>
                <a:lnTo>
                  <a:pt x="2009100" y="50110"/>
                </a:lnTo>
                <a:close/>
              </a:path>
              <a:path w="2010409" h="488314">
                <a:moveTo>
                  <a:pt x="1875933" y="50110"/>
                </a:moveTo>
                <a:lnTo>
                  <a:pt x="1864586" y="50167"/>
                </a:lnTo>
                <a:lnTo>
                  <a:pt x="1836604" y="55962"/>
                </a:lnTo>
                <a:lnTo>
                  <a:pt x="1848194" y="111924"/>
                </a:lnTo>
                <a:lnTo>
                  <a:pt x="1876175" y="106130"/>
                </a:lnTo>
                <a:lnTo>
                  <a:pt x="1886612" y="101675"/>
                </a:lnTo>
                <a:lnTo>
                  <a:pt x="1894264" y="93837"/>
                </a:lnTo>
                <a:lnTo>
                  <a:pt x="1898419" y="83701"/>
                </a:lnTo>
                <a:lnTo>
                  <a:pt x="1898362" y="72354"/>
                </a:lnTo>
                <a:lnTo>
                  <a:pt x="1893907" y="61918"/>
                </a:lnTo>
                <a:lnTo>
                  <a:pt x="1886069" y="54265"/>
                </a:lnTo>
                <a:lnTo>
                  <a:pt x="1875933" y="50110"/>
                </a:lnTo>
                <a:close/>
              </a:path>
              <a:path w="2010409" h="488314">
                <a:moveTo>
                  <a:pt x="1825014" y="0"/>
                </a:moveTo>
                <a:lnTo>
                  <a:pt x="1836604" y="55962"/>
                </a:lnTo>
                <a:lnTo>
                  <a:pt x="1864586" y="50167"/>
                </a:lnTo>
                <a:lnTo>
                  <a:pt x="2009100" y="50110"/>
                </a:lnTo>
                <a:lnTo>
                  <a:pt x="2010287" y="49174"/>
                </a:lnTo>
                <a:lnTo>
                  <a:pt x="182501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4991935" y="3917188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95" name="object 9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23</a:t>
            </a:fld>
          </a:p>
        </p:txBody>
      </p:sp>
      <p:sp>
        <p:nvSpPr>
          <p:cNvPr id="89" name="object 89"/>
          <p:cNvSpPr txBox="1"/>
          <p:nvPr/>
        </p:nvSpPr>
        <p:spPr>
          <a:xfrm>
            <a:off x="7355184" y="4715764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328723" y="3514851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176323" y="2344419"/>
            <a:ext cx="2432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991935" y="1538732"/>
            <a:ext cx="3111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[Hamilton et al. NeurIPS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2017]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46836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4227" y="6694423"/>
            <a:ext cx="64630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31695" algn="l"/>
              </a:tabLst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2/22/21	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7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0049" y="6709664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0426" y="1342644"/>
            <a:ext cx="8282940" cy="998219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/>
              <a:t>We </a:t>
            </a:r>
            <a:r>
              <a:rPr dirty="0" sz="3200" spc="-5"/>
              <a:t>use node </a:t>
            </a:r>
            <a:r>
              <a:rPr dirty="0" sz="3200" spc="-20"/>
              <a:t>same/different </a:t>
            </a:r>
            <a:r>
              <a:rPr dirty="0" sz="3200" spc="-10" b="1">
                <a:latin typeface="Calibri"/>
                <a:cs typeface="Calibri"/>
              </a:rPr>
              <a:t>colors </a:t>
            </a:r>
            <a:r>
              <a:rPr dirty="0" sz="3200" spc="-15"/>
              <a:t>to </a:t>
            </a:r>
            <a:r>
              <a:rPr dirty="0" sz="3200" spc="-20"/>
              <a:t>represent  </a:t>
            </a:r>
            <a:r>
              <a:rPr dirty="0" sz="3200" spc="-5"/>
              <a:t>nodes with </a:t>
            </a:r>
            <a:r>
              <a:rPr dirty="0" sz="3200" spc="-20"/>
              <a:t>same/different</a:t>
            </a:r>
            <a:r>
              <a:rPr dirty="0" sz="3200" spc="30"/>
              <a:t> </a:t>
            </a:r>
            <a:r>
              <a:rPr dirty="0" sz="3200" spc="-20"/>
              <a:t>features.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8881" y="2411475"/>
            <a:ext cx="7846695" cy="8699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87020" marR="5080" indent="-274320">
              <a:lnSpc>
                <a:spcPts val="3290"/>
              </a:lnSpc>
              <a:spcBef>
                <a:spcPts val="26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20">
                <a:latin typeface="Calibri"/>
                <a:cs typeface="Calibri"/>
              </a:rPr>
              <a:t>example,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10">
                <a:latin typeface="Calibri"/>
                <a:cs typeface="Calibri"/>
              </a:rPr>
              <a:t>below </a:t>
            </a:r>
            <a:r>
              <a:rPr dirty="0" sz="2800" spc="-5">
                <a:latin typeface="Calibri"/>
                <a:cs typeface="Calibri"/>
              </a:rPr>
              <a:t>assumes all the </a:t>
            </a:r>
            <a:r>
              <a:rPr dirty="0" sz="2800" spc="-120">
                <a:latin typeface="Calibri"/>
                <a:cs typeface="Calibri"/>
              </a:rPr>
              <a:t>nodes </a:t>
            </a:r>
            <a:r>
              <a:rPr dirty="0" sz="2800" spc="-120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B48200"/>
                </a:solidFill>
                <a:latin typeface="Calibri"/>
                <a:cs typeface="Calibri"/>
              </a:rPr>
              <a:t>share </a:t>
            </a:r>
            <a:r>
              <a:rPr dirty="0" sz="2800" spc="-5">
                <a:solidFill>
                  <a:srgbClr val="B48200"/>
                </a:solidFill>
                <a:latin typeface="Calibri"/>
                <a:cs typeface="Calibri"/>
              </a:rPr>
              <a:t>the same</a:t>
            </a:r>
            <a:r>
              <a:rPr dirty="0" sz="2800" spc="-20">
                <a:solidFill>
                  <a:srgbClr val="B48200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B48200"/>
                </a:solidFill>
                <a:latin typeface="Calibri"/>
                <a:cs typeface="Calibri"/>
              </a:rPr>
              <a:t>feature</a:t>
            </a:r>
            <a:r>
              <a:rPr dirty="0" sz="2800" spc="-2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22431" y="3631760"/>
            <a:ext cx="1328420" cy="0"/>
          </a:xfrm>
          <a:custGeom>
            <a:avLst/>
            <a:gdLst/>
            <a:ahLst/>
            <a:cxnLst/>
            <a:rect l="l" t="t" r="r" b="b"/>
            <a:pathLst>
              <a:path w="1328420" h="0">
                <a:moveTo>
                  <a:pt x="0" y="0"/>
                </a:moveTo>
                <a:lnTo>
                  <a:pt x="1328152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17605" y="3838153"/>
            <a:ext cx="6985" cy="1147445"/>
          </a:xfrm>
          <a:custGeom>
            <a:avLst/>
            <a:gdLst/>
            <a:ahLst/>
            <a:cxnLst/>
            <a:rect l="l" t="t" r="r" b="b"/>
            <a:pathLst>
              <a:path w="6985" h="1147445">
                <a:moveTo>
                  <a:pt x="6621" y="0"/>
                </a:moveTo>
                <a:lnTo>
                  <a:pt x="0" y="114694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57758" y="3752045"/>
            <a:ext cx="1452245" cy="1294130"/>
          </a:xfrm>
          <a:custGeom>
            <a:avLst/>
            <a:gdLst/>
            <a:ahLst/>
            <a:cxnLst/>
            <a:rect l="l" t="t" r="r" b="b"/>
            <a:pathLst>
              <a:path w="1452245" h="1294129">
                <a:moveTo>
                  <a:pt x="1451914" y="0"/>
                </a:moveTo>
                <a:lnTo>
                  <a:pt x="0" y="12935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15811" y="5191487"/>
            <a:ext cx="1275715" cy="0"/>
          </a:xfrm>
          <a:custGeom>
            <a:avLst/>
            <a:gdLst/>
            <a:ahLst/>
            <a:cxnLst/>
            <a:rect l="l" t="t" r="r" b="b"/>
            <a:pathLst>
              <a:path w="1275714" h="0">
                <a:moveTo>
                  <a:pt x="0" y="1"/>
                </a:moveTo>
                <a:lnTo>
                  <a:pt x="12750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29256" y="4424491"/>
            <a:ext cx="889635" cy="621665"/>
          </a:xfrm>
          <a:custGeom>
            <a:avLst/>
            <a:gdLst/>
            <a:ahLst/>
            <a:cxnLst/>
            <a:rect l="l" t="t" r="r" b="b"/>
            <a:pathLst>
              <a:path w="889635" h="621664">
                <a:moveTo>
                  <a:pt x="0" y="621053"/>
                </a:moveTo>
                <a:lnTo>
                  <a:pt x="8895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26021" y="3425367"/>
            <a:ext cx="396875" cy="413384"/>
          </a:xfrm>
          <a:custGeom>
            <a:avLst/>
            <a:gdLst/>
            <a:ahLst/>
            <a:cxnLst/>
            <a:rect l="l" t="t" r="r" b="b"/>
            <a:pathLst>
              <a:path w="396875" h="413385">
                <a:moveTo>
                  <a:pt x="198205" y="0"/>
                </a:moveTo>
                <a:lnTo>
                  <a:pt x="152758" y="5450"/>
                </a:lnTo>
                <a:lnTo>
                  <a:pt x="111039" y="20978"/>
                </a:lnTo>
                <a:lnTo>
                  <a:pt x="74238" y="45342"/>
                </a:lnTo>
                <a:lnTo>
                  <a:pt x="43543" y="77304"/>
                </a:lnTo>
                <a:lnTo>
                  <a:pt x="20145" y="115626"/>
                </a:lnTo>
                <a:lnTo>
                  <a:pt x="5234" y="159068"/>
                </a:lnTo>
                <a:lnTo>
                  <a:pt x="0" y="206392"/>
                </a:lnTo>
                <a:lnTo>
                  <a:pt x="5234" y="253716"/>
                </a:lnTo>
                <a:lnTo>
                  <a:pt x="20145" y="297159"/>
                </a:lnTo>
                <a:lnTo>
                  <a:pt x="43543" y="335480"/>
                </a:lnTo>
                <a:lnTo>
                  <a:pt x="74238" y="367443"/>
                </a:lnTo>
                <a:lnTo>
                  <a:pt x="111039" y="391807"/>
                </a:lnTo>
                <a:lnTo>
                  <a:pt x="152758" y="407334"/>
                </a:lnTo>
                <a:lnTo>
                  <a:pt x="198205" y="412785"/>
                </a:lnTo>
                <a:lnTo>
                  <a:pt x="243651" y="407334"/>
                </a:lnTo>
                <a:lnTo>
                  <a:pt x="285370" y="391807"/>
                </a:lnTo>
                <a:lnTo>
                  <a:pt x="322172" y="367443"/>
                </a:lnTo>
                <a:lnTo>
                  <a:pt x="352866" y="335480"/>
                </a:lnTo>
                <a:lnTo>
                  <a:pt x="376264" y="297159"/>
                </a:lnTo>
                <a:lnTo>
                  <a:pt x="391175" y="253716"/>
                </a:lnTo>
                <a:lnTo>
                  <a:pt x="396410" y="206392"/>
                </a:lnTo>
                <a:lnTo>
                  <a:pt x="391175" y="159068"/>
                </a:lnTo>
                <a:lnTo>
                  <a:pt x="376264" y="115626"/>
                </a:lnTo>
                <a:lnTo>
                  <a:pt x="352866" y="77304"/>
                </a:lnTo>
                <a:lnTo>
                  <a:pt x="322172" y="45342"/>
                </a:lnTo>
                <a:lnTo>
                  <a:pt x="285370" y="20978"/>
                </a:lnTo>
                <a:lnTo>
                  <a:pt x="243651" y="5450"/>
                </a:lnTo>
                <a:lnTo>
                  <a:pt x="19820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948026" y="34833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51620" y="3399709"/>
            <a:ext cx="396875" cy="413384"/>
          </a:xfrm>
          <a:custGeom>
            <a:avLst/>
            <a:gdLst/>
            <a:ahLst/>
            <a:cxnLst/>
            <a:rect l="l" t="t" r="r" b="b"/>
            <a:pathLst>
              <a:path w="396875" h="413385">
                <a:moveTo>
                  <a:pt x="198203" y="0"/>
                </a:moveTo>
                <a:lnTo>
                  <a:pt x="152757" y="5450"/>
                </a:lnTo>
                <a:lnTo>
                  <a:pt x="111038" y="20978"/>
                </a:lnTo>
                <a:lnTo>
                  <a:pt x="74237" y="45342"/>
                </a:lnTo>
                <a:lnTo>
                  <a:pt x="43543" y="77304"/>
                </a:lnTo>
                <a:lnTo>
                  <a:pt x="20145" y="115626"/>
                </a:lnTo>
                <a:lnTo>
                  <a:pt x="5234" y="159068"/>
                </a:lnTo>
                <a:lnTo>
                  <a:pt x="0" y="206392"/>
                </a:lnTo>
                <a:lnTo>
                  <a:pt x="5234" y="253716"/>
                </a:lnTo>
                <a:lnTo>
                  <a:pt x="20145" y="297159"/>
                </a:lnTo>
                <a:lnTo>
                  <a:pt x="43543" y="335480"/>
                </a:lnTo>
                <a:lnTo>
                  <a:pt x="74237" y="367443"/>
                </a:lnTo>
                <a:lnTo>
                  <a:pt x="111038" y="391807"/>
                </a:lnTo>
                <a:lnTo>
                  <a:pt x="152757" y="407334"/>
                </a:lnTo>
                <a:lnTo>
                  <a:pt x="198203" y="412785"/>
                </a:lnTo>
                <a:lnTo>
                  <a:pt x="243650" y="407334"/>
                </a:lnTo>
                <a:lnTo>
                  <a:pt x="285369" y="391807"/>
                </a:lnTo>
                <a:lnTo>
                  <a:pt x="322171" y="367443"/>
                </a:lnTo>
                <a:lnTo>
                  <a:pt x="352865" y="335480"/>
                </a:lnTo>
                <a:lnTo>
                  <a:pt x="376263" y="297159"/>
                </a:lnTo>
                <a:lnTo>
                  <a:pt x="391174" y="253716"/>
                </a:lnTo>
                <a:lnTo>
                  <a:pt x="396408" y="206392"/>
                </a:lnTo>
                <a:lnTo>
                  <a:pt x="391174" y="159068"/>
                </a:lnTo>
                <a:lnTo>
                  <a:pt x="376263" y="115626"/>
                </a:lnTo>
                <a:lnTo>
                  <a:pt x="352865" y="77304"/>
                </a:lnTo>
                <a:lnTo>
                  <a:pt x="322171" y="45342"/>
                </a:lnTo>
                <a:lnTo>
                  <a:pt x="285369" y="20978"/>
                </a:lnTo>
                <a:lnTo>
                  <a:pt x="243650" y="5450"/>
                </a:lnTo>
                <a:lnTo>
                  <a:pt x="19820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673625" y="34559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60726" y="4072157"/>
            <a:ext cx="396875" cy="413384"/>
          </a:xfrm>
          <a:custGeom>
            <a:avLst/>
            <a:gdLst/>
            <a:ahLst/>
            <a:cxnLst/>
            <a:rect l="l" t="t" r="r" b="b"/>
            <a:pathLst>
              <a:path w="396875" h="413385">
                <a:moveTo>
                  <a:pt x="198205" y="0"/>
                </a:moveTo>
                <a:lnTo>
                  <a:pt x="152758" y="5450"/>
                </a:lnTo>
                <a:lnTo>
                  <a:pt x="111039" y="20978"/>
                </a:lnTo>
                <a:lnTo>
                  <a:pt x="74238" y="45342"/>
                </a:lnTo>
                <a:lnTo>
                  <a:pt x="43543" y="77304"/>
                </a:lnTo>
                <a:lnTo>
                  <a:pt x="20145" y="115626"/>
                </a:lnTo>
                <a:lnTo>
                  <a:pt x="5234" y="159068"/>
                </a:lnTo>
                <a:lnTo>
                  <a:pt x="0" y="206392"/>
                </a:lnTo>
                <a:lnTo>
                  <a:pt x="5234" y="253716"/>
                </a:lnTo>
                <a:lnTo>
                  <a:pt x="20145" y="297159"/>
                </a:lnTo>
                <a:lnTo>
                  <a:pt x="43543" y="335480"/>
                </a:lnTo>
                <a:lnTo>
                  <a:pt x="74238" y="367443"/>
                </a:lnTo>
                <a:lnTo>
                  <a:pt x="111039" y="391807"/>
                </a:lnTo>
                <a:lnTo>
                  <a:pt x="152758" y="407334"/>
                </a:lnTo>
                <a:lnTo>
                  <a:pt x="198205" y="412785"/>
                </a:lnTo>
                <a:lnTo>
                  <a:pt x="243651" y="407334"/>
                </a:lnTo>
                <a:lnTo>
                  <a:pt x="285370" y="391807"/>
                </a:lnTo>
                <a:lnTo>
                  <a:pt x="322172" y="367443"/>
                </a:lnTo>
                <a:lnTo>
                  <a:pt x="352866" y="335480"/>
                </a:lnTo>
                <a:lnTo>
                  <a:pt x="376264" y="297159"/>
                </a:lnTo>
                <a:lnTo>
                  <a:pt x="391175" y="253716"/>
                </a:lnTo>
                <a:lnTo>
                  <a:pt x="396410" y="206392"/>
                </a:lnTo>
                <a:lnTo>
                  <a:pt x="391175" y="159068"/>
                </a:lnTo>
                <a:lnTo>
                  <a:pt x="376264" y="115626"/>
                </a:lnTo>
                <a:lnTo>
                  <a:pt x="352866" y="77304"/>
                </a:lnTo>
                <a:lnTo>
                  <a:pt x="322172" y="45342"/>
                </a:lnTo>
                <a:lnTo>
                  <a:pt x="285370" y="20978"/>
                </a:lnTo>
                <a:lnTo>
                  <a:pt x="243651" y="5450"/>
                </a:lnTo>
                <a:lnTo>
                  <a:pt x="19820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90897" y="4985094"/>
            <a:ext cx="396875" cy="413384"/>
          </a:xfrm>
          <a:custGeom>
            <a:avLst/>
            <a:gdLst/>
            <a:ahLst/>
            <a:cxnLst/>
            <a:rect l="l" t="t" r="r" b="b"/>
            <a:pathLst>
              <a:path w="396875" h="413385">
                <a:moveTo>
                  <a:pt x="198205" y="0"/>
                </a:moveTo>
                <a:lnTo>
                  <a:pt x="152758" y="5450"/>
                </a:lnTo>
                <a:lnTo>
                  <a:pt x="111039" y="20978"/>
                </a:lnTo>
                <a:lnTo>
                  <a:pt x="74238" y="45342"/>
                </a:lnTo>
                <a:lnTo>
                  <a:pt x="43543" y="77304"/>
                </a:lnTo>
                <a:lnTo>
                  <a:pt x="20145" y="115626"/>
                </a:lnTo>
                <a:lnTo>
                  <a:pt x="5234" y="159068"/>
                </a:lnTo>
                <a:lnTo>
                  <a:pt x="0" y="206392"/>
                </a:lnTo>
                <a:lnTo>
                  <a:pt x="5234" y="253716"/>
                </a:lnTo>
                <a:lnTo>
                  <a:pt x="20145" y="297159"/>
                </a:lnTo>
                <a:lnTo>
                  <a:pt x="43543" y="335480"/>
                </a:lnTo>
                <a:lnTo>
                  <a:pt x="74238" y="367443"/>
                </a:lnTo>
                <a:lnTo>
                  <a:pt x="111039" y="391807"/>
                </a:lnTo>
                <a:lnTo>
                  <a:pt x="152758" y="407334"/>
                </a:lnTo>
                <a:lnTo>
                  <a:pt x="198205" y="412785"/>
                </a:lnTo>
                <a:lnTo>
                  <a:pt x="243651" y="407334"/>
                </a:lnTo>
                <a:lnTo>
                  <a:pt x="285370" y="391807"/>
                </a:lnTo>
                <a:lnTo>
                  <a:pt x="322172" y="367443"/>
                </a:lnTo>
                <a:lnTo>
                  <a:pt x="352866" y="335480"/>
                </a:lnTo>
                <a:lnTo>
                  <a:pt x="376264" y="297159"/>
                </a:lnTo>
                <a:lnTo>
                  <a:pt x="391175" y="253716"/>
                </a:lnTo>
                <a:lnTo>
                  <a:pt x="396410" y="206392"/>
                </a:lnTo>
                <a:lnTo>
                  <a:pt x="391175" y="159068"/>
                </a:lnTo>
                <a:lnTo>
                  <a:pt x="376264" y="115626"/>
                </a:lnTo>
                <a:lnTo>
                  <a:pt x="352866" y="77304"/>
                </a:lnTo>
                <a:lnTo>
                  <a:pt x="322172" y="45342"/>
                </a:lnTo>
                <a:lnTo>
                  <a:pt x="285370" y="20978"/>
                </a:lnTo>
                <a:lnTo>
                  <a:pt x="243651" y="5450"/>
                </a:lnTo>
                <a:lnTo>
                  <a:pt x="19820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19401" y="4985095"/>
            <a:ext cx="396875" cy="413384"/>
          </a:xfrm>
          <a:custGeom>
            <a:avLst/>
            <a:gdLst/>
            <a:ahLst/>
            <a:cxnLst/>
            <a:rect l="l" t="t" r="r" b="b"/>
            <a:pathLst>
              <a:path w="396875" h="413385">
                <a:moveTo>
                  <a:pt x="198205" y="0"/>
                </a:moveTo>
                <a:lnTo>
                  <a:pt x="152758" y="5450"/>
                </a:lnTo>
                <a:lnTo>
                  <a:pt x="111039" y="20978"/>
                </a:lnTo>
                <a:lnTo>
                  <a:pt x="74237" y="45342"/>
                </a:lnTo>
                <a:lnTo>
                  <a:pt x="43543" y="77304"/>
                </a:lnTo>
                <a:lnTo>
                  <a:pt x="20145" y="115626"/>
                </a:lnTo>
                <a:lnTo>
                  <a:pt x="5234" y="159068"/>
                </a:lnTo>
                <a:lnTo>
                  <a:pt x="0" y="206392"/>
                </a:lnTo>
                <a:lnTo>
                  <a:pt x="5234" y="253716"/>
                </a:lnTo>
                <a:lnTo>
                  <a:pt x="20145" y="297159"/>
                </a:lnTo>
                <a:lnTo>
                  <a:pt x="43543" y="335480"/>
                </a:lnTo>
                <a:lnTo>
                  <a:pt x="74237" y="367443"/>
                </a:lnTo>
                <a:lnTo>
                  <a:pt x="111039" y="391807"/>
                </a:lnTo>
                <a:lnTo>
                  <a:pt x="152758" y="407334"/>
                </a:lnTo>
                <a:lnTo>
                  <a:pt x="198205" y="412785"/>
                </a:lnTo>
                <a:lnTo>
                  <a:pt x="243651" y="407334"/>
                </a:lnTo>
                <a:lnTo>
                  <a:pt x="285370" y="391807"/>
                </a:lnTo>
                <a:lnTo>
                  <a:pt x="322172" y="367443"/>
                </a:lnTo>
                <a:lnTo>
                  <a:pt x="352866" y="335480"/>
                </a:lnTo>
                <a:lnTo>
                  <a:pt x="376264" y="297159"/>
                </a:lnTo>
                <a:lnTo>
                  <a:pt x="391175" y="253716"/>
                </a:lnTo>
                <a:lnTo>
                  <a:pt x="396410" y="206392"/>
                </a:lnTo>
                <a:lnTo>
                  <a:pt x="391175" y="159068"/>
                </a:lnTo>
                <a:lnTo>
                  <a:pt x="376264" y="115626"/>
                </a:lnTo>
                <a:lnTo>
                  <a:pt x="352866" y="77304"/>
                </a:lnTo>
                <a:lnTo>
                  <a:pt x="322172" y="45342"/>
                </a:lnTo>
                <a:lnTo>
                  <a:pt x="285370" y="20978"/>
                </a:lnTo>
                <a:lnTo>
                  <a:pt x="243651" y="5450"/>
                </a:lnTo>
                <a:lnTo>
                  <a:pt x="19820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50426" y="4129532"/>
            <a:ext cx="8071484" cy="2566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4479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Times New Roman"/>
              <a:cs typeface="Times New Roman"/>
            </a:endParaRPr>
          </a:p>
          <a:p>
            <a:pPr marL="2503170">
              <a:lnSpc>
                <a:spcPct val="100000"/>
              </a:lnSpc>
              <a:tabLst>
                <a:tab pos="4174490" algn="l"/>
              </a:tabLst>
            </a:pPr>
            <a:r>
              <a:rPr dirty="0" sz="1800">
                <a:latin typeface="Arial"/>
                <a:cs typeface="Arial"/>
              </a:rPr>
              <a:t>5	4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Times New Roman"/>
              <a:cs typeface="Times New Roman"/>
            </a:endParaRPr>
          </a:p>
          <a:p>
            <a:pPr marL="332740" marR="5080" indent="-320040">
              <a:lnSpc>
                <a:spcPts val="38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solidFill>
                  <a:srgbClr val="FF0066"/>
                </a:solidFill>
                <a:latin typeface="Calibri"/>
                <a:cs typeface="Calibri"/>
              </a:rPr>
              <a:t>Key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question</a:t>
            </a:r>
            <a:r>
              <a:rPr dirty="0" sz="3200" spc="-10" b="1">
                <a:latin typeface="Calibri"/>
                <a:cs typeface="Calibri"/>
              </a:rPr>
              <a:t>: </a:t>
            </a: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spc="-10" b="1">
                <a:latin typeface="Calibri"/>
                <a:cs typeface="Calibri"/>
              </a:rPr>
              <a:t>well </a:t>
            </a:r>
            <a:r>
              <a:rPr dirty="0" sz="3200" spc="-15" b="1">
                <a:latin typeface="Calibri"/>
                <a:cs typeface="Calibri"/>
              </a:rPr>
              <a:t>can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5" b="1">
                <a:latin typeface="Calibri"/>
                <a:cs typeface="Calibri"/>
              </a:rPr>
              <a:t>GNN </a:t>
            </a:r>
            <a:r>
              <a:rPr dirty="0" sz="3200" spc="-10" b="1">
                <a:latin typeface="Calibri"/>
                <a:cs typeface="Calibri"/>
              </a:rPr>
              <a:t>distinguish  </a:t>
            </a:r>
            <a:r>
              <a:rPr dirty="0" sz="3200" spc="-20" b="1">
                <a:latin typeface="Calibri"/>
                <a:cs typeface="Calibri"/>
              </a:rPr>
              <a:t>different graph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structures?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6504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3460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/>
              <a:t>We </a:t>
            </a:r>
            <a:r>
              <a:rPr dirty="0" sz="3200" spc="-5"/>
              <a:t>specifically </a:t>
            </a:r>
            <a:r>
              <a:rPr dirty="0" sz="3200" spc="-10"/>
              <a:t>consider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local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neighborhood 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structures </a:t>
            </a:r>
            <a:r>
              <a:rPr dirty="0" sz="3200" spc="-10"/>
              <a:t>around </a:t>
            </a:r>
            <a:r>
              <a:rPr dirty="0" sz="3200" spc="-5"/>
              <a:t>each </a:t>
            </a:r>
            <a:r>
              <a:rPr dirty="0" sz="3200"/>
              <a:t>node in a</a:t>
            </a:r>
            <a:r>
              <a:rPr dirty="0" sz="3200" spc="5"/>
              <a:t> </a:t>
            </a:r>
            <a:r>
              <a:rPr dirty="0" sz="3200" spc="-15"/>
              <a:t>graph.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9139" y="2548635"/>
            <a:ext cx="3802379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Example: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Nodes </a:t>
            </a:r>
            <a:r>
              <a:rPr dirty="0" sz="2800">
                <a:solidFill>
                  <a:srgbClr val="0000FF"/>
                </a:solidFill>
                <a:latin typeface="Calibri"/>
                <a:cs typeface="Calibri"/>
              </a:rPr>
              <a:t>1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dirty="0" sz="2800" spc="-650">
                <a:solidFill>
                  <a:srgbClr val="0000FF"/>
                </a:solidFill>
                <a:latin typeface="Calibri"/>
                <a:cs typeface="Calibri"/>
              </a:rPr>
              <a:t>5 </a:t>
            </a:r>
            <a:r>
              <a:rPr dirty="0" sz="2800" spc="-6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Calibri"/>
                <a:cs typeface="Calibri"/>
              </a:rPr>
              <a:t>have</a:t>
            </a:r>
            <a:r>
              <a:rPr dirty="0" sz="2800" spc="-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different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3459" y="3399027"/>
            <a:ext cx="3609340" cy="13182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dirty="0" sz="2800" spc="-5">
                <a:latin typeface="Calibri"/>
                <a:cs typeface="Calibri"/>
              </a:rPr>
              <a:t>neighborhood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structures  </a:t>
            </a:r>
            <a:r>
              <a:rPr dirty="0" sz="2800" spc="-5">
                <a:latin typeface="Calibri"/>
                <a:cs typeface="Calibri"/>
              </a:rPr>
              <a:t>because </a:t>
            </a:r>
            <a:r>
              <a:rPr dirty="0" sz="2800" spc="-10">
                <a:latin typeface="Calibri"/>
                <a:cs typeface="Calibri"/>
              </a:rPr>
              <a:t>they </a:t>
            </a:r>
            <a:r>
              <a:rPr dirty="0" sz="2800" spc="-25">
                <a:latin typeface="Calibri"/>
                <a:cs typeface="Calibri"/>
              </a:rPr>
              <a:t>have  different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degrees.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29331" y="3661050"/>
            <a:ext cx="1363345" cy="0"/>
          </a:xfrm>
          <a:custGeom>
            <a:avLst/>
            <a:gdLst/>
            <a:ahLst/>
            <a:cxnLst/>
            <a:rect l="l" t="t" r="r" b="b"/>
            <a:pathLst>
              <a:path w="1363345" h="0">
                <a:moveTo>
                  <a:pt x="0" y="0"/>
                </a:moveTo>
                <a:lnTo>
                  <a:pt x="136292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19141" y="3867443"/>
            <a:ext cx="6985" cy="1147445"/>
          </a:xfrm>
          <a:custGeom>
            <a:avLst/>
            <a:gdLst/>
            <a:ahLst/>
            <a:cxnLst/>
            <a:rect l="l" t="t" r="r" b="b"/>
            <a:pathLst>
              <a:path w="6985" h="1147445">
                <a:moveTo>
                  <a:pt x="6794" y="0"/>
                </a:moveTo>
                <a:lnTo>
                  <a:pt x="0" y="114694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62963" y="3781334"/>
            <a:ext cx="1490345" cy="1294130"/>
          </a:xfrm>
          <a:custGeom>
            <a:avLst/>
            <a:gdLst/>
            <a:ahLst/>
            <a:cxnLst/>
            <a:rect l="l" t="t" r="r" b="b"/>
            <a:pathLst>
              <a:path w="1490345" h="1294129">
                <a:moveTo>
                  <a:pt x="1489931" y="0"/>
                </a:moveTo>
                <a:lnTo>
                  <a:pt x="0" y="12935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22537" y="5220777"/>
            <a:ext cx="1308735" cy="0"/>
          </a:xfrm>
          <a:custGeom>
            <a:avLst/>
            <a:gdLst/>
            <a:ahLst/>
            <a:cxnLst/>
            <a:rect l="l" t="t" r="r" b="b"/>
            <a:pathLst>
              <a:path w="1308734" h="0">
                <a:moveTo>
                  <a:pt x="0" y="1"/>
                </a:moveTo>
                <a:lnTo>
                  <a:pt x="130847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78228" y="4453782"/>
            <a:ext cx="913130" cy="621665"/>
          </a:xfrm>
          <a:custGeom>
            <a:avLst/>
            <a:gdLst/>
            <a:ahLst/>
            <a:cxnLst/>
            <a:rect l="l" t="t" r="r" b="b"/>
            <a:pathLst>
              <a:path w="913129" h="621664">
                <a:moveTo>
                  <a:pt x="0" y="621053"/>
                </a:moveTo>
                <a:lnTo>
                  <a:pt x="91281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22540" y="3454657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5" y="0"/>
                </a:moveTo>
                <a:lnTo>
                  <a:pt x="156759" y="5450"/>
                </a:lnTo>
                <a:lnTo>
                  <a:pt x="113947" y="20978"/>
                </a:lnTo>
                <a:lnTo>
                  <a:pt x="76182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2" y="367443"/>
                </a:lnTo>
                <a:lnTo>
                  <a:pt x="113947" y="391807"/>
                </a:lnTo>
                <a:lnTo>
                  <a:pt x="156759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7" y="335480"/>
                </a:lnTo>
                <a:lnTo>
                  <a:pt x="386117" y="297159"/>
                </a:lnTo>
                <a:lnTo>
                  <a:pt x="401419" y="253716"/>
                </a:lnTo>
                <a:lnTo>
                  <a:pt x="406791" y="206392"/>
                </a:lnTo>
                <a:lnTo>
                  <a:pt x="401419" y="159068"/>
                </a:lnTo>
                <a:lnTo>
                  <a:pt x="386117" y="115626"/>
                </a:lnTo>
                <a:lnTo>
                  <a:pt x="362107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98570" y="3431671"/>
            <a:ext cx="455295" cy="459740"/>
          </a:xfrm>
          <a:custGeom>
            <a:avLst/>
            <a:gdLst/>
            <a:ahLst/>
            <a:cxnLst/>
            <a:rect l="l" t="t" r="r" b="b"/>
            <a:pathLst>
              <a:path w="455295" h="459739">
                <a:moveTo>
                  <a:pt x="226137" y="0"/>
                </a:moveTo>
                <a:lnTo>
                  <a:pt x="180314" y="5080"/>
                </a:lnTo>
                <a:lnTo>
                  <a:pt x="137655" y="17780"/>
                </a:lnTo>
                <a:lnTo>
                  <a:pt x="99137" y="39370"/>
                </a:lnTo>
                <a:lnTo>
                  <a:pt x="65666" y="68580"/>
                </a:lnTo>
                <a:lnTo>
                  <a:pt x="38115" y="102870"/>
                </a:lnTo>
                <a:lnTo>
                  <a:pt x="17377" y="140970"/>
                </a:lnTo>
                <a:lnTo>
                  <a:pt x="4370" y="185420"/>
                </a:lnTo>
                <a:lnTo>
                  <a:pt x="0" y="231140"/>
                </a:lnTo>
                <a:lnTo>
                  <a:pt x="1287" y="255270"/>
                </a:lnTo>
                <a:lnTo>
                  <a:pt x="10538" y="299720"/>
                </a:lnTo>
                <a:lnTo>
                  <a:pt x="27927" y="340360"/>
                </a:lnTo>
                <a:lnTo>
                  <a:pt x="52538" y="377190"/>
                </a:lnTo>
                <a:lnTo>
                  <a:pt x="83479" y="408940"/>
                </a:lnTo>
                <a:lnTo>
                  <a:pt x="119875" y="433070"/>
                </a:lnTo>
                <a:lnTo>
                  <a:pt x="160822" y="450850"/>
                </a:lnTo>
                <a:lnTo>
                  <a:pt x="205341" y="459740"/>
                </a:lnTo>
                <a:lnTo>
                  <a:pt x="228593" y="459740"/>
                </a:lnTo>
                <a:lnTo>
                  <a:pt x="274416" y="455930"/>
                </a:lnTo>
                <a:lnTo>
                  <a:pt x="317075" y="441960"/>
                </a:lnTo>
                <a:lnTo>
                  <a:pt x="336910" y="431800"/>
                </a:lnTo>
                <a:lnTo>
                  <a:pt x="227120" y="431800"/>
                </a:lnTo>
                <a:lnTo>
                  <a:pt x="206815" y="430530"/>
                </a:lnTo>
                <a:lnTo>
                  <a:pt x="168093" y="422910"/>
                </a:lnTo>
                <a:lnTo>
                  <a:pt x="132523" y="407670"/>
                </a:lnTo>
                <a:lnTo>
                  <a:pt x="100888" y="386080"/>
                </a:lnTo>
                <a:lnTo>
                  <a:pt x="73991" y="358140"/>
                </a:lnTo>
                <a:lnTo>
                  <a:pt x="52637" y="326390"/>
                </a:lnTo>
                <a:lnTo>
                  <a:pt x="37630" y="289560"/>
                </a:lnTo>
                <a:lnTo>
                  <a:pt x="29767" y="250190"/>
                </a:lnTo>
                <a:lnTo>
                  <a:pt x="28826" y="231140"/>
                </a:lnTo>
                <a:lnTo>
                  <a:pt x="28829" y="228600"/>
                </a:lnTo>
                <a:lnTo>
                  <a:pt x="32849" y="189230"/>
                </a:lnTo>
                <a:lnTo>
                  <a:pt x="44469" y="151130"/>
                </a:lnTo>
                <a:lnTo>
                  <a:pt x="62825" y="116839"/>
                </a:lnTo>
                <a:lnTo>
                  <a:pt x="101241" y="73660"/>
                </a:lnTo>
                <a:lnTo>
                  <a:pt x="132934" y="52070"/>
                </a:lnTo>
                <a:lnTo>
                  <a:pt x="168553" y="36830"/>
                </a:lnTo>
                <a:lnTo>
                  <a:pt x="207304" y="29210"/>
                </a:lnTo>
                <a:lnTo>
                  <a:pt x="227610" y="27939"/>
                </a:lnTo>
                <a:lnTo>
                  <a:pt x="336947" y="27939"/>
                </a:lnTo>
                <a:lnTo>
                  <a:pt x="334855" y="26670"/>
                </a:lnTo>
                <a:lnTo>
                  <a:pt x="314891" y="17780"/>
                </a:lnTo>
                <a:lnTo>
                  <a:pt x="293908" y="10160"/>
                </a:lnTo>
                <a:lnTo>
                  <a:pt x="272030" y="3810"/>
                </a:lnTo>
                <a:lnTo>
                  <a:pt x="249389" y="1270"/>
                </a:lnTo>
                <a:lnTo>
                  <a:pt x="226137" y="0"/>
                </a:lnTo>
                <a:close/>
              </a:path>
              <a:path w="455295" h="459739">
                <a:moveTo>
                  <a:pt x="336947" y="27939"/>
                </a:moveTo>
                <a:lnTo>
                  <a:pt x="227610" y="27939"/>
                </a:lnTo>
                <a:lnTo>
                  <a:pt x="247915" y="29210"/>
                </a:lnTo>
                <a:lnTo>
                  <a:pt x="267622" y="33020"/>
                </a:lnTo>
                <a:lnTo>
                  <a:pt x="304864" y="44450"/>
                </a:lnTo>
                <a:lnTo>
                  <a:pt x="338566" y="63500"/>
                </a:lnTo>
                <a:lnTo>
                  <a:pt x="380739" y="101600"/>
                </a:lnTo>
                <a:lnTo>
                  <a:pt x="402093" y="134620"/>
                </a:lnTo>
                <a:lnTo>
                  <a:pt x="417101" y="170180"/>
                </a:lnTo>
                <a:lnTo>
                  <a:pt x="424963" y="209550"/>
                </a:lnTo>
                <a:lnTo>
                  <a:pt x="425905" y="231140"/>
                </a:lnTo>
                <a:lnTo>
                  <a:pt x="424916" y="251460"/>
                </a:lnTo>
                <a:lnTo>
                  <a:pt x="416963" y="290830"/>
                </a:lnTo>
                <a:lnTo>
                  <a:pt x="401876" y="326390"/>
                </a:lnTo>
                <a:lnTo>
                  <a:pt x="380451" y="358140"/>
                </a:lnTo>
                <a:lnTo>
                  <a:pt x="353489" y="386080"/>
                </a:lnTo>
                <a:lnTo>
                  <a:pt x="321796" y="407670"/>
                </a:lnTo>
                <a:lnTo>
                  <a:pt x="286177" y="422910"/>
                </a:lnTo>
                <a:lnTo>
                  <a:pt x="247426" y="430530"/>
                </a:lnTo>
                <a:lnTo>
                  <a:pt x="227120" y="431800"/>
                </a:lnTo>
                <a:lnTo>
                  <a:pt x="336910" y="431800"/>
                </a:lnTo>
                <a:lnTo>
                  <a:pt x="373014" y="406400"/>
                </a:lnTo>
                <a:lnTo>
                  <a:pt x="403635" y="375920"/>
                </a:lnTo>
                <a:lnTo>
                  <a:pt x="427892" y="339090"/>
                </a:lnTo>
                <a:lnTo>
                  <a:pt x="444881" y="297180"/>
                </a:lnTo>
                <a:lnTo>
                  <a:pt x="453680" y="252730"/>
                </a:lnTo>
                <a:lnTo>
                  <a:pt x="454731" y="228600"/>
                </a:lnTo>
                <a:lnTo>
                  <a:pt x="453443" y="205740"/>
                </a:lnTo>
                <a:lnTo>
                  <a:pt x="444192" y="160020"/>
                </a:lnTo>
                <a:lnTo>
                  <a:pt x="426803" y="119380"/>
                </a:lnTo>
                <a:lnTo>
                  <a:pt x="402192" y="82550"/>
                </a:lnTo>
                <a:lnTo>
                  <a:pt x="371251" y="52070"/>
                </a:lnTo>
                <a:lnTo>
                  <a:pt x="353679" y="38100"/>
                </a:lnTo>
                <a:lnTo>
                  <a:pt x="336947" y="27939"/>
                </a:lnTo>
                <a:close/>
              </a:path>
              <a:path w="455295" h="459739">
                <a:moveTo>
                  <a:pt x="228102" y="38100"/>
                </a:moveTo>
                <a:lnTo>
                  <a:pt x="190009" y="41910"/>
                </a:lnTo>
                <a:lnTo>
                  <a:pt x="137971" y="60960"/>
                </a:lnTo>
                <a:lnTo>
                  <a:pt x="94269" y="93980"/>
                </a:lnTo>
                <a:lnTo>
                  <a:pt x="61527" y="138430"/>
                </a:lnTo>
                <a:lnTo>
                  <a:pt x="42343" y="190500"/>
                </a:lnTo>
                <a:lnTo>
                  <a:pt x="38418" y="228600"/>
                </a:lnTo>
                <a:lnTo>
                  <a:pt x="38413" y="231140"/>
                </a:lnTo>
                <a:lnTo>
                  <a:pt x="39260" y="248920"/>
                </a:lnTo>
                <a:lnTo>
                  <a:pt x="46661" y="287020"/>
                </a:lnTo>
                <a:lnTo>
                  <a:pt x="70299" y="336550"/>
                </a:lnTo>
                <a:lnTo>
                  <a:pt x="106691" y="377190"/>
                </a:lnTo>
                <a:lnTo>
                  <a:pt x="153208" y="406400"/>
                </a:lnTo>
                <a:lnTo>
                  <a:pt x="207305" y="420370"/>
                </a:lnTo>
                <a:lnTo>
                  <a:pt x="226628" y="421640"/>
                </a:lnTo>
                <a:lnTo>
                  <a:pt x="245957" y="421640"/>
                </a:lnTo>
                <a:lnTo>
                  <a:pt x="282835" y="414020"/>
                </a:lnTo>
                <a:lnTo>
                  <a:pt x="286310" y="412750"/>
                </a:lnTo>
                <a:lnTo>
                  <a:pt x="226137" y="412750"/>
                </a:lnTo>
                <a:lnTo>
                  <a:pt x="207797" y="411480"/>
                </a:lnTo>
                <a:lnTo>
                  <a:pt x="156550" y="397510"/>
                </a:lnTo>
                <a:lnTo>
                  <a:pt x="112495" y="369570"/>
                </a:lnTo>
                <a:lnTo>
                  <a:pt x="78027" y="331470"/>
                </a:lnTo>
                <a:lnTo>
                  <a:pt x="55690" y="283210"/>
                </a:lnTo>
                <a:lnTo>
                  <a:pt x="47941" y="228600"/>
                </a:lnTo>
                <a:lnTo>
                  <a:pt x="48991" y="209550"/>
                </a:lnTo>
                <a:lnTo>
                  <a:pt x="62530" y="157480"/>
                </a:lnTo>
                <a:lnTo>
                  <a:pt x="89736" y="113030"/>
                </a:lnTo>
                <a:lnTo>
                  <a:pt x="128153" y="77470"/>
                </a:lnTo>
                <a:lnTo>
                  <a:pt x="175238" y="55880"/>
                </a:lnTo>
                <a:lnTo>
                  <a:pt x="228593" y="46989"/>
                </a:lnTo>
                <a:lnTo>
                  <a:pt x="284213" y="46989"/>
                </a:lnTo>
                <a:lnTo>
                  <a:pt x="266152" y="41910"/>
                </a:lnTo>
                <a:lnTo>
                  <a:pt x="247425" y="39370"/>
                </a:lnTo>
                <a:lnTo>
                  <a:pt x="228102" y="38100"/>
                </a:lnTo>
                <a:close/>
              </a:path>
              <a:path w="455295" h="459739">
                <a:moveTo>
                  <a:pt x="284213" y="46989"/>
                </a:moveTo>
                <a:lnTo>
                  <a:pt x="228593" y="46989"/>
                </a:lnTo>
                <a:lnTo>
                  <a:pt x="246933" y="48260"/>
                </a:lnTo>
                <a:lnTo>
                  <a:pt x="281790" y="55880"/>
                </a:lnTo>
                <a:lnTo>
                  <a:pt x="328490" y="78739"/>
                </a:lnTo>
                <a:lnTo>
                  <a:pt x="366436" y="114300"/>
                </a:lnTo>
                <a:lnTo>
                  <a:pt x="393095" y="160020"/>
                </a:lnTo>
                <a:lnTo>
                  <a:pt x="405977" y="212090"/>
                </a:lnTo>
                <a:lnTo>
                  <a:pt x="406789" y="231140"/>
                </a:lnTo>
                <a:lnTo>
                  <a:pt x="405739" y="250190"/>
                </a:lnTo>
                <a:lnTo>
                  <a:pt x="392200" y="302260"/>
                </a:lnTo>
                <a:lnTo>
                  <a:pt x="364994" y="346710"/>
                </a:lnTo>
                <a:lnTo>
                  <a:pt x="326577" y="382270"/>
                </a:lnTo>
                <a:lnTo>
                  <a:pt x="279492" y="405130"/>
                </a:lnTo>
                <a:lnTo>
                  <a:pt x="226137" y="412750"/>
                </a:lnTo>
                <a:lnTo>
                  <a:pt x="286310" y="412750"/>
                </a:lnTo>
                <a:lnTo>
                  <a:pt x="332380" y="389890"/>
                </a:lnTo>
                <a:lnTo>
                  <a:pt x="372722" y="353060"/>
                </a:lnTo>
                <a:lnTo>
                  <a:pt x="401231" y="306070"/>
                </a:lnTo>
                <a:lnTo>
                  <a:pt x="412388" y="269240"/>
                </a:lnTo>
                <a:lnTo>
                  <a:pt x="416378" y="231140"/>
                </a:lnTo>
                <a:lnTo>
                  <a:pt x="415470" y="210820"/>
                </a:lnTo>
                <a:lnTo>
                  <a:pt x="401768" y="156210"/>
                </a:lnTo>
                <a:lnTo>
                  <a:pt x="373588" y="107950"/>
                </a:lnTo>
                <a:lnTo>
                  <a:pt x="333528" y="71120"/>
                </a:lnTo>
                <a:lnTo>
                  <a:pt x="301522" y="53339"/>
                </a:lnTo>
                <a:lnTo>
                  <a:pt x="284213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749735" y="351078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93321" y="3429000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9" y="5450"/>
                </a:lnTo>
                <a:lnTo>
                  <a:pt x="113947" y="20978"/>
                </a:lnTo>
                <a:lnTo>
                  <a:pt x="76182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2" y="367443"/>
                </a:lnTo>
                <a:lnTo>
                  <a:pt x="113947" y="391807"/>
                </a:lnTo>
                <a:lnTo>
                  <a:pt x="156759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520516" y="34864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531469" y="4101447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1" y="367443"/>
                </a:lnTo>
                <a:lnTo>
                  <a:pt x="113947" y="391807"/>
                </a:lnTo>
                <a:lnTo>
                  <a:pt x="156758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658664" y="41569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31009" y="5014384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1" y="367443"/>
                </a:lnTo>
                <a:lnTo>
                  <a:pt x="113947" y="391807"/>
                </a:lnTo>
                <a:lnTo>
                  <a:pt x="156758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458205" y="50713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15747" y="5014384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4" y="0"/>
                </a:moveTo>
                <a:lnTo>
                  <a:pt x="156757" y="5451"/>
                </a:lnTo>
                <a:lnTo>
                  <a:pt x="113946" y="20978"/>
                </a:lnTo>
                <a:lnTo>
                  <a:pt x="76181" y="45342"/>
                </a:lnTo>
                <a:lnTo>
                  <a:pt x="44683" y="77305"/>
                </a:lnTo>
                <a:lnTo>
                  <a:pt x="20673" y="115627"/>
                </a:lnTo>
                <a:lnTo>
                  <a:pt x="5371" y="159070"/>
                </a:lnTo>
                <a:lnTo>
                  <a:pt x="0" y="206394"/>
                </a:lnTo>
                <a:lnTo>
                  <a:pt x="5371" y="253718"/>
                </a:lnTo>
                <a:lnTo>
                  <a:pt x="20673" y="297160"/>
                </a:lnTo>
                <a:lnTo>
                  <a:pt x="44683" y="335482"/>
                </a:lnTo>
                <a:lnTo>
                  <a:pt x="76181" y="367444"/>
                </a:lnTo>
                <a:lnTo>
                  <a:pt x="113946" y="391808"/>
                </a:lnTo>
                <a:lnTo>
                  <a:pt x="156757" y="407335"/>
                </a:lnTo>
                <a:lnTo>
                  <a:pt x="203394" y="412786"/>
                </a:lnTo>
                <a:lnTo>
                  <a:pt x="250031" y="407335"/>
                </a:lnTo>
                <a:lnTo>
                  <a:pt x="292842" y="391808"/>
                </a:lnTo>
                <a:lnTo>
                  <a:pt x="330608" y="367444"/>
                </a:lnTo>
                <a:lnTo>
                  <a:pt x="362106" y="335482"/>
                </a:lnTo>
                <a:lnTo>
                  <a:pt x="386116" y="297160"/>
                </a:lnTo>
                <a:lnTo>
                  <a:pt x="401418" y="253718"/>
                </a:lnTo>
                <a:lnTo>
                  <a:pt x="406789" y="206394"/>
                </a:lnTo>
                <a:lnTo>
                  <a:pt x="401418" y="159070"/>
                </a:lnTo>
                <a:lnTo>
                  <a:pt x="386116" y="115627"/>
                </a:lnTo>
                <a:lnTo>
                  <a:pt x="362106" y="77305"/>
                </a:lnTo>
                <a:lnTo>
                  <a:pt x="330608" y="45342"/>
                </a:lnTo>
                <a:lnTo>
                  <a:pt x="292842" y="20978"/>
                </a:lnTo>
                <a:lnTo>
                  <a:pt x="250031" y="5451"/>
                </a:lnTo>
                <a:lnTo>
                  <a:pt x="20339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91776" y="4991399"/>
            <a:ext cx="455295" cy="459740"/>
          </a:xfrm>
          <a:custGeom>
            <a:avLst/>
            <a:gdLst/>
            <a:ahLst/>
            <a:cxnLst/>
            <a:rect l="l" t="t" r="r" b="b"/>
            <a:pathLst>
              <a:path w="455295" h="459739">
                <a:moveTo>
                  <a:pt x="226136" y="0"/>
                </a:moveTo>
                <a:lnTo>
                  <a:pt x="180314" y="5080"/>
                </a:lnTo>
                <a:lnTo>
                  <a:pt x="137654" y="17780"/>
                </a:lnTo>
                <a:lnTo>
                  <a:pt x="99137" y="39370"/>
                </a:lnTo>
                <a:lnTo>
                  <a:pt x="65665" y="68580"/>
                </a:lnTo>
                <a:lnTo>
                  <a:pt x="38115" y="102870"/>
                </a:lnTo>
                <a:lnTo>
                  <a:pt x="17377" y="140970"/>
                </a:lnTo>
                <a:lnTo>
                  <a:pt x="4368" y="185420"/>
                </a:lnTo>
                <a:lnTo>
                  <a:pt x="0" y="231140"/>
                </a:lnTo>
                <a:lnTo>
                  <a:pt x="1286" y="255270"/>
                </a:lnTo>
                <a:lnTo>
                  <a:pt x="10537" y="299720"/>
                </a:lnTo>
                <a:lnTo>
                  <a:pt x="27927" y="340360"/>
                </a:lnTo>
                <a:lnTo>
                  <a:pt x="52537" y="377190"/>
                </a:lnTo>
                <a:lnTo>
                  <a:pt x="83479" y="408940"/>
                </a:lnTo>
                <a:lnTo>
                  <a:pt x="119875" y="433070"/>
                </a:lnTo>
                <a:lnTo>
                  <a:pt x="160822" y="450850"/>
                </a:lnTo>
                <a:lnTo>
                  <a:pt x="205341" y="459740"/>
                </a:lnTo>
                <a:lnTo>
                  <a:pt x="228592" y="459740"/>
                </a:lnTo>
                <a:lnTo>
                  <a:pt x="274415" y="455930"/>
                </a:lnTo>
                <a:lnTo>
                  <a:pt x="317075" y="441960"/>
                </a:lnTo>
                <a:lnTo>
                  <a:pt x="336909" y="431800"/>
                </a:lnTo>
                <a:lnTo>
                  <a:pt x="227119" y="431800"/>
                </a:lnTo>
                <a:lnTo>
                  <a:pt x="206814" y="430530"/>
                </a:lnTo>
                <a:lnTo>
                  <a:pt x="168093" y="422910"/>
                </a:lnTo>
                <a:lnTo>
                  <a:pt x="132523" y="407670"/>
                </a:lnTo>
                <a:lnTo>
                  <a:pt x="100888" y="386080"/>
                </a:lnTo>
                <a:lnTo>
                  <a:pt x="73991" y="358140"/>
                </a:lnTo>
                <a:lnTo>
                  <a:pt x="52636" y="326390"/>
                </a:lnTo>
                <a:lnTo>
                  <a:pt x="37628" y="289560"/>
                </a:lnTo>
                <a:lnTo>
                  <a:pt x="29766" y="250190"/>
                </a:lnTo>
                <a:lnTo>
                  <a:pt x="28826" y="231140"/>
                </a:lnTo>
                <a:lnTo>
                  <a:pt x="28829" y="228600"/>
                </a:lnTo>
                <a:lnTo>
                  <a:pt x="32848" y="189230"/>
                </a:lnTo>
                <a:lnTo>
                  <a:pt x="44469" y="151130"/>
                </a:lnTo>
                <a:lnTo>
                  <a:pt x="62824" y="116840"/>
                </a:lnTo>
                <a:lnTo>
                  <a:pt x="101240" y="73660"/>
                </a:lnTo>
                <a:lnTo>
                  <a:pt x="132933" y="52070"/>
                </a:lnTo>
                <a:lnTo>
                  <a:pt x="168553" y="36830"/>
                </a:lnTo>
                <a:lnTo>
                  <a:pt x="207303" y="29210"/>
                </a:lnTo>
                <a:lnTo>
                  <a:pt x="227610" y="27940"/>
                </a:lnTo>
                <a:lnTo>
                  <a:pt x="336946" y="27940"/>
                </a:lnTo>
                <a:lnTo>
                  <a:pt x="334854" y="26670"/>
                </a:lnTo>
                <a:lnTo>
                  <a:pt x="314891" y="17780"/>
                </a:lnTo>
                <a:lnTo>
                  <a:pt x="293907" y="10160"/>
                </a:lnTo>
                <a:lnTo>
                  <a:pt x="272028" y="3810"/>
                </a:lnTo>
                <a:lnTo>
                  <a:pt x="249388" y="1270"/>
                </a:lnTo>
                <a:lnTo>
                  <a:pt x="226136" y="0"/>
                </a:lnTo>
                <a:close/>
              </a:path>
              <a:path w="455295" h="459739">
                <a:moveTo>
                  <a:pt x="336946" y="27940"/>
                </a:moveTo>
                <a:lnTo>
                  <a:pt x="227610" y="27940"/>
                </a:lnTo>
                <a:lnTo>
                  <a:pt x="247915" y="29210"/>
                </a:lnTo>
                <a:lnTo>
                  <a:pt x="267620" y="33020"/>
                </a:lnTo>
                <a:lnTo>
                  <a:pt x="304863" y="44450"/>
                </a:lnTo>
                <a:lnTo>
                  <a:pt x="338565" y="63500"/>
                </a:lnTo>
                <a:lnTo>
                  <a:pt x="380738" y="101600"/>
                </a:lnTo>
                <a:lnTo>
                  <a:pt x="402092" y="134620"/>
                </a:lnTo>
                <a:lnTo>
                  <a:pt x="417099" y="170180"/>
                </a:lnTo>
                <a:lnTo>
                  <a:pt x="424963" y="209550"/>
                </a:lnTo>
                <a:lnTo>
                  <a:pt x="425903" y="231140"/>
                </a:lnTo>
                <a:lnTo>
                  <a:pt x="424915" y="251460"/>
                </a:lnTo>
                <a:lnTo>
                  <a:pt x="416962" y="290830"/>
                </a:lnTo>
                <a:lnTo>
                  <a:pt x="401874" y="326390"/>
                </a:lnTo>
                <a:lnTo>
                  <a:pt x="380450" y="358140"/>
                </a:lnTo>
                <a:lnTo>
                  <a:pt x="353489" y="386080"/>
                </a:lnTo>
                <a:lnTo>
                  <a:pt x="321796" y="407670"/>
                </a:lnTo>
                <a:lnTo>
                  <a:pt x="286176" y="422910"/>
                </a:lnTo>
                <a:lnTo>
                  <a:pt x="247426" y="430530"/>
                </a:lnTo>
                <a:lnTo>
                  <a:pt x="227119" y="431800"/>
                </a:lnTo>
                <a:lnTo>
                  <a:pt x="336909" y="431800"/>
                </a:lnTo>
                <a:lnTo>
                  <a:pt x="373014" y="406400"/>
                </a:lnTo>
                <a:lnTo>
                  <a:pt x="403635" y="375920"/>
                </a:lnTo>
                <a:lnTo>
                  <a:pt x="427892" y="339090"/>
                </a:lnTo>
                <a:lnTo>
                  <a:pt x="444879" y="297180"/>
                </a:lnTo>
                <a:lnTo>
                  <a:pt x="453679" y="252730"/>
                </a:lnTo>
                <a:lnTo>
                  <a:pt x="454729" y="228600"/>
                </a:lnTo>
                <a:lnTo>
                  <a:pt x="453443" y="205740"/>
                </a:lnTo>
                <a:lnTo>
                  <a:pt x="444191" y="160020"/>
                </a:lnTo>
                <a:lnTo>
                  <a:pt x="426802" y="119380"/>
                </a:lnTo>
                <a:lnTo>
                  <a:pt x="402191" y="82550"/>
                </a:lnTo>
                <a:lnTo>
                  <a:pt x="371250" y="52070"/>
                </a:lnTo>
                <a:lnTo>
                  <a:pt x="353679" y="38100"/>
                </a:lnTo>
                <a:lnTo>
                  <a:pt x="336946" y="27940"/>
                </a:lnTo>
                <a:close/>
              </a:path>
              <a:path w="455295" h="459739">
                <a:moveTo>
                  <a:pt x="228102" y="38100"/>
                </a:moveTo>
                <a:lnTo>
                  <a:pt x="190008" y="41910"/>
                </a:lnTo>
                <a:lnTo>
                  <a:pt x="137971" y="60960"/>
                </a:lnTo>
                <a:lnTo>
                  <a:pt x="94269" y="93980"/>
                </a:lnTo>
                <a:lnTo>
                  <a:pt x="61526" y="138430"/>
                </a:lnTo>
                <a:lnTo>
                  <a:pt x="42341" y="190500"/>
                </a:lnTo>
                <a:lnTo>
                  <a:pt x="38417" y="228600"/>
                </a:lnTo>
                <a:lnTo>
                  <a:pt x="38411" y="231140"/>
                </a:lnTo>
                <a:lnTo>
                  <a:pt x="39259" y="248920"/>
                </a:lnTo>
                <a:lnTo>
                  <a:pt x="46659" y="287020"/>
                </a:lnTo>
                <a:lnTo>
                  <a:pt x="70298" y="336550"/>
                </a:lnTo>
                <a:lnTo>
                  <a:pt x="106691" y="377190"/>
                </a:lnTo>
                <a:lnTo>
                  <a:pt x="153207" y="406400"/>
                </a:lnTo>
                <a:lnTo>
                  <a:pt x="207305" y="420370"/>
                </a:lnTo>
                <a:lnTo>
                  <a:pt x="226627" y="421640"/>
                </a:lnTo>
                <a:lnTo>
                  <a:pt x="245957" y="421640"/>
                </a:lnTo>
                <a:lnTo>
                  <a:pt x="282834" y="414020"/>
                </a:lnTo>
                <a:lnTo>
                  <a:pt x="286309" y="412750"/>
                </a:lnTo>
                <a:lnTo>
                  <a:pt x="226136" y="412750"/>
                </a:lnTo>
                <a:lnTo>
                  <a:pt x="207797" y="411480"/>
                </a:lnTo>
                <a:lnTo>
                  <a:pt x="156550" y="397510"/>
                </a:lnTo>
                <a:lnTo>
                  <a:pt x="112494" y="369570"/>
                </a:lnTo>
                <a:lnTo>
                  <a:pt x="78027" y="331470"/>
                </a:lnTo>
                <a:lnTo>
                  <a:pt x="55690" y="283210"/>
                </a:lnTo>
                <a:lnTo>
                  <a:pt x="47939" y="228600"/>
                </a:lnTo>
                <a:lnTo>
                  <a:pt x="48990" y="209550"/>
                </a:lnTo>
                <a:lnTo>
                  <a:pt x="62529" y="157480"/>
                </a:lnTo>
                <a:lnTo>
                  <a:pt x="89735" y="113030"/>
                </a:lnTo>
                <a:lnTo>
                  <a:pt x="128151" y="77470"/>
                </a:lnTo>
                <a:lnTo>
                  <a:pt x="175237" y="55880"/>
                </a:lnTo>
                <a:lnTo>
                  <a:pt x="228592" y="46990"/>
                </a:lnTo>
                <a:lnTo>
                  <a:pt x="284213" y="46990"/>
                </a:lnTo>
                <a:lnTo>
                  <a:pt x="266152" y="41910"/>
                </a:lnTo>
                <a:lnTo>
                  <a:pt x="247423" y="39370"/>
                </a:lnTo>
                <a:lnTo>
                  <a:pt x="228102" y="38100"/>
                </a:lnTo>
                <a:close/>
              </a:path>
              <a:path w="455295" h="459739">
                <a:moveTo>
                  <a:pt x="284213" y="46990"/>
                </a:moveTo>
                <a:lnTo>
                  <a:pt x="228592" y="46990"/>
                </a:lnTo>
                <a:lnTo>
                  <a:pt x="246932" y="48260"/>
                </a:lnTo>
                <a:lnTo>
                  <a:pt x="281788" y="55880"/>
                </a:lnTo>
                <a:lnTo>
                  <a:pt x="328490" y="78740"/>
                </a:lnTo>
                <a:lnTo>
                  <a:pt x="366436" y="114300"/>
                </a:lnTo>
                <a:lnTo>
                  <a:pt x="393095" y="160020"/>
                </a:lnTo>
                <a:lnTo>
                  <a:pt x="405977" y="212090"/>
                </a:lnTo>
                <a:lnTo>
                  <a:pt x="406789" y="231140"/>
                </a:lnTo>
                <a:lnTo>
                  <a:pt x="405739" y="250190"/>
                </a:lnTo>
                <a:lnTo>
                  <a:pt x="392200" y="302260"/>
                </a:lnTo>
                <a:lnTo>
                  <a:pt x="364994" y="346710"/>
                </a:lnTo>
                <a:lnTo>
                  <a:pt x="326576" y="382270"/>
                </a:lnTo>
                <a:lnTo>
                  <a:pt x="279492" y="405130"/>
                </a:lnTo>
                <a:lnTo>
                  <a:pt x="226136" y="412750"/>
                </a:lnTo>
                <a:lnTo>
                  <a:pt x="286309" y="412750"/>
                </a:lnTo>
                <a:lnTo>
                  <a:pt x="332380" y="389890"/>
                </a:lnTo>
                <a:lnTo>
                  <a:pt x="372722" y="353060"/>
                </a:lnTo>
                <a:lnTo>
                  <a:pt x="401229" y="306070"/>
                </a:lnTo>
                <a:lnTo>
                  <a:pt x="412388" y="269240"/>
                </a:lnTo>
                <a:lnTo>
                  <a:pt x="416377" y="231140"/>
                </a:lnTo>
                <a:lnTo>
                  <a:pt x="415470" y="210820"/>
                </a:lnTo>
                <a:lnTo>
                  <a:pt x="401767" y="156210"/>
                </a:lnTo>
                <a:lnTo>
                  <a:pt x="373588" y="107950"/>
                </a:lnTo>
                <a:lnTo>
                  <a:pt x="333528" y="71120"/>
                </a:lnTo>
                <a:lnTo>
                  <a:pt x="301522" y="53340"/>
                </a:lnTo>
                <a:lnTo>
                  <a:pt x="284213" y="46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742941" y="50713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6504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3460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/>
              <a:t>We </a:t>
            </a:r>
            <a:r>
              <a:rPr dirty="0" sz="3200" spc="-5"/>
              <a:t>specifically </a:t>
            </a:r>
            <a:r>
              <a:rPr dirty="0" sz="3200" spc="-10"/>
              <a:t>consider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local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neighborhood 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structures </a:t>
            </a:r>
            <a:r>
              <a:rPr dirty="0" sz="3200" spc="-10"/>
              <a:t>around </a:t>
            </a:r>
            <a:r>
              <a:rPr dirty="0" sz="3200" spc="-5"/>
              <a:t>each </a:t>
            </a:r>
            <a:r>
              <a:rPr dirty="0" sz="3200"/>
              <a:t>node in a</a:t>
            </a:r>
            <a:r>
              <a:rPr dirty="0" sz="3200" spc="5"/>
              <a:t> </a:t>
            </a:r>
            <a:r>
              <a:rPr dirty="0" sz="3200" spc="-15"/>
              <a:t>graph.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29331" y="3661050"/>
            <a:ext cx="1363345" cy="0"/>
          </a:xfrm>
          <a:custGeom>
            <a:avLst/>
            <a:gdLst/>
            <a:ahLst/>
            <a:cxnLst/>
            <a:rect l="l" t="t" r="r" b="b"/>
            <a:pathLst>
              <a:path w="1363345" h="0">
                <a:moveTo>
                  <a:pt x="0" y="0"/>
                </a:moveTo>
                <a:lnTo>
                  <a:pt x="136292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19141" y="3867443"/>
            <a:ext cx="6985" cy="1147445"/>
          </a:xfrm>
          <a:custGeom>
            <a:avLst/>
            <a:gdLst/>
            <a:ahLst/>
            <a:cxnLst/>
            <a:rect l="l" t="t" r="r" b="b"/>
            <a:pathLst>
              <a:path w="6985" h="1147445">
                <a:moveTo>
                  <a:pt x="6794" y="0"/>
                </a:moveTo>
                <a:lnTo>
                  <a:pt x="0" y="114694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62963" y="3781334"/>
            <a:ext cx="1490345" cy="1294130"/>
          </a:xfrm>
          <a:custGeom>
            <a:avLst/>
            <a:gdLst/>
            <a:ahLst/>
            <a:cxnLst/>
            <a:rect l="l" t="t" r="r" b="b"/>
            <a:pathLst>
              <a:path w="1490345" h="1294129">
                <a:moveTo>
                  <a:pt x="1489931" y="0"/>
                </a:moveTo>
                <a:lnTo>
                  <a:pt x="0" y="12935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22537" y="5220777"/>
            <a:ext cx="1308735" cy="0"/>
          </a:xfrm>
          <a:custGeom>
            <a:avLst/>
            <a:gdLst/>
            <a:ahLst/>
            <a:cxnLst/>
            <a:rect l="l" t="t" r="r" b="b"/>
            <a:pathLst>
              <a:path w="1308734" h="0">
                <a:moveTo>
                  <a:pt x="0" y="1"/>
                </a:moveTo>
                <a:lnTo>
                  <a:pt x="130847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78228" y="4453782"/>
            <a:ext cx="913130" cy="621665"/>
          </a:xfrm>
          <a:custGeom>
            <a:avLst/>
            <a:gdLst/>
            <a:ahLst/>
            <a:cxnLst/>
            <a:rect l="l" t="t" r="r" b="b"/>
            <a:pathLst>
              <a:path w="913129" h="621664">
                <a:moveTo>
                  <a:pt x="0" y="621053"/>
                </a:moveTo>
                <a:lnTo>
                  <a:pt x="91281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22540" y="3454657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5" y="0"/>
                </a:moveTo>
                <a:lnTo>
                  <a:pt x="156759" y="5450"/>
                </a:lnTo>
                <a:lnTo>
                  <a:pt x="113947" y="20978"/>
                </a:lnTo>
                <a:lnTo>
                  <a:pt x="76182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2" y="367443"/>
                </a:lnTo>
                <a:lnTo>
                  <a:pt x="113947" y="391807"/>
                </a:lnTo>
                <a:lnTo>
                  <a:pt x="156759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7" y="335480"/>
                </a:lnTo>
                <a:lnTo>
                  <a:pt x="386117" y="297159"/>
                </a:lnTo>
                <a:lnTo>
                  <a:pt x="401419" y="253716"/>
                </a:lnTo>
                <a:lnTo>
                  <a:pt x="406791" y="206392"/>
                </a:lnTo>
                <a:lnTo>
                  <a:pt x="401419" y="159068"/>
                </a:lnTo>
                <a:lnTo>
                  <a:pt x="386117" y="115626"/>
                </a:lnTo>
                <a:lnTo>
                  <a:pt x="362107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98570" y="3431671"/>
            <a:ext cx="455295" cy="459740"/>
          </a:xfrm>
          <a:custGeom>
            <a:avLst/>
            <a:gdLst/>
            <a:ahLst/>
            <a:cxnLst/>
            <a:rect l="l" t="t" r="r" b="b"/>
            <a:pathLst>
              <a:path w="455295" h="459739">
                <a:moveTo>
                  <a:pt x="226137" y="0"/>
                </a:moveTo>
                <a:lnTo>
                  <a:pt x="180314" y="5080"/>
                </a:lnTo>
                <a:lnTo>
                  <a:pt x="137655" y="17780"/>
                </a:lnTo>
                <a:lnTo>
                  <a:pt x="99137" y="39370"/>
                </a:lnTo>
                <a:lnTo>
                  <a:pt x="65666" y="68580"/>
                </a:lnTo>
                <a:lnTo>
                  <a:pt x="38115" y="102870"/>
                </a:lnTo>
                <a:lnTo>
                  <a:pt x="17377" y="140970"/>
                </a:lnTo>
                <a:lnTo>
                  <a:pt x="4370" y="185420"/>
                </a:lnTo>
                <a:lnTo>
                  <a:pt x="0" y="231140"/>
                </a:lnTo>
                <a:lnTo>
                  <a:pt x="1287" y="255270"/>
                </a:lnTo>
                <a:lnTo>
                  <a:pt x="10538" y="299720"/>
                </a:lnTo>
                <a:lnTo>
                  <a:pt x="27927" y="340360"/>
                </a:lnTo>
                <a:lnTo>
                  <a:pt x="52538" y="377190"/>
                </a:lnTo>
                <a:lnTo>
                  <a:pt x="83479" y="408940"/>
                </a:lnTo>
                <a:lnTo>
                  <a:pt x="119875" y="433070"/>
                </a:lnTo>
                <a:lnTo>
                  <a:pt x="160822" y="450850"/>
                </a:lnTo>
                <a:lnTo>
                  <a:pt x="205341" y="459740"/>
                </a:lnTo>
                <a:lnTo>
                  <a:pt x="228593" y="459740"/>
                </a:lnTo>
                <a:lnTo>
                  <a:pt x="274416" y="455930"/>
                </a:lnTo>
                <a:lnTo>
                  <a:pt x="317075" y="441960"/>
                </a:lnTo>
                <a:lnTo>
                  <a:pt x="336910" y="431800"/>
                </a:lnTo>
                <a:lnTo>
                  <a:pt x="227120" y="431800"/>
                </a:lnTo>
                <a:lnTo>
                  <a:pt x="206815" y="430530"/>
                </a:lnTo>
                <a:lnTo>
                  <a:pt x="168093" y="422910"/>
                </a:lnTo>
                <a:lnTo>
                  <a:pt x="132523" y="407670"/>
                </a:lnTo>
                <a:lnTo>
                  <a:pt x="100888" y="386080"/>
                </a:lnTo>
                <a:lnTo>
                  <a:pt x="73991" y="358140"/>
                </a:lnTo>
                <a:lnTo>
                  <a:pt x="52637" y="326390"/>
                </a:lnTo>
                <a:lnTo>
                  <a:pt x="37630" y="289560"/>
                </a:lnTo>
                <a:lnTo>
                  <a:pt x="29767" y="250190"/>
                </a:lnTo>
                <a:lnTo>
                  <a:pt x="28826" y="231140"/>
                </a:lnTo>
                <a:lnTo>
                  <a:pt x="28829" y="228600"/>
                </a:lnTo>
                <a:lnTo>
                  <a:pt x="32849" y="189230"/>
                </a:lnTo>
                <a:lnTo>
                  <a:pt x="44469" y="151130"/>
                </a:lnTo>
                <a:lnTo>
                  <a:pt x="62825" y="116839"/>
                </a:lnTo>
                <a:lnTo>
                  <a:pt x="101241" y="73660"/>
                </a:lnTo>
                <a:lnTo>
                  <a:pt x="132934" y="52070"/>
                </a:lnTo>
                <a:lnTo>
                  <a:pt x="168553" y="36830"/>
                </a:lnTo>
                <a:lnTo>
                  <a:pt x="207304" y="29210"/>
                </a:lnTo>
                <a:lnTo>
                  <a:pt x="227610" y="27939"/>
                </a:lnTo>
                <a:lnTo>
                  <a:pt x="336947" y="27939"/>
                </a:lnTo>
                <a:lnTo>
                  <a:pt x="334855" y="26670"/>
                </a:lnTo>
                <a:lnTo>
                  <a:pt x="314891" y="17780"/>
                </a:lnTo>
                <a:lnTo>
                  <a:pt x="293908" y="10160"/>
                </a:lnTo>
                <a:lnTo>
                  <a:pt x="272030" y="3810"/>
                </a:lnTo>
                <a:lnTo>
                  <a:pt x="249389" y="1270"/>
                </a:lnTo>
                <a:lnTo>
                  <a:pt x="226137" y="0"/>
                </a:lnTo>
                <a:close/>
              </a:path>
              <a:path w="455295" h="459739">
                <a:moveTo>
                  <a:pt x="336947" y="27939"/>
                </a:moveTo>
                <a:lnTo>
                  <a:pt x="227610" y="27939"/>
                </a:lnTo>
                <a:lnTo>
                  <a:pt x="247915" y="29210"/>
                </a:lnTo>
                <a:lnTo>
                  <a:pt x="267622" y="33020"/>
                </a:lnTo>
                <a:lnTo>
                  <a:pt x="304864" y="44450"/>
                </a:lnTo>
                <a:lnTo>
                  <a:pt x="338566" y="63500"/>
                </a:lnTo>
                <a:lnTo>
                  <a:pt x="380739" y="101600"/>
                </a:lnTo>
                <a:lnTo>
                  <a:pt x="402093" y="134620"/>
                </a:lnTo>
                <a:lnTo>
                  <a:pt x="417101" y="170180"/>
                </a:lnTo>
                <a:lnTo>
                  <a:pt x="424963" y="209550"/>
                </a:lnTo>
                <a:lnTo>
                  <a:pt x="425905" y="231140"/>
                </a:lnTo>
                <a:lnTo>
                  <a:pt x="424916" y="251460"/>
                </a:lnTo>
                <a:lnTo>
                  <a:pt x="416963" y="290830"/>
                </a:lnTo>
                <a:lnTo>
                  <a:pt x="401876" y="326390"/>
                </a:lnTo>
                <a:lnTo>
                  <a:pt x="380451" y="358140"/>
                </a:lnTo>
                <a:lnTo>
                  <a:pt x="353489" y="386080"/>
                </a:lnTo>
                <a:lnTo>
                  <a:pt x="321796" y="407670"/>
                </a:lnTo>
                <a:lnTo>
                  <a:pt x="286177" y="422910"/>
                </a:lnTo>
                <a:lnTo>
                  <a:pt x="247426" y="430530"/>
                </a:lnTo>
                <a:lnTo>
                  <a:pt x="227120" y="431800"/>
                </a:lnTo>
                <a:lnTo>
                  <a:pt x="336910" y="431800"/>
                </a:lnTo>
                <a:lnTo>
                  <a:pt x="373014" y="406400"/>
                </a:lnTo>
                <a:lnTo>
                  <a:pt x="403635" y="375920"/>
                </a:lnTo>
                <a:lnTo>
                  <a:pt x="427892" y="339090"/>
                </a:lnTo>
                <a:lnTo>
                  <a:pt x="444881" y="297180"/>
                </a:lnTo>
                <a:lnTo>
                  <a:pt x="453680" y="252730"/>
                </a:lnTo>
                <a:lnTo>
                  <a:pt x="454731" y="228600"/>
                </a:lnTo>
                <a:lnTo>
                  <a:pt x="453443" y="205740"/>
                </a:lnTo>
                <a:lnTo>
                  <a:pt x="444192" y="160020"/>
                </a:lnTo>
                <a:lnTo>
                  <a:pt x="426803" y="119380"/>
                </a:lnTo>
                <a:lnTo>
                  <a:pt x="402192" y="82550"/>
                </a:lnTo>
                <a:lnTo>
                  <a:pt x="371251" y="52070"/>
                </a:lnTo>
                <a:lnTo>
                  <a:pt x="353679" y="38100"/>
                </a:lnTo>
                <a:lnTo>
                  <a:pt x="336947" y="27939"/>
                </a:lnTo>
                <a:close/>
              </a:path>
              <a:path w="455295" h="459739">
                <a:moveTo>
                  <a:pt x="228102" y="38100"/>
                </a:moveTo>
                <a:lnTo>
                  <a:pt x="190009" y="41910"/>
                </a:lnTo>
                <a:lnTo>
                  <a:pt x="137971" y="60960"/>
                </a:lnTo>
                <a:lnTo>
                  <a:pt x="94269" y="93980"/>
                </a:lnTo>
                <a:lnTo>
                  <a:pt x="61527" y="138430"/>
                </a:lnTo>
                <a:lnTo>
                  <a:pt x="42343" y="190500"/>
                </a:lnTo>
                <a:lnTo>
                  <a:pt x="38418" y="228600"/>
                </a:lnTo>
                <a:lnTo>
                  <a:pt x="38413" y="231140"/>
                </a:lnTo>
                <a:lnTo>
                  <a:pt x="39260" y="248920"/>
                </a:lnTo>
                <a:lnTo>
                  <a:pt x="46661" y="287020"/>
                </a:lnTo>
                <a:lnTo>
                  <a:pt x="70299" y="336550"/>
                </a:lnTo>
                <a:lnTo>
                  <a:pt x="106691" y="377190"/>
                </a:lnTo>
                <a:lnTo>
                  <a:pt x="153208" y="406400"/>
                </a:lnTo>
                <a:lnTo>
                  <a:pt x="207305" y="420370"/>
                </a:lnTo>
                <a:lnTo>
                  <a:pt x="226628" y="421640"/>
                </a:lnTo>
                <a:lnTo>
                  <a:pt x="245957" y="421640"/>
                </a:lnTo>
                <a:lnTo>
                  <a:pt x="282835" y="414020"/>
                </a:lnTo>
                <a:lnTo>
                  <a:pt x="286310" y="412750"/>
                </a:lnTo>
                <a:lnTo>
                  <a:pt x="226137" y="412750"/>
                </a:lnTo>
                <a:lnTo>
                  <a:pt x="207797" y="411480"/>
                </a:lnTo>
                <a:lnTo>
                  <a:pt x="156550" y="397510"/>
                </a:lnTo>
                <a:lnTo>
                  <a:pt x="112495" y="369570"/>
                </a:lnTo>
                <a:lnTo>
                  <a:pt x="78027" y="331470"/>
                </a:lnTo>
                <a:lnTo>
                  <a:pt x="55690" y="283210"/>
                </a:lnTo>
                <a:lnTo>
                  <a:pt x="47941" y="228600"/>
                </a:lnTo>
                <a:lnTo>
                  <a:pt x="48991" y="209550"/>
                </a:lnTo>
                <a:lnTo>
                  <a:pt x="62530" y="157480"/>
                </a:lnTo>
                <a:lnTo>
                  <a:pt x="89736" y="113030"/>
                </a:lnTo>
                <a:lnTo>
                  <a:pt x="128153" y="77470"/>
                </a:lnTo>
                <a:lnTo>
                  <a:pt x="175238" y="55880"/>
                </a:lnTo>
                <a:lnTo>
                  <a:pt x="228593" y="46989"/>
                </a:lnTo>
                <a:lnTo>
                  <a:pt x="284213" y="46989"/>
                </a:lnTo>
                <a:lnTo>
                  <a:pt x="266152" y="41910"/>
                </a:lnTo>
                <a:lnTo>
                  <a:pt x="247425" y="39370"/>
                </a:lnTo>
                <a:lnTo>
                  <a:pt x="228102" y="38100"/>
                </a:lnTo>
                <a:close/>
              </a:path>
              <a:path w="455295" h="459739">
                <a:moveTo>
                  <a:pt x="284213" y="46989"/>
                </a:moveTo>
                <a:lnTo>
                  <a:pt x="228593" y="46989"/>
                </a:lnTo>
                <a:lnTo>
                  <a:pt x="246933" y="48260"/>
                </a:lnTo>
                <a:lnTo>
                  <a:pt x="281790" y="55880"/>
                </a:lnTo>
                <a:lnTo>
                  <a:pt x="328490" y="78739"/>
                </a:lnTo>
                <a:lnTo>
                  <a:pt x="366436" y="114300"/>
                </a:lnTo>
                <a:lnTo>
                  <a:pt x="393095" y="160020"/>
                </a:lnTo>
                <a:lnTo>
                  <a:pt x="405977" y="212090"/>
                </a:lnTo>
                <a:lnTo>
                  <a:pt x="406789" y="231140"/>
                </a:lnTo>
                <a:lnTo>
                  <a:pt x="405739" y="250190"/>
                </a:lnTo>
                <a:lnTo>
                  <a:pt x="392200" y="302260"/>
                </a:lnTo>
                <a:lnTo>
                  <a:pt x="364994" y="346710"/>
                </a:lnTo>
                <a:lnTo>
                  <a:pt x="326577" y="382270"/>
                </a:lnTo>
                <a:lnTo>
                  <a:pt x="279492" y="405130"/>
                </a:lnTo>
                <a:lnTo>
                  <a:pt x="226137" y="412750"/>
                </a:lnTo>
                <a:lnTo>
                  <a:pt x="286310" y="412750"/>
                </a:lnTo>
                <a:lnTo>
                  <a:pt x="332380" y="389890"/>
                </a:lnTo>
                <a:lnTo>
                  <a:pt x="372722" y="353060"/>
                </a:lnTo>
                <a:lnTo>
                  <a:pt x="401231" y="306070"/>
                </a:lnTo>
                <a:lnTo>
                  <a:pt x="412388" y="269240"/>
                </a:lnTo>
                <a:lnTo>
                  <a:pt x="416378" y="231140"/>
                </a:lnTo>
                <a:lnTo>
                  <a:pt x="415470" y="210820"/>
                </a:lnTo>
                <a:lnTo>
                  <a:pt x="401768" y="156210"/>
                </a:lnTo>
                <a:lnTo>
                  <a:pt x="373588" y="107950"/>
                </a:lnTo>
                <a:lnTo>
                  <a:pt x="333528" y="71120"/>
                </a:lnTo>
                <a:lnTo>
                  <a:pt x="301522" y="53339"/>
                </a:lnTo>
                <a:lnTo>
                  <a:pt x="284213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749735" y="351078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93321" y="3429000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9" y="5450"/>
                </a:lnTo>
                <a:lnTo>
                  <a:pt x="113947" y="20978"/>
                </a:lnTo>
                <a:lnTo>
                  <a:pt x="76182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2" y="367443"/>
                </a:lnTo>
                <a:lnTo>
                  <a:pt x="113947" y="391807"/>
                </a:lnTo>
                <a:lnTo>
                  <a:pt x="156759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520516" y="34864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31469" y="4101447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1" y="367443"/>
                </a:lnTo>
                <a:lnTo>
                  <a:pt x="113947" y="391807"/>
                </a:lnTo>
                <a:lnTo>
                  <a:pt x="156758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658664" y="41569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31009" y="5014384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1" y="367443"/>
                </a:lnTo>
                <a:lnTo>
                  <a:pt x="113947" y="391807"/>
                </a:lnTo>
                <a:lnTo>
                  <a:pt x="156758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07040" y="4991398"/>
            <a:ext cx="455295" cy="459740"/>
          </a:xfrm>
          <a:custGeom>
            <a:avLst/>
            <a:gdLst/>
            <a:ahLst/>
            <a:cxnLst/>
            <a:rect l="l" t="t" r="r" b="b"/>
            <a:pathLst>
              <a:path w="455295" h="459739">
                <a:moveTo>
                  <a:pt x="226137" y="0"/>
                </a:moveTo>
                <a:lnTo>
                  <a:pt x="180314" y="5079"/>
                </a:lnTo>
                <a:lnTo>
                  <a:pt x="137655" y="17779"/>
                </a:lnTo>
                <a:lnTo>
                  <a:pt x="99137" y="39369"/>
                </a:lnTo>
                <a:lnTo>
                  <a:pt x="65665" y="68579"/>
                </a:lnTo>
                <a:lnTo>
                  <a:pt x="38115" y="102869"/>
                </a:lnTo>
                <a:lnTo>
                  <a:pt x="17377" y="140969"/>
                </a:lnTo>
                <a:lnTo>
                  <a:pt x="4370" y="185419"/>
                </a:lnTo>
                <a:lnTo>
                  <a:pt x="0" y="231139"/>
                </a:lnTo>
                <a:lnTo>
                  <a:pt x="1287" y="255269"/>
                </a:lnTo>
                <a:lnTo>
                  <a:pt x="10538" y="299719"/>
                </a:lnTo>
                <a:lnTo>
                  <a:pt x="27927" y="340359"/>
                </a:lnTo>
                <a:lnTo>
                  <a:pt x="52538" y="377189"/>
                </a:lnTo>
                <a:lnTo>
                  <a:pt x="83479" y="408939"/>
                </a:lnTo>
                <a:lnTo>
                  <a:pt x="119875" y="433069"/>
                </a:lnTo>
                <a:lnTo>
                  <a:pt x="160822" y="450849"/>
                </a:lnTo>
                <a:lnTo>
                  <a:pt x="205341" y="459739"/>
                </a:lnTo>
                <a:lnTo>
                  <a:pt x="228593" y="459739"/>
                </a:lnTo>
                <a:lnTo>
                  <a:pt x="274415" y="455929"/>
                </a:lnTo>
                <a:lnTo>
                  <a:pt x="317075" y="441959"/>
                </a:lnTo>
                <a:lnTo>
                  <a:pt x="336909" y="431799"/>
                </a:lnTo>
                <a:lnTo>
                  <a:pt x="227119" y="431799"/>
                </a:lnTo>
                <a:lnTo>
                  <a:pt x="206814" y="430529"/>
                </a:lnTo>
                <a:lnTo>
                  <a:pt x="168093" y="422909"/>
                </a:lnTo>
                <a:lnTo>
                  <a:pt x="132523" y="407669"/>
                </a:lnTo>
                <a:lnTo>
                  <a:pt x="100888" y="386079"/>
                </a:lnTo>
                <a:lnTo>
                  <a:pt x="73991" y="358139"/>
                </a:lnTo>
                <a:lnTo>
                  <a:pt x="52637" y="326389"/>
                </a:lnTo>
                <a:lnTo>
                  <a:pt x="37630" y="289559"/>
                </a:lnTo>
                <a:lnTo>
                  <a:pt x="29767" y="250189"/>
                </a:lnTo>
                <a:lnTo>
                  <a:pt x="28826" y="231139"/>
                </a:lnTo>
                <a:lnTo>
                  <a:pt x="28829" y="228600"/>
                </a:lnTo>
                <a:lnTo>
                  <a:pt x="32849" y="189229"/>
                </a:lnTo>
                <a:lnTo>
                  <a:pt x="44469" y="151129"/>
                </a:lnTo>
                <a:lnTo>
                  <a:pt x="62825" y="116839"/>
                </a:lnTo>
                <a:lnTo>
                  <a:pt x="101241" y="73659"/>
                </a:lnTo>
                <a:lnTo>
                  <a:pt x="132934" y="52069"/>
                </a:lnTo>
                <a:lnTo>
                  <a:pt x="168553" y="36829"/>
                </a:lnTo>
                <a:lnTo>
                  <a:pt x="207303" y="29209"/>
                </a:lnTo>
                <a:lnTo>
                  <a:pt x="227610" y="27939"/>
                </a:lnTo>
                <a:lnTo>
                  <a:pt x="336947" y="27939"/>
                </a:lnTo>
                <a:lnTo>
                  <a:pt x="334855" y="26669"/>
                </a:lnTo>
                <a:lnTo>
                  <a:pt x="314891" y="17779"/>
                </a:lnTo>
                <a:lnTo>
                  <a:pt x="293908" y="10159"/>
                </a:lnTo>
                <a:lnTo>
                  <a:pt x="272028" y="3809"/>
                </a:lnTo>
                <a:lnTo>
                  <a:pt x="249389" y="1269"/>
                </a:lnTo>
                <a:lnTo>
                  <a:pt x="226137" y="0"/>
                </a:lnTo>
                <a:close/>
              </a:path>
              <a:path w="455295" h="459739">
                <a:moveTo>
                  <a:pt x="336947" y="27939"/>
                </a:moveTo>
                <a:lnTo>
                  <a:pt x="227610" y="27939"/>
                </a:lnTo>
                <a:lnTo>
                  <a:pt x="247915" y="29209"/>
                </a:lnTo>
                <a:lnTo>
                  <a:pt x="267622" y="33019"/>
                </a:lnTo>
                <a:lnTo>
                  <a:pt x="304864" y="44450"/>
                </a:lnTo>
                <a:lnTo>
                  <a:pt x="338566" y="63500"/>
                </a:lnTo>
                <a:lnTo>
                  <a:pt x="380739" y="101600"/>
                </a:lnTo>
                <a:lnTo>
                  <a:pt x="402093" y="134619"/>
                </a:lnTo>
                <a:lnTo>
                  <a:pt x="417101" y="170179"/>
                </a:lnTo>
                <a:lnTo>
                  <a:pt x="424963" y="209550"/>
                </a:lnTo>
                <a:lnTo>
                  <a:pt x="425905" y="231139"/>
                </a:lnTo>
                <a:lnTo>
                  <a:pt x="424916" y="251459"/>
                </a:lnTo>
                <a:lnTo>
                  <a:pt x="416962" y="290829"/>
                </a:lnTo>
                <a:lnTo>
                  <a:pt x="401874" y="326389"/>
                </a:lnTo>
                <a:lnTo>
                  <a:pt x="380450" y="358139"/>
                </a:lnTo>
                <a:lnTo>
                  <a:pt x="353489" y="386079"/>
                </a:lnTo>
                <a:lnTo>
                  <a:pt x="321796" y="407669"/>
                </a:lnTo>
                <a:lnTo>
                  <a:pt x="286177" y="422909"/>
                </a:lnTo>
                <a:lnTo>
                  <a:pt x="247426" y="430529"/>
                </a:lnTo>
                <a:lnTo>
                  <a:pt x="227119" y="431799"/>
                </a:lnTo>
                <a:lnTo>
                  <a:pt x="336909" y="431799"/>
                </a:lnTo>
                <a:lnTo>
                  <a:pt x="373014" y="406399"/>
                </a:lnTo>
                <a:lnTo>
                  <a:pt x="403635" y="375919"/>
                </a:lnTo>
                <a:lnTo>
                  <a:pt x="427892" y="339089"/>
                </a:lnTo>
                <a:lnTo>
                  <a:pt x="444881" y="297179"/>
                </a:lnTo>
                <a:lnTo>
                  <a:pt x="453680" y="252729"/>
                </a:lnTo>
                <a:lnTo>
                  <a:pt x="454731" y="228600"/>
                </a:lnTo>
                <a:lnTo>
                  <a:pt x="453443" y="205739"/>
                </a:lnTo>
                <a:lnTo>
                  <a:pt x="444192" y="160019"/>
                </a:lnTo>
                <a:lnTo>
                  <a:pt x="426803" y="119379"/>
                </a:lnTo>
                <a:lnTo>
                  <a:pt x="402192" y="82550"/>
                </a:lnTo>
                <a:lnTo>
                  <a:pt x="371251" y="52069"/>
                </a:lnTo>
                <a:lnTo>
                  <a:pt x="353679" y="38100"/>
                </a:lnTo>
                <a:lnTo>
                  <a:pt x="336947" y="27939"/>
                </a:lnTo>
                <a:close/>
              </a:path>
              <a:path w="455295" h="459739">
                <a:moveTo>
                  <a:pt x="228102" y="38100"/>
                </a:moveTo>
                <a:lnTo>
                  <a:pt x="190009" y="41909"/>
                </a:lnTo>
                <a:lnTo>
                  <a:pt x="137971" y="60959"/>
                </a:lnTo>
                <a:lnTo>
                  <a:pt x="94269" y="93979"/>
                </a:lnTo>
                <a:lnTo>
                  <a:pt x="61527" y="138429"/>
                </a:lnTo>
                <a:lnTo>
                  <a:pt x="42343" y="190500"/>
                </a:lnTo>
                <a:lnTo>
                  <a:pt x="38418" y="228600"/>
                </a:lnTo>
                <a:lnTo>
                  <a:pt x="38413" y="231139"/>
                </a:lnTo>
                <a:lnTo>
                  <a:pt x="39260" y="248919"/>
                </a:lnTo>
                <a:lnTo>
                  <a:pt x="46659" y="287019"/>
                </a:lnTo>
                <a:lnTo>
                  <a:pt x="70299" y="336549"/>
                </a:lnTo>
                <a:lnTo>
                  <a:pt x="106691" y="377189"/>
                </a:lnTo>
                <a:lnTo>
                  <a:pt x="153207" y="406399"/>
                </a:lnTo>
                <a:lnTo>
                  <a:pt x="207305" y="420369"/>
                </a:lnTo>
                <a:lnTo>
                  <a:pt x="226628" y="421639"/>
                </a:lnTo>
                <a:lnTo>
                  <a:pt x="245957" y="421639"/>
                </a:lnTo>
                <a:lnTo>
                  <a:pt x="282835" y="414019"/>
                </a:lnTo>
                <a:lnTo>
                  <a:pt x="286310" y="412749"/>
                </a:lnTo>
                <a:lnTo>
                  <a:pt x="226137" y="412749"/>
                </a:lnTo>
                <a:lnTo>
                  <a:pt x="207797" y="411479"/>
                </a:lnTo>
                <a:lnTo>
                  <a:pt x="156550" y="397509"/>
                </a:lnTo>
                <a:lnTo>
                  <a:pt x="112495" y="369569"/>
                </a:lnTo>
                <a:lnTo>
                  <a:pt x="78027" y="331469"/>
                </a:lnTo>
                <a:lnTo>
                  <a:pt x="55690" y="283209"/>
                </a:lnTo>
                <a:lnTo>
                  <a:pt x="47941" y="228600"/>
                </a:lnTo>
                <a:lnTo>
                  <a:pt x="48990" y="209550"/>
                </a:lnTo>
                <a:lnTo>
                  <a:pt x="62530" y="157479"/>
                </a:lnTo>
                <a:lnTo>
                  <a:pt x="89736" y="113029"/>
                </a:lnTo>
                <a:lnTo>
                  <a:pt x="128153" y="77469"/>
                </a:lnTo>
                <a:lnTo>
                  <a:pt x="175238" y="55879"/>
                </a:lnTo>
                <a:lnTo>
                  <a:pt x="228593" y="46989"/>
                </a:lnTo>
                <a:lnTo>
                  <a:pt x="284213" y="46989"/>
                </a:lnTo>
                <a:lnTo>
                  <a:pt x="266152" y="41909"/>
                </a:lnTo>
                <a:lnTo>
                  <a:pt x="247423" y="39369"/>
                </a:lnTo>
                <a:lnTo>
                  <a:pt x="228102" y="38100"/>
                </a:lnTo>
                <a:close/>
              </a:path>
              <a:path w="455295" h="459739">
                <a:moveTo>
                  <a:pt x="284213" y="46989"/>
                </a:moveTo>
                <a:lnTo>
                  <a:pt x="228593" y="46989"/>
                </a:lnTo>
                <a:lnTo>
                  <a:pt x="246933" y="48259"/>
                </a:lnTo>
                <a:lnTo>
                  <a:pt x="281790" y="55879"/>
                </a:lnTo>
                <a:lnTo>
                  <a:pt x="328490" y="78739"/>
                </a:lnTo>
                <a:lnTo>
                  <a:pt x="366436" y="114300"/>
                </a:lnTo>
                <a:lnTo>
                  <a:pt x="393095" y="160019"/>
                </a:lnTo>
                <a:lnTo>
                  <a:pt x="405977" y="212089"/>
                </a:lnTo>
                <a:lnTo>
                  <a:pt x="406789" y="231139"/>
                </a:lnTo>
                <a:lnTo>
                  <a:pt x="405739" y="250189"/>
                </a:lnTo>
                <a:lnTo>
                  <a:pt x="392200" y="302259"/>
                </a:lnTo>
                <a:lnTo>
                  <a:pt x="364994" y="346709"/>
                </a:lnTo>
                <a:lnTo>
                  <a:pt x="326577" y="382269"/>
                </a:lnTo>
                <a:lnTo>
                  <a:pt x="279492" y="405129"/>
                </a:lnTo>
                <a:lnTo>
                  <a:pt x="226137" y="412749"/>
                </a:lnTo>
                <a:lnTo>
                  <a:pt x="286310" y="412749"/>
                </a:lnTo>
                <a:lnTo>
                  <a:pt x="332380" y="389889"/>
                </a:lnTo>
                <a:lnTo>
                  <a:pt x="372722" y="353059"/>
                </a:lnTo>
                <a:lnTo>
                  <a:pt x="401231" y="306069"/>
                </a:lnTo>
                <a:lnTo>
                  <a:pt x="412388" y="269239"/>
                </a:lnTo>
                <a:lnTo>
                  <a:pt x="416378" y="231139"/>
                </a:lnTo>
                <a:lnTo>
                  <a:pt x="415470" y="210819"/>
                </a:lnTo>
                <a:lnTo>
                  <a:pt x="401768" y="156209"/>
                </a:lnTo>
                <a:lnTo>
                  <a:pt x="373588" y="107950"/>
                </a:lnTo>
                <a:lnTo>
                  <a:pt x="333528" y="71119"/>
                </a:lnTo>
                <a:lnTo>
                  <a:pt x="301522" y="53339"/>
                </a:lnTo>
                <a:lnTo>
                  <a:pt x="284213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458205" y="50713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15747" y="5014384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4" y="0"/>
                </a:moveTo>
                <a:lnTo>
                  <a:pt x="156757" y="5451"/>
                </a:lnTo>
                <a:lnTo>
                  <a:pt x="113946" y="20978"/>
                </a:lnTo>
                <a:lnTo>
                  <a:pt x="76181" y="45342"/>
                </a:lnTo>
                <a:lnTo>
                  <a:pt x="44683" y="77305"/>
                </a:lnTo>
                <a:lnTo>
                  <a:pt x="20673" y="115627"/>
                </a:lnTo>
                <a:lnTo>
                  <a:pt x="5371" y="159070"/>
                </a:lnTo>
                <a:lnTo>
                  <a:pt x="0" y="206394"/>
                </a:lnTo>
                <a:lnTo>
                  <a:pt x="5371" y="253718"/>
                </a:lnTo>
                <a:lnTo>
                  <a:pt x="20673" y="297160"/>
                </a:lnTo>
                <a:lnTo>
                  <a:pt x="44683" y="335482"/>
                </a:lnTo>
                <a:lnTo>
                  <a:pt x="76181" y="367444"/>
                </a:lnTo>
                <a:lnTo>
                  <a:pt x="113946" y="391808"/>
                </a:lnTo>
                <a:lnTo>
                  <a:pt x="156757" y="407335"/>
                </a:lnTo>
                <a:lnTo>
                  <a:pt x="203394" y="412786"/>
                </a:lnTo>
                <a:lnTo>
                  <a:pt x="250031" y="407335"/>
                </a:lnTo>
                <a:lnTo>
                  <a:pt x="292842" y="391808"/>
                </a:lnTo>
                <a:lnTo>
                  <a:pt x="330608" y="367444"/>
                </a:lnTo>
                <a:lnTo>
                  <a:pt x="362106" y="335482"/>
                </a:lnTo>
                <a:lnTo>
                  <a:pt x="386116" y="297160"/>
                </a:lnTo>
                <a:lnTo>
                  <a:pt x="401418" y="253718"/>
                </a:lnTo>
                <a:lnTo>
                  <a:pt x="406789" y="206394"/>
                </a:lnTo>
                <a:lnTo>
                  <a:pt x="401418" y="159070"/>
                </a:lnTo>
                <a:lnTo>
                  <a:pt x="386116" y="115627"/>
                </a:lnTo>
                <a:lnTo>
                  <a:pt x="362106" y="77305"/>
                </a:lnTo>
                <a:lnTo>
                  <a:pt x="330608" y="45342"/>
                </a:lnTo>
                <a:lnTo>
                  <a:pt x="292842" y="20978"/>
                </a:lnTo>
                <a:lnTo>
                  <a:pt x="250031" y="5451"/>
                </a:lnTo>
                <a:lnTo>
                  <a:pt x="20339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742941" y="50713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919139" y="2548635"/>
            <a:ext cx="3980815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Example: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Nodes </a:t>
            </a:r>
            <a:r>
              <a:rPr dirty="0" sz="2800">
                <a:solidFill>
                  <a:srgbClr val="0000FF"/>
                </a:solidFill>
                <a:latin typeface="Calibri"/>
                <a:cs typeface="Calibri"/>
              </a:rPr>
              <a:t>1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dirty="0" sz="2800">
                <a:solidFill>
                  <a:srgbClr val="0000FF"/>
                </a:solidFill>
                <a:latin typeface="Calibri"/>
                <a:cs typeface="Calibri"/>
              </a:rPr>
              <a:t>4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both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5">
                <a:latin typeface="Calibri"/>
                <a:cs typeface="Calibri"/>
              </a:rPr>
              <a:t>the same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93459" y="3399027"/>
            <a:ext cx="4272915" cy="21685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0"/>
              </a:spcBef>
            </a:pPr>
            <a:r>
              <a:rPr dirty="0" sz="2800" spc="-15">
                <a:latin typeface="Calibri"/>
                <a:cs typeface="Calibri"/>
              </a:rPr>
              <a:t>degree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2. </a:t>
            </a:r>
            <a:r>
              <a:rPr dirty="0" sz="2800" spc="-45">
                <a:latin typeface="Calibri"/>
                <a:cs typeface="Calibri"/>
              </a:rPr>
              <a:t>However, </a:t>
            </a:r>
            <a:r>
              <a:rPr dirty="0" sz="2800" spc="-10">
                <a:latin typeface="Calibri"/>
                <a:cs typeface="Calibri"/>
              </a:rPr>
              <a:t>they  </a:t>
            </a:r>
            <a:r>
              <a:rPr dirty="0" sz="2800" spc="-15">
                <a:latin typeface="Calibri"/>
                <a:cs typeface="Calibri"/>
              </a:rPr>
              <a:t>still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different  </a:t>
            </a:r>
            <a:r>
              <a:rPr dirty="0" sz="2800" spc="-5">
                <a:latin typeface="Calibri"/>
                <a:cs typeface="Calibri"/>
              </a:rPr>
              <a:t>neighborhood </a:t>
            </a:r>
            <a:r>
              <a:rPr dirty="0" sz="2800" spc="-10">
                <a:latin typeface="Calibri"/>
                <a:cs typeface="Calibri"/>
              </a:rPr>
              <a:t>structures  </a:t>
            </a:r>
            <a:r>
              <a:rPr dirty="0" sz="2800" spc="-5">
                <a:latin typeface="Calibri"/>
                <a:cs typeface="Calibri"/>
              </a:rPr>
              <a:t>because </a:t>
            </a:r>
            <a:r>
              <a:rPr dirty="0" sz="2800" spc="-5" b="1">
                <a:latin typeface="Calibri"/>
                <a:cs typeface="Calibri"/>
              </a:rPr>
              <a:t>their </a:t>
            </a:r>
            <a:r>
              <a:rPr dirty="0" sz="2800" spc="-10" b="1">
                <a:latin typeface="Calibri"/>
                <a:cs typeface="Calibri"/>
              </a:rPr>
              <a:t>neighbors  </a:t>
            </a:r>
            <a:r>
              <a:rPr dirty="0" sz="2800" spc="-20" b="1">
                <a:latin typeface="Calibri"/>
                <a:cs typeface="Calibri"/>
              </a:rPr>
              <a:t>have </a:t>
            </a:r>
            <a:r>
              <a:rPr dirty="0" sz="2800" spc="-15" b="1">
                <a:latin typeface="Calibri"/>
                <a:cs typeface="Calibri"/>
              </a:rPr>
              <a:t>different </a:t>
            </a:r>
            <a:r>
              <a:rPr dirty="0" sz="2800" spc="-5" b="1">
                <a:latin typeface="Calibri"/>
                <a:cs typeface="Calibri"/>
              </a:rPr>
              <a:t>node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degrees.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0740" y="6055867"/>
            <a:ext cx="4293235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Node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1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has neighbors of degrees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2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and</a:t>
            </a:r>
            <a:r>
              <a:rPr dirty="0" sz="18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3.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Node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4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has neighbors of degrees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1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and</a:t>
            </a:r>
            <a:r>
              <a:rPr dirty="0" sz="18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3.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6504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3460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/>
              <a:t>We </a:t>
            </a:r>
            <a:r>
              <a:rPr dirty="0" sz="3200" spc="-5"/>
              <a:t>specifically </a:t>
            </a:r>
            <a:r>
              <a:rPr dirty="0" sz="3200" spc="-10"/>
              <a:t>consider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local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neighborhood 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structures </a:t>
            </a:r>
            <a:r>
              <a:rPr dirty="0" sz="3200" spc="-10"/>
              <a:t>around </a:t>
            </a:r>
            <a:r>
              <a:rPr dirty="0" sz="3200" spc="-5"/>
              <a:t>each </a:t>
            </a:r>
            <a:r>
              <a:rPr dirty="0" sz="3200"/>
              <a:t>node in a</a:t>
            </a:r>
            <a:r>
              <a:rPr dirty="0" sz="3200" spc="5"/>
              <a:t> </a:t>
            </a:r>
            <a:r>
              <a:rPr dirty="0" sz="3200" spc="-15"/>
              <a:t>graph.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29331" y="3661050"/>
            <a:ext cx="1363345" cy="0"/>
          </a:xfrm>
          <a:custGeom>
            <a:avLst/>
            <a:gdLst/>
            <a:ahLst/>
            <a:cxnLst/>
            <a:rect l="l" t="t" r="r" b="b"/>
            <a:pathLst>
              <a:path w="1363345" h="0">
                <a:moveTo>
                  <a:pt x="0" y="0"/>
                </a:moveTo>
                <a:lnTo>
                  <a:pt x="136292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19141" y="3867443"/>
            <a:ext cx="6985" cy="1147445"/>
          </a:xfrm>
          <a:custGeom>
            <a:avLst/>
            <a:gdLst/>
            <a:ahLst/>
            <a:cxnLst/>
            <a:rect l="l" t="t" r="r" b="b"/>
            <a:pathLst>
              <a:path w="6985" h="1147445">
                <a:moveTo>
                  <a:pt x="6794" y="0"/>
                </a:moveTo>
                <a:lnTo>
                  <a:pt x="0" y="114694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62963" y="3781334"/>
            <a:ext cx="1490345" cy="1294130"/>
          </a:xfrm>
          <a:custGeom>
            <a:avLst/>
            <a:gdLst/>
            <a:ahLst/>
            <a:cxnLst/>
            <a:rect l="l" t="t" r="r" b="b"/>
            <a:pathLst>
              <a:path w="1490345" h="1294129">
                <a:moveTo>
                  <a:pt x="1489931" y="0"/>
                </a:moveTo>
                <a:lnTo>
                  <a:pt x="0" y="12935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22537" y="5220777"/>
            <a:ext cx="1308735" cy="0"/>
          </a:xfrm>
          <a:custGeom>
            <a:avLst/>
            <a:gdLst/>
            <a:ahLst/>
            <a:cxnLst/>
            <a:rect l="l" t="t" r="r" b="b"/>
            <a:pathLst>
              <a:path w="1308734" h="0">
                <a:moveTo>
                  <a:pt x="0" y="1"/>
                </a:moveTo>
                <a:lnTo>
                  <a:pt x="130847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78228" y="4453782"/>
            <a:ext cx="913130" cy="621665"/>
          </a:xfrm>
          <a:custGeom>
            <a:avLst/>
            <a:gdLst/>
            <a:ahLst/>
            <a:cxnLst/>
            <a:rect l="l" t="t" r="r" b="b"/>
            <a:pathLst>
              <a:path w="913129" h="621664">
                <a:moveTo>
                  <a:pt x="0" y="621053"/>
                </a:moveTo>
                <a:lnTo>
                  <a:pt x="91281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22540" y="3454657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5" y="0"/>
                </a:moveTo>
                <a:lnTo>
                  <a:pt x="156759" y="5450"/>
                </a:lnTo>
                <a:lnTo>
                  <a:pt x="113947" y="20978"/>
                </a:lnTo>
                <a:lnTo>
                  <a:pt x="76182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2" y="367443"/>
                </a:lnTo>
                <a:lnTo>
                  <a:pt x="113947" y="391807"/>
                </a:lnTo>
                <a:lnTo>
                  <a:pt x="156759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7" y="335480"/>
                </a:lnTo>
                <a:lnTo>
                  <a:pt x="386117" y="297159"/>
                </a:lnTo>
                <a:lnTo>
                  <a:pt x="401419" y="253716"/>
                </a:lnTo>
                <a:lnTo>
                  <a:pt x="406791" y="206392"/>
                </a:lnTo>
                <a:lnTo>
                  <a:pt x="401419" y="159068"/>
                </a:lnTo>
                <a:lnTo>
                  <a:pt x="386117" y="115626"/>
                </a:lnTo>
                <a:lnTo>
                  <a:pt x="362107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98570" y="3431671"/>
            <a:ext cx="455295" cy="459740"/>
          </a:xfrm>
          <a:custGeom>
            <a:avLst/>
            <a:gdLst/>
            <a:ahLst/>
            <a:cxnLst/>
            <a:rect l="l" t="t" r="r" b="b"/>
            <a:pathLst>
              <a:path w="455295" h="459739">
                <a:moveTo>
                  <a:pt x="226137" y="0"/>
                </a:moveTo>
                <a:lnTo>
                  <a:pt x="180314" y="5080"/>
                </a:lnTo>
                <a:lnTo>
                  <a:pt x="137655" y="17780"/>
                </a:lnTo>
                <a:lnTo>
                  <a:pt x="99137" y="39370"/>
                </a:lnTo>
                <a:lnTo>
                  <a:pt x="65666" y="68580"/>
                </a:lnTo>
                <a:lnTo>
                  <a:pt x="38115" y="102870"/>
                </a:lnTo>
                <a:lnTo>
                  <a:pt x="17377" y="140970"/>
                </a:lnTo>
                <a:lnTo>
                  <a:pt x="4370" y="185420"/>
                </a:lnTo>
                <a:lnTo>
                  <a:pt x="0" y="231140"/>
                </a:lnTo>
                <a:lnTo>
                  <a:pt x="1287" y="255270"/>
                </a:lnTo>
                <a:lnTo>
                  <a:pt x="10538" y="299720"/>
                </a:lnTo>
                <a:lnTo>
                  <a:pt x="27927" y="340360"/>
                </a:lnTo>
                <a:lnTo>
                  <a:pt x="52538" y="377190"/>
                </a:lnTo>
                <a:lnTo>
                  <a:pt x="83479" y="408940"/>
                </a:lnTo>
                <a:lnTo>
                  <a:pt x="119875" y="433070"/>
                </a:lnTo>
                <a:lnTo>
                  <a:pt x="160822" y="450850"/>
                </a:lnTo>
                <a:lnTo>
                  <a:pt x="205341" y="459740"/>
                </a:lnTo>
                <a:lnTo>
                  <a:pt x="228593" y="459740"/>
                </a:lnTo>
                <a:lnTo>
                  <a:pt x="274416" y="455930"/>
                </a:lnTo>
                <a:lnTo>
                  <a:pt x="317075" y="441960"/>
                </a:lnTo>
                <a:lnTo>
                  <a:pt x="336910" y="431800"/>
                </a:lnTo>
                <a:lnTo>
                  <a:pt x="227120" y="431800"/>
                </a:lnTo>
                <a:lnTo>
                  <a:pt x="206815" y="430530"/>
                </a:lnTo>
                <a:lnTo>
                  <a:pt x="168093" y="422910"/>
                </a:lnTo>
                <a:lnTo>
                  <a:pt x="132523" y="407670"/>
                </a:lnTo>
                <a:lnTo>
                  <a:pt x="100888" y="386080"/>
                </a:lnTo>
                <a:lnTo>
                  <a:pt x="73991" y="358140"/>
                </a:lnTo>
                <a:lnTo>
                  <a:pt x="52637" y="326390"/>
                </a:lnTo>
                <a:lnTo>
                  <a:pt x="37630" y="289560"/>
                </a:lnTo>
                <a:lnTo>
                  <a:pt x="29767" y="250190"/>
                </a:lnTo>
                <a:lnTo>
                  <a:pt x="28826" y="231140"/>
                </a:lnTo>
                <a:lnTo>
                  <a:pt x="28829" y="228600"/>
                </a:lnTo>
                <a:lnTo>
                  <a:pt x="32849" y="189230"/>
                </a:lnTo>
                <a:lnTo>
                  <a:pt x="44469" y="151130"/>
                </a:lnTo>
                <a:lnTo>
                  <a:pt x="62825" y="116839"/>
                </a:lnTo>
                <a:lnTo>
                  <a:pt x="101241" y="73660"/>
                </a:lnTo>
                <a:lnTo>
                  <a:pt x="132934" y="52070"/>
                </a:lnTo>
                <a:lnTo>
                  <a:pt x="168553" y="36830"/>
                </a:lnTo>
                <a:lnTo>
                  <a:pt x="207304" y="29210"/>
                </a:lnTo>
                <a:lnTo>
                  <a:pt x="227610" y="27939"/>
                </a:lnTo>
                <a:lnTo>
                  <a:pt x="336947" y="27939"/>
                </a:lnTo>
                <a:lnTo>
                  <a:pt x="334855" y="26670"/>
                </a:lnTo>
                <a:lnTo>
                  <a:pt x="314891" y="17780"/>
                </a:lnTo>
                <a:lnTo>
                  <a:pt x="293908" y="10160"/>
                </a:lnTo>
                <a:lnTo>
                  <a:pt x="272030" y="3810"/>
                </a:lnTo>
                <a:lnTo>
                  <a:pt x="249389" y="1270"/>
                </a:lnTo>
                <a:lnTo>
                  <a:pt x="226137" y="0"/>
                </a:lnTo>
                <a:close/>
              </a:path>
              <a:path w="455295" h="459739">
                <a:moveTo>
                  <a:pt x="336947" y="27939"/>
                </a:moveTo>
                <a:lnTo>
                  <a:pt x="227610" y="27939"/>
                </a:lnTo>
                <a:lnTo>
                  <a:pt x="247915" y="29210"/>
                </a:lnTo>
                <a:lnTo>
                  <a:pt x="267622" y="33020"/>
                </a:lnTo>
                <a:lnTo>
                  <a:pt x="304864" y="44450"/>
                </a:lnTo>
                <a:lnTo>
                  <a:pt x="338566" y="63500"/>
                </a:lnTo>
                <a:lnTo>
                  <a:pt x="380739" y="101600"/>
                </a:lnTo>
                <a:lnTo>
                  <a:pt x="402093" y="134620"/>
                </a:lnTo>
                <a:lnTo>
                  <a:pt x="417101" y="170180"/>
                </a:lnTo>
                <a:lnTo>
                  <a:pt x="424963" y="209550"/>
                </a:lnTo>
                <a:lnTo>
                  <a:pt x="425905" y="231140"/>
                </a:lnTo>
                <a:lnTo>
                  <a:pt x="424916" y="251460"/>
                </a:lnTo>
                <a:lnTo>
                  <a:pt x="416963" y="290830"/>
                </a:lnTo>
                <a:lnTo>
                  <a:pt x="401876" y="326390"/>
                </a:lnTo>
                <a:lnTo>
                  <a:pt x="380451" y="358140"/>
                </a:lnTo>
                <a:lnTo>
                  <a:pt x="353489" y="386080"/>
                </a:lnTo>
                <a:lnTo>
                  <a:pt x="321796" y="407670"/>
                </a:lnTo>
                <a:lnTo>
                  <a:pt x="286177" y="422910"/>
                </a:lnTo>
                <a:lnTo>
                  <a:pt x="247426" y="430530"/>
                </a:lnTo>
                <a:lnTo>
                  <a:pt x="227120" y="431800"/>
                </a:lnTo>
                <a:lnTo>
                  <a:pt x="336910" y="431800"/>
                </a:lnTo>
                <a:lnTo>
                  <a:pt x="373014" y="406400"/>
                </a:lnTo>
                <a:lnTo>
                  <a:pt x="403635" y="375920"/>
                </a:lnTo>
                <a:lnTo>
                  <a:pt x="427892" y="339090"/>
                </a:lnTo>
                <a:lnTo>
                  <a:pt x="444881" y="297180"/>
                </a:lnTo>
                <a:lnTo>
                  <a:pt x="453680" y="252730"/>
                </a:lnTo>
                <a:lnTo>
                  <a:pt x="454731" y="228600"/>
                </a:lnTo>
                <a:lnTo>
                  <a:pt x="453443" y="205740"/>
                </a:lnTo>
                <a:lnTo>
                  <a:pt x="444192" y="160020"/>
                </a:lnTo>
                <a:lnTo>
                  <a:pt x="426803" y="119380"/>
                </a:lnTo>
                <a:lnTo>
                  <a:pt x="402192" y="82550"/>
                </a:lnTo>
                <a:lnTo>
                  <a:pt x="371251" y="52070"/>
                </a:lnTo>
                <a:lnTo>
                  <a:pt x="353679" y="38100"/>
                </a:lnTo>
                <a:lnTo>
                  <a:pt x="336947" y="27939"/>
                </a:lnTo>
                <a:close/>
              </a:path>
              <a:path w="455295" h="459739">
                <a:moveTo>
                  <a:pt x="228102" y="38100"/>
                </a:moveTo>
                <a:lnTo>
                  <a:pt x="190009" y="41910"/>
                </a:lnTo>
                <a:lnTo>
                  <a:pt x="137971" y="60960"/>
                </a:lnTo>
                <a:lnTo>
                  <a:pt x="94269" y="93980"/>
                </a:lnTo>
                <a:lnTo>
                  <a:pt x="61527" y="138430"/>
                </a:lnTo>
                <a:lnTo>
                  <a:pt x="42343" y="190500"/>
                </a:lnTo>
                <a:lnTo>
                  <a:pt x="38418" y="228600"/>
                </a:lnTo>
                <a:lnTo>
                  <a:pt x="38413" y="231140"/>
                </a:lnTo>
                <a:lnTo>
                  <a:pt x="39260" y="248920"/>
                </a:lnTo>
                <a:lnTo>
                  <a:pt x="46661" y="287020"/>
                </a:lnTo>
                <a:lnTo>
                  <a:pt x="70299" y="336550"/>
                </a:lnTo>
                <a:lnTo>
                  <a:pt x="106691" y="377190"/>
                </a:lnTo>
                <a:lnTo>
                  <a:pt x="153208" y="406400"/>
                </a:lnTo>
                <a:lnTo>
                  <a:pt x="207305" y="420370"/>
                </a:lnTo>
                <a:lnTo>
                  <a:pt x="226628" y="421640"/>
                </a:lnTo>
                <a:lnTo>
                  <a:pt x="245957" y="421640"/>
                </a:lnTo>
                <a:lnTo>
                  <a:pt x="282835" y="414020"/>
                </a:lnTo>
                <a:lnTo>
                  <a:pt x="286310" y="412750"/>
                </a:lnTo>
                <a:lnTo>
                  <a:pt x="226137" y="412750"/>
                </a:lnTo>
                <a:lnTo>
                  <a:pt x="207797" y="411480"/>
                </a:lnTo>
                <a:lnTo>
                  <a:pt x="156550" y="397510"/>
                </a:lnTo>
                <a:lnTo>
                  <a:pt x="112495" y="369570"/>
                </a:lnTo>
                <a:lnTo>
                  <a:pt x="78027" y="331470"/>
                </a:lnTo>
                <a:lnTo>
                  <a:pt x="55690" y="283210"/>
                </a:lnTo>
                <a:lnTo>
                  <a:pt x="47941" y="228600"/>
                </a:lnTo>
                <a:lnTo>
                  <a:pt x="48991" y="209550"/>
                </a:lnTo>
                <a:lnTo>
                  <a:pt x="62530" y="157480"/>
                </a:lnTo>
                <a:lnTo>
                  <a:pt x="89736" y="113030"/>
                </a:lnTo>
                <a:lnTo>
                  <a:pt x="128153" y="77470"/>
                </a:lnTo>
                <a:lnTo>
                  <a:pt x="175238" y="55880"/>
                </a:lnTo>
                <a:lnTo>
                  <a:pt x="228593" y="46989"/>
                </a:lnTo>
                <a:lnTo>
                  <a:pt x="284213" y="46989"/>
                </a:lnTo>
                <a:lnTo>
                  <a:pt x="266152" y="41910"/>
                </a:lnTo>
                <a:lnTo>
                  <a:pt x="247425" y="39370"/>
                </a:lnTo>
                <a:lnTo>
                  <a:pt x="228102" y="38100"/>
                </a:lnTo>
                <a:close/>
              </a:path>
              <a:path w="455295" h="459739">
                <a:moveTo>
                  <a:pt x="284213" y="46989"/>
                </a:moveTo>
                <a:lnTo>
                  <a:pt x="228593" y="46989"/>
                </a:lnTo>
                <a:lnTo>
                  <a:pt x="246933" y="48260"/>
                </a:lnTo>
                <a:lnTo>
                  <a:pt x="281790" y="55880"/>
                </a:lnTo>
                <a:lnTo>
                  <a:pt x="328490" y="78739"/>
                </a:lnTo>
                <a:lnTo>
                  <a:pt x="366436" y="114300"/>
                </a:lnTo>
                <a:lnTo>
                  <a:pt x="393095" y="160020"/>
                </a:lnTo>
                <a:lnTo>
                  <a:pt x="405977" y="212090"/>
                </a:lnTo>
                <a:lnTo>
                  <a:pt x="406789" y="231140"/>
                </a:lnTo>
                <a:lnTo>
                  <a:pt x="405739" y="250190"/>
                </a:lnTo>
                <a:lnTo>
                  <a:pt x="392200" y="302260"/>
                </a:lnTo>
                <a:lnTo>
                  <a:pt x="364994" y="346710"/>
                </a:lnTo>
                <a:lnTo>
                  <a:pt x="326577" y="382270"/>
                </a:lnTo>
                <a:lnTo>
                  <a:pt x="279492" y="405130"/>
                </a:lnTo>
                <a:lnTo>
                  <a:pt x="226137" y="412750"/>
                </a:lnTo>
                <a:lnTo>
                  <a:pt x="286310" y="412750"/>
                </a:lnTo>
                <a:lnTo>
                  <a:pt x="332380" y="389890"/>
                </a:lnTo>
                <a:lnTo>
                  <a:pt x="372722" y="353060"/>
                </a:lnTo>
                <a:lnTo>
                  <a:pt x="401231" y="306070"/>
                </a:lnTo>
                <a:lnTo>
                  <a:pt x="412388" y="269240"/>
                </a:lnTo>
                <a:lnTo>
                  <a:pt x="416378" y="231140"/>
                </a:lnTo>
                <a:lnTo>
                  <a:pt x="415470" y="210820"/>
                </a:lnTo>
                <a:lnTo>
                  <a:pt x="401768" y="156210"/>
                </a:lnTo>
                <a:lnTo>
                  <a:pt x="373588" y="107950"/>
                </a:lnTo>
                <a:lnTo>
                  <a:pt x="333528" y="71120"/>
                </a:lnTo>
                <a:lnTo>
                  <a:pt x="301522" y="53339"/>
                </a:lnTo>
                <a:lnTo>
                  <a:pt x="284213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749735" y="351078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93321" y="3429000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9" y="5450"/>
                </a:lnTo>
                <a:lnTo>
                  <a:pt x="113947" y="20978"/>
                </a:lnTo>
                <a:lnTo>
                  <a:pt x="76182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2" y="367443"/>
                </a:lnTo>
                <a:lnTo>
                  <a:pt x="113947" y="391807"/>
                </a:lnTo>
                <a:lnTo>
                  <a:pt x="156759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69351" y="3406014"/>
            <a:ext cx="455295" cy="459740"/>
          </a:xfrm>
          <a:custGeom>
            <a:avLst/>
            <a:gdLst/>
            <a:ahLst/>
            <a:cxnLst/>
            <a:rect l="l" t="t" r="r" b="b"/>
            <a:pathLst>
              <a:path w="455295" h="459739">
                <a:moveTo>
                  <a:pt x="226137" y="0"/>
                </a:moveTo>
                <a:lnTo>
                  <a:pt x="180314" y="5080"/>
                </a:lnTo>
                <a:lnTo>
                  <a:pt x="137655" y="17780"/>
                </a:lnTo>
                <a:lnTo>
                  <a:pt x="99137" y="39370"/>
                </a:lnTo>
                <a:lnTo>
                  <a:pt x="65665" y="68580"/>
                </a:lnTo>
                <a:lnTo>
                  <a:pt x="38115" y="102870"/>
                </a:lnTo>
                <a:lnTo>
                  <a:pt x="17377" y="140970"/>
                </a:lnTo>
                <a:lnTo>
                  <a:pt x="4370" y="185420"/>
                </a:lnTo>
                <a:lnTo>
                  <a:pt x="0" y="231140"/>
                </a:lnTo>
                <a:lnTo>
                  <a:pt x="1287" y="255270"/>
                </a:lnTo>
                <a:lnTo>
                  <a:pt x="10538" y="299720"/>
                </a:lnTo>
                <a:lnTo>
                  <a:pt x="27927" y="340360"/>
                </a:lnTo>
                <a:lnTo>
                  <a:pt x="52538" y="377190"/>
                </a:lnTo>
                <a:lnTo>
                  <a:pt x="83479" y="408940"/>
                </a:lnTo>
                <a:lnTo>
                  <a:pt x="119875" y="433070"/>
                </a:lnTo>
                <a:lnTo>
                  <a:pt x="160822" y="450850"/>
                </a:lnTo>
                <a:lnTo>
                  <a:pt x="205341" y="459740"/>
                </a:lnTo>
                <a:lnTo>
                  <a:pt x="228593" y="459740"/>
                </a:lnTo>
                <a:lnTo>
                  <a:pt x="274415" y="455930"/>
                </a:lnTo>
                <a:lnTo>
                  <a:pt x="317075" y="441960"/>
                </a:lnTo>
                <a:lnTo>
                  <a:pt x="336909" y="431800"/>
                </a:lnTo>
                <a:lnTo>
                  <a:pt x="227119" y="431800"/>
                </a:lnTo>
                <a:lnTo>
                  <a:pt x="206815" y="430530"/>
                </a:lnTo>
                <a:lnTo>
                  <a:pt x="168093" y="422910"/>
                </a:lnTo>
                <a:lnTo>
                  <a:pt x="132523" y="407670"/>
                </a:lnTo>
                <a:lnTo>
                  <a:pt x="100888" y="386080"/>
                </a:lnTo>
                <a:lnTo>
                  <a:pt x="73991" y="358140"/>
                </a:lnTo>
                <a:lnTo>
                  <a:pt x="52637" y="326390"/>
                </a:lnTo>
                <a:lnTo>
                  <a:pt x="37630" y="289560"/>
                </a:lnTo>
                <a:lnTo>
                  <a:pt x="29767" y="250190"/>
                </a:lnTo>
                <a:lnTo>
                  <a:pt x="28826" y="231140"/>
                </a:lnTo>
                <a:lnTo>
                  <a:pt x="28829" y="228600"/>
                </a:lnTo>
                <a:lnTo>
                  <a:pt x="32849" y="189230"/>
                </a:lnTo>
                <a:lnTo>
                  <a:pt x="44469" y="151130"/>
                </a:lnTo>
                <a:lnTo>
                  <a:pt x="62825" y="116839"/>
                </a:lnTo>
                <a:lnTo>
                  <a:pt x="101241" y="73660"/>
                </a:lnTo>
                <a:lnTo>
                  <a:pt x="132934" y="52070"/>
                </a:lnTo>
                <a:lnTo>
                  <a:pt x="168553" y="36830"/>
                </a:lnTo>
                <a:lnTo>
                  <a:pt x="207304" y="29210"/>
                </a:lnTo>
                <a:lnTo>
                  <a:pt x="227610" y="27939"/>
                </a:lnTo>
                <a:lnTo>
                  <a:pt x="336947" y="27939"/>
                </a:lnTo>
                <a:lnTo>
                  <a:pt x="334855" y="26670"/>
                </a:lnTo>
                <a:lnTo>
                  <a:pt x="314891" y="17780"/>
                </a:lnTo>
                <a:lnTo>
                  <a:pt x="293908" y="10160"/>
                </a:lnTo>
                <a:lnTo>
                  <a:pt x="272030" y="3810"/>
                </a:lnTo>
                <a:lnTo>
                  <a:pt x="249389" y="1270"/>
                </a:lnTo>
                <a:lnTo>
                  <a:pt x="226137" y="0"/>
                </a:lnTo>
                <a:close/>
              </a:path>
              <a:path w="455295" h="459739">
                <a:moveTo>
                  <a:pt x="336947" y="27939"/>
                </a:moveTo>
                <a:lnTo>
                  <a:pt x="227610" y="27939"/>
                </a:lnTo>
                <a:lnTo>
                  <a:pt x="247915" y="29210"/>
                </a:lnTo>
                <a:lnTo>
                  <a:pt x="267622" y="33020"/>
                </a:lnTo>
                <a:lnTo>
                  <a:pt x="304864" y="44450"/>
                </a:lnTo>
                <a:lnTo>
                  <a:pt x="338566" y="63500"/>
                </a:lnTo>
                <a:lnTo>
                  <a:pt x="380739" y="101600"/>
                </a:lnTo>
                <a:lnTo>
                  <a:pt x="402093" y="134620"/>
                </a:lnTo>
                <a:lnTo>
                  <a:pt x="417101" y="170180"/>
                </a:lnTo>
                <a:lnTo>
                  <a:pt x="424963" y="209550"/>
                </a:lnTo>
                <a:lnTo>
                  <a:pt x="425905" y="231140"/>
                </a:lnTo>
                <a:lnTo>
                  <a:pt x="424916" y="251460"/>
                </a:lnTo>
                <a:lnTo>
                  <a:pt x="416962" y="290830"/>
                </a:lnTo>
                <a:lnTo>
                  <a:pt x="401874" y="326390"/>
                </a:lnTo>
                <a:lnTo>
                  <a:pt x="380451" y="358140"/>
                </a:lnTo>
                <a:lnTo>
                  <a:pt x="353489" y="386080"/>
                </a:lnTo>
                <a:lnTo>
                  <a:pt x="321796" y="407670"/>
                </a:lnTo>
                <a:lnTo>
                  <a:pt x="286177" y="422910"/>
                </a:lnTo>
                <a:lnTo>
                  <a:pt x="247426" y="430530"/>
                </a:lnTo>
                <a:lnTo>
                  <a:pt x="227119" y="431800"/>
                </a:lnTo>
                <a:lnTo>
                  <a:pt x="336909" y="431800"/>
                </a:lnTo>
                <a:lnTo>
                  <a:pt x="373014" y="406400"/>
                </a:lnTo>
                <a:lnTo>
                  <a:pt x="403635" y="375920"/>
                </a:lnTo>
                <a:lnTo>
                  <a:pt x="427892" y="339090"/>
                </a:lnTo>
                <a:lnTo>
                  <a:pt x="444880" y="297180"/>
                </a:lnTo>
                <a:lnTo>
                  <a:pt x="453680" y="252730"/>
                </a:lnTo>
                <a:lnTo>
                  <a:pt x="454731" y="228600"/>
                </a:lnTo>
                <a:lnTo>
                  <a:pt x="453443" y="205740"/>
                </a:lnTo>
                <a:lnTo>
                  <a:pt x="444192" y="160020"/>
                </a:lnTo>
                <a:lnTo>
                  <a:pt x="426803" y="119380"/>
                </a:lnTo>
                <a:lnTo>
                  <a:pt x="402192" y="82550"/>
                </a:lnTo>
                <a:lnTo>
                  <a:pt x="371251" y="52070"/>
                </a:lnTo>
                <a:lnTo>
                  <a:pt x="353679" y="38100"/>
                </a:lnTo>
                <a:lnTo>
                  <a:pt x="336947" y="27939"/>
                </a:lnTo>
                <a:close/>
              </a:path>
              <a:path w="455295" h="459739">
                <a:moveTo>
                  <a:pt x="228102" y="38100"/>
                </a:moveTo>
                <a:lnTo>
                  <a:pt x="190009" y="41910"/>
                </a:lnTo>
                <a:lnTo>
                  <a:pt x="137971" y="60960"/>
                </a:lnTo>
                <a:lnTo>
                  <a:pt x="94269" y="93980"/>
                </a:lnTo>
                <a:lnTo>
                  <a:pt x="61527" y="138430"/>
                </a:lnTo>
                <a:lnTo>
                  <a:pt x="42343" y="190500"/>
                </a:lnTo>
                <a:lnTo>
                  <a:pt x="38418" y="228600"/>
                </a:lnTo>
                <a:lnTo>
                  <a:pt x="38413" y="231140"/>
                </a:lnTo>
                <a:lnTo>
                  <a:pt x="39260" y="248920"/>
                </a:lnTo>
                <a:lnTo>
                  <a:pt x="46661" y="287020"/>
                </a:lnTo>
                <a:lnTo>
                  <a:pt x="70299" y="336550"/>
                </a:lnTo>
                <a:lnTo>
                  <a:pt x="106691" y="377190"/>
                </a:lnTo>
                <a:lnTo>
                  <a:pt x="153208" y="406400"/>
                </a:lnTo>
                <a:lnTo>
                  <a:pt x="207305" y="420370"/>
                </a:lnTo>
                <a:lnTo>
                  <a:pt x="226628" y="421640"/>
                </a:lnTo>
                <a:lnTo>
                  <a:pt x="245957" y="421640"/>
                </a:lnTo>
                <a:lnTo>
                  <a:pt x="282835" y="414020"/>
                </a:lnTo>
                <a:lnTo>
                  <a:pt x="286310" y="412750"/>
                </a:lnTo>
                <a:lnTo>
                  <a:pt x="226137" y="412750"/>
                </a:lnTo>
                <a:lnTo>
                  <a:pt x="207797" y="411480"/>
                </a:lnTo>
                <a:lnTo>
                  <a:pt x="156550" y="397510"/>
                </a:lnTo>
                <a:lnTo>
                  <a:pt x="112495" y="369570"/>
                </a:lnTo>
                <a:lnTo>
                  <a:pt x="78027" y="331470"/>
                </a:lnTo>
                <a:lnTo>
                  <a:pt x="55690" y="283210"/>
                </a:lnTo>
                <a:lnTo>
                  <a:pt x="47941" y="228600"/>
                </a:lnTo>
                <a:lnTo>
                  <a:pt x="48990" y="209550"/>
                </a:lnTo>
                <a:lnTo>
                  <a:pt x="62530" y="157480"/>
                </a:lnTo>
                <a:lnTo>
                  <a:pt x="89736" y="113030"/>
                </a:lnTo>
                <a:lnTo>
                  <a:pt x="128153" y="77470"/>
                </a:lnTo>
                <a:lnTo>
                  <a:pt x="175238" y="55880"/>
                </a:lnTo>
                <a:lnTo>
                  <a:pt x="228593" y="46989"/>
                </a:lnTo>
                <a:lnTo>
                  <a:pt x="284213" y="46989"/>
                </a:lnTo>
                <a:lnTo>
                  <a:pt x="266152" y="41910"/>
                </a:lnTo>
                <a:lnTo>
                  <a:pt x="247423" y="39370"/>
                </a:lnTo>
                <a:lnTo>
                  <a:pt x="228102" y="38100"/>
                </a:lnTo>
                <a:close/>
              </a:path>
              <a:path w="455295" h="459739">
                <a:moveTo>
                  <a:pt x="284213" y="46989"/>
                </a:moveTo>
                <a:lnTo>
                  <a:pt x="228593" y="46989"/>
                </a:lnTo>
                <a:lnTo>
                  <a:pt x="246933" y="48260"/>
                </a:lnTo>
                <a:lnTo>
                  <a:pt x="281790" y="55880"/>
                </a:lnTo>
                <a:lnTo>
                  <a:pt x="328490" y="78739"/>
                </a:lnTo>
                <a:lnTo>
                  <a:pt x="366436" y="114300"/>
                </a:lnTo>
                <a:lnTo>
                  <a:pt x="393095" y="160020"/>
                </a:lnTo>
                <a:lnTo>
                  <a:pt x="405977" y="212090"/>
                </a:lnTo>
                <a:lnTo>
                  <a:pt x="406789" y="231140"/>
                </a:lnTo>
                <a:lnTo>
                  <a:pt x="405739" y="250190"/>
                </a:lnTo>
                <a:lnTo>
                  <a:pt x="392200" y="302260"/>
                </a:lnTo>
                <a:lnTo>
                  <a:pt x="364994" y="346710"/>
                </a:lnTo>
                <a:lnTo>
                  <a:pt x="326577" y="382270"/>
                </a:lnTo>
                <a:lnTo>
                  <a:pt x="279492" y="405130"/>
                </a:lnTo>
                <a:lnTo>
                  <a:pt x="226137" y="412750"/>
                </a:lnTo>
                <a:lnTo>
                  <a:pt x="286310" y="412750"/>
                </a:lnTo>
                <a:lnTo>
                  <a:pt x="332380" y="389890"/>
                </a:lnTo>
                <a:lnTo>
                  <a:pt x="372722" y="353060"/>
                </a:lnTo>
                <a:lnTo>
                  <a:pt x="401231" y="306070"/>
                </a:lnTo>
                <a:lnTo>
                  <a:pt x="412388" y="269240"/>
                </a:lnTo>
                <a:lnTo>
                  <a:pt x="416378" y="231140"/>
                </a:lnTo>
                <a:lnTo>
                  <a:pt x="415470" y="210820"/>
                </a:lnTo>
                <a:lnTo>
                  <a:pt x="401768" y="156210"/>
                </a:lnTo>
                <a:lnTo>
                  <a:pt x="373588" y="107950"/>
                </a:lnTo>
                <a:lnTo>
                  <a:pt x="333528" y="71120"/>
                </a:lnTo>
                <a:lnTo>
                  <a:pt x="301522" y="53339"/>
                </a:lnTo>
                <a:lnTo>
                  <a:pt x="284213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20516" y="34864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31469" y="4101447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1" y="367443"/>
                </a:lnTo>
                <a:lnTo>
                  <a:pt x="113947" y="391807"/>
                </a:lnTo>
                <a:lnTo>
                  <a:pt x="156758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658664" y="41569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331009" y="5014384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1" y="367443"/>
                </a:lnTo>
                <a:lnTo>
                  <a:pt x="113947" y="391807"/>
                </a:lnTo>
                <a:lnTo>
                  <a:pt x="156758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89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15747" y="5014384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4" y="0"/>
                </a:moveTo>
                <a:lnTo>
                  <a:pt x="156757" y="5451"/>
                </a:lnTo>
                <a:lnTo>
                  <a:pt x="113946" y="20978"/>
                </a:lnTo>
                <a:lnTo>
                  <a:pt x="76181" y="45342"/>
                </a:lnTo>
                <a:lnTo>
                  <a:pt x="44683" y="77305"/>
                </a:lnTo>
                <a:lnTo>
                  <a:pt x="20673" y="115627"/>
                </a:lnTo>
                <a:lnTo>
                  <a:pt x="5371" y="159070"/>
                </a:lnTo>
                <a:lnTo>
                  <a:pt x="0" y="206394"/>
                </a:lnTo>
                <a:lnTo>
                  <a:pt x="5371" y="253718"/>
                </a:lnTo>
                <a:lnTo>
                  <a:pt x="20673" y="297160"/>
                </a:lnTo>
                <a:lnTo>
                  <a:pt x="44683" y="335482"/>
                </a:lnTo>
                <a:lnTo>
                  <a:pt x="76181" y="367444"/>
                </a:lnTo>
                <a:lnTo>
                  <a:pt x="113946" y="391808"/>
                </a:lnTo>
                <a:lnTo>
                  <a:pt x="156757" y="407335"/>
                </a:lnTo>
                <a:lnTo>
                  <a:pt x="203394" y="412786"/>
                </a:lnTo>
                <a:lnTo>
                  <a:pt x="250031" y="407335"/>
                </a:lnTo>
                <a:lnTo>
                  <a:pt x="292842" y="391808"/>
                </a:lnTo>
                <a:lnTo>
                  <a:pt x="330608" y="367444"/>
                </a:lnTo>
                <a:lnTo>
                  <a:pt x="362106" y="335482"/>
                </a:lnTo>
                <a:lnTo>
                  <a:pt x="386116" y="297160"/>
                </a:lnTo>
                <a:lnTo>
                  <a:pt x="401418" y="253718"/>
                </a:lnTo>
                <a:lnTo>
                  <a:pt x="406789" y="206394"/>
                </a:lnTo>
                <a:lnTo>
                  <a:pt x="401418" y="159070"/>
                </a:lnTo>
                <a:lnTo>
                  <a:pt x="386116" y="115627"/>
                </a:lnTo>
                <a:lnTo>
                  <a:pt x="362106" y="77305"/>
                </a:lnTo>
                <a:lnTo>
                  <a:pt x="330608" y="45342"/>
                </a:lnTo>
                <a:lnTo>
                  <a:pt x="292842" y="20978"/>
                </a:lnTo>
                <a:lnTo>
                  <a:pt x="250031" y="5451"/>
                </a:lnTo>
                <a:lnTo>
                  <a:pt x="20339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19139" y="2548635"/>
            <a:ext cx="3802379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Example: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Nodes </a:t>
            </a:r>
            <a:r>
              <a:rPr dirty="0" sz="2800">
                <a:solidFill>
                  <a:srgbClr val="0000FF"/>
                </a:solidFill>
                <a:latin typeface="Calibri"/>
                <a:cs typeface="Calibri"/>
              </a:rPr>
              <a:t>1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dirty="0" sz="2800" spc="-650">
                <a:solidFill>
                  <a:srgbClr val="0000FF"/>
                </a:solidFill>
                <a:latin typeface="Calibri"/>
                <a:cs typeface="Calibri"/>
              </a:rPr>
              <a:t>2 </a:t>
            </a:r>
            <a:r>
              <a:rPr dirty="0" sz="2800" spc="-61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same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1193459" y="3399027"/>
            <a:ext cx="3470910" cy="1735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0"/>
              </a:spcBef>
            </a:pPr>
            <a:r>
              <a:rPr dirty="0" sz="2800" spc="-5">
                <a:latin typeface="Calibri"/>
                <a:cs typeface="Calibri"/>
              </a:rPr>
              <a:t>neighborhood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structure  </a:t>
            </a:r>
            <a:r>
              <a:rPr dirty="0" sz="2800" spc="-5">
                <a:latin typeface="Calibri"/>
                <a:cs typeface="Calibri"/>
              </a:rPr>
              <a:t>because </a:t>
            </a:r>
            <a:r>
              <a:rPr dirty="0" sz="2800" spc="-10" b="1">
                <a:latin typeface="Calibri"/>
                <a:cs typeface="Calibri"/>
              </a:rPr>
              <a:t>they are  symmetric </a:t>
            </a:r>
            <a:r>
              <a:rPr dirty="0" sz="2800" spc="-5" b="1">
                <a:latin typeface="Calibri"/>
                <a:cs typeface="Calibri"/>
              </a:rPr>
              <a:t>within the  </a:t>
            </a:r>
            <a:r>
              <a:rPr dirty="0" sz="2800" spc="-15" b="1">
                <a:latin typeface="Calibri"/>
                <a:cs typeface="Calibri"/>
              </a:rPr>
              <a:t>graph.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24849" y="5071364"/>
            <a:ext cx="6684009" cy="167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30270">
              <a:lnSpc>
                <a:spcPct val="100000"/>
              </a:lnSpc>
              <a:spcBef>
                <a:spcPts val="100"/>
              </a:spcBef>
              <a:tabLst>
                <a:tab pos="5145405" algn="l"/>
              </a:tabLst>
            </a:pPr>
            <a:r>
              <a:rPr dirty="0" sz="1800">
                <a:latin typeface="Arial"/>
                <a:cs typeface="Arial"/>
              </a:rPr>
              <a:t>5	4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ts val="2135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Node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1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has neighbors of degrees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2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and</a:t>
            </a:r>
            <a:r>
              <a:rPr dirty="0" sz="18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3.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Node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2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has neighbors of degrees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2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and</a:t>
            </a:r>
            <a:r>
              <a:rPr dirty="0" sz="18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3.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10"/>
              </a:lnSpc>
              <a:spcBef>
                <a:spcPts val="14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And even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if we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go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step deeper to 2</a:t>
            </a:r>
            <a:r>
              <a:rPr dirty="0" baseline="23148" sz="1800" spc="-7">
                <a:solidFill>
                  <a:srgbClr val="008000"/>
                </a:solidFill>
                <a:latin typeface="Arial"/>
                <a:cs typeface="Arial"/>
              </a:rPr>
              <a:t>nd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hop neighbors, both nodes  have the same degrees (Node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4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of degree</a:t>
            </a:r>
            <a:r>
              <a:rPr dirty="0" sz="1800" spc="-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2)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65048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4949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solidFill>
                  <a:srgbClr val="FF0066"/>
                </a:solidFill>
                <a:latin typeface="Calibri"/>
                <a:cs typeface="Calibri"/>
              </a:rPr>
              <a:t>Key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question</a:t>
            </a:r>
            <a:r>
              <a:rPr dirty="0" sz="3200" spc="-10"/>
              <a:t>: </a:t>
            </a:r>
            <a:r>
              <a:rPr dirty="0" sz="3200" spc="-5" b="1">
                <a:latin typeface="Calibri"/>
                <a:cs typeface="Calibri"/>
              </a:rPr>
              <a:t>Can GNN node embeddings  </a:t>
            </a:r>
            <a:r>
              <a:rPr dirty="0" sz="3200" spc="-10" b="1">
                <a:latin typeface="Calibri"/>
                <a:cs typeface="Calibri"/>
              </a:rPr>
              <a:t>distinguish </a:t>
            </a:r>
            <a:r>
              <a:rPr dirty="0" sz="3200" spc="-20" b="1">
                <a:latin typeface="Calibri"/>
                <a:cs typeface="Calibri"/>
              </a:rPr>
              <a:t>different </a:t>
            </a:r>
            <a:r>
              <a:rPr dirty="0" sz="3200" spc="-35" b="1">
                <a:latin typeface="Calibri"/>
                <a:cs typeface="Calibri"/>
              </a:rPr>
              <a:t>node’s </a:t>
            </a:r>
            <a:r>
              <a:rPr dirty="0" sz="3200" spc="-10" b="1">
                <a:latin typeface="Calibri"/>
                <a:cs typeface="Calibri"/>
              </a:rPr>
              <a:t>local  </a:t>
            </a:r>
            <a:r>
              <a:rPr dirty="0" sz="3200" spc="-5" b="1">
                <a:latin typeface="Calibri"/>
                <a:cs typeface="Calibri"/>
              </a:rPr>
              <a:t>neighborhood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structures?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7316470" cy="226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20">
                <a:latin typeface="Calibri"/>
                <a:cs typeface="Calibri"/>
              </a:rPr>
              <a:t>so, </a:t>
            </a:r>
            <a:r>
              <a:rPr dirty="0" sz="2800" spc="-5">
                <a:latin typeface="Calibri"/>
                <a:cs typeface="Calibri"/>
              </a:rPr>
              <a:t>when? If not, when </a:t>
            </a:r>
            <a:r>
              <a:rPr dirty="0" sz="2800" spc="-10">
                <a:latin typeface="Calibri"/>
                <a:cs typeface="Calibri"/>
              </a:rPr>
              <a:t>will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GNN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fail?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ct val="101899"/>
              </a:lnSpc>
              <a:spcBef>
                <a:spcPts val="24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Next</a:t>
            </a:r>
            <a:r>
              <a:rPr dirty="0" sz="3200" spc="-10">
                <a:latin typeface="Calibri"/>
                <a:cs typeface="Calibri"/>
              </a:rPr>
              <a:t>: </a:t>
            </a:r>
            <a:r>
              <a:rPr dirty="0" sz="3200" spc="-60" b="1">
                <a:latin typeface="Calibri"/>
                <a:cs typeface="Calibri"/>
              </a:rPr>
              <a:t>We </a:t>
            </a:r>
            <a:r>
              <a:rPr dirty="0" sz="3200" spc="-5" b="1">
                <a:latin typeface="Calibri"/>
                <a:cs typeface="Calibri"/>
              </a:rPr>
              <a:t>need </a:t>
            </a:r>
            <a:r>
              <a:rPr dirty="0" sz="3200" spc="-15" b="1">
                <a:latin typeface="Calibri"/>
                <a:cs typeface="Calibri"/>
              </a:rPr>
              <a:t>to understand </a:t>
            </a: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5" b="1">
                <a:latin typeface="Calibri"/>
                <a:cs typeface="Calibri"/>
              </a:rPr>
              <a:t>GNN  </a:t>
            </a:r>
            <a:r>
              <a:rPr dirty="0" sz="3200" spc="-15" b="1">
                <a:latin typeface="Calibri"/>
                <a:cs typeface="Calibri"/>
              </a:rPr>
              <a:t>captures </a:t>
            </a:r>
            <a:r>
              <a:rPr dirty="0" sz="3200" spc="-10" b="1">
                <a:latin typeface="Calibri"/>
                <a:cs typeface="Calibri"/>
              </a:rPr>
              <a:t>local </a:t>
            </a:r>
            <a:r>
              <a:rPr dirty="0" sz="3200" spc="-5" b="1">
                <a:latin typeface="Calibri"/>
                <a:cs typeface="Calibri"/>
              </a:rPr>
              <a:t>neighborhood</a:t>
            </a:r>
            <a:r>
              <a:rPr dirty="0" sz="3200" spc="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structures.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 b="1">
                <a:latin typeface="Calibri"/>
                <a:cs typeface="Calibri"/>
              </a:rPr>
              <a:t>Key </a:t>
            </a:r>
            <a:r>
              <a:rPr dirty="0" sz="2800" spc="-5" b="1">
                <a:latin typeface="Calibri"/>
                <a:cs typeface="Calibri"/>
              </a:rPr>
              <a:t>concept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Computational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 graph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0167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6466" y="1221231"/>
            <a:ext cx="8446770" cy="1437005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700"/>
              </a:lnSpc>
              <a:spcBef>
                <a:spcPts val="240"/>
              </a:spcBef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 spc="-5" b="1">
                <a:solidFill>
                  <a:srgbClr val="0000FF"/>
                </a:solidFill>
                <a:latin typeface="Calibri"/>
                <a:cs typeface="Calibri"/>
              </a:rPr>
              <a:t>In each </a:t>
            </a:r>
            <a:r>
              <a:rPr dirty="0" sz="3100" spc="-60" b="1">
                <a:solidFill>
                  <a:srgbClr val="0000FF"/>
                </a:solidFill>
                <a:latin typeface="Calibri"/>
                <a:cs typeface="Calibri"/>
              </a:rPr>
              <a:t>layer, </a:t>
            </a:r>
            <a:r>
              <a:rPr dirty="0" sz="31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100" spc="-5" b="1">
                <a:solidFill>
                  <a:srgbClr val="0000FF"/>
                </a:solidFill>
                <a:latin typeface="Calibri"/>
                <a:cs typeface="Calibri"/>
              </a:rPr>
              <a:t>GNN </a:t>
            </a:r>
            <a:r>
              <a:rPr dirty="0" sz="3100" spc="-15" b="1">
                <a:solidFill>
                  <a:srgbClr val="0000FF"/>
                </a:solidFill>
                <a:latin typeface="Calibri"/>
                <a:cs typeface="Calibri"/>
              </a:rPr>
              <a:t>aggregates </a:t>
            </a:r>
            <a:r>
              <a:rPr dirty="0" sz="3100" spc="-5" b="1">
                <a:solidFill>
                  <a:srgbClr val="0000FF"/>
                </a:solidFill>
                <a:latin typeface="Calibri"/>
                <a:cs typeface="Calibri"/>
              </a:rPr>
              <a:t>neighboring node  embeddings.</a:t>
            </a:r>
            <a:endParaRPr sz="3100">
              <a:latin typeface="Calibri"/>
              <a:cs typeface="Calibri"/>
            </a:endParaRPr>
          </a:p>
          <a:p>
            <a:pPr marL="332740" indent="-320040">
              <a:lnSpc>
                <a:spcPts val="3575"/>
              </a:lnSpc>
              <a:buClr>
                <a:srgbClr val="F0AD00"/>
              </a:buClr>
              <a:buSzPct val="80645"/>
              <a:buFont typeface="Arial"/>
              <a:buChar char="▪"/>
              <a:tabLst>
                <a:tab pos="332740" algn="l"/>
              </a:tabLst>
            </a:pPr>
            <a:r>
              <a:rPr dirty="0" sz="3100"/>
              <a:t>A </a:t>
            </a:r>
            <a:r>
              <a:rPr dirty="0" sz="3100" spc="-5"/>
              <a:t>GNN </a:t>
            </a:r>
            <a:r>
              <a:rPr dirty="0" sz="3100" spc="-25"/>
              <a:t>generates </a:t>
            </a:r>
            <a:r>
              <a:rPr dirty="0" sz="3100" spc="-5"/>
              <a:t>node embeddings </a:t>
            </a:r>
            <a:r>
              <a:rPr dirty="0" sz="3100" spc="-15"/>
              <a:t>through</a:t>
            </a:r>
            <a:r>
              <a:rPr dirty="0" sz="3100" spc="-5"/>
              <a:t> </a:t>
            </a:r>
            <a:r>
              <a:rPr dirty="0" sz="3100"/>
              <a:t>a</a:t>
            </a:r>
            <a:endParaRPr sz="3100"/>
          </a:p>
        </p:txBody>
      </p:sp>
      <p:sp>
        <p:nvSpPr>
          <p:cNvPr id="4" name="object 4"/>
          <p:cNvSpPr/>
          <p:nvPr/>
        </p:nvSpPr>
        <p:spPr>
          <a:xfrm>
            <a:off x="1118858" y="4206740"/>
            <a:ext cx="1363345" cy="0"/>
          </a:xfrm>
          <a:custGeom>
            <a:avLst/>
            <a:gdLst/>
            <a:ahLst/>
            <a:cxnLst/>
            <a:rect l="l" t="t" r="r" b="b"/>
            <a:pathLst>
              <a:path w="1363345" h="0">
                <a:moveTo>
                  <a:pt x="0" y="0"/>
                </a:moveTo>
                <a:lnTo>
                  <a:pt x="1362928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8670" y="4413133"/>
            <a:ext cx="6985" cy="1147445"/>
          </a:xfrm>
          <a:custGeom>
            <a:avLst/>
            <a:gdLst/>
            <a:ahLst/>
            <a:cxnLst/>
            <a:rect l="l" t="t" r="r" b="b"/>
            <a:pathLst>
              <a:path w="6984" h="1147445">
                <a:moveTo>
                  <a:pt x="6794" y="0"/>
                </a:moveTo>
                <a:lnTo>
                  <a:pt x="0" y="114694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52492" y="4327023"/>
            <a:ext cx="1490345" cy="1294130"/>
          </a:xfrm>
          <a:custGeom>
            <a:avLst/>
            <a:gdLst/>
            <a:ahLst/>
            <a:cxnLst/>
            <a:rect l="l" t="t" r="r" b="b"/>
            <a:pathLst>
              <a:path w="1490345" h="1294129">
                <a:moveTo>
                  <a:pt x="1489931" y="0"/>
                </a:moveTo>
                <a:lnTo>
                  <a:pt x="0" y="12935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2064" y="5766465"/>
            <a:ext cx="1308735" cy="0"/>
          </a:xfrm>
          <a:custGeom>
            <a:avLst/>
            <a:gdLst/>
            <a:ahLst/>
            <a:cxnLst/>
            <a:rect l="l" t="t" r="r" b="b"/>
            <a:pathLst>
              <a:path w="1308735" h="0">
                <a:moveTo>
                  <a:pt x="0" y="1"/>
                </a:moveTo>
                <a:lnTo>
                  <a:pt x="130847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767755" y="4999470"/>
            <a:ext cx="913130" cy="621665"/>
          </a:xfrm>
          <a:custGeom>
            <a:avLst/>
            <a:gdLst/>
            <a:ahLst/>
            <a:cxnLst/>
            <a:rect l="l" t="t" r="r" b="b"/>
            <a:pathLst>
              <a:path w="913129" h="621664">
                <a:moveTo>
                  <a:pt x="0" y="621053"/>
                </a:moveTo>
                <a:lnTo>
                  <a:pt x="91281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2068" y="4000347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1" y="367443"/>
                </a:lnTo>
                <a:lnTo>
                  <a:pt x="113947" y="391807"/>
                </a:lnTo>
                <a:lnTo>
                  <a:pt x="156758" y="407334"/>
                </a:lnTo>
                <a:lnTo>
                  <a:pt x="203395" y="412785"/>
                </a:lnTo>
                <a:lnTo>
                  <a:pt x="250031" y="407334"/>
                </a:lnTo>
                <a:lnTo>
                  <a:pt x="292842" y="391807"/>
                </a:lnTo>
                <a:lnTo>
                  <a:pt x="330608" y="367443"/>
                </a:lnTo>
                <a:lnTo>
                  <a:pt x="362106" y="335480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90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2" y="20978"/>
                </a:lnTo>
                <a:lnTo>
                  <a:pt x="250031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8098" y="3977361"/>
            <a:ext cx="455295" cy="459740"/>
          </a:xfrm>
          <a:custGeom>
            <a:avLst/>
            <a:gdLst/>
            <a:ahLst/>
            <a:cxnLst/>
            <a:rect l="l" t="t" r="r" b="b"/>
            <a:pathLst>
              <a:path w="455294" h="459739">
                <a:moveTo>
                  <a:pt x="226137" y="0"/>
                </a:moveTo>
                <a:lnTo>
                  <a:pt x="180314" y="5080"/>
                </a:lnTo>
                <a:lnTo>
                  <a:pt x="137654" y="17780"/>
                </a:lnTo>
                <a:lnTo>
                  <a:pt x="99137" y="39370"/>
                </a:lnTo>
                <a:lnTo>
                  <a:pt x="65665" y="68580"/>
                </a:lnTo>
                <a:lnTo>
                  <a:pt x="38115" y="102870"/>
                </a:lnTo>
                <a:lnTo>
                  <a:pt x="17377" y="140970"/>
                </a:lnTo>
                <a:lnTo>
                  <a:pt x="4369" y="185420"/>
                </a:lnTo>
                <a:lnTo>
                  <a:pt x="0" y="231140"/>
                </a:lnTo>
                <a:lnTo>
                  <a:pt x="1287" y="255270"/>
                </a:lnTo>
                <a:lnTo>
                  <a:pt x="10538" y="299720"/>
                </a:lnTo>
                <a:lnTo>
                  <a:pt x="27927" y="340360"/>
                </a:lnTo>
                <a:lnTo>
                  <a:pt x="52538" y="377190"/>
                </a:lnTo>
                <a:lnTo>
                  <a:pt x="83479" y="408940"/>
                </a:lnTo>
                <a:lnTo>
                  <a:pt x="119875" y="433070"/>
                </a:lnTo>
                <a:lnTo>
                  <a:pt x="160822" y="450850"/>
                </a:lnTo>
                <a:lnTo>
                  <a:pt x="205341" y="459740"/>
                </a:lnTo>
                <a:lnTo>
                  <a:pt x="228593" y="459740"/>
                </a:lnTo>
                <a:lnTo>
                  <a:pt x="274415" y="455930"/>
                </a:lnTo>
                <a:lnTo>
                  <a:pt x="317075" y="441960"/>
                </a:lnTo>
                <a:lnTo>
                  <a:pt x="336909" y="431800"/>
                </a:lnTo>
                <a:lnTo>
                  <a:pt x="227119" y="431800"/>
                </a:lnTo>
                <a:lnTo>
                  <a:pt x="206814" y="430530"/>
                </a:lnTo>
                <a:lnTo>
                  <a:pt x="168093" y="422910"/>
                </a:lnTo>
                <a:lnTo>
                  <a:pt x="132523" y="407670"/>
                </a:lnTo>
                <a:lnTo>
                  <a:pt x="100888" y="386080"/>
                </a:lnTo>
                <a:lnTo>
                  <a:pt x="73991" y="358140"/>
                </a:lnTo>
                <a:lnTo>
                  <a:pt x="52637" y="326390"/>
                </a:lnTo>
                <a:lnTo>
                  <a:pt x="37629" y="289560"/>
                </a:lnTo>
                <a:lnTo>
                  <a:pt x="29767" y="250190"/>
                </a:lnTo>
                <a:lnTo>
                  <a:pt x="28827" y="231140"/>
                </a:lnTo>
                <a:lnTo>
                  <a:pt x="28829" y="228600"/>
                </a:lnTo>
                <a:lnTo>
                  <a:pt x="32849" y="189230"/>
                </a:lnTo>
                <a:lnTo>
                  <a:pt x="44469" y="151130"/>
                </a:lnTo>
                <a:lnTo>
                  <a:pt x="62825" y="116840"/>
                </a:lnTo>
                <a:lnTo>
                  <a:pt x="101241" y="73660"/>
                </a:lnTo>
                <a:lnTo>
                  <a:pt x="132934" y="52070"/>
                </a:lnTo>
                <a:lnTo>
                  <a:pt x="168553" y="36830"/>
                </a:lnTo>
                <a:lnTo>
                  <a:pt x="207303" y="29210"/>
                </a:lnTo>
                <a:lnTo>
                  <a:pt x="227610" y="27940"/>
                </a:lnTo>
                <a:lnTo>
                  <a:pt x="336946" y="27940"/>
                </a:lnTo>
                <a:lnTo>
                  <a:pt x="334855" y="26670"/>
                </a:lnTo>
                <a:lnTo>
                  <a:pt x="314891" y="17780"/>
                </a:lnTo>
                <a:lnTo>
                  <a:pt x="293907" y="10160"/>
                </a:lnTo>
                <a:lnTo>
                  <a:pt x="272029" y="3810"/>
                </a:lnTo>
                <a:lnTo>
                  <a:pt x="249389" y="1270"/>
                </a:lnTo>
                <a:lnTo>
                  <a:pt x="226137" y="0"/>
                </a:lnTo>
                <a:close/>
              </a:path>
              <a:path w="455294" h="459739">
                <a:moveTo>
                  <a:pt x="336946" y="27940"/>
                </a:moveTo>
                <a:lnTo>
                  <a:pt x="227610" y="27940"/>
                </a:lnTo>
                <a:lnTo>
                  <a:pt x="247915" y="29210"/>
                </a:lnTo>
                <a:lnTo>
                  <a:pt x="267621" y="33020"/>
                </a:lnTo>
                <a:lnTo>
                  <a:pt x="304864" y="44450"/>
                </a:lnTo>
                <a:lnTo>
                  <a:pt x="338566" y="63500"/>
                </a:lnTo>
                <a:lnTo>
                  <a:pt x="380739" y="101600"/>
                </a:lnTo>
                <a:lnTo>
                  <a:pt x="402093" y="134620"/>
                </a:lnTo>
                <a:lnTo>
                  <a:pt x="417100" y="170180"/>
                </a:lnTo>
                <a:lnTo>
                  <a:pt x="424963" y="209550"/>
                </a:lnTo>
                <a:lnTo>
                  <a:pt x="425904" y="231140"/>
                </a:lnTo>
                <a:lnTo>
                  <a:pt x="424916" y="251460"/>
                </a:lnTo>
                <a:lnTo>
                  <a:pt x="416963" y="290830"/>
                </a:lnTo>
                <a:lnTo>
                  <a:pt x="401875" y="326390"/>
                </a:lnTo>
                <a:lnTo>
                  <a:pt x="380450" y="358140"/>
                </a:lnTo>
                <a:lnTo>
                  <a:pt x="353489" y="386080"/>
                </a:lnTo>
                <a:lnTo>
                  <a:pt x="321796" y="407670"/>
                </a:lnTo>
                <a:lnTo>
                  <a:pt x="286177" y="422910"/>
                </a:lnTo>
                <a:lnTo>
                  <a:pt x="247426" y="430530"/>
                </a:lnTo>
                <a:lnTo>
                  <a:pt x="227119" y="431800"/>
                </a:lnTo>
                <a:lnTo>
                  <a:pt x="336909" y="431800"/>
                </a:lnTo>
                <a:lnTo>
                  <a:pt x="373014" y="406400"/>
                </a:lnTo>
                <a:lnTo>
                  <a:pt x="403635" y="375920"/>
                </a:lnTo>
                <a:lnTo>
                  <a:pt x="427892" y="339090"/>
                </a:lnTo>
                <a:lnTo>
                  <a:pt x="444880" y="297180"/>
                </a:lnTo>
                <a:lnTo>
                  <a:pt x="453680" y="252730"/>
                </a:lnTo>
                <a:lnTo>
                  <a:pt x="454730" y="228600"/>
                </a:lnTo>
                <a:lnTo>
                  <a:pt x="453443" y="205740"/>
                </a:lnTo>
                <a:lnTo>
                  <a:pt x="444192" y="160020"/>
                </a:lnTo>
                <a:lnTo>
                  <a:pt x="426803" y="119380"/>
                </a:lnTo>
                <a:lnTo>
                  <a:pt x="402192" y="82550"/>
                </a:lnTo>
                <a:lnTo>
                  <a:pt x="371250" y="52070"/>
                </a:lnTo>
                <a:lnTo>
                  <a:pt x="353679" y="38100"/>
                </a:lnTo>
                <a:lnTo>
                  <a:pt x="336946" y="27940"/>
                </a:lnTo>
                <a:close/>
              </a:path>
              <a:path w="455294" h="459739">
                <a:moveTo>
                  <a:pt x="228102" y="38100"/>
                </a:moveTo>
                <a:lnTo>
                  <a:pt x="190009" y="41910"/>
                </a:lnTo>
                <a:lnTo>
                  <a:pt x="137971" y="60960"/>
                </a:lnTo>
                <a:lnTo>
                  <a:pt x="94269" y="93980"/>
                </a:lnTo>
                <a:lnTo>
                  <a:pt x="61527" y="138430"/>
                </a:lnTo>
                <a:lnTo>
                  <a:pt x="42342" y="190500"/>
                </a:lnTo>
                <a:lnTo>
                  <a:pt x="38418" y="228600"/>
                </a:lnTo>
                <a:lnTo>
                  <a:pt x="38412" y="231140"/>
                </a:lnTo>
                <a:lnTo>
                  <a:pt x="39260" y="248920"/>
                </a:lnTo>
                <a:lnTo>
                  <a:pt x="46660" y="287020"/>
                </a:lnTo>
                <a:lnTo>
                  <a:pt x="70299" y="336550"/>
                </a:lnTo>
                <a:lnTo>
                  <a:pt x="106691" y="377190"/>
                </a:lnTo>
                <a:lnTo>
                  <a:pt x="153208" y="406400"/>
                </a:lnTo>
                <a:lnTo>
                  <a:pt x="207306" y="420370"/>
                </a:lnTo>
                <a:lnTo>
                  <a:pt x="226628" y="421640"/>
                </a:lnTo>
                <a:lnTo>
                  <a:pt x="245957" y="421640"/>
                </a:lnTo>
                <a:lnTo>
                  <a:pt x="282835" y="414020"/>
                </a:lnTo>
                <a:lnTo>
                  <a:pt x="286310" y="412750"/>
                </a:lnTo>
                <a:lnTo>
                  <a:pt x="226137" y="412750"/>
                </a:lnTo>
                <a:lnTo>
                  <a:pt x="207797" y="411480"/>
                </a:lnTo>
                <a:lnTo>
                  <a:pt x="156550" y="397510"/>
                </a:lnTo>
                <a:lnTo>
                  <a:pt x="112494" y="369570"/>
                </a:lnTo>
                <a:lnTo>
                  <a:pt x="78027" y="331470"/>
                </a:lnTo>
                <a:lnTo>
                  <a:pt x="55690" y="283210"/>
                </a:lnTo>
                <a:lnTo>
                  <a:pt x="47940" y="228600"/>
                </a:lnTo>
                <a:lnTo>
                  <a:pt x="48990" y="209550"/>
                </a:lnTo>
                <a:lnTo>
                  <a:pt x="62530" y="157480"/>
                </a:lnTo>
                <a:lnTo>
                  <a:pt x="89736" y="113030"/>
                </a:lnTo>
                <a:lnTo>
                  <a:pt x="128152" y="77470"/>
                </a:lnTo>
                <a:lnTo>
                  <a:pt x="175237" y="55880"/>
                </a:lnTo>
                <a:lnTo>
                  <a:pt x="228593" y="46990"/>
                </a:lnTo>
                <a:lnTo>
                  <a:pt x="284213" y="46990"/>
                </a:lnTo>
                <a:lnTo>
                  <a:pt x="266152" y="41910"/>
                </a:lnTo>
                <a:lnTo>
                  <a:pt x="247424" y="39370"/>
                </a:lnTo>
                <a:lnTo>
                  <a:pt x="228102" y="38100"/>
                </a:lnTo>
                <a:close/>
              </a:path>
              <a:path w="455294" h="459739">
                <a:moveTo>
                  <a:pt x="284213" y="46990"/>
                </a:moveTo>
                <a:lnTo>
                  <a:pt x="228593" y="46990"/>
                </a:lnTo>
                <a:lnTo>
                  <a:pt x="246933" y="48260"/>
                </a:lnTo>
                <a:lnTo>
                  <a:pt x="281789" y="55880"/>
                </a:lnTo>
                <a:lnTo>
                  <a:pt x="328490" y="78740"/>
                </a:lnTo>
                <a:lnTo>
                  <a:pt x="366437" y="114300"/>
                </a:lnTo>
                <a:lnTo>
                  <a:pt x="393095" y="160020"/>
                </a:lnTo>
                <a:lnTo>
                  <a:pt x="405977" y="212090"/>
                </a:lnTo>
                <a:lnTo>
                  <a:pt x="406789" y="231140"/>
                </a:lnTo>
                <a:lnTo>
                  <a:pt x="405739" y="250190"/>
                </a:lnTo>
                <a:lnTo>
                  <a:pt x="392200" y="302260"/>
                </a:lnTo>
                <a:lnTo>
                  <a:pt x="364994" y="346710"/>
                </a:lnTo>
                <a:lnTo>
                  <a:pt x="326577" y="382270"/>
                </a:lnTo>
                <a:lnTo>
                  <a:pt x="279492" y="405130"/>
                </a:lnTo>
                <a:lnTo>
                  <a:pt x="226137" y="412750"/>
                </a:lnTo>
                <a:lnTo>
                  <a:pt x="286310" y="412750"/>
                </a:lnTo>
                <a:lnTo>
                  <a:pt x="332380" y="389890"/>
                </a:lnTo>
                <a:lnTo>
                  <a:pt x="372722" y="353060"/>
                </a:lnTo>
                <a:lnTo>
                  <a:pt x="401230" y="306070"/>
                </a:lnTo>
                <a:lnTo>
                  <a:pt x="412388" y="269240"/>
                </a:lnTo>
                <a:lnTo>
                  <a:pt x="416378" y="231140"/>
                </a:lnTo>
                <a:lnTo>
                  <a:pt x="415470" y="210820"/>
                </a:lnTo>
                <a:lnTo>
                  <a:pt x="401767" y="156210"/>
                </a:lnTo>
                <a:lnTo>
                  <a:pt x="373588" y="107950"/>
                </a:lnTo>
                <a:lnTo>
                  <a:pt x="333528" y="71120"/>
                </a:lnTo>
                <a:lnTo>
                  <a:pt x="301522" y="53340"/>
                </a:lnTo>
                <a:lnTo>
                  <a:pt x="284213" y="46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39263" y="40563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82850" y="3974688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4" y="0"/>
                </a:moveTo>
                <a:lnTo>
                  <a:pt x="156757" y="5450"/>
                </a:lnTo>
                <a:lnTo>
                  <a:pt x="113946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9"/>
                </a:lnTo>
                <a:lnTo>
                  <a:pt x="0" y="206394"/>
                </a:lnTo>
                <a:lnTo>
                  <a:pt x="5371" y="253718"/>
                </a:lnTo>
                <a:lnTo>
                  <a:pt x="20673" y="297160"/>
                </a:lnTo>
                <a:lnTo>
                  <a:pt x="44683" y="335482"/>
                </a:lnTo>
                <a:lnTo>
                  <a:pt x="76181" y="367444"/>
                </a:lnTo>
                <a:lnTo>
                  <a:pt x="113946" y="391808"/>
                </a:lnTo>
                <a:lnTo>
                  <a:pt x="156757" y="407335"/>
                </a:lnTo>
                <a:lnTo>
                  <a:pt x="203394" y="412786"/>
                </a:lnTo>
                <a:lnTo>
                  <a:pt x="250031" y="407335"/>
                </a:lnTo>
                <a:lnTo>
                  <a:pt x="292842" y="391808"/>
                </a:lnTo>
                <a:lnTo>
                  <a:pt x="330608" y="367444"/>
                </a:lnTo>
                <a:lnTo>
                  <a:pt x="362106" y="335482"/>
                </a:lnTo>
                <a:lnTo>
                  <a:pt x="386116" y="297160"/>
                </a:lnTo>
                <a:lnTo>
                  <a:pt x="401418" y="253718"/>
                </a:lnTo>
                <a:lnTo>
                  <a:pt x="406789" y="206394"/>
                </a:lnTo>
                <a:lnTo>
                  <a:pt x="401418" y="159069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2" y="20978"/>
                </a:lnTo>
                <a:lnTo>
                  <a:pt x="250031" y="5450"/>
                </a:lnTo>
                <a:lnTo>
                  <a:pt x="20339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610045" y="40319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20997" y="4647135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5" y="0"/>
                </a:moveTo>
                <a:lnTo>
                  <a:pt x="156759" y="5450"/>
                </a:lnTo>
                <a:lnTo>
                  <a:pt x="113947" y="20978"/>
                </a:lnTo>
                <a:lnTo>
                  <a:pt x="76182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0"/>
                </a:lnTo>
                <a:lnTo>
                  <a:pt x="76182" y="367443"/>
                </a:lnTo>
                <a:lnTo>
                  <a:pt x="113947" y="391807"/>
                </a:lnTo>
                <a:lnTo>
                  <a:pt x="156759" y="407334"/>
                </a:lnTo>
                <a:lnTo>
                  <a:pt x="203395" y="412785"/>
                </a:lnTo>
                <a:lnTo>
                  <a:pt x="250032" y="407334"/>
                </a:lnTo>
                <a:lnTo>
                  <a:pt x="292843" y="391807"/>
                </a:lnTo>
                <a:lnTo>
                  <a:pt x="330608" y="367443"/>
                </a:lnTo>
                <a:lnTo>
                  <a:pt x="362107" y="335480"/>
                </a:lnTo>
                <a:lnTo>
                  <a:pt x="386117" y="297159"/>
                </a:lnTo>
                <a:lnTo>
                  <a:pt x="401419" y="253716"/>
                </a:lnTo>
                <a:lnTo>
                  <a:pt x="406791" y="206392"/>
                </a:lnTo>
                <a:lnTo>
                  <a:pt x="401419" y="159068"/>
                </a:lnTo>
                <a:lnTo>
                  <a:pt x="386117" y="115626"/>
                </a:lnTo>
                <a:lnTo>
                  <a:pt x="362107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748192" y="47025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20538" y="5560072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5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9"/>
                </a:lnTo>
                <a:lnTo>
                  <a:pt x="0" y="206393"/>
                </a:lnTo>
                <a:lnTo>
                  <a:pt x="5371" y="253717"/>
                </a:lnTo>
                <a:lnTo>
                  <a:pt x="20673" y="297159"/>
                </a:lnTo>
                <a:lnTo>
                  <a:pt x="44683" y="335481"/>
                </a:lnTo>
                <a:lnTo>
                  <a:pt x="76181" y="367443"/>
                </a:lnTo>
                <a:lnTo>
                  <a:pt x="113947" y="391808"/>
                </a:lnTo>
                <a:lnTo>
                  <a:pt x="156758" y="407335"/>
                </a:lnTo>
                <a:lnTo>
                  <a:pt x="203395" y="412786"/>
                </a:lnTo>
                <a:lnTo>
                  <a:pt x="250032" y="407335"/>
                </a:lnTo>
                <a:lnTo>
                  <a:pt x="292843" y="391808"/>
                </a:lnTo>
                <a:lnTo>
                  <a:pt x="330608" y="367443"/>
                </a:lnTo>
                <a:lnTo>
                  <a:pt x="362106" y="335481"/>
                </a:lnTo>
                <a:lnTo>
                  <a:pt x="386116" y="297159"/>
                </a:lnTo>
                <a:lnTo>
                  <a:pt x="401418" y="253717"/>
                </a:lnTo>
                <a:lnTo>
                  <a:pt x="406789" y="206393"/>
                </a:lnTo>
                <a:lnTo>
                  <a:pt x="401418" y="159069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3" y="20978"/>
                </a:lnTo>
                <a:lnTo>
                  <a:pt x="250032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547734" y="56169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5274" y="5560073"/>
            <a:ext cx="407034" cy="413384"/>
          </a:xfrm>
          <a:custGeom>
            <a:avLst/>
            <a:gdLst/>
            <a:ahLst/>
            <a:cxnLst/>
            <a:rect l="l" t="t" r="r" b="b"/>
            <a:pathLst>
              <a:path w="407034" h="413385">
                <a:moveTo>
                  <a:pt x="203395" y="0"/>
                </a:moveTo>
                <a:lnTo>
                  <a:pt x="156758" y="5450"/>
                </a:lnTo>
                <a:lnTo>
                  <a:pt x="113947" y="20978"/>
                </a:lnTo>
                <a:lnTo>
                  <a:pt x="76181" y="45342"/>
                </a:lnTo>
                <a:lnTo>
                  <a:pt x="44683" y="77304"/>
                </a:lnTo>
                <a:lnTo>
                  <a:pt x="20673" y="115626"/>
                </a:lnTo>
                <a:lnTo>
                  <a:pt x="5371" y="159068"/>
                </a:lnTo>
                <a:lnTo>
                  <a:pt x="0" y="206392"/>
                </a:lnTo>
                <a:lnTo>
                  <a:pt x="5371" y="253716"/>
                </a:lnTo>
                <a:lnTo>
                  <a:pt x="20673" y="297159"/>
                </a:lnTo>
                <a:lnTo>
                  <a:pt x="44683" y="335481"/>
                </a:lnTo>
                <a:lnTo>
                  <a:pt x="76181" y="367443"/>
                </a:lnTo>
                <a:lnTo>
                  <a:pt x="113947" y="391807"/>
                </a:lnTo>
                <a:lnTo>
                  <a:pt x="156758" y="407334"/>
                </a:lnTo>
                <a:lnTo>
                  <a:pt x="203395" y="412785"/>
                </a:lnTo>
                <a:lnTo>
                  <a:pt x="250031" y="407334"/>
                </a:lnTo>
                <a:lnTo>
                  <a:pt x="292842" y="391807"/>
                </a:lnTo>
                <a:lnTo>
                  <a:pt x="330608" y="367443"/>
                </a:lnTo>
                <a:lnTo>
                  <a:pt x="362106" y="335481"/>
                </a:lnTo>
                <a:lnTo>
                  <a:pt x="386116" y="297159"/>
                </a:lnTo>
                <a:lnTo>
                  <a:pt x="401418" y="253716"/>
                </a:lnTo>
                <a:lnTo>
                  <a:pt x="406790" y="206392"/>
                </a:lnTo>
                <a:lnTo>
                  <a:pt x="401418" y="159068"/>
                </a:lnTo>
                <a:lnTo>
                  <a:pt x="386116" y="115626"/>
                </a:lnTo>
                <a:lnTo>
                  <a:pt x="362106" y="77304"/>
                </a:lnTo>
                <a:lnTo>
                  <a:pt x="330608" y="45342"/>
                </a:lnTo>
                <a:lnTo>
                  <a:pt x="292842" y="20978"/>
                </a:lnTo>
                <a:lnTo>
                  <a:pt x="250031" y="5450"/>
                </a:lnTo>
                <a:lnTo>
                  <a:pt x="20339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32470" y="56169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34621" y="3757260"/>
            <a:ext cx="2262162" cy="27502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56506" y="2551847"/>
            <a:ext cx="8208645" cy="156972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100" spc="-10">
                <a:solidFill>
                  <a:srgbClr val="C00000"/>
                </a:solidFill>
                <a:latin typeface="Calibri"/>
                <a:cs typeface="Calibri"/>
              </a:rPr>
              <a:t>computational </a:t>
            </a:r>
            <a:r>
              <a:rPr dirty="0" sz="3100" spc="-15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3100" spc="-10">
                <a:solidFill>
                  <a:srgbClr val="C00000"/>
                </a:solidFill>
                <a:latin typeface="Calibri"/>
                <a:cs typeface="Calibri"/>
              </a:rPr>
              <a:t>defined by </a:t>
            </a:r>
            <a:r>
              <a:rPr dirty="0" sz="3100" spc="-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31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100" spc="-5">
                <a:solidFill>
                  <a:srgbClr val="C00000"/>
                </a:solidFill>
                <a:latin typeface="Calibri"/>
                <a:cs typeface="Calibri"/>
              </a:rPr>
              <a:t>neighborhood</a:t>
            </a:r>
            <a:r>
              <a:rPr dirty="0" sz="3100" spc="-5">
                <a:latin typeface="Calibri"/>
                <a:cs typeface="Calibri"/>
              </a:rPr>
              <a:t>.</a:t>
            </a:r>
            <a:endParaRPr sz="3100">
              <a:latin typeface="Calibri"/>
              <a:cs typeface="Calibri"/>
            </a:endParaRPr>
          </a:p>
          <a:p>
            <a:pPr marL="30543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800" spc="-5" b="1">
                <a:latin typeface="Calibri"/>
                <a:cs typeface="Calibri"/>
              </a:rPr>
              <a:t>Ex: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60">
                <a:latin typeface="Calibri"/>
                <a:cs typeface="Calibri"/>
              </a:rPr>
              <a:t>1’s </a:t>
            </a:r>
            <a:r>
              <a:rPr dirty="0" sz="2800" spc="-10">
                <a:latin typeface="Calibri"/>
                <a:cs typeface="Calibri"/>
              </a:rPr>
              <a:t>computational </a:t>
            </a:r>
            <a:r>
              <a:rPr dirty="0" sz="2800" spc="-15">
                <a:latin typeface="Calibri"/>
                <a:cs typeface="Calibri"/>
              </a:rPr>
              <a:t>graph (2-layer</a:t>
            </a:r>
            <a:r>
              <a:rPr dirty="0" sz="2800" spc="1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GNN)</a:t>
            </a:r>
            <a:endParaRPr sz="2800">
              <a:latin typeface="Calibri"/>
              <a:cs typeface="Calibri"/>
            </a:endParaRPr>
          </a:p>
          <a:p>
            <a:pPr algn="ctr" marL="1842770">
              <a:lnSpc>
                <a:spcPct val="100000"/>
              </a:lnSpc>
              <a:spcBef>
                <a:spcPts val="1525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22" name="object 22"/>
          <p:cNvSpPr txBox="1"/>
          <p:nvPr/>
        </p:nvSpPr>
        <p:spPr>
          <a:xfrm>
            <a:off x="5531605" y="49311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66663" y="494334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43075" y="6156452"/>
            <a:ext cx="1100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1015" algn="l"/>
                <a:tab pos="959485" algn="l"/>
              </a:tabLst>
            </a:pPr>
            <a:r>
              <a:rPr dirty="0" sz="1800">
                <a:latin typeface="Arial"/>
                <a:cs typeface="Arial"/>
              </a:rPr>
              <a:t>1	5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63168" y="6165596"/>
            <a:ext cx="625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5140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01980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3805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latin typeface="Calibri"/>
                <a:cs typeface="Calibri"/>
              </a:rPr>
              <a:t>Ex: </a:t>
            </a:r>
            <a:r>
              <a:rPr dirty="0" sz="3200" spc="-5"/>
              <a:t>Nodes </a:t>
            </a:r>
            <a:r>
              <a:rPr dirty="0" sz="3200"/>
              <a:t>1 and </a:t>
            </a:r>
            <a:r>
              <a:rPr dirty="0" sz="3200" spc="-70"/>
              <a:t>2’s </a:t>
            </a:r>
            <a:r>
              <a:rPr dirty="0" sz="3200" spc="-10"/>
              <a:t>computational</a:t>
            </a:r>
            <a:r>
              <a:rPr dirty="0" sz="3200" spc="110"/>
              <a:t> </a:t>
            </a:r>
            <a:r>
              <a:rPr dirty="0" sz="3200" spc="-15"/>
              <a:t>graphs.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748" y="2743511"/>
            <a:ext cx="5676909" cy="29577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6913" y="31663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695" y="31419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5842" y="381558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5383" y="47269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119" y="47269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78527" y="282193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6215" y="40167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5575" y="402894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8107" y="5345684"/>
            <a:ext cx="2237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0545" algn="l"/>
                <a:tab pos="1056005" algn="l"/>
                <a:tab pos="1576705" algn="l"/>
                <a:tab pos="2097405" algn="l"/>
              </a:tabLst>
            </a:pPr>
            <a:r>
              <a:rPr dirty="0" baseline="1543" sz="2700">
                <a:latin typeface="Arial"/>
                <a:cs typeface="Arial"/>
              </a:rPr>
              <a:t>1	5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04058" y="2743511"/>
            <a:ext cx="2491747" cy="29577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371675" y="282193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7069362" y="40167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58722" y="402894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31254" y="5345684"/>
            <a:ext cx="22377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0545" algn="l"/>
                <a:tab pos="1056005" algn="l"/>
                <a:tab pos="1576705" algn="l"/>
                <a:tab pos="2097405" algn="l"/>
              </a:tabLst>
            </a:pPr>
            <a:r>
              <a:rPr dirty="0" baseline="1543" sz="2700">
                <a:latin typeface="Arial"/>
                <a:cs typeface="Arial"/>
              </a:rPr>
              <a:t>2	5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0137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38059" cy="9480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latin typeface="Calibri"/>
                <a:cs typeface="Calibri"/>
              </a:rPr>
              <a:t>Ex: </a:t>
            </a:r>
            <a:r>
              <a:rPr dirty="0" sz="3200" spc="-5"/>
              <a:t>Nodes </a:t>
            </a:r>
            <a:r>
              <a:rPr dirty="0" sz="3200"/>
              <a:t>1 and </a:t>
            </a:r>
            <a:r>
              <a:rPr dirty="0" sz="3200" spc="-70"/>
              <a:t>2’s </a:t>
            </a:r>
            <a:r>
              <a:rPr dirty="0" sz="3200" spc="-10"/>
              <a:t>computational</a:t>
            </a:r>
            <a:r>
              <a:rPr dirty="0" sz="3200" spc="110"/>
              <a:t> </a:t>
            </a:r>
            <a:r>
              <a:rPr dirty="0" sz="3200" spc="-15"/>
              <a:t>graphs.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6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But </a:t>
            </a:r>
            <a:r>
              <a:rPr dirty="0" sz="2800" b="1">
                <a:solidFill>
                  <a:srgbClr val="008000"/>
                </a:solidFill>
                <a:latin typeface="Calibri"/>
                <a:cs typeface="Calibri"/>
              </a:rPr>
              <a:t>GNN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only sees node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features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(not</a:t>
            </a:r>
            <a:r>
              <a:rPr dirty="0" sz="2800" spc="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IDs):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748" y="2743511"/>
            <a:ext cx="5676909" cy="29577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6913" y="31663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7695" y="31419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5842" y="381558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5383" y="47269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119" y="47269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04058" y="2743511"/>
            <a:ext cx="2491747" cy="29577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0380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7493634" cy="903605"/>
          </a:xfrm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332740" marR="5080" indent="-320040">
              <a:lnSpc>
                <a:spcPts val="3310"/>
              </a:lnSpc>
              <a:spcBef>
                <a:spcPts val="45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GNN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will </a:t>
            </a:r>
            <a:r>
              <a:rPr dirty="0" sz="3000" spc="-25" b="1">
                <a:solidFill>
                  <a:srgbClr val="0000FF"/>
                </a:solidFill>
                <a:latin typeface="Calibri"/>
                <a:cs typeface="Calibri"/>
              </a:rPr>
              <a:t>generate </a:t>
            </a:r>
            <a:r>
              <a:rPr dirty="0" sz="3000" spc="-5" b="1" u="heavy">
                <a:solidFill>
                  <a:srgbClr val="0000FF"/>
                </a:solidFill>
                <a:latin typeface="Calibri"/>
                <a:cs typeface="Calibri"/>
              </a:rPr>
              <a:t>the same embedding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0000FF"/>
                </a:solidFill>
                <a:latin typeface="Calibri"/>
                <a:cs typeface="Calibri"/>
              </a:rPr>
              <a:t>for 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nodes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1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and </a:t>
            </a:r>
            <a:r>
              <a:rPr dirty="0" sz="3000" b="1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sz="3000" spc="-5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5" b="1">
                <a:solidFill>
                  <a:srgbClr val="0000FF"/>
                </a:solidFill>
                <a:latin typeface="Calibri"/>
                <a:cs typeface="Calibri"/>
              </a:rPr>
              <a:t>because: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362" y="3163243"/>
            <a:ext cx="5676910" cy="29577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6528" y="358698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5457" y="42331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4997" y="51475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9734" y="51475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6563" y="2162555"/>
            <a:ext cx="5168900" cy="169989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8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>
                <a:latin typeface="Calibri"/>
                <a:cs typeface="Calibri"/>
              </a:rPr>
              <a:t>Computational graphs are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-105">
                <a:latin typeface="Calibri"/>
                <a:cs typeface="Calibri"/>
              </a:rPr>
              <a:t>same.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8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Node </a:t>
            </a:r>
            <a:r>
              <a:rPr dirty="0" sz="2600" spc="-20">
                <a:latin typeface="Calibri"/>
                <a:cs typeface="Calibri"/>
              </a:rPr>
              <a:t>features </a:t>
            </a:r>
            <a:r>
              <a:rPr dirty="0" sz="2600" spc="-10">
                <a:latin typeface="Calibri"/>
                <a:cs typeface="Calibri"/>
              </a:rPr>
              <a:t>(colors) are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identical.</a:t>
            </a:r>
            <a:endParaRPr sz="2600">
              <a:latin typeface="Calibri"/>
              <a:cs typeface="Calibri"/>
            </a:endParaRPr>
          </a:p>
          <a:p>
            <a:pPr algn="r" marR="1259205">
              <a:lnSpc>
                <a:spcPct val="100000"/>
              </a:lnSpc>
              <a:spcBef>
                <a:spcPts val="1495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543050">
              <a:lnSpc>
                <a:spcPct val="100000"/>
              </a:lnSpc>
              <a:spcBef>
                <a:spcPts val="359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43672" y="3163243"/>
            <a:ext cx="2491747" cy="29577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411287" y="32425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0521" y="2171700"/>
            <a:ext cx="16230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Note: GNN does</a:t>
            </a:r>
            <a:r>
              <a:rPr dirty="0" sz="1400" spc="-7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not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60521" y="2375916"/>
            <a:ext cx="2061210" cy="6686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care about node ids, </a:t>
            </a:r>
            <a:r>
              <a:rPr dirty="0" sz="1400">
                <a:solidFill>
                  <a:srgbClr val="008000"/>
                </a:solidFill>
                <a:latin typeface="Arial"/>
                <a:cs typeface="Arial"/>
              </a:rPr>
              <a:t>it 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just aggregates features  vectors of </a:t>
            </a:r>
            <a:r>
              <a:rPr dirty="0" sz="1400" spc="-10">
                <a:solidFill>
                  <a:srgbClr val="008000"/>
                </a:solidFill>
                <a:latin typeface="Arial"/>
                <a:cs typeface="Arial"/>
              </a:rPr>
              <a:t>different</a:t>
            </a:r>
            <a:r>
              <a:rPr dirty="0" sz="1400" spc="-4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008000"/>
                </a:solidFill>
                <a:latin typeface="Arial"/>
                <a:cs typeface="Arial"/>
              </a:rPr>
              <a:t>nodes.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5321" y="6174111"/>
            <a:ext cx="7877809" cy="551180"/>
          </a:xfrm>
          <a:custGeom>
            <a:avLst/>
            <a:gdLst/>
            <a:ahLst/>
            <a:cxnLst/>
            <a:rect l="l" t="t" r="r" b="b"/>
            <a:pathLst>
              <a:path w="7877809" h="551179">
                <a:moveTo>
                  <a:pt x="7853731" y="0"/>
                </a:moveTo>
                <a:lnTo>
                  <a:pt x="24000" y="0"/>
                </a:lnTo>
                <a:lnTo>
                  <a:pt x="14658" y="1886"/>
                </a:lnTo>
                <a:lnTo>
                  <a:pt x="7029" y="7029"/>
                </a:lnTo>
                <a:lnTo>
                  <a:pt x="1886" y="14658"/>
                </a:lnTo>
                <a:lnTo>
                  <a:pt x="0" y="23999"/>
                </a:lnTo>
                <a:lnTo>
                  <a:pt x="0" y="527001"/>
                </a:lnTo>
                <a:lnTo>
                  <a:pt x="1886" y="536343"/>
                </a:lnTo>
                <a:lnTo>
                  <a:pt x="7029" y="543972"/>
                </a:lnTo>
                <a:lnTo>
                  <a:pt x="14658" y="549115"/>
                </a:lnTo>
                <a:lnTo>
                  <a:pt x="24000" y="551001"/>
                </a:lnTo>
                <a:lnTo>
                  <a:pt x="7853731" y="551001"/>
                </a:lnTo>
                <a:lnTo>
                  <a:pt x="7863073" y="549115"/>
                </a:lnTo>
                <a:lnTo>
                  <a:pt x="7870702" y="543972"/>
                </a:lnTo>
                <a:lnTo>
                  <a:pt x="7875845" y="536343"/>
                </a:lnTo>
                <a:lnTo>
                  <a:pt x="7877731" y="527001"/>
                </a:lnTo>
                <a:lnTo>
                  <a:pt x="7877731" y="522201"/>
                </a:lnTo>
                <a:lnTo>
                  <a:pt x="28800" y="522201"/>
                </a:lnTo>
                <a:lnTo>
                  <a:pt x="28800" y="28799"/>
                </a:lnTo>
                <a:lnTo>
                  <a:pt x="7877731" y="28799"/>
                </a:lnTo>
                <a:lnTo>
                  <a:pt x="7877731" y="23999"/>
                </a:lnTo>
                <a:lnTo>
                  <a:pt x="7875845" y="14658"/>
                </a:lnTo>
                <a:lnTo>
                  <a:pt x="7870702" y="7029"/>
                </a:lnTo>
                <a:lnTo>
                  <a:pt x="7863073" y="1886"/>
                </a:lnTo>
                <a:lnTo>
                  <a:pt x="7853731" y="0"/>
                </a:lnTo>
                <a:close/>
              </a:path>
              <a:path w="7877809" h="551179">
                <a:moveTo>
                  <a:pt x="7877731" y="28799"/>
                </a:moveTo>
                <a:lnTo>
                  <a:pt x="7848931" y="28799"/>
                </a:lnTo>
                <a:lnTo>
                  <a:pt x="7848931" y="522201"/>
                </a:lnTo>
                <a:lnTo>
                  <a:pt x="7877731" y="522201"/>
                </a:lnTo>
                <a:lnTo>
                  <a:pt x="7877731" y="28799"/>
                </a:lnTo>
                <a:close/>
              </a:path>
              <a:path w="7877809" h="551179">
                <a:moveTo>
                  <a:pt x="7839332" y="38399"/>
                </a:moveTo>
                <a:lnTo>
                  <a:pt x="38400" y="38399"/>
                </a:lnTo>
                <a:lnTo>
                  <a:pt x="38400" y="512601"/>
                </a:lnTo>
                <a:lnTo>
                  <a:pt x="7839332" y="512601"/>
                </a:lnTo>
                <a:lnTo>
                  <a:pt x="7839332" y="503001"/>
                </a:lnTo>
                <a:lnTo>
                  <a:pt x="48000" y="503001"/>
                </a:lnTo>
                <a:lnTo>
                  <a:pt x="48000" y="48000"/>
                </a:lnTo>
                <a:lnTo>
                  <a:pt x="7839332" y="48000"/>
                </a:lnTo>
                <a:lnTo>
                  <a:pt x="7839332" y="38399"/>
                </a:lnTo>
                <a:close/>
              </a:path>
              <a:path w="7877809" h="551179">
                <a:moveTo>
                  <a:pt x="7839332" y="48000"/>
                </a:moveTo>
                <a:lnTo>
                  <a:pt x="7829732" y="48000"/>
                </a:lnTo>
                <a:lnTo>
                  <a:pt x="7829732" y="503001"/>
                </a:lnTo>
                <a:lnTo>
                  <a:pt x="7839332" y="503001"/>
                </a:lnTo>
                <a:lnTo>
                  <a:pt x="7839332" y="48000"/>
                </a:lnTo>
                <a:close/>
              </a:path>
            </a:pathLst>
          </a:custGeom>
          <a:solidFill>
            <a:srgbClr val="A94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29322" y="6198111"/>
            <a:ext cx="7830184" cy="503555"/>
          </a:xfrm>
          <a:prstGeom prst="rect">
            <a:avLst/>
          </a:prstGeom>
          <a:solidFill>
            <a:srgbClr val="E66C7D"/>
          </a:solidFill>
        </p:spPr>
        <p:txBody>
          <a:bodyPr wrap="square" lIns="0" tIns="55880" rIns="0" bIns="0" rtlCol="0" vert="horz">
            <a:spAutoFit/>
          </a:bodyPr>
          <a:lstStyle/>
          <a:p>
            <a:pPr marL="692785">
              <a:lnSpc>
                <a:spcPct val="100000"/>
              </a:lnSpc>
              <a:spcBef>
                <a:spcPts val="440"/>
              </a:spcBef>
            </a:pP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GNN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won’t be able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to distinguish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nodes 1 and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2608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20407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In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general, different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local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neighborhoods 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define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different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computational</a:t>
            </a:r>
            <a:r>
              <a:rPr dirty="0" sz="3200" spc="4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387" y="2636513"/>
            <a:ext cx="1070610" cy="0"/>
          </a:xfrm>
          <a:custGeom>
            <a:avLst/>
            <a:gdLst/>
            <a:ahLst/>
            <a:cxnLst/>
            <a:rect l="l" t="t" r="r" b="b"/>
            <a:pathLst>
              <a:path w="1070610" h="0">
                <a:moveTo>
                  <a:pt x="0" y="0"/>
                </a:moveTo>
                <a:lnTo>
                  <a:pt x="1070505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35296" y="2800676"/>
            <a:ext cx="5715" cy="912494"/>
          </a:xfrm>
          <a:custGeom>
            <a:avLst/>
            <a:gdLst/>
            <a:ahLst/>
            <a:cxnLst/>
            <a:rect l="l" t="t" r="r" b="b"/>
            <a:pathLst>
              <a:path w="5715" h="912495">
                <a:moveTo>
                  <a:pt x="5336" y="0"/>
                </a:moveTo>
                <a:lnTo>
                  <a:pt x="0" y="91225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48259" y="2732185"/>
            <a:ext cx="1170305" cy="1029335"/>
          </a:xfrm>
          <a:custGeom>
            <a:avLst/>
            <a:gdLst/>
            <a:ahLst/>
            <a:cxnLst/>
            <a:rect l="l" t="t" r="r" b="b"/>
            <a:pathLst>
              <a:path w="1170305" h="1029335">
                <a:moveTo>
                  <a:pt x="1170259" y="0"/>
                </a:moveTo>
                <a:lnTo>
                  <a:pt x="0" y="10288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95050" y="3877095"/>
            <a:ext cx="1028065" cy="0"/>
          </a:xfrm>
          <a:custGeom>
            <a:avLst/>
            <a:gdLst/>
            <a:ahLst/>
            <a:cxnLst/>
            <a:rect l="l" t="t" r="r" b="b"/>
            <a:pathLst>
              <a:path w="1028064" h="0">
                <a:moveTo>
                  <a:pt x="0" y="1"/>
                </a:moveTo>
                <a:lnTo>
                  <a:pt x="102773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95505" y="3267040"/>
            <a:ext cx="717550" cy="494030"/>
          </a:xfrm>
          <a:custGeom>
            <a:avLst/>
            <a:gdLst/>
            <a:ahLst/>
            <a:cxnLst/>
            <a:rect l="l" t="t" r="r" b="b"/>
            <a:pathLst>
              <a:path w="717550" h="494029">
                <a:moveTo>
                  <a:pt x="0" y="493976"/>
                </a:moveTo>
                <a:lnTo>
                  <a:pt x="71696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0875" y="2472352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40" h="328930">
                <a:moveTo>
                  <a:pt x="159755" y="0"/>
                </a:moveTo>
                <a:lnTo>
                  <a:pt x="117286" y="5863"/>
                </a:lnTo>
                <a:lnTo>
                  <a:pt x="79123" y="22412"/>
                </a:lnTo>
                <a:lnTo>
                  <a:pt x="46791" y="48081"/>
                </a:lnTo>
                <a:lnTo>
                  <a:pt x="21811" y="81305"/>
                </a:lnTo>
                <a:lnTo>
                  <a:pt x="5706" y="120520"/>
                </a:lnTo>
                <a:lnTo>
                  <a:pt x="0" y="164161"/>
                </a:lnTo>
                <a:lnTo>
                  <a:pt x="5706" y="207802"/>
                </a:lnTo>
                <a:lnTo>
                  <a:pt x="21811" y="247017"/>
                </a:lnTo>
                <a:lnTo>
                  <a:pt x="46791" y="280241"/>
                </a:lnTo>
                <a:lnTo>
                  <a:pt x="79123" y="305911"/>
                </a:lnTo>
                <a:lnTo>
                  <a:pt x="117286" y="322460"/>
                </a:lnTo>
                <a:lnTo>
                  <a:pt x="159755" y="328324"/>
                </a:lnTo>
                <a:lnTo>
                  <a:pt x="202224" y="322460"/>
                </a:lnTo>
                <a:lnTo>
                  <a:pt x="240387" y="305911"/>
                </a:lnTo>
                <a:lnTo>
                  <a:pt x="272719" y="280241"/>
                </a:lnTo>
                <a:lnTo>
                  <a:pt x="297699" y="247017"/>
                </a:lnTo>
                <a:lnTo>
                  <a:pt x="313804" y="207802"/>
                </a:lnTo>
                <a:lnTo>
                  <a:pt x="319511" y="164161"/>
                </a:lnTo>
                <a:lnTo>
                  <a:pt x="313804" y="120520"/>
                </a:lnTo>
                <a:lnTo>
                  <a:pt x="297699" y="81305"/>
                </a:lnTo>
                <a:lnTo>
                  <a:pt x="272719" y="48081"/>
                </a:lnTo>
                <a:lnTo>
                  <a:pt x="240387" y="22412"/>
                </a:lnTo>
                <a:lnTo>
                  <a:pt x="202224" y="5863"/>
                </a:lnTo>
                <a:lnTo>
                  <a:pt x="15975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64431" y="248666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71727" y="2451943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39" h="328930">
                <a:moveTo>
                  <a:pt x="159755" y="0"/>
                </a:moveTo>
                <a:lnTo>
                  <a:pt x="117286" y="5864"/>
                </a:lnTo>
                <a:lnTo>
                  <a:pt x="79124" y="22413"/>
                </a:lnTo>
                <a:lnTo>
                  <a:pt x="46791" y="48082"/>
                </a:lnTo>
                <a:lnTo>
                  <a:pt x="21811" y="81306"/>
                </a:lnTo>
                <a:lnTo>
                  <a:pt x="5706" y="120521"/>
                </a:lnTo>
                <a:lnTo>
                  <a:pt x="0" y="164162"/>
                </a:lnTo>
                <a:lnTo>
                  <a:pt x="5706" y="207803"/>
                </a:lnTo>
                <a:lnTo>
                  <a:pt x="21811" y="247018"/>
                </a:lnTo>
                <a:lnTo>
                  <a:pt x="46791" y="280242"/>
                </a:lnTo>
                <a:lnTo>
                  <a:pt x="79124" y="305911"/>
                </a:lnTo>
                <a:lnTo>
                  <a:pt x="117286" y="322460"/>
                </a:lnTo>
                <a:lnTo>
                  <a:pt x="159755" y="328324"/>
                </a:lnTo>
                <a:lnTo>
                  <a:pt x="202225" y="322460"/>
                </a:lnTo>
                <a:lnTo>
                  <a:pt x="240387" y="305911"/>
                </a:lnTo>
                <a:lnTo>
                  <a:pt x="272720" y="280242"/>
                </a:lnTo>
                <a:lnTo>
                  <a:pt x="297700" y="247018"/>
                </a:lnTo>
                <a:lnTo>
                  <a:pt x="313805" y="207803"/>
                </a:lnTo>
                <a:lnTo>
                  <a:pt x="319511" y="164162"/>
                </a:lnTo>
                <a:lnTo>
                  <a:pt x="313805" y="120521"/>
                </a:lnTo>
                <a:lnTo>
                  <a:pt x="297700" y="81306"/>
                </a:lnTo>
                <a:lnTo>
                  <a:pt x="272720" y="48082"/>
                </a:lnTo>
                <a:lnTo>
                  <a:pt x="240387" y="22413"/>
                </a:lnTo>
                <a:lnTo>
                  <a:pt x="202225" y="5864"/>
                </a:lnTo>
                <a:lnTo>
                  <a:pt x="15975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355283" y="24653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65680" y="2986797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39" h="328929">
                <a:moveTo>
                  <a:pt x="159755" y="0"/>
                </a:moveTo>
                <a:lnTo>
                  <a:pt x="117286" y="5864"/>
                </a:lnTo>
                <a:lnTo>
                  <a:pt x="79124" y="22413"/>
                </a:lnTo>
                <a:lnTo>
                  <a:pt x="46791" y="48082"/>
                </a:lnTo>
                <a:lnTo>
                  <a:pt x="21811" y="81306"/>
                </a:lnTo>
                <a:lnTo>
                  <a:pt x="5706" y="120521"/>
                </a:lnTo>
                <a:lnTo>
                  <a:pt x="0" y="164162"/>
                </a:lnTo>
                <a:lnTo>
                  <a:pt x="5706" y="207803"/>
                </a:lnTo>
                <a:lnTo>
                  <a:pt x="21811" y="247018"/>
                </a:lnTo>
                <a:lnTo>
                  <a:pt x="46791" y="280242"/>
                </a:lnTo>
                <a:lnTo>
                  <a:pt x="79124" y="305911"/>
                </a:lnTo>
                <a:lnTo>
                  <a:pt x="117286" y="322460"/>
                </a:lnTo>
                <a:lnTo>
                  <a:pt x="159755" y="328324"/>
                </a:lnTo>
                <a:lnTo>
                  <a:pt x="202225" y="322460"/>
                </a:lnTo>
                <a:lnTo>
                  <a:pt x="240387" y="305911"/>
                </a:lnTo>
                <a:lnTo>
                  <a:pt x="272720" y="280242"/>
                </a:lnTo>
                <a:lnTo>
                  <a:pt x="297700" y="247018"/>
                </a:lnTo>
                <a:lnTo>
                  <a:pt x="313805" y="207803"/>
                </a:lnTo>
                <a:lnTo>
                  <a:pt x="319511" y="164162"/>
                </a:lnTo>
                <a:lnTo>
                  <a:pt x="313805" y="120521"/>
                </a:lnTo>
                <a:lnTo>
                  <a:pt x="297700" y="81306"/>
                </a:lnTo>
                <a:lnTo>
                  <a:pt x="272720" y="48082"/>
                </a:lnTo>
                <a:lnTo>
                  <a:pt x="240387" y="22413"/>
                </a:lnTo>
                <a:lnTo>
                  <a:pt x="202225" y="5864"/>
                </a:lnTo>
                <a:lnTo>
                  <a:pt x="15975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49236" y="300177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22785" y="3712933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39" h="328929">
                <a:moveTo>
                  <a:pt x="159755" y="0"/>
                </a:moveTo>
                <a:lnTo>
                  <a:pt x="117286" y="5863"/>
                </a:lnTo>
                <a:lnTo>
                  <a:pt x="79124" y="22412"/>
                </a:lnTo>
                <a:lnTo>
                  <a:pt x="46791" y="48081"/>
                </a:lnTo>
                <a:lnTo>
                  <a:pt x="21811" y="81305"/>
                </a:lnTo>
                <a:lnTo>
                  <a:pt x="5706" y="120520"/>
                </a:lnTo>
                <a:lnTo>
                  <a:pt x="0" y="164161"/>
                </a:lnTo>
                <a:lnTo>
                  <a:pt x="5706" y="207802"/>
                </a:lnTo>
                <a:lnTo>
                  <a:pt x="21811" y="247017"/>
                </a:lnTo>
                <a:lnTo>
                  <a:pt x="46791" y="280241"/>
                </a:lnTo>
                <a:lnTo>
                  <a:pt x="79124" y="305911"/>
                </a:lnTo>
                <a:lnTo>
                  <a:pt x="117286" y="322460"/>
                </a:lnTo>
                <a:lnTo>
                  <a:pt x="159755" y="328324"/>
                </a:lnTo>
                <a:lnTo>
                  <a:pt x="202225" y="322460"/>
                </a:lnTo>
                <a:lnTo>
                  <a:pt x="240387" y="305911"/>
                </a:lnTo>
                <a:lnTo>
                  <a:pt x="272720" y="280241"/>
                </a:lnTo>
                <a:lnTo>
                  <a:pt x="297700" y="247017"/>
                </a:lnTo>
                <a:lnTo>
                  <a:pt x="313805" y="207802"/>
                </a:lnTo>
                <a:lnTo>
                  <a:pt x="319511" y="164161"/>
                </a:lnTo>
                <a:lnTo>
                  <a:pt x="313805" y="120520"/>
                </a:lnTo>
                <a:lnTo>
                  <a:pt x="297700" y="81305"/>
                </a:lnTo>
                <a:lnTo>
                  <a:pt x="272720" y="48081"/>
                </a:lnTo>
                <a:lnTo>
                  <a:pt x="240387" y="22412"/>
                </a:lnTo>
                <a:lnTo>
                  <a:pt x="202225" y="5863"/>
                </a:lnTo>
                <a:lnTo>
                  <a:pt x="15975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06341" y="37271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540" y="3712933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40" h="328929">
                <a:moveTo>
                  <a:pt x="159755" y="0"/>
                </a:moveTo>
                <a:lnTo>
                  <a:pt x="117286" y="5863"/>
                </a:lnTo>
                <a:lnTo>
                  <a:pt x="79123" y="22412"/>
                </a:lnTo>
                <a:lnTo>
                  <a:pt x="46791" y="48081"/>
                </a:lnTo>
                <a:lnTo>
                  <a:pt x="21811" y="81305"/>
                </a:lnTo>
                <a:lnTo>
                  <a:pt x="5706" y="120520"/>
                </a:lnTo>
                <a:lnTo>
                  <a:pt x="0" y="164161"/>
                </a:lnTo>
                <a:lnTo>
                  <a:pt x="5706" y="207802"/>
                </a:lnTo>
                <a:lnTo>
                  <a:pt x="21811" y="247017"/>
                </a:lnTo>
                <a:lnTo>
                  <a:pt x="46791" y="280241"/>
                </a:lnTo>
                <a:lnTo>
                  <a:pt x="79123" y="305911"/>
                </a:lnTo>
                <a:lnTo>
                  <a:pt x="117286" y="322460"/>
                </a:lnTo>
                <a:lnTo>
                  <a:pt x="159755" y="328324"/>
                </a:lnTo>
                <a:lnTo>
                  <a:pt x="202224" y="322460"/>
                </a:lnTo>
                <a:lnTo>
                  <a:pt x="240387" y="305911"/>
                </a:lnTo>
                <a:lnTo>
                  <a:pt x="272719" y="280241"/>
                </a:lnTo>
                <a:lnTo>
                  <a:pt x="297699" y="247017"/>
                </a:lnTo>
                <a:lnTo>
                  <a:pt x="313804" y="207802"/>
                </a:lnTo>
                <a:lnTo>
                  <a:pt x="319510" y="164161"/>
                </a:lnTo>
                <a:lnTo>
                  <a:pt x="313804" y="120520"/>
                </a:lnTo>
                <a:lnTo>
                  <a:pt x="297699" y="81305"/>
                </a:lnTo>
                <a:lnTo>
                  <a:pt x="272719" y="48081"/>
                </a:lnTo>
                <a:lnTo>
                  <a:pt x="240387" y="22412"/>
                </a:lnTo>
                <a:lnTo>
                  <a:pt x="202224" y="5863"/>
                </a:lnTo>
                <a:lnTo>
                  <a:pt x="15975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59095" y="37271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75540" y="432239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6"/>
                </a:lnTo>
                <a:lnTo>
                  <a:pt x="55819" y="28521"/>
                </a:lnTo>
                <a:lnTo>
                  <a:pt x="26305" y="60520"/>
                </a:lnTo>
                <a:lnTo>
                  <a:pt x="6950" y="101098"/>
                </a:lnTo>
                <a:lnTo>
                  <a:pt x="0" y="147821"/>
                </a:lnTo>
                <a:lnTo>
                  <a:pt x="6950" y="194544"/>
                </a:lnTo>
                <a:lnTo>
                  <a:pt x="26305" y="235122"/>
                </a:lnTo>
                <a:lnTo>
                  <a:pt x="55819" y="267121"/>
                </a:lnTo>
                <a:lnTo>
                  <a:pt x="93246" y="288105"/>
                </a:lnTo>
                <a:lnTo>
                  <a:pt x="136340" y="295642"/>
                </a:lnTo>
                <a:lnTo>
                  <a:pt x="179434" y="288105"/>
                </a:lnTo>
                <a:lnTo>
                  <a:pt x="216860" y="267121"/>
                </a:lnTo>
                <a:lnTo>
                  <a:pt x="246374" y="235122"/>
                </a:lnTo>
                <a:lnTo>
                  <a:pt x="265729" y="194544"/>
                </a:lnTo>
                <a:lnTo>
                  <a:pt x="272680" y="147821"/>
                </a:lnTo>
                <a:lnTo>
                  <a:pt x="265729" y="101098"/>
                </a:lnTo>
                <a:lnTo>
                  <a:pt x="246374" y="60520"/>
                </a:lnTo>
                <a:lnTo>
                  <a:pt x="216860" y="28521"/>
                </a:lnTo>
                <a:lnTo>
                  <a:pt x="179434" y="7536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35680" y="43215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59494" y="4618032"/>
            <a:ext cx="104775" cy="251460"/>
          </a:xfrm>
          <a:custGeom>
            <a:avLst/>
            <a:gdLst/>
            <a:ahLst/>
            <a:cxnLst/>
            <a:rect l="l" t="t" r="r" b="b"/>
            <a:pathLst>
              <a:path w="104775" h="251460">
                <a:moveTo>
                  <a:pt x="62031" y="69850"/>
                </a:moveTo>
                <a:lnTo>
                  <a:pt x="42742" y="69850"/>
                </a:lnTo>
                <a:lnTo>
                  <a:pt x="34924" y="77668"/>
                </a:lnTo>
                <a:lnTo>
                  <a:pt x="34925" y="243612"/>
                </a:lnTo>
                <a:lnTo>
                  <a:pt x="42743" y="251430"/>
                </a:lnTo>
                <a:lnTo>
                  <a:pt x="62032" y="251430"/>
                </a:lnTo>
                <a:lnTo>
                  <a:pt x="69850" y="243612"/>
                </a:lnTo>
                <a:lnTo>
                  <a:pt x="69849" y="77668"/>
                </a:lnTo>
                <a:lnTo>
                  <a:pt x="62031" y="69850"/>
                </a:lnTo>
                <a:close/>
              </a:path>
              <a:path w="104775" h="251460">
                <a:moveTo>
                  <a:pt x="52386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4" y="77668"/>
                </a:lnTo>
                <a:lnTo>
                  <a:pt x="42742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51460">
                <a:moveTo>
                  <a:pt x="87312" y="69850"/>
                </a:moveTo>
                <a:lnTo>
                  <a:pt x="62031" y="69850"/>
                </a:lnTo>
                <a:lnTo>
                  <a:pt x="69849" y="77668"/>
                </a:lnTo>
                <a:lnTo>
                  <a:pt x="69849" y="104775"/>
                </a:lnTo>
                <a:lnTo>
                  <a:pt x="104774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2894" y="5176575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33033" y="51749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7954" y="5185792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4"/>
                </a:lnTo>
                <a:lnTo>
                  <a:pt x="136340" y="295640"/>
                </a:lnTo>
                <a:lnTo>
                  <a:pt x="179434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4" y="7535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28094" y="51841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1895" y="4918894"/>
            <a:ext cx="220345" cy="275590"/>
          </a:xfrm>
          <a:custGeom>
            <a:avLst/>
            <a:gdLst/>
            <a:ahLst/>
            <a:cxnLst/>
            <a:rect l="l" t="t" r="r" b="b"/>
            <a:pathLst>
              <a:path w="220344" h="275589">
                <a:moveTo>
                  <a:pt x="141490" y="71563"/>
                </a:moveTo>
                <a:lnTo>
                  <a:pt x="3612" y="246886"/>
                </a:lnTo>
                <a:lnTo>
                  <a:pt x="489" y="253078"/>
                </a:lnTo>
                <a:lnTo>
                  <a:pt x="0" y="259755"/>
                </a:lnTo>
                <a:lnTo>
                  <a:pt x="2049" y="266127"/>
                </a:lnTo>
                <a:lnTo>
                  <a:pt x="6544" y="271407"/>
                </a:lnTo>
                <a:lnTo>
                  <a:pt x="12735" y="274531"/>
                </a:lnTo>
                <a:lnTo>
                  <a:pt x="19412" y="275021"/>
                </a:lnTo>
                <a:lnTo>
                  <a:pt x="25784" y="272971"/>
                </a:lnTo>
                <a:lnTo>
                  <a:pt x="31065" y="268476"/>
                </a:lnTo>
                <a:lnTo>
                  <a:pt x="168943" y="93153"/>
                </a:lnTo>
                <a:lnTo>
                  <a:pt x="141490" y="71563"/>
                </a:lnTo>
                <a:close/>
              </a:path>
              <a:path w="220344" h="275589">
                <a:moveTo>
                  <a:pt x="209440" y="51292"/>
                </a:moveTo>
                <a:lnTo>
                  <a:pt x="163938" y="51292"/>
                </a:lnTo>
                <a:lnTo>
                  <a:pt x="170615" y="51782"/>
                </a:lnTo>
                <a:lnTo>
                  <a:pt x="176806" y="54905"/>
                </a:lnTo>
                <a:lnTo>
                  <a:pt x="181300" y="60186"/>
                </a:lnTo>
                <a:lnTo>
                  <a:pt x="183350" y="66558"/>
                </a:lnTo>
                <a:lnTo>
                  <a:pt x="182861" y="73235"/>
                </a:lnTo>
                <a:lnTo>
                  <a:pt x="179737" y="79427"/>
                </a:lnTo>
                <a:lnTo>
                  <a:pt x="168943" y="93153"/>
                </a:lnTo>
                <a:lnTo>
                  <a:pt x="196396" y="114741"/>
                </a:lnTo>
                <a:lnTo>
                  <a:pt x="209440" y="51292"/>
                </a:lnTo>
                <a:close/>
              </a:path>
              <a:path w="220344" h="275589">
                <a:moveTo>
                  <a:pt x="163938" y="51292"/>
                </a:moveTo>
                <a:lnTo>
                  <a:pt x="157565" y="53342"/>
                </a:lnTo>
                <a:lnTo>
                  <a:pt x="152285" y="57837"/>
                </a:lnTo>
                <a:lnTo>
                  <a:pt x="141490" y="71563"/>
                </a:lnTo>
                <a:lnTo>
                  <a:pt x="168943" y="93153"/>
                </a:lnTo>
                <a:lnTo>
                  <a:pt x="179737" y="79427"/>
                </a:lnTo>
                <a:lnTo>
                  <a:pt x="182861" y="73235"/>
                </a:lnTo>
                <a:lnTo>
                  <a:pt x="183350" y="66558"/>
                </a:lnTo>
                <a:lnTo>
                  <a:pt x="181300" y="60186"/>
                </a:lnTo>
                <a:lnTo>
                  <a:pt x="176806" y="54905"/>
                </a:lnTo>
                <a:lnTo>
                  <a:pt x="170615" y="51782"/>
                </a:lnTo>
                <a:lnTo>
                  <a:pt x="163938" y="51292"/>
                </a:lnTo>
                <a:close/>
              </a:path>
              <a:path w="220344" h="275589">
                <a:moveTo>
                  <a:pt x="219984" y="0"/>
                </a:moveTo>
                <a:lnTo>
                  <a:pt x="114037" y="49974"/>
                </a:lnTo>
                <a:lnTo>
                  <a:pt x="141490" y="71563"/>
                </a:lnTo>
                <a:lnTo>
                  <a:pt x="152285" y="57837"/>
                </a:lnTo>
                <a:lnTo>
                  <a:pt x="157565" y="53342"/>
                </a:lnTo>
                <a:lnTo>
                  <a:pt x="163938" y="51292"/>
                </a:lnTo>
                <a:lnTo>
                  <a:pt x="209440" y="51292"/>
                </a:lnTo>
                <a:lnTo>
                  <a:pt x="2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11880" y="4918894"/>
            <a:ext cx="210185" cy="284480"/>
          </a:xfrm>
          <a:custGeom>
            <a:avLst/>
            <a:gdLst/>
            <a:ahLst/>
            <a:cxnLst/>
            <a:rect l="l" t="t" r="r" b="b"/>
            <a:pathLst>
              <a:path w="210184" h="284479">
                <a:moveTo>
                  <a:pt x="75437" y="74778"/>
                </a:moveTo>
                <a:lnTo>
                  <a:pt x="47107" y="95202"/>
                </a:lnTo>
                <a:lnTo>
                  <a:pt x="178249" y="277110"/>
                </a:lnTo>
                <a:lnTo>
                  <a:pt x="183337" y="281821"/>
                </a:lnTo>
                <a:lnTo>
                  <a:pt x="189619" y="284135"/>
                </a:lnTo>
                <a:lnTo>
                  <a:pt x="196310" y="283924"/>
                </a:lnTo>
                <a:lnTo>
                  <a:pt x="202627" y="281062"/>
                </a:lnTo>
                <a:lnTo>
                  <a:pt x="207338" y="275974"/>
                </a:lnTo>
                <a:lnTo>
                  <a:pt x="209652" y="269693"/>
                </a:lnTo>
                <a:lnTo>
                  <a:pt x="209441" y="263002"/>
                </a:lnTo>
                <a:lnTo>
                  <a:pt x="206580" y="256686"/>
                </a:lnTo>
                <a:lnTo>
                  <a:pt x="75437" y="74778"/>
                </a:lnTo>
                <a:close/>
              </a:path>
              <a:path w="210184" h="284479">
                <a:moveTo>
                  <a:pt x="0" y="0"/>
                </a:moveTo>
                <a:lnTo>
                  <a:pt x="18777" y="115627"/>
                </a:lnTo>
                <a:lnTo>
                  <a:pt x="47107" y="95202"/>
                </a:lnTo>
                <a:lnTo>
                  <a:pt x="36895" y="81037"/>
                </a:lnTo>
                <a:lnTo>
                  <a:pt x="34033" y="74721"/>
                </a:lnTo>
                <a:lnTo>
                  <a:pt x="53855" y="53588"/>
                </a:lnTo>
                <a:lnTo>
                  <a:pt x="102305" y="53588"/>
                </a:lnTo>
                <a:lnTo>
                  <a:pt x="0" y="0"/>
                </a:lnTo>
                <a:close/>
              </a:path>
              <a:path w="210184" h="284479">
                <a:moveTo>
                  <a:pt x="53855" y="53588"/>
                </a:moveTo>
                <a:lnTo>
                  <a:pt x="47164" y="53799"/>
                </a:lnTo>
                <a:lnTo>
                  <a:pt x="40848" y="56661"/>
                </a:lnTo>
                <a:lnTo>
                  <a:pt x="36137" y="61749"/>
                </a:lnTo>
                <a:lnTo>
                  <a:pt x="33823" y="68030"/>
                </a:lnTo>
                <a:lnTo>
                  <a:pt x="34033" y="74721"/>
                </a:lnTo>
                <a:lnTo>
                  <a:pt x="36895" y="81037"/>
                </a:lnTo>
                <a:lnTo>
                  <a:pt x="47107" y="95202"/>
                </a:lnTo>
                <a:lnTo>
                  <a:pt x="75437" y="74778"/>
                </a:lnTo>
                <a:lnTo>
                  <a:pt x="65225" y="60613"/>
                </a:lnTo>
                <a:lnTo>
                  <a:pt x="60137" y="55902"/>
                </a:lnTo>
                <a:lnTo>
                  <a:pt x="53855" y="53588"/>
                </a:lnTo>
                <a:close/>
              </a:path>
              <a:path w="210184" h="284479">
                <a:moveTo>
                  <a:pt x="102305" y="53588"/>
                </a:moveTo>
                <a:lnTo>
                  <a:pt x="53855" y="53588"/>
                </a:lnTo>
                <a:lnTo>
                  <a:pt x="60137" y="55902"/>
                </a:lnTo>
                <a:lnTo>
                  <a:pt x="65225" y="60613"/>
                </a:lnTo>
                <a:lnTo>
                  <a:pt x="75437" y="74778"/>
                </a:lnTo>
                <a:lnTo>
                  <a:pt x="103768" y="54354"/>
                </a:lnTo>
                <a:lnTo>
                  <a:pt x="102305" y="535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6846" y="5472215"/>
            <a:ext cx="104775" cy="247015"/>
          </a:xfrm>
          <a:custGeom>
            <a:avLst/>
            <a:gdLst/>
            <a:ahLst/>
            <a:cxnLst/>
            <a:rect l="l" t="t" r="r" b="b"/>
            <a:pathLst>
              <a:path w="104775" h="247014">
                <a:moveTo>
                  <a:pt x="69850" y="104775"/>
                </a:moveTo>
                <a:lnTo>
                  <a:pt x="34925" y="104775"/>
                </a:lnTo>
                <a:lnTo>
                  <a:pt x="34925" y="238935"/>
                </a:lnTo>
                <a:lnTo>
                  <a:pt x="42743" y="246754"/>
                </a:lnTo>
                <a:lnTo>
                  <a:pt x="62032" y="246753"/>
                </a:lnTo>
                <a:lnTo>
                  <a:pt x="69850" y="238935"/>
                </a:lnTo>
                <a:lnTo>
                  <a:pt x="69850" y="104775"/>
                </a:lnTo>
                <a:close/>
              </a:path>
              <a:path w="104775" h="247014">
                <a:moveTo>
                  <a:pt x="52387" y="0"/>
                </a:moveTo>
                <a:lnTo>
                  <a:pt x="0" y="104776"/>
                </a:lnTo>
                <a:lnTo>
                  <a:pt x="34925" y="104775"/>
                </a:lnTo>
                <a:lnTo>
                  <a:pt x="34924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247014">
                <a:moveTo>
                  <a:pt x="62031" y="69849"/>
                </a:moveTo>
                <a:lnTo>
                  <a:pt x="42743" y="69849"/>
                </a:lnTo>
                <a:lnTo>
                  <a:pt x="34924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49" y="77668"/>
                </a:lnTo>
                <a:lnTo>
                  <a:pt x="62031" y="69849"/>
                </a:lnTo>
                <a:close/>
              </a:path>
              <a:path w="104775" h="247014">
                <a:moveTo>
                  <a:pt x="87312" y="69849"/>
                </a:moveTo>
                <a:lnTo>
                  <a:pt x="62031" y="69849"/>
                </a:lnTo>
                <a:lnTo>
                  <a:pt x="69849" y="77668"/>
                </a:lnTo>
                <a:lnTo>
                  <a:pt x="69850" y="104775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51908" y="5481431"/>
            <a:ext cx="104775" cy="238125"/>
          </a:xfrm>
          <a:custGeom>
            <a:avLst/>
            <a:gdLst/>
            <a:ahLst/>
            <a:cxnLst/>
            <a:rect l="l" t="t" r="r" b="b"/>
            <a:pathLst>
              <a:path w="104775" h="238125">
                <a:moveTo>
                  <a:pt x="62031" y="69850"/>
                </a:moveTo>
                <a:lnTo>
                  <a:pt x="42743" y="69850"/>
                </a:lnTo>
                <a:lnTo>
                  <a:pt x="34924" y="77668"/>
                </a:lnTo>
                <a:lnTo>
                  <a:pt x="34925" y="229719"/>
                </a:lnTo>
                <a:lnTo>
                  <a:pt x="42743" y="237537"/>
                </a:lnTo>
                <a:lnTo>
                  <a:pt x="62032" y="237537"/>
                </a:lnTo>
                <a:lnTo>
                  <a:pt x="69850" y="229719"/>
                </a:lnTo>
                <a:lnTo>
                  <a:pt x="69849" y="77668"/>
                </a:lnTo>
                <a:lnTo>
                  <a:pt x="62031" y="69850"/>
                </a:lnTo>
                <a:close/>
              </a:path>
              <a:path w="104775" h="238125">
                <a:moveTo>
                  <a:pt x="52386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4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38125">
                <a:moveTo>
                  <a:pt x="87312" y="69850"/>
                </a:moveTo>
                <a:lnTo>
                  <a:pt x="62031" y="69850"/>
                </a:lnTo>
                <a:lnTo>
                  <a:pt x="69849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2187" y="612235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72894" y="612235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11652" y="612235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72328" y="6119876"/>
            <a:ext cx="8521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  <a:tab pos="711835" algn="l"/>
              </a:tabLst>
            </a:pPr>
            <a:r>
              <a:rPr dirty="0" sz="1800">
                <a:latin typeface="Arial"/>
                <a:cs typeface="Arial"/>
              </a:rPr>
              <a:t>1	5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60717" y="6128653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709780" y="6128653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40" y="295641"/>
                </a:lnTo>
                <a:lnTo>
                  <a:pt x="179434" y="288105"/>
                </a:lnTo>
                <a:lnTo>
                  <a:pt x="216861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5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420856" y="6125971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1315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31066" y="5768401"/>
            <a:ext cx="378460" cy="371475"/>
          </a:xfrm>
          <a:custGeom>
            <a:avLst/>
            <a:gdLst/>
            <a:ahLst/>
            <a:cxnLst/>
            <a:rect l="l" t="t" r="r" b="b"/>
            <a:pathLst>
              <a:path w="378459" h="371475">
                <a:moveTo>
                  <a:pt x="291154" y="60920"/>
                </a:moveTo>
                <a:lnTo>
                  <a:pt x="5231" y="341492"/>
                </a:lnTo>
                <a:lnTo>
                  <a:pt x="1340" y="347232"/>
                </a:lnTo>
                <a:lnTo>
                  <a:pt x="0" y="353791"/>
                </a:lnTo>
                <a:lnTo>
                  <a:pt x="1216" y="360374"/>
                </a:lnTo>
                <a:lnTo>
                  <a:pt x="4997" y="366186"/>
                </a:lnTo>
                <a:lnTo>
                  <a:pt x="10737" y="370077"/>
                </a:lnTo>
                <a:lnTo>
                  <a:pt x="17296" y="371417"/>
                </a:lnTo>
                <a:lnTo>
                  <a:pt x="23879" y="370201"/>
                </a:lnTo>
                <a:lnTo>
                  <a:pt x="29692" y="366420"/>
                </a:lnTo>
                <a:lnTo>
                  <a:pt x="315615" y="85847"/>
                </a:lnTo>
                <a:lnTo>
                  <a:pt x="291154" y="60920"/>
                </a:lnTo>
                <a:close/>
              </a:path>
              <a:path w="378459" h="371475">
                <a:moveTo>
                  <a:pt x="363144" y="43691"/>
                </a:moveTo>
                <a:lnTo>
                  <a:pt x="316013" y="43691"/>
                </a:lnTo>
                <a:lnTo>
                  <a:pt x="322572" y="45032"/>
                </a:lnTo>
                <a:lnTo>
                  <a:pt x="328312" y="48922"/>
                </a:lnTo>
                <a:lnTo>
                  <a:pt x="332094" y="54735"/>
                </a:lnTo>
                <a:lnTo>
                  <a:pt x="333310" y="61318"/>
                </a:lnTo>
                <a:lnTo>
                  <a:pt x="331969" y="67877"/>
                </a:lnTo>
                <a:lnTo>
                  <a:pt x="328079" y="73617"/>
                </a:lnTo>
                <a:lnTo>
                  <a:pt x="315615" y="85847"/>
                </a:lnTo>
                <a:lnTo>
                  <a:pt x="340077" y="110775"/>
                </a:lnTo>
                <a:lnTo>
                  <a:pt x="363144" y="43691"/>
                </a:lnTo>
                <a:close/>
              </a:path>
              <a:path w="378459" h="371475">
                <a:moveTo>
                  <a:pt x="316013" y="43691"/>
                </a:moveTo>
                <a:lnTo>
                  <a:pt x="309430" y="44908"/>
                </a:lnTo>
                <a:lnTo>
                  <a:pt x="303618" y="48689"/>
                </a:lnTo>
                <a:lnTo>
                  <a:pt x="291154" y="60920"/>
                </a:lnTo>
                <a:lnTo>
                  <a:pt x="315615" y="85847"/>
                </a:lnTo>
                <a:lnTo>
                  <a:pt x="328079" y="73617"/>
                </a:lnTo>
                <a:lnTo>
                  <a:pt x="331969" y="67877"/>
                </a:lnTo>
                <a:lnTo>
                  <a:pt x="333310" y="61318"/>
                </a:lnTo>
                <a:lnTo>
                  <a:pt x="332094" y="54735"/>
                </a:lnTo>
                <a:lnTo>
                  <a:pt x="328312" y="48922"/>
                </a:lnTo>
                <a:lnTo>
                  <a:pt x="322572" y="45032"/>
                </a:lnTo>
                <a:lnTo>
                  <a:pt x="316013" y="43691"/>
                </a:lnTo>
                <a:close/>
              </a:path>
              <a:path w="378459" h="371475">
                <a:moveTo>
                  <a:pt x="378168" y="0"/>
                </a:moveTo>
                <a:lnTo>
                  <a:pt x="266693" y="35992"/>
                </a:lnTo>
                <a:lnTo>
                  <a:pt x="291154" y="60920"/>
                </a:lnTo>
                <a:lnTo>
                  <a:pt x="303618" y="48689"/>
                </a:lnTo>
                <a:lnTo>
                  <a:pt x="309430" y="44908"/>
                </a:lnTo>
                <a:lnTo>
                  <a:pt x="316013" y="43691"/>
                </a:lnTo>
                <a:lnTo>
                  <a:pt x="363144" y="43691"/>
                </a:lnTo>
                <a:lnTo>
                  <a:pt x="378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56847" y="5768401"/>
            <a:ext cx="104775" cy="371475"/>
          </a:xfrm>
          <a:custGeom>
            <a:avLst/>
            <a:gdLst/>
            <a:ahLst/>
            <a:cxnLst/>
            <a:rect l="l" t="t" r="r" b="b"/>
            <a:pathLst>
              <a:path w="104775" h="371475">
                <a:moveTo>
                  <a:pt x="34925" y="104775"/>
                </a:moveTo>
                <a:lnTo>
                  <a:pt x="34924" y="363600"/>
                </a:lnTo>
                <a:lnTo>
                  <a:pt x="42742" y="371418"/>
                </a:lnTo>
                <a:lnTo>
                  <a:pt x="62031" y="371418"/>
                </a:lnTo>
                <a:lnTo>
                  <a:pt x="69849" y="363600"/>
                </a:lnTo>
                <a:lnTo>
                  <a:pt x="69850" y="104775"/>
                </a:lnTo>
                <a:lnTo>
                  <a:pt x="34925" y="104775"/>
                </a:lnTo>
                <a:close/>
              </a:path>
              <a:path w="104775" h="37147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  <a:path w="104775" h="37147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371475">
                <a:moveTo>
                  <a:pt x="52387" y="0"/>
                </a:moveTo>
                <a:lnTo>
                  <a:pt x="0" y="104774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30746" y="5768401"/>
            <a:ext cx="109220" cy="371475"/>
          </a:xfrm>
          <a:custGeom>
            <a:avLst/>
            <a:gdLst/>
            <a:ahLst/>
            <a:cxnLst/>
            <a:rect l="l" t="t" r="r" b="b"/>
            <a:pathLst>
              <a:path w="109219" h="371475">
                <a:moveTo>
                  <a:pt x="39844" y="100730"/>
                </a:moveTo>
                <a:lnTo>
                  <a:pt x="0" y="351212"/>
                </a:lnTo>
                <a:lnTo>
                  <a:pt x="287" y="358141"/>
                </a:lnTo>
                <a:lnTo>
                  <a:pt x="3111" y="364210"/>
                </a:lnTo>
                <a:lnTo>
                  <a:pt x="8005" y="368778"/>
                </a:lnTo>
                <a:lnTo>
                  <a:pt x="14502" y="371201"/>
                </a:lnTo>
                <a:lnTo>
                  <a:pt x="21430" y="370914"/>
                </a:lnTo>
                <a:lnTo>
                  <a:pt x="27500" y="368090"/>
                </a:lnTo>
                <a:lnTo>
                  <a:pt x="32068" y="363196"/>
                </a:lnTo>
                <a:lnTo>
                  <a:pt x="34491" y="356699"/>
                </a:lnTo>
                <a:lnTo>
                  <a:pt x="74335" y="106217"/>
                </a:lnTo>
                <a:lnTo>
                  <a:pt x="39844" y="100730"/>
                </a:lnTo>
                <a:close/>
              </a:path>
              <a:path w="109219" h="371475">
                <a:moveTo>
                  <a:pt x="95335" y="68982"/>
                </a:moveTo>
                <a:lnTo>
                  <a:pt x="62576" y="68982"/>
                </a:lnTo>
                <a:lnTo>
                  <a:pt x="69073" y="71405"/>
                </a:lnTo>
                <a:lnTo>
                  <a:pt x="73967" y="75973"/>
                </a:lnTo>
                <a:lnTo>
                  <a:pt x="76791" y="82043"/>
                </a:lnTo>
                <a:lnTo>
                  <a:pt x="77078" y="88971"/>
                </a:lnTo>
                <a:lnTo>
                  <a:pt x="74335" y="106217"/>
                </a:lnTo>
                <a:lnTo>
                  <a:pt x="108827" y="111703"/>
                </a:lnTo>
                <a:lnTo>
                  <a:pt x="95335" y="68982"/>
                </a:lnTo>
                <a:close/>
              </a:path>
              <a:path w="109219" h="371475">
                <a:moveTo>
                  <a:pt x="62576" y="68982"/>
                </a:moveTo>
                <a:lnTo>
                  <a:pt x="39844" y="100730"/>
                </a:lnTo>
                <a:lnTo>
                  <a:pt x="74335" y="106217"/>
                </a:lnTo>
                <a:lnTo>
                  <a:pt x="77078" y="88971"/>
                </a:lnTo>
                <a:lnTo>
                  <a:pt x="76791" y="82043"/>
                </a:lnTo>
                <a:lnTo>
                  <a:pt x="73967" y="75973"/>
                </a:lnTo>
                <a:lnTo>
                  <a:pt x="69073" y="71405"/>
                </a:lnTo>
                <a:lnTo>
                  <a:pt x="62576" y="68982"/>
                </a:lnTo>
                <a:close/>
              </a:path>
              <a:path w="109219" h="371475">
                <a:moveTo>
                  <a:pt x="73549" y="0"/>
                </a:moveTo>
                <a:lnTo>
                  <a:pt x="5352" y="95244"/>
                </a:lnTo>
                <a:lnTo>
                  <a:pt x="39844" y="100730"/>
                </a:lnTo>
                <a:lnTo>
                  <a:pt x="42587" y="83485"/>
                </a:lnTo>
                <a:lnTo>
                  <a:pt x="45010" y="76987"/>
                </a:lnTo>
                <a:lnTo>
                  <a:pt x="49578" y="72094"/>
                </a:lnTo>
                <a:lnTo>
                  <a:pt x="55648" y="69270"/>
                </a:lnTo>
                <a:lnTo>
                  <a:pt x="62576" y="68982"/>
                </a:lnTo>
                <a:lnTo>
                  <a:pt x="95335" y="68982"/>
                </a:lnTo>
                <a:lnTo>
                  <a:pt x="73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04295" y="5768401"/>
            <a:ext cx="310515" cy="377825"/>
          </a:xfrm>
          <a:custGeom>
            <a:avLst/>
            <a:gdLst/>
            <a:ahLst/>
            <a:cxnLst/>
            <a:rect l="l" t="t" r="r" b="b"/>
            <a:pathLst>
              <a:path w="310515" h="377825">
                <a:moveTo>
                  <a:pt x="79629" y="70298"/>
                </a:moveTo>
                <a:lnTo>
                  <a:pt x="52525" y="92324"/>
                </a:lnTo>
                <a:lnTo>
                  <a:pt x="279207" y="371265"/>
                </a:lnTo>
                <a:lnTo>
                  <a:pt x="284559" y="375675"/>
                </a:lnTo>
                <a:lnTo>
                  <a:pt x="290965" y="377623"/>
                </a:lnTo>
                <a:lnTo>
                  <a:pt x="297632" y="377026"/>
                </a:lnTo>
                <a:lnTo>
                  <a:pt x="303773" y="373804"/>
                </a:lnTo>
                <a:lnTo>
                  <a:pt x="308182" y="368453"/>
                </a:lnTo>
                <a:lnTo>
                  <a:pt x="310129" y="362048"/>
                </a:lnTo>
                <a:lnTo>
                  <a:pt x="309533" y="355380"/>
                </a:lnTo>
                <a:lnTo>
                  <a:pt x="306311" y="349240"/>
                </a:lnTo>
                <a:lnTo>
                  <a:pt x="79629" y="70298"/>
                </a:lnTo>
                <a:close/>
              </a:path>
              <a:path w="310515" h="377825">
                <a:moveTo>
                  <a:pt x="0" y="0"/>
                </a:moveTo>
                <a:lnTo>
                  <a:pt x="25422" y="114350"/>
                </a:lnTo>
                <a:lnTo>
                  <a:pt x="52525" y="92324"/>
                </a:lnTo>
                <a:lnTo>
                  <a:pt x="41512" y="78772"/>
                </a:lnTo>
                <a:lnTo>
                  <a:pt x="38291" y="72632"/>
                </a:lnTo>
                <a:lnTo>
                  <a:pt x="56860" y="50389"/>
                </a:lnTo>
                <a:lnTo>
                  <a:pt x="104128" y="50389"/>
                </a:lnTo>
                <a:lnTo>
                  <a:pt x="106733" y="48272"/>
                </a:lnTo>
                <a:lnTo>
                  <a:pt x="0" y="0"/>
                </a:lnTo>
                <a:close/>
              </a:path>
              <a:path w="310515" h="377825">
                <a:moveTo>
                  <a:pt x="56860" y="50389"/>
                </a:moveTo>
                <a:lnTo>
                  <a:pt x="50192" y="50985"/>
                </a:lnTo>
                <a:lnTo>
                  <a:pt x="44051" y="54207"/>
                </a:lnTo>
                <a:lnTo>
                  <a:pt x="39642" y="59559"/>
                </a:lnTo>
                <a:lnTo>
                  <a:pt x="37694" y="65964"/>
                </a:lnTo>
                <a:lnTo>
                  <a:pt x="38291" y="72632"/>
                </a:lnTo>
                <a:lnTo>
                  <a:pt x="41512" y="78772"/>
                </a:lnTo>
                <a:lnTo>
                  <a:pt x="52525" y="92324"/>
                </a:lnTo>
                <a:lnTo>
                  <a:pt x="79629" y="70298"/>
                </a:lnTo>
                <a:lnTo>
                  <a:pt x="68616" y="56746"/>
                </a:lnTo>
                <a:lnTo>
                  <a:pt x="63264" y="52337"/>
                </a:lnTo>
                <a:lnTo>
                  <a:pt x="56860" y="50389"/>
                </a:lnTo>
                <a:close/>
              </a:path>
              <a:path w="310515" h="377825">
                <a:moveTo>
                  <a:pt x="104128" y="50389"/>
                </a:moveTo>
                <a:lnTo>
                  <a:pt x="56860" y="50389"/>
                </a:lnTo>
                <a:lnTo>
                  <a:pt x="63264" y="52337"/>
                </a:lnTo>
                <a:lnTo>
                  <a:pt x="68616" y="56746"/>
                </a:lnTo>
                <a:lnTo>
                  <a:pt x="79629" y="70298"/>
                </a:lnTo>
                <a:lnTo>
                  <a:pt x="104128" y="50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04295" y="5768401"/>
            <a:ext cx="659765" cy="377825"/>
          </a:xfrm>
          <a:custGeom>
            <a:avLst/>
            <a:gdLst/>
            <a:ahLst/>
            <a:cxnLst/>
            <a:rect l="l" t="t" r="r" b="b"/>
            <a:pathLst>
              <a:path w="659764" h="377825">
                <a:moveTo>
                  <a:pt x="99913" y="36055"/>
                </a:moveTo>
                <a:lnTo>
                  <a:pt x="82819" y="66511"/>
                </a:lnTo>
                <a:lnTo>
                  <a:pt x="633277" y="375480"/>
                </a:lnTo>
                <a:lnTo>
                  <a:pt x="639876" y="377611"/>
                </a:lnTo>
                <a:lnTo>
                  <a:pt x="646549" y="377064"/>
                </a:lnTo>
                <a:lnTo>
                  <a:pt x="652529" y="374055"/>
                </a:lnTo>
                <a:lnTo>
                  <a:pt x="657052" y="368800"/>
                </a:lnTo>
                <a:lnTo>
                  <a:pt x="659183" y="362201"/>
                </a:lnTo>
                <a:lnTo>
                  <a:pt x="658636" y="355529"/>
                </a:lnTo>
                <a:lnTo>
                  <a:pt x="655628" y="349548"/>
                </a:lnTo>
                <a:lnTo>
                  <a:pt x="650372" y="345025"/>
                </a:lnTo>
                <a:lnTo>
                  <a:pt x="99913" y="36055"/>
                </a:lnTo>
                <a:close/>
              </a:path>
              <a:path w="659764" h="377825">
                <a:moveTo>
                  <a:pt x="0" y="0"/>
                </a:moveTo>
                <a:lnTo>
                  <a:pt x="65724" y="96966"/>
                </a:lnTo>
                <a:lnTo>
                  <a:pt x="82819" y="66511"/>
                </a:lnTo>
                <a:lnTo>
                  <a:pt x="67591" y="57963"/>
                </a:lnTo>
                <a:lnTo>
                  <a:pt x="62335" y="53440"/>
                </a:lnTo>
                <a:lnTo>
                  <a:pt x="59327" y="47459"/>
                </a:lnTo>
                <a:lnTo>
                  <a:pt x="58780" y="40787"/>
                </a:lnTo>
                <a:lnTo>
                  <a:pt x="60910" y="34188"/>
                </a:lnTo>
                <a:lnTo>
                  <a:pt x="65434" y="28933"/>
                </a:lnTo>
                <a:lnTo>
                  <a:pt x="71414" y="25924"/>
                </a:lnTo>
                <a:lnTo>
                  <a:pt x="78086" y="25378"/>
                </a:lnTo>
                <a:lnTo>
                  <a:pt x="105906" y="25378"/>
                </a:lnTo>
                <a:lnTo>
                  <a:pt x="117008" y="5600"/>
                </a:lnTo>
                <a:lnTo>
                  <a:pt x="0" y="0"/>
                </a:lnTo>
                <a:close/>
              </a:path>
              <a:path w="659764" h="377825">
                <a:moveTo>
                  <a:pt x="78086" y="25378"/>
                </a:moveTo>
                <a:lnTo>
                  <a:pt x="71414" y="25924"/>
                </a:lnTo>
                <a:lnTo>
                  <a:pt x="65434" y="28933"/>
                </a:lnTo>
                <a:lnTo>
                  <a:pt x="60910" y="34188"/>
                </a:lnTo>
                <a:lnTo>
                  <a:pt x="58780" y="40787"/>
                </a:lnTo>
                <a:lnTo>
                  <a:pt x="59327" y="47459"/>
                </a:lnTo>
                <a:lnTo>
                  <a:pt x="62335" y="53440"/>
                </a:lnTo>
                <a:lnTo>
                  <a:pt x="67591" y="57963"/>
                </a:lnTo>
                <a:lnTo>
                  <a:pt x="82819" y="66511"/>
                </a:lnTo>
                <a:lnTo>
                  <a:pt x="99913" y="36055"/>
                </a:lnTo>
                <a:lnTo>
                  <a:pt x="84685" y="27508"/>
                </a:lnTo>
                <a:lnTo>
                  <a:pt x="78086" y="25378"/>
                </a:lnTo>
                <a:close/>
              </a:path>
              <a:path w="659764" h="377825">
                <a:moveTo>
                  <a:pt x="105906" y="25378"/>
                </a:moveTo>
                <a:lnTo>
                  <a:pt x="78086" y="25378"/>
                </a:lnTo>
                <a:lnTo>
                  <a:pt x="84685" y="27508"/>
                </a:lnTo>
                <a:lnTo>
                  <a:pt x="99913" y="36055"/>
                </a:lnTo>
                <a:lnTo>
                  <a:pt x="105906" y="25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75540" y="4851999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75540" y="4851999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2894" y="5701506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2894" y="5701506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67954" y="5701506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67954" y="5701506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883885" y="434457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9" y="287242"/>
                </a:lnTo>
                <a:lnTo>
                  <a:pt x="135219" y="294755"/>
                </a:lnTo>
                <a:lnTo>
                  <a:pt x="177958" y="287242"/>
                </a:lnTo>
                <a:lnTo>
                  <a:pt x="215077" y="266320"/>
                </a:lnTo>
                <a:lnTo>
                  <a:pt x="244348" y="234417"/>
                </a:lnTo>
                <a:lnTo>
                  <a:pt x="263544" y="193961"/>
                </a:lnTo>
                <a:lnTo>
                  <a:pt x="270437" y="147378"/>
                </a:lnTo>
                <a:lnTo>
                  <a:pt x="263544" y="100795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942904" y="4342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966717" y="4639332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0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42911"/>
                </a:lnTo>
                <a:lnTo>
                  <a:pt x="42743" y="250731"/>
                </a:lnTo>
                <a:lnTo>
                  <a:pt x="62031" y="250729"/>
                </a:lnTo>
                <a:lnTo>
                  <a:pt x="69850" y="242911"/>
                </a:lnTo>
                <a:lnTo>
                  <a:pt x="69850" y="77668"/>
                </a:lnTo>
                <a:lnTo>
                  <a:pt x="62030" y="69850"/>
                </a:lnTo>
                <a:close/>
              </a:path>
              <a:path w="104775" h="250825">
                <a:moveTo>
                  <a:pt x="52386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0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82906" y="519620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8" y="287242"/>
                </a:lnTo>
                <a:lnTo>
                  <a:pt x="215077" y="266320"/>
                </a:lnTo>
                <a:lnTo>
                  <a:pt x="244348" y="234417"/>
                </a:lnTo>
                <a:lnTo>
                  <a:pt x="263544" y="193961"/>
                </a:lnTo>
                <a:lnTo>
                  <a:pt x="270437" y="147378"/>
                </a:lnTo>
                <a:lnTo>
                  <a:pt x="263544" y="100795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741924" y="519328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074716" y="520539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133735" y="52024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800791" y="4939294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39" h="274320">
                <a:moveTo>
                  <a:pt x="140001" y="71763"/>
                </a:moveTo>
                <a:lnTo>
                  <a:pt x="3579" y="246150"/>
                </a:lnTo>
                <a:lnTo>
                  <a:pt x="472" y="252349"/>
                </a:lnTo>
                <a:lnTo>
                  <a:pt x="0" y="259026"/>
                </a:lnTo>
                <a:lnTo>
                  <a:pt x="2066" y="265394"/>
                </a:lnTo>
                <a:lnTo>
                  <a:pt x="6574" y="270663"/>
                </a:lnTo>
                <a:lnTo>
                  <a:pt x="12773" y="273770"/>
                </a:lnTo>
                <a:lnTo>
                  <a:pt x="19451" y="274243"/>
                </a:lnTo>
                <a:lnTo>
                  <a:pt x="25818" y="272177"/>
                </a:lnTo>
                <a:lnTo>
                  <a:pt x="31087" y="267669"/>
                </a:lnTo>
                <a:lnTo>
                  <a:pt x="167508" y="93282"/>
                </a:lnTo>
                <a:lnTo>
                  <a:pt x="140001" y="71763"/>
                </a:lnTo>
                <a:close/>
              </a:path>
              <a:path w="218439" h="274320">
                <a:moveTo>
                  <a:pt x="207875" y="51435"/>
                </a:moveTo>
                <a:lnTo>
                  <a:pt x="162397" y="51435"/>
                </a:lnTo>
                <a:lnTo>
                  <a:pt x="169075" y="51907"/>
                </a:lnTo>
                <a:lnTo>
                  <a:pt x="175274" y="55015"/>
                </a:lnTo>
                <a:lnTo>
                  <a:pt x="179782" y="60284"/>
                </a:lnTo>
                <a:lnTo>
                  <a:pt x="181848" y="66651"/>
                </a:lnTo>
                <a:lnTo>
                  <a:pt x="181375" y="73329"/>
                </a:lnTo>
                <a:lnTo>
                  <a:pt x="178267" y="79528"/>
                </a:lnTo>
                <a:lnTo>
                  <a:pt x="167508" y="93282"/>
                </a:lnTo>
                <a:lnTo>
                  <a:pt x="195016" y="114801"/>
                </a:lnTo>
                <a:lnTo>
                  <a:pt x="207875" y="51435"/>
                </a:lnTo>
                <a:close/>
              </a:path>
              <a:path w="218439" h="274320">
                <a:moveTo>
                  <a:pt x="162397" y="51435"/>
                </a:moveTo>
                <a:lnTo>
                  <a:pt x="156030" y="53501"/>
                </a:lnTo>
                <a:lnTo>
                  <a:pt x="150761" y="58009"/>
                </a:lnTo>
                <a:lnTo>
                  <a:pt x="140001" y="71763"/>
                </a:lnTo>
                <a:lnTo>
                  <a:pt x="167508" y="93282"/>
                </a:lnTo>
                <a:lnTo>
                  <a:pt x="178267" y="79528"/>
                </a:lnTo>
                <a:lnTo>
                  <a:pt x="181375" y="73329"/>
                </a:lnTo>
                <a:lnTo>
                  <a:pt x="181848" y="66651"/>
                </a:lnTo>
                <a:lnTo>
                  <a:pt x="179782" y="60284"/>
                </a:lnTo>
                <a:lnTo>
                  <a:pt x="175274" y="55015"/>
                </a:lnTo>
                <a:lnTo>
                  <a:pt x="169075" y="51907"/>
                </a:lnTo>
                <a:lnTo>
                  <a:pt x="162397" y="51435"/>
                </a:lnTo>
                <a:close/>
              </a:path>
              <a:path w="218439" h="274320">
                <a:moveTo>
                  <a:pt x="218312" y="0"/>
                </a:moveTo>
                <a:lnTo>
                  <a:pt x="112493" y="50245"/>
                </a:lnTo>
                <a:lnTo>
                  <a:pt x="140001" y="71763"/>
                </a:lnTo>
                <a:lnTo>
                  <a:pt x="150761" y="58009"/>
                </a:lnTo>
                <a:lnTo>
                  <a:pt x="156030" y="53501"/>
                </a:lnTo>
                <a:lnTo>
                  <a:pt x="162397" y="51435"/>
                </a:lnTo>
                <a:lnTo>
                  <a:pt x="207875" y="51435"/>
                </a:lnTo>
                <a:lnTo>
                  <a:pt x="218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19103" y="4939294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80" h="283845">
                <a:moveTo>
                  <a:pt x="75251" y="74966"/>
                </a:moveTo>
                <a:lnTo>
                  <a:pt x="46870" y="95319"/>
                </a:lnTo>
                <a:lnTo>
                  <a:pt x="176641" y="276274"/>
                </a:lnTo>
                <a:lnTo>
                  <a:pt x="181718" y="280998"/>
                </a:lnTo>
                <a:lnTo>
                  <a:pt x="187994" y="283327"/>
                </a:lnTo>
                <a:lnTo>
                  <a:pt x="194685" y="283134"/>
                </a:lnTo>
                <a:lnTo>
                  <a:pt x="201009" y="280287"/>
                </a:lnTo>
                <a:lnTo>
                  <a:pt x="205733" y="275211"/>
                </a:lnTo>
                <a:lnTo>
                  <a:pt x="208062" y="268936"/>
                </a:lnTo>
                <a:lnTo>
                  <a:pt x="207868" y="262244"/>
                </a:lnTo>
                <a:lnTo>
                  <a:pt x="205022" y="255921"/>
                </a:lnTo>
                <a:lnTo>
                  <a:pt x="75251" y="74966"/>
                </a:lnTo>
                <a:close/>
              </a:path>
              <a:path w="208280" h="283845">
                <a:moveTo>
                  <a:pt x="0" y="0"/>
                </a:moveTo>
                <a:lnTo>
                  <a:pt x="18488" y="115674"/>
                </a:lnTo>
                <a:lnTo>
                  <a:pt x="46870" y="95319"/>
                </a:lnTo>
                <a:lnTo>
                  <a:pt x="36694" y="81128"/>
                </a:lnTo>
                <a:lnTo>
                  <a:pt x="33847" y="74805"/>
                </a:lnTo>
                <a:lnTo>
                  <a:pt x="53722" y="53722"/>
                </a:lnTo>
                <a:lnTo>
                  <a:pt x="101942" y="53722"/>
                </a:lnTo>
                <a:lnTo>
                  <a:pt x="0" y="0"/>
                </a:lnTo>
                <a:close/>
              </a:path>
              <a:path w="208280" h="283845">
                <a:moveTo>
                  <a:pt x="53722" y="53722"/>
                </a:moveTo>
                <a:lnTo>
                  <a:pt x="47030" y="53916"/>
                </a:lnTo>
                <a:lnTo>
                  <a:pt x="40707" y="56762"/>
                </a:lnTo>
                <a:lnTo>
                  <a:pt x="35983" y="61838"/>
                </a:lnTo>
                <a:lnTo>
                  <a:pt x="33653" y="68114"/>
                </a:lnTo>
                <a:lnTo>
                  <a:pt x="33847" y="74805"/>
                </a:lnTo>
                <a:lnTo>
                  <a:pt x="36694" y="81128"/>
                </a:lnTo>
                <a:lnTo>
                  <a:pt x="46870" y="95319"/>
                </a:lnTo>
                <a:lnTo>
                  <a:pt x="75251" y="74966"/>
                </a:lnTo>
                <a:lnTo>
                  <a:pt x="65074" y="60775"/>
                </a:lnTo>
                <a:lnTo>
                  <a:pt x="59998" y="56052"/>
                </a:lnTo>
                <a:lnTo>
                  <a:pt x="53722" y="53722"/>
                </a:lnTo>
                <a:close/>
              </a:path>
              <a:path w="208280" h="283845">
                <a:moveTo>
                  <a:pt x="101942" y="53722"/>
                </a:moveTo>
                <a:lnTo>
                  <a:pt x="53722" y="53722"/>
                </a:lnTo>
                <a:lnTo>
                  <a:pt x="59998" y="56052"/>
                </a:lnTo>
                <a:lnTo>
                  <a:pt x="65074" y="60775"/>
                </a:lnTo>
                <a:lnTo>
                  <a:pt x="75251" y="74966"/>
                </a:lnTo>
                <a:lnTo>
                  <a:pt x="103631" y="54612"/>
                </a:lnTo>
                <a:lnTo>
                  <a:pt x="101942" y="53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765737" y="5490959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9850" y="104774"/>
                </a:moveTo>
                <a:lnTo>
                  <a:pt x="34925" y="104774"/>
                </a:lnTo>
                <a:lnTo>
                  <a:pt x="34926" y="238247"/>
                </a:lnTo>
                <a:lnTo>
                  <a:pt x="42744" y="246066"/>
                </a:lnTo>
                <a:lnTo>
                  <a:pt x="62033" y="246066"/>
                </a:lnTo>
                <a:lnTo>
                  <a:pt x="69851" y="238247"/>
                </a:lnTo>
                <a:lnTo>
                  <a:pt x="69850" y="104774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4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4637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4"/>
                </a:lnTo>
                <a:lnTo>
                  <a:pt x="69850" y="104774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4637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57548" y="5500147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9850" y="104775"/>
                </a:moveTo>
                <a:lnTo>
                  <a:pt x="34925" y="104775"/>
                </a:lnTo>
                <a:lnTo>
                  <a:pt x="34926" y="229060"/>
                </a:lnTo>
                <a:lnTo>
                  <a:pt x="42744" y="236878"/>
                </a:lnTo>
                <a:lnTo>
                  <a:pt x="62031" y="236878"/>
                </a:lnTo>
                <a:lnTo>
                  <a:pt x="69851" y="229060"/>
                </a:lnTo>
                <a:lnTo>
                  <a:pt x="69850" y="104775"/>
                </a:lnTo>
                <a:close/>
              </a:path>
              <a:path w="104775" h="23748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4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25168" y="61391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82906" y="61391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18877" y="61391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365069" y="614543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711261" y="614543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442923" y="5786256"/>
            <a:ext cx="375285" cy="370840"/>
          </a:xfrm>
          <a:custGeom>
            <a:avLst/>
            <a:gdLst/>
            <a:ahLst/>
            <a:cxnLst/>
            <a:rect l="l" t="t" r="r" b="b"/>
            <a:pathLst>
              <a:path w="375285" h="370839">
                <a:moveTo>
                  <a:pt x="288347" y="61148"/>
                </a:moveTo>
                <a:lnTo>
                  <a:pt x="5198" y="340463"/>
                </a:lnTo>
                <a:lnTo>
                  <a:pt x="1323" y="346213"/>
                </a:lnTo>
                <a:lnTo>
                  <a:pt x="0" y="352775"/>
                </a:lnTo>
                <a:lnTo>
                  <a:pt x="1234" y="359355"/>
                </a:lnTo>
                <a:lnTo>
                  <a:pt x="5030" y="365158"/>
                </a:lnTo>
                <a:lnTo>
                  <a:pt x="10781" y="369033"/>
                </a:lnTo>
                <a:lnTo>
                  <a:pt x="17343" y="370357"/>
                </a:lnTo>
                <a:lnTo>
                  <a:pt x="23923" y="369123"/>
                </a:lnTo>
                <a:lnTo>
                  <a:pt x="29725" y="365326"/>
                </a:lnTo>
                <a:lnTo>
                  <a:pt x="312874" y="86011"/>
                </a:lnTo>
                <a:lnTo>
                  <a:pt x="288347" y="61148"/>
                </a:lnTo>
                <a:close/>
              </a:path>
              <a:path w="375285" h="370839">
                <a:moveTo>
                  <a:pt x="360250" y="43854"/>
                </a:moveTo>
                <a:lnTo>
                  <a:pt x="313161" y="43854"/>
                </a:lnTo>
                <a:lnTo>
                  <a:pt x="319724" y="45178"/>
                </a:lnTo>
                <a:lnTo>
                  <a:pt x="325474" y="49053"/>
                </a:lnTo>
                <a:lnTo>
                  <a:pt x="329270" y="54856"/>
                </a:lnTo>
                <a:lnTo>
                  <a:pt x="330504" y="61436"/>
                </a:lnTo>
                <a:lnTo>
                  <a:pt x="329180" y="67998"/>
                </a:lnTo>
                <a:lnTo>
                  <a:pt x="325305" y="73748"/>
                </a:lnTo>
                <a:lnTo>
                  <a:pt x="312874" y="86011"/>
                </a:lnTo>
                <a:lnTo>
                  <a:pt x="337401" y="110875"/>
                </a:lnTo>
                <a:lnTo>
                  <a:pt x="360250" y="43854"/>
                </a:lnTo>
                <a:close/>
              </a:path>
              <a:path w="375285" h="370839">
                <a:moveTo>
                  <a:pt x="313161" y="43854"/>
                </a:moveTo>
                <a:lnTo>
                  <a:pt x="306581" y="45088"/>
                </a:lnTo>
                <a:lnTo>
                  <a:pt x="300779" y="48885"/>
                </a:lnTo>
                <a:lnTo>
                  <a:pt x="288347" y="61148"/>
                </a:lnTo>
                <a:lnTo>
                  <a:pt x="312874" y="86011"/>
                </a:lnTo>
                <a:lnTo>
                  <a:pt x="325305" y="73748"/>
                </a:lnTo>
                <a:lnTo>
                  <a:pt x="329180" y="67998"/>
                </a:lnTo>
                <a:lnTo>
                  <a:pt x="330504" y="61436"/>
                </a:lnTo>
                <a:lnTo>
                  <a:pt x="329270" y="54856"/>
                </a:lnTo>
                <a:lnTo>
                  <a:pt x="325474" y="49053"/>
                </a:lnTo>
                <a:lnTo>
                  <a:pt x="319724" y="45178"/>
                </a:lnTo>
                <a:lnTo>
                  <a:pt x="313161" y="43854"/>
                </a:lnTo>
                <a:close/>
              </a:path>
              <a:path w="375285" h="370839">
                <a:moveTo>
                  <a:pt x="375201" y="0"/>
                </a:moveTo>
                <a:lnTo>
                  <a:pt x="263821" y="36285"/>
                </a:lnTo>
                <a:lnTo>
                  <a:pt x="288347" y="61148"/>
                </a:lnTo>
                <a:lnTo>
                  <a:pt x="300779" y="48885"/>
                </a:lnTo>
                <a:lnTo>
                  <a:pt x="306581" y="45088"/>
                </a:lnTo>
                <a:lnTo>
                  <a:pt x="313161" y="43854"/>
                </a:lnTo>
                <a:lnTo>
                  <a:pt x="360250" y="43854"/>
                </a:lnTo>
                <a:lnTo>
                  <a:pt x="375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765738" y="5786256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34924" y="104774"/>
                </a:moveTo>
                <a:lnTo>
                  <a:pt x="34923" y="362539"/>
                </a:lnTo>
                <a:lnTo>
                  <a:pt x="42741" y="370357"/>
                </a:lnTo>
                <a:lnTo>
                  <a:pt x="62030" y="370357"/>
                </a:lnTo>
                <a:lnTo>
                  <a:pt x="69848" y="362539"/>
                </a:lnTo>
                <a:lnTo>
                  <a:pt x="69849" y="104775"/>
                </a:lnTo>
                <a:lnTo>
                  <a:pt x="34924" y="104774"/>
                </a:lnTo>
                <a:close/>
              </a:path>
              <a:path w="104775" h="37083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  <a:path w="104775" h="37083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4" y="104774"/>
                </a:lnTo>
                <a:lnTo>
                  <a:pt x="69849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4"/>
                </a:lnTo>
                <a:lnTo>
                  <a:pt x="34924" y="104774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136847" y="5786256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5" h="370204">
                <a:moveTo>
                  <a:pt x="39465" y="100758"/>
                </a:moveTo>
                <a:lnTo>
                  <a:pt x="0" y="350165"/>
                </a:lnTo>
                <a:lnTo>
                  <a:pt x="293" y="357093"/>
                </a:lnTo>
                <a:lnTo>
                  <a:pt x="3122" y="363161"/>
                </a:lnTo>
                <a:lnTo>
                  <a:pt x="8019" y="367725"/>
                </a:lnTo>
                <a:lnTo>
                  <a:pt x="14518" y="370142"/>
                </a:lnTo>
                <a:lnTo>
                  <a:pt x="21446" y="369849"/>
                </a:lnTo>
                <a:lnTo>
                  <a:pt x="27514" y="367020"/>
                </a:lnTo>
                <a:lnTo>
                  <a:pt x="32077" y="362123"/>
                </a:lnTo>
                <a:lnTo>
                  <a:pt x="34495" y="355624"/>
                </a:lnTo>
                <a:lnTo>
                  <a:pt x="73960" y="106216"/>
                </a:lnTo>
                <a:lnTo>
                  <a:pt x="39465" y="100758"/>
                </a:lnTo>
                <a:close/>
              </a:path>
              <a:path w="108585" h="370204">
                <a:moveTo>
                  <a:pt x="94938" y="68991"/>
                </a:moveTo>
                <a:lnTo>
                  <a:pt x="62171" y="68991"/>
                </a:lnTo>
                <a:lnTo>
                  <a:pt x="68670" y="71409"/>
                </a:lnTo>
                <a:lnTo>
                  <a:pt x="73568" y="75973"/>
                </a:lnTo>
                <a:lnTo>
                  <a:pt x="76397" y="82040"/>
                </a:lnTo>
                <a:lnTo>
                  <a:pt x="76690" y="88968"/>
                </a:lnTo>
                <a:lnTo>
                  <a:pt x="73960" y="106216"/>
                </a:lnTo>
                <a:lnTo>
                  <a:pt x="108456" y="111675"/>
                </a:lnTo>
                <a:lnTo>
                  <a:pt x="94938" y="68991"/>
                </a:lnTo>
                <a:close/>
              </a:path>
              <a:path w="108585" h="370204">
                <a:moveTo>
                  <a:pt x="62171" y="68991"/>
                </a:moveTo>
                <a:lnTo>
                  <a:pt x="39465" y="100758"/>
                </a:lnTo>
                <a:lnTo>
                  <a:pt x="73960" y="106216"/>
                </a:lnTo>
                <a:lnTo>
                  <a:pt x="76690" y="88968"/>
                </a:lnTo>
                <a:lnTo>
                  <a:pt x="76397" y="82040"/>
                </a:lnTo>
                <a:lnTo>
                  <a:pt x="73568" y="75973"/>
                </a:lnTo>
                <a:lnTo>
                  <a:pt x="68670" y="71409"/>
                </a:lnTo>
                <a:lnTo>
                  <a:pt x="62171" y="68991"/>
                </a:lnTo>
                <a:close/>
              </a:path>
              <a:path w="108585" h="370204">
                <a:moveTo>
                  <a:pt x="73088" y="0"/>
                </a:moveTo>
                <a:lnTo>
                  <a:pt x="4969" y="95299"/>
                </a:lnTo>
                <a:lnTo>
                  <a:pt x="39465" y="100758"/>
                </a:lnTo>
                <a:lnTo>
                  <a:pt x="42194" y="83510"/>
                </a:lnTo>
                <a:lnTo>
                  <a:pt x="44612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209936" y="5786256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7" y="70503"/>
                </a:moveTo>
                <a:lnTo>
                  <a:pt x="52287" y="92459"/>
                </a:lnTo>
                <a:lnTo>
                  <a:pt x="276771" y="370152"/>
                </a:lnTo>
                <a:lnTo>
                  <a:pt x="282111" y="374575"/>
                </a:lnTo>
                <a:lnTo>
                  <a:pt x="288511" y="376539"/>
                </a:lnTo>
                <a:lnTo>
                  <a:pt x="295180" y="375960"/>
                </a:lnTo>
                <a:lnTo>
                  <a:pt x="301329" y="372754"/>
                </a:lnTo>
                <a:lnTo>
                  <a:pt x="305752" y="367413"/>
                </a:lnTo>
                <a:lnTo>
                  <a:pt x="307716" y="361013"/>
                </a:lnTo>
                <a:lnTo>
                  <a:pt x="307137" y="354344"/>
                </a:lnTo>
                <a:lnTo>
                  <a:pt x="303931" y="348195"/>
                </a:lnTo>
                <a:lnTo>
                  <a:pt x="79447" y="70503"/>
                </a:lnTo>
                <a:close/>
              </a:path>
              <a:path w="307975" h="376554">
                <a:moveTo>
                  <a:pt x="0" y="0"/>
                </a:moveTo>
                <a:lnTo>
                  <a:pt x="25126" y="114415"/>
                </a:lnTo>
                <a:lnTo>
                  <a:pt x="52287" y="92459"/>
                </a:lnTo>
                <a:lnTo>
                  <a:pt x="41309" y="78878"/>
                </a:lnTo>
                <a:lnTo>
                  <a:pt x="38103" y="72730"/>
                </a:lnTo>
                <a:lnTo>
                  <a:pt x="56729" y="50535"/>
                </a:lnTo>
                <a:lnTo>
                  <a:pt x="104148" y="50535"/>
                </a:lnTo>
                <a:lnTo>
                  <a:pt x="106608" y="48546"/>
                </a:lnTo>
                <a:lnTo>
                  <a:pt x="0" y="0"/>
                </a:lnTo>
                <a:close/>
              </a:path>
              <a:path w="307975" h="376554">
                <a:moveTo>
                  <a:pt x="56729" y="50535"/>
                </a:moveTo>
                <a:lnTo>
                  <a:pt x="50060" y="51114"/>
                </a:lnTo>
                <a:lnTo>
                  <a:pt x="43911" y="54320"/>
                </a:lnTo>
                <a:lnTo>
                  <a:pt x="39488" y="59661"/>
                </a:lnTo>
                <a:lnTo>
                  <a:pt x="37524" y="66060"/>
                </a:lnTo>
                <a:lnTo>
                  <a:pt x="38103" y="72730"/>
                </a:lnTo>
                <a:lnTo>
                  <a:pt x="41309" y="78878"/>
                </a:lnTo>
                <a:lnTo>
                  <a:pt x="52287" y="92459"/>
                </a:lnTo>
                <a:lnTo>
                  <a:pt x="79447" y="70503"/>
                </a:lnTo>
                <a:lnTo>
                  <a:pt x="68469" y="56922"/>
                </a:lnTo>
                <a:lnTo>
                  <a:pt x="63129" y="52499"/>
                </a:lnTo>
                <a:lnTo>
                  <a:pt x="56729" y="50535"/>
                </a:lnTo>
                <a:close/>
              </a:path>
              <a:path w="307975" h="376554">
                <a:moveTo>
                  <a:pt x="104148" y="50535"/>
                </a:moveTo>
                <a:lnTo>
                  <a:pt x="56729" y="50535"/>
                </a:lnTo>
                <a:lnTo>
                  <a:pt x="63129" y="52499"/>
                </a:lnTo>
                <a:lnTo>
                  <a:pt x="68469" y="56922"/>
                </a:lnTo>
                <a:lnTo>
                  <a:pt x="79447" y="70503"/>
                </a:lnTo>
                <a:lnTo>
                  <a:pt x="104148" y="50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209936" y="5786256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1" y="36280"/>
                </a:moveTo>
                <a:lnTo>
                  <a:pt x="82669" y="66697"/>
                </a:lnTo>
                <a:lnTo>
                  <a:pt x="627961" y="374382"/>
                </a:lnTo>
                <a:lnTo>
                  <a:pt x="634556" y="376527"/>
                </a:lnTo>
                <a:lnTo>
                  <a:pt x="641229" y="375996"/>
                </a:lnTo>
                <a:lnTo>
                  <a:pt x="647216" y="373000"/>
                </a:lnTo>
                <a:lnTo>
                  <a:pt x="651752" y="367755"/>
                </a:lnTo>
                <a:lnTo>
                  <a:pt x="653897" y="361161"/>
                </a:lnTo>
                <a:lnTo>
                  <a:pt x="653365" y="354487"/>
                </a:lnTo>
                <a:lnTo>
                  <a:pt x="650370" y="348500"/>
                </a:lnTo>
                <a:lnTo>
                  <a:pt x="645125" y="343965"/>
                </a:lnTo>
                <a:lnTo>
                  <a:pt x="99831" y="36280"/>
                </a:lnTo>
                <a:close/>
              </a:path>
              <a:path w="654050" h="376554">
                <a:moveTo>
                  <a:pt x="0" y="0"/>
                </a:moveTo>
                <a:lnTo>
                  <a:pt x="65506" y="97114"/>
                </a:lnTo>
                <a:lnTo>
                  <a:pt x="82669" y="66697"/>
                </a:lnTo>
                <a:lnTo>
                  <a:pt x="67459" y="58115"/>
                </a:lnTo>
                <a:lnTo>
                  <a:pt x="62214" y="53580"/>
                </a:lnTo>
                <a:lnTo>
                  <a:pt x="59219" y="47593"/>
                </a:lnTo>
                <a:lnTo>
                  <a:pt x="58687" y="40920"/>
                </a:lnTo>
                <a:lnTo>
                  <a:pt x="60833" y="34325"/>
                </a:lnTo>
                <a:lnTo>
                  <a:pt x="65368" y="29080"/>
                </a:lnTo>
                <a:lnTo>
                  <a:pt x="71355" y="26085"/>
                </a:lnTo>
                <a:lnTo>
                  <a:pt x="78028" y="25553"/>
                </a:lnTo>
                <a:lnTo>
                  <a:pt x="105884" y="25553"/>
                </a:lnTo>
                <a:lnTo>
                  <a:pt x="116994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8" y="25553"/>
                </a:moveTo>
                <a:lnTo>
                  <a:pt x="71355" y="26085"/>
                </a:lnTo>
                <a:lnTo>
                  <a:pt x="65368" y="29080"/>
                </a:lnTo>
                <a:lnTo>
                  <a:pt x="60833" y="34325"/>
                </a:lnTo>
                <a:lnTo>
                  <a:pt x="58687" y="40920"/>
                </a:lnTo>
                <a:lnTo>
                  <a:pt x="59219" y="47593"/>
                </a:lnTo>
                <a:lnTo>
                  <a:pt x="62214" y="53580"/>
                </a:lnTo>
                <a:lnTo>
                  <a:pt x="67459" y="58115"/>
                </a:lnTo>
                <a:lnTo>
                  <a:pt x="82669" y="66697"/>
                </a:lnTo>
                <a:lnTo>
                  <a:pt x="99831" y="36280"/>
                </a:lnTo>
                <a:lnTo>
                  <a:pt x="84622" y="27698"/>
                </a:lnTo>
                <a:lnTo>
                  <a:pt x="78028" y="25553"/>
                </a:lnTo>
                <a:close/>
              </a:path>
              <a:path w="654050" h="376554">
                <a:moveTo>
                  <a:pt x="105884" y="25553"/>
                </a:moveTo>
                <a:lnTo>
                  <a:pt x="78028" y="25553"/>
                </a:lnTo>
                <a:lnTo>
                  <a:pt x="84622" y="27698"/>
                </a:lnTo>
                <a:lnTo>
                  <a:pt x="99831" y="36280"/>
                </a:lnTo>
                <a:lnTo>
                  <a:pt x="105884" y="25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883885" y="4872600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4"/>
                </a:lnTo>
                <a:lnTo>
                  <a:pt x="0" y="666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883885" y="4872600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682906" y="5719562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682906" y="5719562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074716" y="5719562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074716" y="5719562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489798" y="430724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5548817" y="43032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572630" y="4601998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9848" y="104774"/>
                </a:moveTo>
                <a:lnTo>
                  <a:pt x="34923" y="104774"/>
                </a:lnTo>
                <a:lnTo>
                  <a:pt x="34925" y="242911"/>
                </a:lnTo>
                <a:lnTo>
                  <a:pt x="42743" y="250729"/>
                </a:lnTo>
                <a:lnTo>
                  <a:pt x="62031" y="250729"/>
                </a:lnTo>
                <a:lnTo>
                  <a:pt x="69850" y="242911"/>
                </a:lnTo>
                <a:lnTo>
                  <a:pt x="69848" y="104774"/>
                </a:lnTo>
                <a:close/>
              </a:path>
              <a:path w="104775" h="250825">
                <a:moveTo>
                  <a:pt x="52386" y="0"/>
                </a:moveTo>
                <a:lnTo>
                  <a:pt x="0" y="104775"/>
                </a:lnTo>
                <a:lnTo>
                  <a:pt x="34923" y="104774"/>
                </a:lnTo>
                <a:lnTo>
                  <a:pt x="34923" y="77668"/>
                </a:lnTo>
                <a:lnTo>
                  <a:pt x="42741" y="69850"/>
                </a:lnTo>
                <a:lnTo>
                  <a:pt x="87311" y="69848"/>
                </a:lnTo>
                <a:lnTo>
                  <a:pt x="52386" y="0"/>
                </a:lnTo>
                <a:close/>
              </a:path>
              <a:path w="104775" h="250825">
                <a:moveTo>
                  <a:pt x="62030" y="69848"/>
                </a:moveTo>
                <a:lnTo>
                  <a:pt x="42741" y="69850"/>
                </a:lnTo>
                <a:lnTo>
                  <a:pt x="34923" y="77668"/>
                </a:lnTo>
                <a:lnTo>
                  <a:pt x="34923" y="104774"/>
                </a:lnTo>
                <a:lnTo>
                  <a:pt x="69848" y="104774"/>
                </a:lnTo>
                <a:lnTo>
                  <a:pt x="69848" y="77668"/>
                </a:lnTo>
                <a:lnTo>
                  <a:pt x="62030" y="69848"/>
                </a:lnTo>
                <a:close/>
              </a:path>
              <a:path w="104775" h="250825">
                <a:moveTo>
                  <a:pt x="87311" y="69848"/>
                </a:moveTo>
                <a:lnTo>
                  <a:pt x="62030" y="69848"/>
                </a:lnTo>
                <a:lnTo>
                  <a:pt x="69848" y="77668"/>
                </a:lnTo>
                <a:lnTo>
                  <a:pt x="69848" y="104774"/>
                </a:lnTo>
                <a:lnTo>
                  <a:pt x="104775" y="104773"/>
                </a:lnTo>
                <a:lnTo>
                  <a:pt x="87311" y="69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288819" y="5158869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680631" y="516805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5347837" y="5165852"/>
            <a:ext cx="544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3860" algn="l"/>
              </a:tabLst>
            </a:pPr>
            <a:r>
              <a:rPr dirty="0" baseline="1543" sz="2700">
                <a:latin typeface="Arial"/>
                <a:cs typeface="Arial"/>
              </a:rPr>
              <a:t>3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406704" y="4901958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39" h="274320">
                <a:moveTo>
                  <a:pt x="140001" y="71764"/>
                </a:moveTo>
                <a:lnTo>
                  <a:pt x="3579" y="246150"/>
                </a:lnTo>
                <a:lnTo>
                  <a:pt x="472" y="252349"/>
                </a:lnTo>
                <a:lnTo>
                  <a:pt x="0" y="259027"/>
                </a:lnTo>
                <a:lnTo>
                  <a:pt x="2066" y="265394"/>
                </a:lnTo>
                <a:lnTo>
                  <a:pt x="6574" y="270663"/>
                </a:lnTo>
                <a:lnTo>
                  <a:pt x="12773" y="273771"/>
                </a:lnTo>
                <a:lnTo>
                  <a:pt x="19451" y="274243"/>
                </a:lnTo>
                <a:lnTo>
                  <a:pt x="25818" y="272178"/>
                </a:lnTo>
                <a:lnTo>
                  <a:pt x="31087" y="267670"/>
                </a:lnTo>
                <a:lnTo>
                  <a:pt x="167508" y="93283"/>
                </a:lnTo>
                <a:lnTo>
                  <a:pt x="140001" y="71764"/>
                </a:lnTo>
                <a:close/>
              </a:path>
              <a:path w="218439" h="274320">
                <a:moveTo>
                  <a:pt x="207875" y="51436"/>
                </a:moveTo>
                <a:lnTo>
                  <a:pt x="162397" y="51436"/>
                </a:lnTo>
                <a:lnTo>
                  <a:pt x="169075" y="51909"/>
                </a:lnTo>
                <a:lnTo>
                  <a:pt x="175274" y="55016"/>
                </a:lnTo>
                <a:lnTo>
                  <a:pt x="179782" y="60285"/>
                </a:lnTo>
                <a:lnTo>
                  <a:pt x="181848" y="66652"/>
                </a:lnTo>
                <a:lnTo>
                  <a:pt x="181375" y="73330"/>
                </a:lnTo>
                <a:lnTo>
                  <a:pt x="178267" y="79529"/>
                </a:lnTo>
                <a:lnTo>
                  <a:pt x="167508" y="93283"/>
                </a:lnTo>
                <a:lnTo>
                  <a:pt x="195016" y="114802"/>
                </a:lnTo>
                <a:lnTo>
                  <a:pt x="207875" y="51436"/>
                </a:lnTo>
                <a:close/>
              </a:path>
              <a:path w="218439" h="274320">
                <a:moveTo>
                  <a:pt x="162397" y="51436"/>
                </a:moveTo>
                <a:lnTo>
                  <a:pt x="156030" y="53501"/>
                </a:lnTo>
                <a:lnTo>
                  <a:pt x="150761" y="58009"/>
                </a:lnTo>
                <a:lnTo>
                  <a:pt x="140001" y="71764"/>
                </a:lnTo>
                <a:lnTo>
                  <a:pt x="167508" y="93283"/>
                </a:lnTo>
                <a:lnTo>
                  <a:pt x="178267" y="79529"/>
                </a:lnTo>
                <a:lnTo>
                  <a:pt x="181375" y="73330"/>
                </a:lnTo>
                <a:lnTo>
                  <a:pt x="181848" y="66652"/>
                </a:lnTo>
                <a:lnTo>
                  <a:pt x="179782" y="60285"/>
                </a:lnTo>
                <a:lnTo>
                  <a:pt x="175274" y="55016"/>
                </a:lnTo>
                <a:lnTo>
                  <a:pt x="169075" y="51909"/>
                </a:lnTo>
                <a:lnTo>
                  <a:pt x="162397" y="51436"/>
                </a:lnTo>
                <a:close/>
              </a:path>
              <a:path w="218439" h="274320">
                <a:moveTo>
                  <a:pt x="218312" y="0"/>
                </a:moveTo>
                <a:lnTo>
                  <a:pt x="112493" y="50245"/>
                </a:lnTo>
                <a:lnTo>
                  <a:pt x="140001" y="71764"/>
                </a:lnTo>
                <a:lnTo>
                  <a:pt x="150761" y="58009"/>
                </a:lnTo>
                <a:lnTo>
                  <a:pt x="156030" y="53501"/>
                </a:lnTo>
                <a:lnTo>
                  <a:pt x="162397" y="51436"/>
                </a:lnTo>
                <a:lnTo>
                  <a:pt x="207875" y="51436"/>
                </a:lnTo>
                <a:lnTo>
                  <a:pt x="218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625016" y="4901958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79" h="283845">
                <a:moveTo>
                  <a:pt x="75251" y="74967"/>
                </a:moveTo>
                <a:lnTo>
                  <a:pt x="46869" y="95320"/>
                </a:lnTo>
                <a:lnTo>
                  <a:pt x="176640" y="276274"/>
                </a:lnTo>
                <a:lnTo>
                  <a:pt x="181717" y="280998"/>
                </a:lnTo>
                <a:lnTo>
                  <a:pt x="187993" y="283328"/>
                </a:lnTo>
                <a:lnTo>
                  <a:pt x="194684" y="283134"/>
                </a:lnTo>
                <a:lnTo>
                  <a:pt x="201007" y="280288"/>
                </a:lnTo>
                <a:lnTo>
                  <a:pt x="205731" y="275212"/>
                </a:lnTo>
                <a:lnTo>
                  <a:pt x="208061" y="268936"/>
                </a:lnTo>
                <a:lnTo>
                  <a:pt x="207867" y="262244"/>
                </a:lnTo>
                <a:lnTo>
                  <a:pt x="205021" y="255921"/>
                </a:lnTo>
                <a:lnTo>
                  <a:pt x="75251" y="74967"/>
                </a:lnTo>
                <a:close/>
              </a:path>
              <a:path w="208279" h="283845">
                <a:moveTo>
                  <a:pt x="0" y="0"/>
                </a:moveTo>
                <a:lnTo>
                  <a:pt x="18488" y="115674"/>
                </a:lnTo>
                <a:lnTo>
                  <a:pt x="46869" y="95320"/>
                </a:lnTo>
                <a:lnTo>
                  <a:pt x="36692" y="81130"/>
                </a:lnTo>
                <a:lnTo>
                  <a:pt x="33847" y="74806"/>
                </a:lnTo>
                <a:lnTo>
                  <a:pt x="53722" y="53722"/>
                </a:lnTo>
                <a:lnTo>
                  <a:pt x="101940" y="53722"/>
                </a:lnTo>
                <a:lnTo>
                  <a:pt x="0" y="0"/>
                </a:lnTo>
                <a:close/>
              </a:path>
              <a:path w="208279" h="283845">
                <a:moveTo>
                  <a:pt x="53722" y="53722"/>
                </a:moveTo>
                <a:lnTo>
                  <a:pt x="47030" y="53916"/>
                </a:lnTo>
                <a:lnTo>
                  <a:pt x="40707" y="56762"/>
                </a:lnTo>
                <a:lnTo>
                  <a:pt x="35983" y="61839"/>
                </a:lnTo>
                <a:lnTo>
                  <a:pt x="33653" y="68115"/>
                </a:lnTo>
                <a:lnTo>
                  <a:pt x="33847" y="74806"/>
                </a:lnTo>
                <a:lnTo>
                  <a:pt x="36692" y="81130"/>
                </a:lnTo>
                <a:lnTo>
                  <a:pt x="46869" y="95320"/>
                </a:lnTo>
                <a:lnTo>
                  <a:pt x="75251" y="74967"/>
                </a:lnTo>
                <a:lnTo>
                  <a:pt x="65074" y="60777"/>
                </a:lnTo>
                <a:lnTo>
                  <a:pt x="59998" y="56052"/>
                </a:lnTo>
                <a:lnTo>
                  <a:pt x="53722" y="53722"/>
                </a:lnTo>
                <a:close/>
              </a:path>
              <a:path w="208279" h="283845">
                <a:moveTo>
                  <a:pt x="101940" y="53722"/>
                </a:moveTo>
                <a:lnTo>
                  <a:pt x="53722" y="53722"/>
                </a:lnTo>
                <a:lnTo>
                  <a:pt x="59998" y="56052"/>
                </a:lnTo>
                <a:lnTo>
                  <a:pt x="65074" y="60777"/>
                </a:lnTo>
                <a:lnTo>
                  <a:pt x="75251" y="74967"/>
                </a:lnTo>
                <a:lnTo>
                  <a:pt x="103632" y="54613"/>
                </a:lnTo>
                <a:lnTo>
                  <a:pt x="101940" y="53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371650" y="5453623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38248"/>
                </a:lnTo>
                <a:lnTo>
                  <a:pt x="42744" y="246066"/>
                </a:lnTo>
                <a:lnTo>
                  <a:pt x="62033" y="246066"/>
                </a:lnTo>
                <a:lnTo>
                  <a:pt x="69851" y="238248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4637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763461" y="5462812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9850" y="104775"/>
                </a:moveTo>
                <a:lnTo>
                  <a:pt x="34925" y="104775"/>
                </a:lnTo>
                <a:lnTo>
                  <a:pt x="34925" y="229060"/>
                </a:lnTo>
                <a:lnTo>
                  <a:pt x="42743" y="236879"/>
                </a:lnTo>
                <a:lnTo>
                  <a:pt x="62031" y="236879"/>
                </a:lnTo>
                <a:lnTo>
                  <a:pt x="69849" y="229060"/>
                </a:lnTo>
                <a:lnTo>
                  <a:pt x="69850" y="104775"/>
                </a:lnTo>
                <a:close/>
              </a:path>
              <a:path w="104775" h="237489">
                <a:moveTo>
                  <a:pt x="52386" y="0"/>
                </a:moveTo>
                <a:lnTo>
                  <a:pt x="0" y="104776"/>
                </a:lnTo>
                <a:lnTo>
                  <a:pt x="34925" y="104775"/>
                </a:lnTo>
                <a:lnTo>
                  <a:pt x="34926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6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288819" y="610181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624790" y="610181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970982" y="610809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317174" y="610809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5347837" y="6104635"/>
            <a:ext cx="1181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980" algn="l"/>
                <a:tab pos="694690" algn="l"/>
                <a:tab pos="1040765" algn="l"/>
              </a:tabLst>
            </a:pPr>
            <a:r>
              <a:rPr dirty="0" baseline="1543" sz="2700">
                <a:latin typeface="Arial"/>
                <a:cs typeface="Arial"/>
              </a:rPr>
              <a:t>4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5371651" y="5748921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34924" y="104774"/>
                </a:moveTo>
                <a:lnTo>
                  <a:pt x="34923" y="362539"/>
                </a:lnTo>
                <a:lnTo>
                  <a:pt x="42741" y="370357"/>
                </a:lnTo>
                <a:lnTo>
                  <a:pt x="62030" y="370357"/>
                </a:lnTo>
                <a:lnTo>
                  <a:pt x="69848" y="362539"/>
                </a:lnTo>
                <a:lnTo>
                  <a:pt x="69849" y="104774"/>
                </a:lnTo>
                <a:lnTo>
                  <a:pt x="34924" y="104774"/>
                </a:lnTo>
                <a:close/>
              </a:path>
              <a:path w="104775" h="370839">
                <a:moveTo>
                  <a:pt x="87312" y="69849"/>
                </a:moveTo>
                <a:lnTo>
                  <a:pt x="42743" y="69849"/>
                </a:lnTo>
                <a:lnTo>
                  <a:pt x="62031" y="69850"/>
                </a:lnTo>
                <a:lnTo>
                  <a:pt x="69849" y="77668"/>
                </a:lnTo>
                <a:lnTo>
                  <a:pt x="69849" y="104774"/>
                </a:lnTo>
                <a:lnTo>
                  <a:pt x="104775" y="104775"/>
                </a:lnTo>
                <a:lnTo>
                  <a:pt x="87312" y="69849"/>
                </a:lnTo>
                <a:close/>
              </a:path>
              <a:path w="104775" h="370839">
                <a:moveTo>
                  <a:pt x="42743" y="69849"/>
                </a:moveTo>
                <a:lnTo>
                  <a:pt x="34925" y="77668"/>
                </a:lnTo>
                <a:lnTo>
                  <a:pt x="34924" y="104774"/>
                </a:lnTo>
                <a:lnTo>
                  <a:pt x="69849" y="104774"/>
                </a:lnTo>
                <a:lnTo>
                  <a:pt x="69849" y="77668"/>
                </a:lnTo>
                <a:lnTo>
                  <a:pt x="62031" y="69850"/>
                </a:lnTo>
                <a:lnTo>
                  <a:pt x="42743" y="69849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4"/>
                </a:lnTo>
                <a:lnTo>
                  <a:pt x="34924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742761" y="5748921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5" h="370204">
                <a:moveTo>
                  <a:pt x="39465" y="100758"/>
                </a:moveTo>
                <a:lnTo>
                  <a:pt x="0" y="350165"/>
                </a:lnTo>
                <a:lnTo>
                  <a:pt x="292" y="357093"/>
                </a:lnTo>
                <a:lnTo>
                  <a:pt x="3121" y="363161"/>
                </a:lnTo>
                <a:lnTo>
                  <a:pt x="8019" y="367725"/>
                </a:lnTo>
                <a:lnTo>
                  <a:pt x="14518" y="370142"/>
                </a:lnTo>
                <a:lnTo>
                  <a:pt x="21446" y="369849"/>
                </a:lnTo>
                <a:lnTo>
                  <a:pt x="27514" y="367020"/>
                </a:lnTo>
                <a:lnTo>
                  <a:pt x="32077" y="362123"/>
                </a:lnTo>
                <a:lnTo>
                  <a:pt x="34495" y="355624"/>
                </a:lnTo>
                <a:lnTo>
                  <a:pt x="73960" y="106216"/>
                </a:lnTo>
                <a:lnTo>
                  <a:pt x="39465" y="100758"/>
                </a:lnTo>
                <a:close/>
              </a:path>
              <a:path w="108585" h="370204">
                <a:moveTo>
                  <a:pt x="94938" y="68991"/>
                </a:moveTo>
                <a:lnTo>
                  <a:pt x="62171" y="68991"/>
                </a:lnTo>
                <a:lnTo>
                  <a:pt x="68670" y="71409"/>
                </a:lnTo>
                <a:lnTo>
                  <a:pt x="73567" y="75973"/>
                </a:lnTo>
                <a:lnTo>
                  <a:pt x="76396" y="82040"/>
                </a:lnTo>
                <a:lnTo>
                  <a:pt x="76690" y="88968"/>
                </a:lnTo>
                <a:lnTo>
                  <a:pt x="73960" y="106216"/>
                </a:lnTo>
                <a:lnTo>
                  <a:pt x="108456" y="111675"/>
                </a:lnTo>
                <a:lnTo>
                  <a:pt x="94938" y="68991"/>
                </a:lnTo>
                <a:close/>
              </a:path>
              <a:path w="108585" h="370204">
                <a:moveTo>
                  <a:pt x="62171" y="68991"/>
                </a:moveTo>
                <a:lnTo>
                  <a:pt x="39465" y="100758"/>
                </a:lnTo>
                <a:lnTo>
                  <a:pt x="73960" y="106216"/>
                </a:lnTo>
                <a:lnTo>
                  <a:pt x="76690" y="88968"/>
                </a:lnTo>
                <a:lnTo>
                  <a:pt x="76396" y="82040"/>
                </a:lnTo>
                <a:lnTo>
                  <a:pt x="73567" y="75973"/>
                </a:lnTo>
                <a:lnTo>
                  <a:pt x="68670" y="71409"/>
                </a:lnTo>
                <a:lnTo>
                  <a:pt x="62171" y="68991"/>
                </a:lnTo>
                <a:close/>
              </a:path>
              <a:path w="108585" h="370204">
                <a:moveTo>
                  <a:pt x="73087" y="0"/>
                </a:moveTo>
                <a:lnTo>
                  <a:pt x="4969" y="95299"/>
                </a:lnTo>
                <a:lnTo>
                  <a:pt x="39465" y="100758"/>
                </a:lnTo>
                <a:lnTo>
                  <a:pt x="42194" y="83510"/>
                </a:lnTo>
                <a:lnTo>
                  <a:pt x="44611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815849" y="5748921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8" y="70502"/>
                </a:moveTo>
                <a:lnTo>
                  <a:pt x="52288" y="92459"/>
                </a:lnTo>
                <a:lnTo>
                  <a:pt x="276772" y="370152"/>
                </a:lnTo>
                <a:lnTo>
                  <a:pt x="282112" y="374575"/>
                </a:lnTo>
                <a:lnTo>
                  <a:pt x="288512" y="376539"/>
                </a:lnTo>
                <a:lnTo>
                  <a:pt x="295181" y="375960"/>
                </a:lnTo>
                <a:lnTo>
                  <a:pt x="301330" y="372754"/>
                </a:lnTo>
                <a:lnTo>
                  <a:pt x="305753" y="367413"/>
                </a:lnTo>
                <a:lnTo>
                  <a:pt x="307717" y="361013"/>
                </a:lnTo>
                <a:lnTo>
                  <a:pt x="307138" y="354344"/>
                </a:lnTo>
                <a:lnTo>
                  <a:pt x="303932" y="348195"/>
                </a:lnTo>
                <a:lnTo>
                  <a:pt x="79448" y="70502"/>
                </a:lnTo>
                <a:close/>
              </a:path>
              <a:path w="307975" h="376554">
                <a:moveTo>
                  <a:pt x="0" y="0"/>
                </a:moveTo>
                <a:lnTo>
                  <a:pt x="25128" y="114415"/>
                </a:lnTo>
                <a:lnTo>
                  <a:pt x="52288" y="92459"/>
                </a:lnTo>
                <a:lnTo>
                  <a:pt x="41310" y="78878"/>
                </a:lnTo>
                <a:lnTo>
                  <a:pt x="38104" y="72730"/>
                </a:lnTo>
                <a:lnTo>
                  <a:pt x="56730" y="50535"/>
                </a:lnTo>
                <a:lnTo>
                  <a:pt x="104148" y="50535"/>
                </a:lnTo>
                <a:lnTo>
                  <a:pt x="106608" y="48546"/>
                </a:lnTo>
                <a:lnTo>
                  <a:pt x="0" y="0"/>
                </a:lnTo>
                <a:close/>
              </a:path>
              <a:path w="307975" h="376554">
                <a:moveTo>
                  <a:pt x="56730" y="50535"/>
                </a:moveTo>
                <a:lnTo>
                  <a:pt x="50061" y="51114"/>
                </a:lnTo>
                <a:lnTo>
                  <a:pt x="43912" y="54320"/>
                </a:lnTo>
                <a:lnTo>
                  <a:pt x="39489" y="59661"/>
                </a:lnTo>
                <a:lnTo>
                  <a:pt x="37525" y="66060"/>
                </a:lnTo>
                <a:lnTo>
                  <a:pt x="38104" y="72730"/>
                </a:lnTo>
                <a:lnTo>
                  <a:pt x="41310" y="78878"/>
                </a:lnTo>
                <a:lnTo>
                  <a:pt x="52288" y="92459"/>
                </a:lnTo>
                <a:lnTo>
                  <a:pt x="79448" y="70502"/>
                </a:lnTo>
                <a:lnTo>
                  <a:pt x="68470" y="56922"/>
                </a:lnTo>
                <a:lnTo>
                  <a:pt x="63130" y="52499"/>
                </a:lnTo>
                <a:lnTo>
                  <a:pt x="56730" y="50535"/>
                </a:lnTo>
                <a:close/>
              </a:path>
              <a:path w="307975" h="376554">
                <a:moveTo>
                  <a:pt x="104148" y="50535"/>
                </a:moveTo>
                <a:lnTo>
                  <a:pt x="56730" y="50535"/>
                </a:lnTo>
                <a:lnTo>
                  <a:pt x="63130" y="52499"/>
                </a:lnTo>
                <a:lnTo>
                  <a:pt x="68470" y="56922"/>
                </a:lnTo>
                <a:lnTo>
                  <a:pt x="79448" y="70502"/>
                </a:lnTo>
                <a:lnTo>
                  <a:pt x="104148" y="50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815849" y="5748921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2" y="36280"/>
                </a:moveTo>
                <a:lnTo>
                  <a:pt x="82669" y="66697"/>
                </a:lnTo>
                <a:lnTo>
                  <a:pt x="627962" y="374382"/>
                </a:lnTo>
                <a:lnTo>
                  <a:pt x="634557" y="376527"/>
                </a:lnTo>
                <a:lnTo>
                  <a:pt x="641230" y="375995"/>
                </a:lnTo>
                <a:lnTo>
                  <a:pt x="647217" y="373000"/>
                </a:lnTo>
                <a:lnTo>
                  <a:pt x="651752" y="367755"/>
                </a:lnTo>
                <a:lnTo>
                  <a:pt x="653897" y="361161"/>
                </a:lnTo>
                <a:lnTo>
                  <a:pt x="653366" y="354487"/>
                </a:lnTo>
                <a:lnTo>
                  <a:pt x="650371" y="348500"/>
                </a:lnTo>
                <a:lnTo>
                  <a:pt x="645125" y="343965"/>
                </a:lnTo>
                <a:lnTo>
                  <a:pt x="99832" y="36280"/>
                </a:lnTo>
                <a:close/>
              </a:path>
              <a:path w="654050" h="376554">
                <a:moveTo>
                  <a:pt x="0" y="0"/>
                </a:moveTo>
                <a:lnTo>
                  <a:pt x="65506" y="97114"/>
                </a:lnTo>
                <a:lnTo>
                  <a:pt x="82669" y="66697"/>
                </a:lnTo>
                <a:lnTo>
                  <a:pt x="67461" y="58115"/>
                </a:lnTo>
                <a:lnTo>
                  <a:pt x="62215" y="53580"/>
                </a:lnTo>
                <a:lnTo>
                  <a:pt x="59220" y="47593"/>
                </a:lnTo>
                <a:lnTo>
                  <a:pt x="58688" y="40919"/>
                </a:lnTo>
                <a:lnTo>
                  <a:pt x="60834" y="34325"/>
                </a:lnTo>
                <a:lnTo>
                  <a:pt x="65369" y="29080"/>
                </a:lnTo>
                <a:lnTo>
                  <a:pt x="71356" y="26085"/>
                </a:lnTo>
                <a:lnTo>
                  <a:pt x="78029" y="25553"/>
                </a:lnTo>
                <a:lnTo>
                  <a:pt x="105885" y="25553"/>
                </a:lnTo>
                <a:lnTo>
                  <a:pt x="116996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9" y="25553"/>
                </a:moveTo>
                <a:lnTo>
                  <a:pt x="71356" y="26085"/>
                </a:lnTo>
                <a:lnTo>
                  <a:pt x="65369" y="29080"/>
                </a:lnTo>
                <a:lnTo>
                  <a:pt x="60834" y="34325"/>
                </a:lnTo>
                <a:lnTo>
                  <a:pt x="58688" y="40919"/>
                </a:lnTo>
                <a:lnTo>
                  <a:pt x="59220" y="47593"/>
                </a:lnTo>
                <a:lnTo>
                  <a:pt x="62215" y="53580"/>
                </a:lnTo>
                <a:lnTo>
                  <a:pt x="67461" y="58115"/>
                </a:lnTo>
                <a:lnTo>
                  <a:pt x="82669" y="66697"/>
                </a:lnTo>
                <a:lnTo>
                  <a:pt x="99832" y="36280"/>
                </a:lnTo>
                <a:lnTo>
                  <a:pt x="84623" y="27698"/>
                </a:lnTo>
                <a:lnTo>
                  <a:pt x="78029" y="25553"/>
                </a:lnTo>
                <a:close/>
              </a:path>
              <a:path w="654050" h="376554">
                <a:moveTo>
                  <a:pt x="105885" y="25553"/>
                </a:moveTo>
                <a:lnTo>
                  <a:pt x="78029" y="25553"/>
                </a:lnTo>
                <a:lnTo>
                  <a:pt x="84623" y="27698"/>
                </a:lnTo>
                <a:lnTo>
                  <a:pt x="99832" y="36280"/>
                </a:lnTo>
                <a:lnTo>
                  <a:pt x="105885" y="25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489798" y="483526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6" y="0"/>
                </a:lnTo>
                <a:lnTo>
                  <a:pt x="270436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489798" y="483526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288819" y="568222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288819" y="568222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680631" y="568222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6" y="0"/>
                </a:lnTo>
                <a:lnTo>
                  <a:pt x="270436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680631" y="568222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634412" y="4298820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20"/>
                </a:lnTo>
                <a:lnTo>
                  <a:pt x="244346" y="234417"/>
                </a:lnTo>
                <a:lnTo>
                  <a:pt x="263542" y="193961"/>
                </a:lnTo>
                <a:lnTo>
                  <a:pt x="270436" y="147378"/>
                </a:lnTo>
                <a:lnTo>
                  <a:pt x="263542" y="100795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7693430" y="42971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717242" y="4593576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42911"/>
                </a:lnTo>
                <a:lnTo>
                  <a:pt x="42744" y="250731"/>
                </a:lnTo>
                <a:lnTo>
                  <a:pt x="62033" y="250729"/>
                </a:lnTo>
                <a:lnTo>
                  <a:pt x="69851" y="242911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50825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173141" y="515963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59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20"/>
                </a:lnTo>
                <a:lnTo>
                  <a:pt x="244346" y="234417"/>
                </a:lnTo>
                <a:lnTo>
                  <a:pt x="263542" y="193961"/>
                </a:lnTo>
                <a:lnTo>
                  <a:pt x="270436" y="147378"/>
                </a:lnTo>
                <a:lnTo>
                  <a:pt x="263542" y="100795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641963" y="515963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20"/>
                </a:lnTo>
                <a:lnTo>
                  <a:pt x="244347" y="234417"/>
                </a:lnTo>
                <a:lnTo>
                  <a:pt x="263542" y="193961"/>
                </a:lnTo>
                <a:lnTo>
                  <a:pt x="270436" y="147378"/>
                </a:lnTo>
                <a:lnTo>
                  <a:pt x="263542" y="100795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7232160" y="5156708"/>
            <a:ext cx="621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330" algn="l"/>
              </a:tabLst>
            </a:pPr>
            <a:r>
              <a:rPr dirty="0" sz="1800">
                <a:latin typeface="Arial"/>
                <a:cs typeface="Arial"/>
              </a:rPr>
              <a:t>1	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7291026" y="4893537"/>
            <a:ext cx="478790" cy="283845"/>
          </a:xfrm>
          <a:custGeom>
            <a:avLst/>
            <a:gdLst/>
            <a:ahLst/>
            <a:cxnLst/>
            <a:rect l="l" t="t" r="r" b="b"/>
            <a:pathLst>
              <a:path w="478790" h="283845">
                <a:moveTo>
                  <a:pt x="379121" y="37228"/>
                </a:moveTo>
                <a:lnTo>
                  <a:pt x="8607" y="250972"/>
                </a:lnTo>
                <a:lnTo>
                  <a:pt x="3405" y="255557"/>
                </a:lnTo>
                <a:lnTo>
                  <a:pt x="468" y="261572"/>
                </a:lnTo>
                <a:lnTo>
                  <a:pt x="0" y="268250"/>
                </a:lnTo>
                <a:lnTo>
                  <a:pt x="2207" y="274824"/>
                </a:lnTo>
                <a:lnTo>
                  <a:pt x="6793" y="280026"/>
                </a:lnTo>
                <a:lnTo>
                  <a:pt x="12808" y="282964"/>
                </a:lnTo>
                <a:lnTo>
                  <a:pt x="19486" y="283432"/>
                </a:lnTo>
                <a:lnTo>
                  <a:pt x="26059" y="281224"/>
                </a:lnTo>
                <a:lnTo>
                  <a:pt x="396574" y="67481"/>
                </a:lnTo>
                <a:lnTo>
                  <a:pt x="379121" y="37228"/>
                </a:lnTo>
                <a:close/>
              </a:path>
              <a:path w="478790" h="283845">
                <a:moveTo>
                  <a:pt x="461229" y="26295"/>
                </a:moveTo>
                <a:lnTo>
                  <a:pt x="400821" y="26295"/>
                </a:lnTo>
                <a:lnTo>
                  <a:pt x="407499" y="26763"/>
                </a:lnTo>
                <a:lnTo>
                  <a:pt x="413514" y="29701"/>
                </a:lnTo>
                <a:lnTo>
                  <a:pt x="418099" y="34903"/>
                </a:lnTo>
                <a:lnTo>
                  <a:pt x="420307" y="41476"/>
                </a:lnTo>
                <a:lnTo>
                  <a:pt x="419839" y="48154"/>
                </a:lnTo>
                <a:lnTo>
                  <a:pt x="416901" y="54169"/>
                </a:lnTo>
                <a:lnTo>
                  <a:pt x="411700" y="58755"/>
                </a:lnTo>
                <a:lnTo>
                  <a:pt x="396574" y="67481"/>
                </a:lnTo>
                <a:lnTo>
                  <a:pt x="414025" y="97732"/>
                </a:lnTo>
                <a:lnTo>
                  <a:pt x="461229" y="26295"/>
                </a:lnTo>
                <a:close/>
              </a:path>
              <a:path w="478790" h="283845">
                <a:moveTo>
                  <a:pt x="400821" y="26295"/>
                </a:moveTo>
                <a:lnTo>
                  <a:pt x="394248" y="28502"/>
                </a:lnTo>
                <a:lnTo>
                  <a:pt x="379121" y="37228"/>
                </a:lnTo>
                <a:lnTo>
                  <a:pt x="396574" y="67481"/>
                </a:lnTo>
                <a:lnTo>
                  <a:pt x="411700" y="58755"/>
                </a:lnTo>
                <a:lnTo>
                  <a:pt x="416901" y="54169"/>
                </a:lnTo>
                <a:lnTo>
                  <a:pt x="419839" y="48154"/>
                </a:lnTo>
                <a:lnTo>
                  <a:pt x="420307" y="41476"/>
                </a:lnTo>
                <a:lnTo>
                  <a:pt x="418099" y="34903"/>
                </a:lnTo>
                <a:lnTo>
                  <a:pt x="413514" y="29701"/>
                </a:lnTo>
                <a:lnTo>
                  <a:pt x="407499" y="26763"/>
                </a:lnTo>
                <a:lnTo>
                  <a:pt x="400821" y="26295"/>
                </a:lnTo>
                <a:close/>
              </a:path>
              <a:path w="478790" h="283845">
                <a:moveTo>
                  <a:pt x="478604" y="0"/>
                </a:moveTo>
                <a:lnTo>
                  <a:pt x="361670" y="6977"/>
                </a:lnTo>
                <a:lnTo>
                  <a:pt x="379121" y="37228"/>
                </a:lnTo>
                <a:lnTo>
                  <a:pt x="394248" y="28502"/>
                </a:lnTo>
                <a:lnTo>
                  <a:pt x="400821" y="26295"/>
                </a:lnTo>
                <a:lnTo>
                  <a:pt x="461229" y="26295"/>
                </a:lnTo>
                <a:lnTo>
                  <a:pt x="478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720235" y="4893537"/>
            <a:ext cx="104775" cy="283845"/>
          </a:xfrm>
          <a:custGeom>
            <a:avLst/>
            <a:gdLst/>
            <a:ahLst/>
            <a:cxnLst/>
            <a:rect l="l" t="t" r="r" b="b"/>
            <a:pathLst>
              <a:path w="104775" h="283845">
                <a:moveTo>
                  <a:pt x="69822" y="104236"/>
                </a:moveTo>
                <a:lnTo>
                  <a:pt x="34910" y="105227"/>
                </a:lnTo>
                <a:lnTo>
                  <a:pt x="39763" y="276233"/>
                </a:lnTo>
                <a:lnTo>
                  <a:pt x="47801" y="283827"/>
                </a:lnTo>
                <a:lnTo>
                  <a:pt x="67081" y="283279"/>
                </a:lnTo>
                <a:lnTo>
                  <a:pt x="74674" y="275243"/>
                </a:lnTo>
                <a:lnTo>
                  <a:pt x="69822" y="104236"/>
                </a:lnTo>
                <a:close/>
              </a:path>
              <a:path w="104775" h="283845">
                <a:moveTo>
                  <a:pt x="49394" y="0"/>
                </a:moveTo>
                <a:lnTo>
                  <a:pt x="0" y="106218"/>
                </a:lnTo>
                <a:lnTo>
                  <a:pt x="34910" y="105227"/>
                </a:lnTo>
                <a:lnTo>
                  <a:pt x="34141" y="78131"/>
                </a:lnTo>
                <a:lnTo>
                  <a:pt x="41734" y="70095"/>
                </a:lnTo>
                <a:lnTo>
                  <a:pt x="61015" y="69547"/>
                </a:lnTo>
                <a:lnTo>
                  <a:pt x="86671" y="69547"/>
                </a:lnTo>
                <a:lnTo>
                  <a:pt x="49394" y="0"/>
                </a:lnTo>
                <a:close/>
              </a:path>
              <a:path w="104775" h="283845">
                <a:moveTo>
                  <a:pt x="61015" y="69547"/>
                </a:moveTo>
                <a:lnTo>
                  <a:pt x="41734" y="70095"/>
                </a:lnTo>
                <a:lnTo>
                  <a:pt x="34141" y="78131"/>
                </a:lnTo>
                <a:lnTo>
                  <a:pt x="34910" y="105227"/>
                </a:lnTo>
                <a:lnTo>
                  <a:pt x="69822" y="104236"/>
                </a:lnTo>
                <a:lnTo>
                  <a:pt x="69052" y="77141"/>
                </a:lnTo>
                <a:lnTo>
                  <a:pt x="61015" y="69547"/>
                </a:lnTo>
                <a:close/>
              </a:path>
              <a:path w="104775" h="283845">
                <a:moveTo>
                  <a:pt x="86671" y="69547"/>
                </a:moveTo>
                <a:lnTo>
                  <a:pt x="61015" y="69547"/>
                </a:lnTo>
                <a:lnTo>
                  <a:pt x="69052" y="77141"/>
                </a:lnTo>
                <a:lnTo>
                  <a:pt x="69822" y="104236"/>
                </a:lnTo>
                <a:lnTo>
                  <a:pt x="104733" y="103245"/>
                </a:lnTo>
                <a:lnTo>
                  <a:pt x="86671" y="695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255972" y="5454391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3" y="229220"/>
                </a:lnTo>
                <a:lnTo>
                  <a:pt x="42741" y="237038"/>
                </a:lnTo>
                <a:lnTo>
                  <a:pt x="62030" y="237038"/>
                </a:lnTo>
                <a:lnTo>
                  <a:pt x="69848" y="229220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52387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777181" y="5454391"/>
            <a:ext cx="146685" cy="236854"/>
          </a:xfrm>
          <a:custGeom>
            <a:avLst/>
            <a:gdLst/>
            <a:ahLst/>
            <a:cxnLst/>
            <a:rect l="l" t="t" r="r" b="b"/>
            <a:pathLst>
              <a:path w="146684" h="236854">
                <a:moveTo>
                  <a:pt x="68114" y="81505"/>
                </a:moveTo>
                <a:lnTo>
                  <a:pt x="113793" y="228257"/>
                </a:lnTo>
                <a:lnTo>
                  <a:pt x="131137" y="236731"/>
                </a:lnTo>
                <a:lnTo>
                  <a:pt x="137693" y="234473"/>
                </a:lnTo>
                <a:lnTo>
                  <a:pt x="142860" y="229847"/>
                </a:lnTo>
                <a:lnTo>
                  <a:pt x="145751" y="223809"/>
                </a:lnTo>
                <a:lnTo>
                  <a:pt x="146167" y="217128"/>
                </a:lnTo>
                <a:lnTo>
                  <a:pt x="143908" y="210572"/>
                </a:lnTo>
                <a:lnTo>
                  <a:pt x="68114" y="81505"/>
                </a:lnTo>
                <a:close/>
              </a:path>
              <a:path w="146684" h="236854">
                <a:moveTo>
                  <a:pt x="0" y="0"/>
                </a:moveTo>
                <a:lnTo>
                  <a:pt x="7882" y="116876"/>
                </a:lnTo>
                <a:lnTo>
                  <a:pt x="37999" y="99190"/>
                </a:lnTo>
                <a:lnTo>
                  <a:pt x="29156" y="84132"/>
                </a:lnTo>
                <a:lnTo>
                  <a:pt x="26897" y="77576"/>
                </a:lnTo>
                <a:lnTo>
                  <a:pt x="27313" y="70895"/>
                </a:lnTo>
                <a:lnTo>
                  <a:pt x="30204" y="64857"/>
                </a:lnTo>
                <a:lnTo>
                  <a:pt x="35370" y="60232"/>
                </a:lnTo>
                <a:lnTo>
                  <a:pt x="41927" y="57973"/>
                </a:lnTo>
                <a:lnTo>
                  <a:pt x="89231" y="57973"/>
                </a:lnTo>
                <a:lnTo>
                  <a:pt x="0" y="0"/>
                </a:lnTo>
                <a:close/>
              </a:path>
              <a:path w="146684" h="236854">
                <a:moveTo>
                  <a:pt x="41927" y="57973"/>
                </a:moveTo>
                <a:lnTo>
                  <a:pt x="35370" y="60232"/>
                </a:lnTo>
                <a:lnTo>
                  <a:pt x="30204" y="64857"/>
                </a:lnTo>
                <a:lnTo>
                  <a:pt x="27313" y="70895"/>
                </a:lnTo>
                <a:lnTo>
                  <a:pt x="26897" y="77576"/>
                </a:lnTo>
                <a:lnTo>
                  <a:pt x="29156" y="84132"/>
                </a:lnTo>
                <a:lnTo>
                  <a:pt x="37999" y="99190"/>
                </a:lnTo>
                <a:lnTo>
                  <a:pt x="68114" y="81505"/>
                </a:lnTo>
                <a:lnTo>
                  <a:pt x="59272" y="66447"/>
                </a:lnTo>
                <a:lnTo>
                  <a:pt x="54646" y="61281"/>
                </a:lnTo>
                <a:lnTo>
                  <a:pt x="48608" y="58389"/>
                </a:lnTo>
                <a:lnTo>
                  <a:pt x="41927" y="57973"/>
                </a:lnTo>
                <a:close/>
              </a:path>
              <a:path w="146684" h="236854">
                <a:moveTo>
                  <a:pt x="89231" y="57973"/>
                </a:moveTo>
                <a:lnTo>
                  <a:pt x="41927" y="57973"/>
                </a:lnTo>
                <a:lnTo>
                  <a:pt x="48608" y="58389"/>
                </a:lnTo>
                <a:lnTo>
                  <a:pt x="54646" y="61281"/>
                </a:lnTo>
                <a:lnTo>
                  <a:pt x="59272" y="66447"/>
                </a:lnTo>
                <a:lnTo>
                  <a:pt x="68114" y="81505"/>
                </a:lnTo>
                <a:lnTo>
                  <a:pt x="98230" y="63820"/>
                </a:lnTo>
                <a:lnTo>
                  <a:pt x="89231" y="57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997640" y="610809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714973" y="609339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7773992" y="60893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8037104" y="610046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8096122" y="60985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115411" y="5740659"/>
            <a:ext cx="195580" cy="385445"/>
          </a:xfrm>
          <a:custGeom>
            <a:avLst/>
            <a:gdLst/>
            <a:ahLst/>
            <a:cxnLst/>
            <a:rect l="l" t="t" r="r" b="b"/>
            <a:pathLst>
              <a:path w="195579" h="385445">
                <a:moveTo>
                  <a:pt x="132032" y="87017"/>
                </a:moveTo>
                <a:lnTo>
                  <a:pt x="1691" y="359909"/>
                </a:lnTo>
                <a:lnTo>
                  <a:pt x="0" y="366634"/>
                </a:lnTo>
                <a:lnTo>
                  <a:pt x="984" y="373256"/>
                </a:lnTo>
                <a:lnTo>
                  <a:pt x="4380" y="379025"/>
                </a:lnTo>
                <a:lnTo>
                  <a:pt x="9922" y="383193"/>
                </a:lnTo>
                <a:lnTo>
                  <a:pt x="16646" y="384884"/>
                </a:lnTo>
                <a:lnTo>
                  <a:pt x="23268" y="383899"/>
                </a:lnTo>
                <a:lnTo>
                  <a:pt x="29038" y="380504"/>
                </a:lnTo>
                <a:lnTo>
                  <a:pt x="33206" y="374962"/>
                </a:lnTo>
                <a:lnTo>
                  <a:pt x="163547" y="102070"/>
                </a:lnTo>
                <a:lnTo>
                  <a:pt x="132032" y="87017"/>
                </a:lnTo>
                <a:close/>
              </a:path>
              <a:path w="195579" h="385445">
                <a:moveTo>
                  <a:pt x="194054" y="61338"/>
                </a:moveTo>
                <a:lnTo>
                  <a:pt x="156117" y="61338"/>
                </a:lnTo>
                <a:lnTo>
                  <a:pt x="162842" y="63029"/>
                </a:lnTo>
                <a:lnTo>
                  <a:pt x="168384" y="67197"/>
                </a:lnTo>
                <a:lnTo>
                  <a:pt x="171780" y="72966"/>
                </a:lnTo>
                <a:lnTo>
                  <a:pt x="172764" y="79588"/>
                </a:lnTo>
                <a:lnTo>
                  <a:pt x="171073" y="86313"/>
                </a:lnTo>
                <a:lnTo>
                  <a:pt x="163547" y="102070"/>
                </a:lnTo>
                <a:lnTo>
                  <a:pt x="195062" y="117122"/>
                </a:lnTo>
                <a:lnTo>
                  <a:pt x="194054" y="61338"/>
                </a:lnTo>
                <a:close/>
              </a:path>
              <a:path w="195579" h="385445">
                <a:moveTo>
                  <a:pt x="156117" y="61338"/>
                </a:moveTo>
                <a:lnTo>
                  <a:pt x="149495" y="62322"/>
                </a:lnTo>
                <a:lnTo>
                  <a:pt x="143726" y="65718"/>
                </a:lnTo>
                <a:lnTo>
                  <a:pt x="139558" y="71260"/>
                </a:lnTo>
                <a:lnTo>
                  <a:pt x="132032" y="87017"/>
                </a:lnTo>
                <a:lnTo>
                  <a:pt x="163547" y="102070"/>
                </a:lnTo>
                <a:lnTo>
                  <a:pt x="171073" y="86313"/>
                </a:lnTo>
                <a:lnTo>
                  <a:pt x="172764" y="79588"/>
                </a:lnTo>
                <a:lnTo>
                  <a:pt x="171780" y="72966"/>
                </a:lnTo>
                <a:lnTo>
                  <a:pt x="168384" y="67197"/>
                </a:lnTo>
                <a:lnTo>
                  <a:pt x="162842" y="63029"/>
                </a:lnTo>
                <a:lnTo>
                  <a:pt x="156117" y="61338"/>
                </a:lnTo>
                <a:close/>
              </a:path>
              <a:path w="195579" h="385445">
                <a:moveTo>
                  <a:pt x="192946" y="0"/>
                </a:moveTo>
                <a:lnTo>
                  <a:pt x="100517" y="71965"/>
                </a:lnTo>
                <a:lnTo>
                  <a:pt x="132032" y="87017"/>
                </a:lnTo>
                <a:lnTo>
                  <a:pt x="139558" y="71260"/>
                </a:lnTo>
                <a:lnTo>
                  <a:pt x="143726" y="65718"/>
                </a:lnTo>
                <a:lnTo>
                  <a:pt x="149495" y="62322"/>
                </a:lnTo>
                <a:lnTo>
                  <a:pt x="156117" y="61338"/>
                </a:lnTo>
                <a:lnTo>
                  <a:pt x="194054" y="61338"/>
                </a:lnTo>
                <a:lnTo>
                  <a:pt x="192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7832943" y="5740499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4" h="370204">
                <a:moveTo>
                  <a:pt x="39465" y="100758"/>
                </a:moveTo>
                <a:lnTo>
                  <a:pt x="0" y="350165"/>
                </a:lnTo>
                <a:lnTo>
                  <a:pt x="293" y="357093"/>
                </a:lnTo>
                <a:lnTo>
                  <a:pt x="3122" y="363161"/>
                </a:lnTo>
                <a:lnTo>
                  <a:pt x="8019" y="367725"/>
                </a:lnTo>
                <a:lnTo>
                  <a:pt x="14518" y="370142"/>
                </a:lnTo>
                <a:lnTo>
                  <a:pt x="21447" y="369849"/>
                </a:lnTo>
                <a:lnTo>
                  <a:pt x="27514" y="367020"/>
                </a:lnTo>
                <a:lnTo>
                  <a:pt x="32078" y="362123"/>
                </a:lnTo>
                <a:lnTo>
                  <a:pt x="34495" y="355624"/>
                </a:lnTo>
                <a:lnTo>
                  <a:pt x="73960" y="106216"/>
                </a:lnTo>
                <a:lnTo>
                  <a:pt x="39465" y="100758"/>
                </a:lnTo>
                <a:close/>
              </a:path>
              <a:path w="108584" h="370204">
                <a:moveTo>
                  <a:pt x="94938" y="68991"/>
                </a:moveTo>
                <a:lnTo>
                  <a:pt x="62171" y="68991"/>
                </a:lnTo>
                <a:lnTo>
                  <a:pt x="68671" y="71409"/>
                </a:lnTo>
                <a:lnTo>
                  <a:pt x="73568" y="75973"/>
                </a:lnTo>
                <a:lnTo>
                  <a:pt x="76397" y="82040"/>
                </a:lnTo>
                <a:lnTo>
                  <a:pt x="76690" y="88968"/>
                </a:lnTo>
                <a:lnTo>
                  <a:pt x="73960" y="106216"/>
                </a:lnTo>
                <a:lnTo>
                  <a:pt x="108456" y="111675"/>
                </a:lnTo>
                <a:lnTo>
                  <a:pt x="94938" y="68991"/>
                </a:lnTo>
                <a:close/>
              </a:path>
              <a:path w="108584" h="370204">
                <a:moveTo>
                  <a:pt x="62171" y="68991"/>
                </a:moveTo>
                <a:lnTo>
                  <a:pt x="39465" y="100758"/>
                </a:lnTo>
                <a:lnTo>
                  <a:pt x="73960" y="106216"/>
                </a:lnTo>
                <a:lnTo>
                  <a:pt x="76690" y="88968"/>
                </a:lnTo>
                <a:lnTo>
                  <a:pt x="76397" y="82040"/>
                </a:lnTo>
                <a:lnTo>
                  <a:pt x="73568" y="75973"/>
                </a:lnTo>
                <a:lnTo>
                  <a:pt x="68671" y="71409"/>
                </a:lnTo>
                <a:lnTo>
                  <a:pt x="62171" y="68991"/>
                </a:lnTo>
                <a:close/>
              </a:path>
              <a:path w="108584" h="370204">
                <a:moveTo>
                  <a:pt x="73088" y="0"/>
                </a:moveTo>
                <a:lnTo>
                  <a:pt x="4969" y="95299"/>
                </a:lnTo>
                <a:lnTo>
                  <a:pt x="39465" y="100758"/>
                </a:lnTo>
                <a:lnTo>
                  <a:pt x="42194" y="83510"/>
                </a:lnTo>
                <a:lnTo>
                  <a:pt x="44612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7906032" y="5740498"/>
            <a:ext cx="283845" cy="377825"/>
          </a:xfrm>
          <a:custGeom>
            <a:avLst/>
            <a:gdLst/>
            <a:ahLst/>
            <a:cxnLst/>
            <a:rect l="l" t="t" r="r" b="b"/>
            <a:pathLst>
              <a:path w="283845" h="377825">
                <a:moveTo>
                  <a:pt x="76350" y="73846"/>
                </a:moveTo>
                <a:lnTo>
                  <a:pt x="48273" y="94617"/>
                </a:lnTo>
                <a:lnTo>
                  <a:pt x="252251" y="370352"/>
                </a:lnTo>
                <a:lnTo>
                  <a:pt x="257397" y="375000"/>
                </a:lnTo>
                <a:lnTo>
                  <a:pt x="263707" y="377237"/>
                </a:lnTo>
                <a:lnTo>
                  <a:pt x="270395" y="376944"/>
                </a:lnTo>
                <a:lnTo>
                  <a:pt x="276675" y="374005"/>
                </a:lnTo>
                <a:lnTo>
                  <a:pt x="281324" y="368860"/>
                </a:lnTo>
                <a:lnTo>
                  <a:pt x="283560" y="362550"/>
                </a:lnTo>
                <a:lnTo>
                  <a:pt x="283268" y="355862"/>
                </a:lnTo>
                <a:lnTo>
                  <a:pt x="280329" y="349581"/>
                </a:lnTo>
                <a:lnTo>
                  <a:pt x="76350" y="73846"/>
                </a:lnTo>
                <a:close/>
              </a:path>
              <a:path w="283845" h="377825">
                <a:moveTo>
                  <a:pt x="0" y="0"/>
                </a:moveTo>
                <a:lnTo>
                  <a:pt x="20195" y="115388"/>
                </a:lnTo>
                <a:lnTo>
                  <a:pt x="48273" y="94617"/>
                </a:lnTo>
                <a:lnTo>
                  <a:pt x="37887" y="80578"/>
                </a:lnTo>
                <a:lnTo>
                  <a:pt x="34948" y="74298"/>
                </a:lnTo>
                <a:lnTo>
                  <a:pt x="54509" y="52923"/>
                </a:lnTo>
                <a:lnTo>
                  <a:pt x="104125" y="52923"/>
                </a:lnTo>
                <a:lnTo>
                  <a:pt x="0" y="0"/>
                </a:lnTo>
                <a:close/>
              </a:path>
              <a:path w="283845" h="377825">
                <a:moveTo>
                  <a:pt x="54509" y="52923"/>
                </a:moveTo>
                <a:lnTo>
                  <a:pt x="47821" y="53215"/>
                </a:lnTo>
                <a:lnTo>
                  <a:pt x="41540" y="56154"/>
                </a:lnTo>
                <a:lnTo>
                  <a:pt x="36892" y="61300"/>
                </a:lnTo>
                <a:lnTo>
                  <a:pt x="34655" y="67610"/>
                </a:lnTo>
                <a:lnTo>
                  <a:pt x="34948" y="74298"/>
                </a:lnTo>
                <a:lnTo>
                  <a:pt x="37887" y="80578"/>
                </a:lnTo>
                <a:lnTo>
                  <a:pt x="48273" y="94617"/>
                </a:lnTo>
                <a:lnTo>
                  <a:pt x="76350" y="73846"/>
                </a:lnTo>
                <a:lnTo>
                  <a:pt x="65965" y="59808"/>
                </a:lnTo>
                <a:lnTo>
                  <a:pt x="60818" y="55159"/>
                </a:lnTo>
                <a:lnTo>
                  <a:pt x="54509" y="52923"/>
                </a:lnTo>
                <a:close/>
              </a:path>
              <a:path w="283845" h="377825">
                <a:moveTo>
                  <a:pt x="104125" y="52923"/>
                </a:moveTo>
                <a:lnTo>
                  <a:pt x="54509" y="52923"/>
                </a:lnTo>
                <a:lnTo>
                  <a:pt x="60818" y="55159"/>
                </a:lnTo>
                <a:lnTo>
                  <a:pt x="65965" y="59808"/>
                </a:lnTo>
                <a:lnTo>
                  <a:pt x="76350" y="73846"/>
                </a:lnTo>
                <a:lnTo>
                  <a:pt x="104427" y="53076"/>
                </a:lnTo>
                <a:lnTo>
                  <a:pt x="104125" y="52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7634410" y="4826843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4"/>
                </a:lnTo>
                <a:lnTo>
                  <a:pt x="0" y="666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7634410" y="4826843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173138" y="567396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7173138" y="567396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770814" y="567380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770814" y="567380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8223791" y="513557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8282809" y="51323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7769630" y="4884878"/>
            <a:ext cx="607060" cy="268605"/>
          </a:xfrm>
          <a:custGeom>
            <a:avLst/>
            <a:gdLst/>
            <a:ahLst/>
            <a:cxnLst/>
            <a:rect l="l" t="t" r="r" b="b"/>
            <a:pathLst>
              <a:path w="607059" h="268604">
                <a:moveTo>
                  <a:pt x="103553" y="32306"/>
                </a:moveTo>
                <a:lnTo>
                  <a:pt x="90286" y="64612"/>
                </a:lnTo>
                <a:lnTo>
                  <a:pt x="582745" y="266849"/>
                </a:lnTo>
                <a:lnTo>
                  <a:pt x="589555" y="268162"/>
                </a:lnTo>
                <a:lnTo>
                  <a:pt x="596111" y="266809"/>
                </a:lnTo>
                <a:lnTo>
                  <a:pt x="601681" y="263096"/>
                </a:lnTo>
                <a:lnTo>
                  <a:pt x="605533" y="257329"/>
                </a:lnTo>
                <a:lnTo>
                  <a:pt x="606846" y="250520"/>
                </a:lnTo>
                <a:lnTo>
                  <a:pt x="605493" y="243964"/>
                </a:lnTo>
                <a:lnTo>
                  <a:pt x="601780" y="238394"/>
                </a:lnTo>
                <a:lnTo>
                  <a:pt x="596013" y="234542"/>
                </a:lnTo>
                <a:lnTo>
                  <a:pt x="103553" y="32306"/>
                </a:lnTo>
                <a:close/>
              </a:path>
              <a:path w="607059" h="268604">
                <a:moveTo>
                  <a:pt x="116820" y="0"/>
                </a:moveTo>
                <a:lnTo>
                  <a:pt x="0" y="8658"/>
                </a:lnTo>
                <a:lnTo>
                  <a:pt x="77019" y="96920"/>
                </a:lnTo>
                <a:lnTo>
                  <a:pt x="90286" y="64612"/>
                </a:lnTo>
                <a:lnTo>
                  <a:pt x="74133" y="57979"/>
                </a:lnTo>
                <a:lnTo>
                  <a:pt x="68367" y="54128"/>
                </a:lnTo>
                <a:lnTo>
                  <a:pt x="64654" y="48558"/>
                </a:lnTo>
                <a:lnTo>
                  <a:pt x="63300" y="42002"/>
                </a:lnTo>
                <a:lnTo>
                  <a:pt x="64613" y="35192"/>
                </a:lnTo>
                <a:lnTo>
                  <a:pt x="68465" y="29426"/>
                </a:lnTo>
                <a:lnTo>
                  <a:pt x="74035" y="25713"/>
                </a:lnTo>
                <a:lnTo>
                  <a:pt x="80591" y="24360"/>
                </a:lnTo>
                <a:lnTo>
                  <a:pt x="106817" y="24360"/>
                </a:lnTo>
                <a:lnTo>
                  <a:pt x="116820" y="0"/>
                </a:lnTo>
                <a:close/>
              </a:path>
              <a:path w="607059" h="268604">
                <a:moveTo>
                  <a:pt x="80591" y="24360"/>
                </a:moveTo>
                <a:lnTo>
                  <a:pt x="74035" y="25713"/>
                </a:lnTo>
                <a:lnTo>
                  <a:pt x="68465" y="29426"/>
                </a:lnTo>
                <a:lnTo>
                  <a:pt x="64613" y="35192"/>
                </a:lnTo>
                <a:lnTo>
                  <a:pt x="63300" y="42002"/>
                </a:lnTo>
                <a:lnTo>
                  <a:pt x="64654" y="48558"/>
                </a:lnTo>
                <a:lnTo>
                  <a:pt x="68367" y="54128"/>
                </a:lnTo>
                <a:lnTo>
                  <a:pt x="74133" y="57979"/>
                </a:lnTo>
                <a:lnTo>
                  <a:pt x="90286" y="64612"/>
                </a:lnTo>
                <a:lnTo>
                  <a:pt x="103553" y="32306"/>
                </a:lnTo>
                <a:lnTo>
                  <a:pt x="87400" y="25673"/>
                </a:lnTo>
                <a:lnTo>
                  <a:pt x="80591" y="24360"/>
                </a:lnTo>
                <a:close/>
              </a:path>
              <a:path w="607059" h="268604">
                <a:moveTo>
                  <a:pt x="106817" y="24360"/>
                </a:moveTo>
                <a:lnTo>
                  <a:pt x="80591" y="24360"/>
                </a:lnTo>
                <a:lnTo>
                  <a:pt x="87400" y="25673"/>
                </a:lnTo>
                <a:lnTo>
                  <a:pt x="103553" y="32306"/>
                </a:lnTo>
                <a:lnTo>
                  <a:pt x="106817" y="24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7332154" y="610046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 txBox="1"/>
          <p:nvPr/>
        </p:nvSpPr>
        <p:spPr>
          <a:xfrm>
            <a:off x="7056659" y="6104635"/>
            <a:ext cx="487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710" algn="l"/>
              </a:tabLst>
            </a:pPr>
            <a:r>
              <a:rPr dirty="0" sz="1800">
                <a:latin typeface="Arial"/>
                <a:cs typeface="Arial"/>
              </a:rPr>
              <a:t>2	</a:t>
            </a:r>
            <a:r>
              <a:rPr dirty="0" baseline="1543" sz="2700">
                <a:latin typeface="Arial"/>
                <a:cs typeface="Arial"/>
              </a:rPr>
              <a:t>5</a:t>
            </a:r>
            <a:endParaRPr baseline="1543" sz="2700">
              <a:latin typeface="Arial"/>
              <a:cs typeface="Arial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7302796" y="5740659"/>
            <a:ext cx="182245" cy="377825"/>
          </a:xfrm>
          <a:custGeom>
            <a:avLst/>
            <a:gdLst/>
            <a:ahLst/>
            <a:cxnLst/>
            <a:rect l="l" t="t" r="r" b="b"/>
            <a:pathLst>
              <a:path w="182245" h="377825">
                <a:moveTo>
                  <a:pt x="63888" y="88774"/>
                </a:moveTo>
                <a:lnTo>
                  <a:pt x="148605" y="366865"/>
                </a:lnTo>
                <a:lnTo>
                  <a:pt x="164864" y="377271"/>
                </a:lnTo>
                <a:lnTo>
                  <a:pt x="171636" y="375779"/>
                </a:lnTo>
                <a:lnTo>
                  <a:pt x="177299" y="371776"/>
                </a:lnTo>
                <a:lnTo>
                  <a:pt x="180863" y="366109"/>
                </a:lnTo>
                <a:lnTo>
                  <a:pt x="182042" y="359519"/>
                </a:lnTo>
                <a:lnTo>
                  <a:pt x="180550" y="352748"/>
                </a:lnTo>
                <a:lnTo>
                  <a:pt x="63888" y="88774"/>
                </a:lnTo>
                <a:close/>
              </a:path>
              <a:path w="182245" h="377825">
                <a:moveTo>
                  <a:pt x="5562" y="0"/>
                </a:moveTo>
                <a:lnTo>
                  <a:pt x="0" y="117009"/>
                </a:lnTo>
                <a:lnTo>
                  <a:pt x="31944" y="102892"/>
                </a:lnTo>
                <a:lnTo>
                  <a:pt x="24885" y="86919"/>
                </a:lnTo>
                <a:lnTo>
                  <a:pt x="23392" y="80148"/>
                </a:lnTo>
                <a:lnTo>
                  <a:pt x="24571" y="73558"/>
                </a:lnTo>
                <a:lnTo>
                  <a:pt x="28136" y="67891"/>
                </a:lnTo>
                <a:lnTo>
                  <a:pt x="33798" y="63888"/>
                </a:lnTo>
                <a:lnTo>
                  <a:pt x="40570" y="62396"/>
                </a:lnTo>
                <a:lnTo>
                  <a:pt x="81008" y="62396"/>
                </a:lnTo>
                <a:lnTo>
                  <a:pt x="5562" y="0"/>
                </a:lnTo>
                <a:close/>
              </a:path>
              <a:path w="182245" h="377825">
                <a:moveTo>
                  <a:pt x="40570" y="62396"/>
                </a:moveTo>
                <a:lnTo>
                  <a:pt x="33798" y="63888"/>
                </a:lnTo>
                <a:lnTo>
                  <a:pt x="28136" y="67891"/>
                </a:lnTo>
                <a:lnTo>
                  <a:pt x="24571" y="73558"/>
                </a:lnTo>
                <a:lnTo>
                  <a:pt x="23392" y="80148"/>
                </a:lnTo>
                <a:lnTo>
                  <a:pt x="24885" y="86919"/>
                </a:lnTo>
                <a:lnTo>
                  <a:pt x="31944" y="102892"/>
                </a:lnTo>
                <a:lnTo>
                  <a:pt x="63888" y="88774"/>
                </a:lnTo>
                <a:lnTo>
                  <a:pt x="56829" y="72802"/>
                </a:lnTo>
                <a:lnTo>
                  <a:pt x="52826" y="67139"/>
                </a:lnTo>
                <a:lnTo>
                  <a:pt x="47160" y="63575"/>
                </a:lnTo>
                <a:lnTo>
                  <a:pt x="40570" y="62396"/>
                </a:lnTo>
                <a:close/>
              </a:path>
              <a:path w="182245" h="377825">
                <a:moveTo>
                  <a:pt x="81008" y="62396"/>
                </a:moveTo>
                <a:lnTo>
                  <a:pt x="40570" y="62396"/>
                </a:lnTo>
                <a:lnTo>
                  <a:pt x="47160" y="63575"/>
                </a:lnTo>
                <a:lnTo>
                  <a:pt x="52826" y="67139"/>
                </a:lnTo>
                <a:lnTo>
                  <a:pt x="56829" y="72802"/>
                </a:lnTo>
                <a:lnTo>
                  <a:pt x="63888" y="88774"/>
                </a:lnTo>
                <a:lnTo>
                  <a:pt x="95832" y="74656"/>
                </a:lnTo>
                <a:lnTo>
                  <a:pt x="81008" y="62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8359009" y="5430329"/>
            <a:ext cx="229870" cy="260350"/>
          </a:xfrm>
          <a:custGeom>
            <a:avLst/>
            <a:gdLst/>
            <a:ahLst/>
            <a:cxnLst/>
            <a:rect l="l" t="t" r="r" b="b"/>
            <a:pathLst>
              <a:path w="229870" h="260350">
                <a:moveTo>
                  <a:pt x="82050" y="67458"/>
                </a:moveTo>
                <a:lnTo>
                  <a:pt x="55736" y="90422"/>
                </a:lnTo>
                <a:lnTo>
                  <a:pt x="198704" y="254239"/>
                </a:lnTo>
                <a:lnTo>
                  <a:pt x="204208" y="258458"/>
                </a:lnTo>
                <a:lnTo>
                  <a:pt x="210677" y="260179"/>
                </a:lnTo>
                <a:lnTo>
                  <a:pt x="217320" y="259349"/>
                </a:lnTo>
                <a:lnTo>
                  <a:pt x="223343" y="255914"/>
                </a:lnTo>
                <a:lnTo>
                  <a:pt x="227562" y="250410"/>
                </a:lnTo>
                <a:lnTo>
                  <a:pt x="229284" y="243941"/>
                </a:lnTo>
                <a:lnTo>
                  <a:pt x="228453" y="237298"/>
                </a:lnTo>
                <a:lnTo>
                  <a:pt x="225018" y="231275"/>
                </a:lnTo>
                <a:lnTo>
                  <a:pt x="82050" y="67458"/>
                </a:lnTo>
                <a:close/>
              </a:path>
              <a:path w="229870" h="260350">
                <a:moveTo>
                  <a:pt x="0" y="0"/>
                </a:moveTo>
                <a:lnTo>
                  <a:pt x="29423" y="113386"/>
                </a:lnTo>
                <a:lnTo>
                  <a:pt x="55736" y="90422"/>
                </a:lnTo>
                <a:lnTo>
                  <a:pt x="44254" y="77265"/>
                </a:lnTo>
                <a:lnTo>
                  <a:pt x="40819" y="71242"/>
                </a:lnTo>
                <a:lnTo>
                  <a:pt x="58595" y="48361"/>
                </a:lnTo>
                <a:lnTo>
                  <a:pt x="103933" y="48361"/>
                </a:lnTo>
                <a:lnTo>
                  <a:pt x="108364" y="44494"/>
                </a:lnTo>
                <a:lnTo>
                  <a:pt x="0" y="0"/>
                </a:lnTo>
                <a:close/>
              </a:path>
              <a:path w="229870" h="260350">
                <a:moveTo>
                  <a:pt x="58595" y="48361"/>
                </a:moveTo>
                <a:lnTo>
                  <a:pt x="51952" y="49191"/>
                </a:lnTo>
                <a:lnTo>
                  <a:pt x="45929" y="52627"/>
                </a:lnTo>
                <a:lnTo>
                  <a:pt x="41710" y="58130"/>
                </a:lnTo>
                <a:lnTo>
                  <a:pt x="39988" y="64599"/>
                </a:lnTo>
                <a:lnTo>
                  <a:pt x="40819" y="71242"/>
                </a:lnTo>
                <a:lnTo>
                  <a:pt x="44254" y="77265"/>
                </a:lnTo>
                <a:lnTo>
                  <a:pt x="55736" y="90422"/>
                </a:lnTo>
                <a:lnTo>
                  <a:pt x="82050" y="67458"/>
                </a:lnTo>
                <a:lnTo>
                  <a:pt x="70567" y="54301"/>
                </a:lnTo>
                <a:lnTo>
                  <a:pt x="65064" y="50082"/>
                </a:lnTo>
                <a:lnTo>
                  <a:pt x="58595" y="48361"/>
                </a:lnTo>
                <a:close/>
              </a:path>
              <a:path w="229870" h="260350">
                <a:moveTo>
                  <a:pt x="103933" y="48361"/>
                </a:moveTo>
                <a:lnTo>
                  <a:pt x="58595" y="48361"/>
                </a:lnTo>
                <a:lnTo>
                  <a:pt x="65064" y="50082"/>
                </a:lnTo>
                <a:lnTo>
                  <a:pt x="70567" y="54301"/>
                </a:lnTo>
                <a:lnTo>
                  <a:pt x="82050" y="67458"/>
                </a:lnTo>
                <a:lnTo>
                  <a:pt x="103933" y="48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8379811" y="609267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8723461" y="609267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59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 txBox="1"/>
          <p:nvPr/>
        </p:nvSpPr>
        <p:spPr>
          <a:xfrm>
            <a:off x="8438829" y="6089396"/>
            <a:ext cx="496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dirty="0" sz="1800">
                <a:latin typeface="Arial"/>
                <a:cs typeface="Arial"/>
              </a:rPr>
              <a:t>3	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8497783" y="5739779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4" h="370204">
                <a:moveTo>
                  <a:pt x="39464" y="100758"/>
                </a:moveTo>
                <a:lnTo>
                  <a:pt x="0" y="350166"/>
                </a:lnTo>
                <a:lnTo>
                  <a:pt x="292" y="357094"/>
                </a:lnTo>
                <a:lnTo>
                  <a:pt x="3121" y="363162"/>
                </a:lnTo>
                <a:lnTo>
                  <a:pt x="8019" y="367726"/>
                </a:lnTo>
                <a:lnTo>
                  <a:pt x="14518" y="370143"/>
                </a:lnTo>
                <a:lnTo>
                  <a:pt x="21446" y="369850"/>
                </a:lnTo>
                <a:lnTo>
                  <a:pt x="27513" y="367021"/>
                </a:lnTo>
                <a:lnTo>
                  <a:pt x="32077" y="362124"/>
                </a:lnTo>
                <a:lnTo>
                  <a:pt x="34495" y="355625"/>
                </a:lnTo>
                <a:lnTo>
                  <a:pt x="73959" y="106216"/>
                </a:lnTo>
                <a:lnTo>
                  <a:pt x="39464" y="100758"/>
                </a:lnTo>
                <a:close/>
              </a:path>
              <a:path w="108584" h="370204">
                <a:moveTo>
                  <a:pt x="94937" y="68991"/>
                </a:moveTo>
                <a:lnTo>
                  <a:pt x="62170" y="68991"/>
                </a:lnTo>
                <a:lnTo>
                  <a:pt x="68669" y="71409"/>
                </a:lnTo>
                <a:lnTo>
                  <a:pt x="73567" y="75973"/>
                </a:lnTo>
                <a:lnTo>
                  <a:pt x="76396" y="82040"/>
                </a:lnTo>
                <a:lnTo>
                  <a:pt x="76688" y="88968"/>
                </a:lnTo>
                <a:lnTo>
                  <a:pt x="73959" y="106216"/>
                </a:lnTo>
                <a:lnTo>
                  <a:pt x="108455" y="111675"/>
                </a:lnTo>
                <a:lnTo>
                  <a:pt x="94937" y="68991"/>
                </a:lnTo>
                <a:close/>
              </a:path>
              <a:path w="108584" h="370204">
                <a:moveTo>
                  <a:pt x="62170" y="68991"/>
                </a:moveTo>
                <a:lnTo>
                  <a:pt x="39464" y="100758"/>
                </a:lnTo>
                <a:lnTo>
                  <a:pt x="73959" y="106216"/>
                </a:lnTo>
                <a:lnTo>
                  <a:pt x="76688" y="88968"/>
                </a:lnTo>
                <a:lnTo>
                  <a:pt x="76396" y="82040"/>
                </a:lnTo>
                <a:lnTo>
                  <a:pt x="73567" y="75973"/>
                </a:lnTo>
                <a:lnTo>
                  <a:pt x="68669" y="71409"/>
                </a:lnTo>
                <a:lnTo>
                  <a:pt x="62170" y="68991"/>
                </a:lnTo>
                <a:close/>
              </a:path>
              <a:path w="108584" h="370204">
                <a:moveTo>
                  <a:pt x="73087" y="0"/>
                </a:moveTo>
                <a:lnTo>
                  <a:pt x="4968" y="95299"/>
                </a:lnTo>
                <a:lnTo>
                  <a:pt x="39464" y="100758"/>
                </a:lnTo>
                <a:lnTo>
                  <a:pt x="42193" y="83510"/>
                </a:lnTo>
                <a:lnTo>
                  <a:pt x="44611" y="77011"/>
                </a:lnTo>
                <a:lnTo>
                  <a:pt x="49175" y="72113"/>
                </a:lnTo>
                <a:lnTo>
                  <a:pt x="55242" y="69284"/>
                </a:lnTo>
                <a:lnTo>
                  <a:pt x="62170" y="68991"/>
                </a:lnTo>
                <a:lnTo>
                  <a:pt x="94937" y="68991"/>
                </a:lnTo>
                <a:lnTo>
                  <a:pt x="73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570870" y="5739779"/>
            <a:ext cx="305435" cy="370840"/>
          </a:xfrm>
          <a:custGeom>
            <a:avLst/>
            <a:gdLst/>
            <a:ahLst/>
            <a:cxnLst/>
            <a:rect l="l" t="t" r="r" b="b"/>
            <a:pathLst>
              <a:path w="305434" h="370839">
                <a:moveTo>
                  <a:pt x="79752" y="70158"/>
                </a:moveTo>
                <a:lnTo>
                  <a:pt x="52687" y="92232"/>
                </a:lnTo>
                <a:lnTo>
                  <a:pt x="274276" y="363931"/>
                </a:lnTo>
                <a:lnTo>
                  <a:pt x="279635" y="368331"/>
                </a:lnTo>
                <a:lnTo>
                  <a:pt x="286044" y="370268"/>
                </a:lnTo>
                <a:lnTo>
                  <a:pt x="292711" y="369660"/>
                </a:lnTo>
                <a:lnTo>
                  <a:pt x="298846" y="366427"/>
                </a:lnTo>
                <a:lnTo>
                  <a:pt x="303246" y="361068"/>
                </a:lnTo>
                <a:lnTo>
                  <a:pt x="305182" y="354659"/>
                </a:lnTo>
                <a:lnTo>
                  <a:pt x="304574" y="347993"/>
                </a:lnTo>
                <a:lnTo>
                  <a:pt x="301341" y="341858"/>
                </a:lnTo>
                <a:lnTo>
                  <a:pt x="79752" y="70158"/>
                </a:lnTo>
                <a:close/>
              </a:path>
              <a:path w="305434" h="370839">
                <a:moveTo>
                  <a:pt x="0" y="0"/>
                </a:moveTo>
                <a:lnTo>
                  <a:pt x="25622" y="114305"/>
                </a:lnTo>
                <a:lnTo>
                  <a:pt x="52687" y="92232"/>
                </a:lnTo>
                <a:lnTo>
                  <a:pt x="41650" y="78699"/>
                </a:lnTo>
                <a:lnTo>
                  <a:pt x="38418" y="72564"/>
                </a:lnTo>
                <a:lnTo>
                  <a:pt x="56948" y="50289"/>
                </a:lnTo>
                <a:lnTo>
                  <a:pt x="104115" y="50289"/>
                </a:lnTo>
                <a:lnTo>
                  <a:pt x="106818" y="48085"/>
                </a:lnTo>
                <a:lnTo>
                  <a:pt x="0" y="0"/>
                </a:lnTo>
                <a:close/>
              </a:path>
              <a:path w="305434" h="370839">
                <a:moveTo>
                  <a:pt x="56948" y="50289"/>
                </a:moveTo>
                <a:lnTo>
                  <a:pt x="50281" y="50897"/>
                </a:lnTo>
                <a:lnTo>
                  <a:pt x="44146" y="54130"/>
                </a:lnTo>
                <a:lnTo>
                  <a:pt x="39746" y="59489"/>
                </a:lnTo>
                <a:lnTo>
                  <a:pt x="37810" y="65897"/>
                </a:lnTo>
                <a:lnTo>
                  <a:pt x="38418" y="72564"/>
                </a:lnTo>
                <a:lnTo>
                  <a:pt x="41650" y="78699"/>
                </a:lnTo>
                <a:lnTo>
                  <a:pt x="52687" y="92232"/>
                </a:lnTo>
                <a:lnTo>
                  <a:pt x="79752" y="70158"/>
                </a:lnTo>
                <a:lnTo>
                  <a:pt x="68715" y="56625"/>
                </a:lnTo>
                <a:lnTo>
                  <a:pt x="63356" y="52225"/>
                </a:lnTo>
                <a:lnTo>
                  <a:pt x="56948" y="50289"/>
                </a:lnTo>
                <a:close/>
              </a:path>
              <a:path w="305434" h="370839">
                <a:moveTo>
                  <a:pt x="104115" y="50289"/>
                </a:moveTo>
                <a:lnTo>
                  <a:pt x="56948" y="50289"/>
                </a:lnTo>
                <a:lnTo>
                  <a:pt x="63356" y="52225"/>
                </a:lnTo>
                <a:lnTo>
                  <a:pt x="68715" y="56625"/>
                </a:lnTo>
                <a:lnTo>
                  <a:pt x="79752" y="70158"/>
                </a:lnTo>
                <a:lnTo>
                  <a:pt x="104115" y="50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8435650" y="567308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8435650" y="567308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4419405" y="4298820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9" y="287242"/>
                </a:lnTo>
                <a:lnTo>
                  <a:pt x="135219" y="294755"/>
                </a:lnTo>
                <a:lnTo>
                  <a:pt x="177958" y="287242"/>
                </a:lnTo>
                <a:lnTo>
                  <a:pt x="215077" y="266320"/>
                </a:lnTo>
                <a:lnTo>
                  <a:pt x="244348" y="234417"/>
                </a:lnTo>
                <a:lnTo>
                  <a:pt x="263544" y="193961"/>
                </a:lnTo>
                <a:lnTo>
                  <a:pt x="270437" y="147378"/>
                </a:lnTo>
                <a:lnTo>
                  <a:pt x="263544" y="100795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 txBox="1"/>
          <p:nvPr/>
        </p:nvSpPr>
        <p:spPr>
          <a:xfrm>
            <a:off x="4478423" y="42971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4502236" y="4593576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42911"/>
                </a:lnTo>
                <a:lnTo>
                  <a:pt x="42744" y="250731"/>
                </a:lnTo>
                <a:lnTo>
                  <a:pt x="62033" y="250729"/>
                </a:lnTo>
                <a:lnTo>
                  <a:pt x="69851" y="242911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50825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4420773" y="513629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59" y="266319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 txBox="1"/>
          <p:nvPr/>
        </p:nvSpPr>
        <p:spPr>
          <a:xfrm>
            <a:off x="4479791" y="51323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4502828" y="4893537"/>
            <a:ext cx="104775" cy="260350"/>
          </a:xfrm>
          <a:custGeom>
            <a:avLst/>
            <a:gdLst/>
            <a:ahLst/>
            <a:cxnLst/>
            <a:rect l="l" t="t" r="r" b="b"/>
            <a:pathLst>
              <a:path w="104775" h="260350">
                <a:moveTo>
                  <a:pt x="69848" y="104674"/>
                </a:moveTo>
                <a:lnTo>
                  <a:pt x="34924" y="104871"/>
                </a:lnTo>
                <a:lnTo>
                  <a:pt x="35755" y="252498"/>
                </a:lnTo>
                <a:lnTo>
                  <a:pt x="43618" y="260272"/>
                </a:lnTo>
                <a:lnTo>
                  <a:pt x="62905" y="260164"/>
                </a:lnTo>
                <a:lnTo>
                  <a:pt x="70680" y="252302"/>
                </a:lnTo>
                <a:lnTo>
                  <a:pt x="69848" y="104674"/>
                </a:lnTo>
                <a:close/>
              </a:path>
              <a:path w="104775" h="260350">
                <a:moveTo>
                  <a:pt x="51795" y="0"/>
                </a:moveTo>
                <a:lnTo>
                  <a:pt x="0" y="105068"/>
                </a:lnTo>
                <a:lnTo>
                  <a:pt x="34924" y="104871"/>
                </a:lnTo>
                <a:lnTo>
                  <a:pt x="34771" y="77764"/>
                </a:lnTo>
                <a:lnTo>
                  <a:pt x="42544" y="69902"/>
                </a:lnTo>
                <a:lnTo>
                  <a:pt x="87185" y="69794"/>
                </a:lnTo>
                <a:lnTo>
                  <a:pt x="51795" y="0"/>
                </a:lnTo>
                <a:close/>
              </a:path>
              <a:path w="104775" h="260350">
                <a:moveTo>
                  <a:pt x="61833" y="69794"/>
                </a:moveTo>
                <a:lnTo>
                  <a:pt x="42544" y="69902"/>
                </a:lnTo>
                <a:lnTo>
                  <a:pt x="34771" y="77764"/>
                </a:lnTo>
                <a:lnTo>
                  <a:pt x="34924" y="104871"/>
                </a:lnTo>
                <a:lnTo>
                  <a:pt x="69848" y="104674"/>
                </a:lnTo>
                <a:lnTo>
                  <a:pt x="69695" y="77567"/>
                </a:lnTo>
                <a:lnTo>
                  <a:pt x="61833" y="69794"/>
                </a:lnTo>
                <a:close/>
              </a:path>
              <a:path w="104775" h="260350">
                <a:moveTo>
                  <a:pt x="87185" y="69794"/>
                </a:moveTo>
                <a:lnTo>
                  <a:pt x="61833" y="69794"/>
                </a:lnTo>
                <a:lnTo>
                  <a:pt x="69695" y="77567"/>
                </a:lnTo>
                <a:lnTo>
                  <a:pt x="69848" y="104674"/>
                </a:lnTo>
                <a:lnTo>
                  <a:pt x="104772" y="104477"/>
                </a:lnTo>
                <a:lnTo>
                  <a:pt x="87185" y="69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500169" y="5431048"/>
            <a:ext cx="104775" cy="260985"/>
          </a:xfrm>
          <a:custGeom>
            <a:avLst/>
            <a:gdLst/>
            <a:ahLst/>
            <a:cxnLst/>
            <a:rect l="l" t="t" r="r" b="b"/>
            <a:pathLst>
              <a:path w="104775" h="260985">
                <a:moveTo>
                  <a:pt x="34906" y="104141"/>
                </a:moveTo>
                <a:lnTo>
                  <a:pt x="30022" y="251819"/>
                </a:lnTo>
                <a:lnTo>
                  <a:pt x="37579" y="259891"/>
                </a:lnTo>
                <a:lnTo>
                  <a:pt x="56856" y="260529"/>
                </a:lnTo>
                <a:lnTo>
                  <a:pt x="64928" y="252973"/>
                </a:lnTo>
                <a:lnTo>
                  <a:pt x="69812" y="105295"/>
                </a:lnTo>
                <a:lnTo>
                  <a:pt x="34906" y="104141"/>
                </a:lnTo>
                <a:close/>
              </a:path>
              <a:path w="104775" h="260985">
                <a:moveTo>
                  <a:pt x="87742" y="69493"/>
                </a:moveTo>
                <a:lnTo>
                  <a:pt x="43874" y="69493"/>
                </a:lnTo>
                <a:lnTo>
                  <a:pt x="63152" y="70130"/>
                </a:lnTo>
                <a:lnTo>
                  <a:pt x="70708" y="78202"/>
                </a:lnTo>
                <a:lnTo>
                  <a:pt x="69812" y="105295"/>
                </a:lnTo>
                <a:lnTo>
                  <a:pt x="104717" y="106450"/>
                </a:lnTo>
                <a:lnTo>
                  <a:pt x="87742" y="69493"/>
                </a:lnTo>
                <a:close/>
              </a:path>
              <a:path w="104775" h="260985">
                <a:moveTo>
                  <a:pt x="43874" y="69493"/>
                </a:moveTo>
                <a:lnTo>
                  <a:pt x="35802" y="77049"/>
                </a:lnTo>
                <a:lnTo>
                  <a:pt x="34906" y="104141"/>
                </a:lnTo>
                <a:lnTo>
                  <a:pt x="69812" y="105295"/>
                </a:lnTo>
                <a:lnTo>
                  <a:pt x="70708" y="78202"/>
                </a:lnTo>
                <a:lnTo>
                  <a:pt x="63152" y="70130"/>
                </a:lnTo>
                <a:lnTo>
                  <a:pt x="43874" y="69493"/>
                </a:lnTo>
                <a:close/>
              </a:path>
              <a:path w="104775" h="260985">
                <a:moveTo>
                  <a:pt x="55821" y="0"/>
                </a:moveTo>
                <a:lnTo>
                  <a:pt x="0" y="102986"/>
                </a:lnTo>
                <a:lnTo>
                  <a:pt x="34906" y="104141"/>
                </a:lnTo>
                <a:lnTo>
                  <a:pt x="35802" y="77049"/>
                </a:lnTo>
                <a:lnTo>
                  <a:pt x="43874" y="69493"/>
                </a:lnTo>
                <a:lnTo>
                  <a:pt x="87742" y="69493"/>
                </a:lnTo>
                <a:lnTo>
                  <a:pt x="558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216424" y="61391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334204" y="5740498"/>
            <a:ext cx="214629" cy="416559"/>
          </a:xfrm>
          <a:custGeom>
            <a:avLst/>
            <a:gdLst/>
            <a:ahLst/>
            <a:cxnLst/>
            <a:rect l="l" t="t" r="r" b="b"/>
            <a:pathLst>
              <a:path w="214629" h="416560">
                <a:moveTo>
                  <a:pt x="151805" y="86280"/>
                </a:moveTo>
                <a:lnTo>
                  <a:pt x="1771" y="390938"/>
                </a:lnTo>
                <a:lnTo>
                  <a:pt x="0" y="397642"/>
                </a:lnTo>
                <a:lnTo>
                  <a:pt x="905" y="404275"/>
                </a:lnTo>
                <a:lnTo>
                  <a:pt x="4231" y="410084"/>
                </a:lnTo>
                <a:lnTo>
                  <a:pt x="9723" y="414318"/>
                </a:lnTo>
                <a:lnTo>
                  <a:pt x="16427" y="416090"/>
                </a:lnTo>
                <a:lnTo>
                  <a:pt x="23060" y="415185"/>
                </a:lnTo>
                <a:lnTo>
                  <a:pt x="28869" y="411859"/>
                </a:lnTo>
                <a:lnTo>
                  <a:pt x="33104" y="406367"/>
                </a:lnTo>
                <a:lnTo>
                  <a:pt x="183137" y="101710"/>
                </a:lnTo>
                <a:lnTo>
                  <a:pt x="151805" y="86280"/>
                </a:lnTo>
                <a:close/>
              </a:path>
              <a:path w="214629" h="416560">
                <a:moveTo>
                  <a:pt x="214128" y="60891"/>
                </a:moveTo>
                <a:lnTo>
                  <a:pt x="176196" y="60891"/>
                </a:lnTo>
                <a:lnTo>
                  <a:pt x="182900" y="62663"/>
                </a:lnTo>
                <a:lnTo>
                  <a:pt x="188391" y="66897"/>
                </a:lnTo>
                <a:lnTo>
                  <a:pt x="191717" y="72707"/>
                </a:lnTo>
                <a:lnTo>
                  <a:pt x="192623" y="79340"/>
                </a:lnTo>
                <a:lnTo>
                  <a:pt x="190852" y="86044"/>
                </a:lnTo>
                <a:lnTo>
                  <a:pt x="183137" y="101710"/>
                </a:lnTo>
                <a:lnTo>
                  <a:pt x="214468" y="117139"/>
                </a:lnTo>
                <a:lnTo>
                  <a:pt x="214128" y="60891"/>
                </a:lnTo>
                <a:close/>
              </a:path>
              <a:path w="214629" h="416560">
                <a:moveTo>
                  <a:pt x="176196" y="60891"/>
                </a:moveTo>
                <a:lnTo>
                  <a:pt x="169563" y="61796"/>
                </a:lnTo>
                <a:lnTo>
                  <a:pt x="163753" y="65123"/>
                </a:lnTo>
                <a:lnTo>
                  <a:pt x="159519" y="70614"/>
                </a:lnTo>
                <a:lnTo>
                  <a:pt x="151805" y="86280"/>
                </a:lnTo>
                <a:lnTo>
                  <a:pt x="183137" y="101710"/>
                </a:lnTo>
                <a:lnTo>
                  <a:pt x="190852" y="86044"/>
                </a:lnTo>
                <a:lnTo>
                  <a:pt x="192623" y="79340"/>
                </a:lnTo>
                <a:lnTo>
                  <a:pt x="191717" y="72707"/>
                </a:lnTo>
                <a:lnTo>
                  <a:pt x="188391" y="66897"/>
                </a:lnTo>
                <a:lnTo>
                  <a:pt x="182900" y="62663"/>
                </a:lnTo>
                <a:lnTo>
                  <a:pt x="176196" y="60891"/>
                </a:lnTo>
                <a:close/>
              </a:path>
              <a:path w="214629" h="416560">
                <a:moveTo>
                  <a:pt x="213760" y="0"/>
                </a:moveTo>
                <a:lnTo>
                  <a:pt x="120473" y="70850"/>
                </a:lnTo>
                <a:lnTo>
                  <a:pt x="151805" y="86280"/>
                </a:lnTo>
                <a:lnTo>
                  <a:pt x="159519" y="70614"/>
                </a:lnTo>
                <a:lnTo>
                  <a:pt x="163753" y="65123"/>
                </a:lnTo>
                <a:lnTo>
                  <a:pt x="169563" y="61796"/>
                </a:lnTo>
                <a:lnTo>
                  <a:pt x="176196" y="60891"/>
                </a:lnTo>
                <a:lnTo>
                  <a:pt x="214128" y="60891"/>
                </a:lnTo>
                <a:lnTo>
                  <a:pt x="2137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419404" y="4826843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4"/>
                </a:lnTo>
                <a:lnTo>
                  <a:pt x="0" y="666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419404" y="4826843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412745" y="567380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4412745" y="567380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4606691" y="6146684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 txBox="1"/>
          <p:nvPr/>
        </p:nvSpPr>
        <p:spPr>
          <a:xfrm>
            <a:off x="2384186" y="6144259"/>
            <a:ext cx="2434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  <a:tab pos="706120" algn="l"/>
                <a:tab pos="1052195" algn="l"/>
                <a:tab pos="1398270" algn="l"/>
                <a:tab pos="1903730" algn="l"/>
                <a:tab pos="2293620" algn="l"/>
              </a:tabLst>
            </a:pPr>
            <a:r>
              <a:rPr dirty="0" baseline="1543" sz="2700">
                <a:latin typeface="Arial"/>
                <a:cs typeface="Arial"/>
              </a:rPr>
              <a:t>2	5	1	</a:t>
            </a:r>
            <a:r>
              <a:rPr dirty="0" sz="1800">
                <a:latin typeface="Arial"/>
                <a:cs typeface="Arial"/>
              </a:rPr>
              <a:t>2	4	</a:t>
            </a:r>
            <a:r>
              <a:rPr dirty="0" baseline="1543" sz="2700">
                <a:latin typeface="Arial"/>
                <a:cs typeface="Arial"/>
              </a:rPr>
              <a:t>3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4545835" y="5740498"/>
            <a:ext cx="213995" cy="424180"/>
          </a:xfrm>
          <a:custGeom>
            <a:avLst/>
            <a:gdLst/>
            <a:ahLst/>
            <a:cxnLst/>
            <a:rect l="l" t="t" r="r" b="b"/>
            <a:pathLst>
              <a:path w="213995" h="424179">
                <a:moveTo>
                  <a:pt x="63033" y="87025"/>
                </a:moveTo>
                <a:lnTo>
                  <a:pt x="180315" y="413709"/>
                </a:lnTo>
                <a:lnTo>
                  <a:pt x="196873" y="423633"/>
                </a:lnTo>
                <a:lnTo>
                  <a:pt x="203598" y="421943"/>
                </a:lnTo>
                <a:lnTo>
                  <a:pt x="209141" y="417776"/>
                </a:lnTo>
                <a:lnTo>
                  <a:pt x="212537" y="412007"/>
                </a:lnTo>
                <a:lnTo>
                  <a:pt x="213523" y="405385"/>
                </a:lnTo>
                <a:lnTo>
                  <a:pt x="211832" y="398660"/>
                </a:lnTo>
                <a:lnTo>
                  <a:pt x="63033" y="87025"/>
                </a:lnTo>
                <a:close/>
              </a:path>
              <a:path w="213995" h="424179">
                <a:moveTo>
                  <a:pt x="2129" y="0"/>
                </a:moveTo>
                <a:lnTo>
                  <a:pt x="0" y="117122"/>
                </a:lnTo>
                <a:lnTo>
                  <a:pt x="31517" y="102074"/>
                </a:lnTo>
                <a:lnTo>
                  <a:pt x="23992" y="86315"/>
                </a:lnTo>
                <a:lnTo>
                  <a:pt x="22302" y="79590"/>
                </a:lnTo>
                <a:lnTo>
                  <a:pt x="23287" y="72969"/>
                </a:lnTo>
                <a:lnTo>
                  <a:pt x="26683" y="67200"/>
                </a:lnTo>
                <a:lnTo>
                  <a:pt x="32226" y="63033"/>
                </a:lnTo>
                <a:lnTo>
                  <a:pt x="38951" y="61342"/>
                </a:lnTo>
                <a:lnTo>
                  <a:pt x="80895" y="61342"/>
                </a:lnTo>
                <a:lnTo>
                  <a:pt x="2129" y="0"/>
                </a:lnTo>
                <a:close/>
              </a:path>
              <a:path w="213995" h="424179">
                <a:moveTo>
                  <a:pt x="38951" y="61342"/>
                </a:moveTo>
                <a:lnTo>
                  <a:pt x="32226" y="63033"/>
                </a:lnTo>
                <a:lnTo>
                  <a:pt x="26683" y="67200"/>
                </a:lnTo>
                <a:lnTo>
                  <a:pt x="23287" y="72969"/>
                </a:lnTo>
                <a:lnTo>
                  <a:pt x="22302" y="79590"/>
                </a:lnTo>
                <a:lnTo>
                  <a:pt x="23992" y="86315"/>
                </a:lnTo>
                <a:lnTo>
                  <a:pt x="31517" y="102074"/>
                </a:lnTo>
                <a:lnTo>
                  <a:pt x="63033" y="87025"/>
                </a:lnTo>
                <a:lnTo>
                  <a:pt x="55509" y="71267"/>
                </a:lnTo>
                <a:lnTo>
                  <a:pt x="51342" y="65724"/>
                </a:lnTo>
                <a:lnTo>
                  <a:pt x="45573" y="62328"/>
                </a:lnTo>
                <a:lnTo>
                  <a:pt x="38951" y="61342"/>
                </a:lnTo>
                <a:close/>
              </a:path>
              <a:path w="213995" h="424179">
                <a:moveTo>
                  <a:pt x="80895" y="61342"/>
                </a:moveTo>
                <a:lnTo>
                  <a:pt x="38951" y="61342"/>
                </a:lnTo>
                <a:lnTo>
                  <a:pt x="45573" y="62328"/>
                </a:lnTo>
                <a:lnTo>
                  <a:pt x="51342" y="65724"/>
                </a:lnTo>
                <a:lnTo>
                  <a:pt x="55509" y="71267"/>
                </a:lnTo>
                <a:lnTo>
                  <a:pt x="63033" y="87025"/>
                </a:lnTo>
                <a:lnTo>
                  <a:pt x="94550" y="71977"/>
                </a:lnTo>
                <a:lnTo>
                  <a:pt x="80895" y="61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55" name="object 1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56" name="object 1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33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2608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9462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/>
              <a:t>Computational </a:t>
            </a:r>
            <a:r>
              <a:rPr dirty="0" sz="3200" spc="-15"/>
              <a:t>graphs </a:t>
            </a:r>
            <a:r>
              <a:rPr dirty="0" sz="3200" spc="-20"/>
              <a:t>are </a:t>
            </a:r>
            <a:r>
              <a:rPr dirty="0" sz="3200" spc="-10"/>
              <a:t>identical </a:t>
            </a:r>
            <a:r>
              <a:rPr dirty="0" sz="3200" spc="-15"/>
              <a:t>to </a:t>
            </a:r>
            <a:r>
              <a:rPr dirty="0" sz="3200" spc="-15" b="1">
                <a:solidFill>
                  <a:srgbClr val="FF0066"/>
                </a:solidFill>
                <a:latin typeface="Calibri"/>
                <a:cs typeface="Calibri"/>
              </a:rPr>
              <a:t>rooted 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subtree structures </a:t>
            </a:r>
            <a:r>
              <a:rPr dirty="0" sz="3200" spc="-10"/>
              <a:t>around </a:t>
            </a:r>
            <a:r>
              <a:rPr dirty="0" sz="3200" spc="-5"/>
              <a:t>each node.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9715" y="2626305"/>
            <a:ext cx="1070610" cy="0"/>
          </a:xfrm>
          <a:custGeom>
            <a:avLst/>
            <a:gdLst/>
            <a:ahLst/>
            <a:cxnLst/>
            <a:rect l="l" t="t" r="r" b="b"/>
            <a:pathLst>
              <a:path w="1070610" h="0">
                <a:moveTo>
                  <a:pt x="0" y="0"/>
                </a:moveTo>
                <a:lnTo>
                  <a:pt x="1070505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44624" y="2790466"/>
            <a:ext cx="5715" cy="912494"/>
          </a:xfrm>
          <a:custGeom>
            <a:avLst/>
            <a:gdLst/>
            <a:ahLst/>
            <a:cxnLst/>
            <a:rect l="l" t="t" r="r" b="b"/>
            <a:pathLst>
              <a:path w="5715" h="912495">
                <a:moveTo>
                  <a:pt x="5336" y="0"/>
                </a:moveTo>
                <a:lnTo>
                  <a:pt x="0" y="91225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57588" y="2721977"/>
            <a:ext cx="1170305" cy="1029335"/>
          </a:xfrm>
          <a:custGeom>
            <a:avLst/>
            <a:gdLst/>
            <a:ahLst/>
            <a:cxnLst/>
            <a:rect l="l" t="t" r="r" b="b"/>
            <a:pathLst>
              <a:path w="1170305" h="1029335">
                <a:moveTo>
                  <a:pt x="1170259" y="0"/>
                </a:moveTo>
                <a:lnTo>
                  <a:pt x="0" y="10288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04379" y="3866886"/>
            <a:ext cx="1028065" cy="0"/>
          </a:xfrm>
          <a:custGeom>
            <a:avLst/>
            <a:gdLst/>
            <a:ahLst/>
            <a:cxnLst/>
            <a:rect l="l" t="t" r="r" b="b"/>
            <a:pathLst>
              <a:path w="1028064" h="0">
                <a:moveTo>
                  <a:pt x="0" y="1"/>
                </a:moveTo>
                <a:lnTo>
                  <a:pt x="102773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04834" y="3256830"/>
            <a:ext cx="717550" cy="494030"/>
          </a:xfrm>
          <a:custGeom>
            <a:avLst/>
            <a:gdLst/>
            <a:ahLst/>
            <a:cxnLst/>
            <a:rect l="l" t="t" r="r" b="b"/>
            <a:pathLst>
              <a:path w="717550" h="494029">
                <a:moveTo>
                  <a:pt x="0" y="493976"/>
                </a:moveTo>
                <a:lnTo>
                  <a:pt x="71696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0204" y="2462142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40" h="328930">
                <a:moveTo>
                  <a:pt x="159755" y="0"/>
                </a:moveTo>
                <a:lnTo>
                  <a:pt x="117286" y="5864"/>
                </a:lnTo>
                <a:lnTo>
                  <a:pt x="79123" y="22412"/>
                </a:lnTo>
                <a:lnTo>
                  <a:pt x="46791" y="48081"/>
                </a:lnTo>
                <a:lnTo>
                  <a:pt x="21811" y="81306"/>
                </a:lnTo>
                <a:lnTo>
                  <a:pt x="5706" y="120521"/>
                </a:lnTo>
                <a:lnTo>
                  <a:pt x="0" y="164162"/>
                </a:lnTo>
                <a:lnTo>
                  <a:pt x="5706" y="207803"/>
                </a:lnTo>
                <a:lnTo>
                  <a:pt x="21811" y="247018"/>
                </a:lnTo>
                <a:lnTo>
                  <a:pt x="46791" y="280242"/>
                </a:lnTo>
                <a:lnTo>
                  <a:pt x="79123" y="305911"/>
                </a:lnTo>
                <a:lnTo>
                  <a:pt x="117286" y="322460"/>
                </a:lnTo>
                <a:lnTo>
                  <a:pt x="159755" y="328324"/>
                </a:lnTo>
                <a:lnTo>
                  <a:pt x="202224" y="322460"/>
                </a:lnTo>
                <a:lnTo>
                  <a:pt x="240387" y="305911"/>
                </a:lnTo>
                <a:lnTo>
                  <a:pt x="272719" y="280242"/>
                </a:lnTo>
                <a:lnTo>
                  <a:pt x="297699" y="247018"/>
                </a:lnTo>
                <a:lnTo>
                  <a:pt x="313804" y="207803"/>
                </a:lnTo>
                <a:lnTo>
                  <a:pt x="319510" y="164162"/>
                </a:lnTo>
                <a:lnTo>
                  <a:pt x="313804" y="120521"/>
                </a:lnTo>
                <a:lnTo>
                  <a:pt x="297699" y="81306"/>
                </a:lnTo>
                <a:lnTo>
                  <a:pt x="272719" y="48081"/>
                </a:lnTo>
                <a:lnTo>
                  <a:pt x="240387" y="22412"/>
                </a:lnTo>
                <a:lnTo>
                  <a:pt x="202224" y="5864"/>
                </a:lnTo>
                <a:lnTo>
                  <a:pt x="15975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3759" y="247751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81056" y="2441735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39" h="328930">
                <a:moveTo>
                  <a:pt x="159754" y="0"/>
                </a:moveTo>
                <a:lnTo>
                  <a:pt x="117285" y="5863"/>
                </a:lnTo>
                <a:lnTo>
                  <a:pt x="79123" y="22412"/>
                </a:lnTo>
                <a:lnTo>
                  <a:pt x="46790" y="48081"/>
                </a:lnTo>
                <a:lnTo>
                  <a:pt x="21811" y="81305"/>
                </a:lnTo>
                <a:lnTo>
                  <a:pt x="5706" y="120520"/>
                </a:lnTo>
                <a:lnTo>
                  <a:pt x="0" y="164161"/>
                </a:lnTo>
                <a:lnTo>
                  <a:pt x="5706" y="207802"/>
                </a:lnTo>
                <a:lnTo>
                  <a:pt x="21811" y="247017"/>
                </a:lnTo>
                <a:lnTo>
                  <a:pt x="46790" y="280241"/>
                </a:lnTo>
                <a:lnTo>
                  <a:pt x="79123" y="305911"/>
                </a:lnTo>
                <a:lnTo>
                  <a:pt x="117285" y="322460"/>
                </a:lnTo>
                <a:lnTo>
                  <a:pt x="159754" y="328324"/>
                </a:lnTo>
                <a:lnTo>
                  <a:pt x="202223" y="322460"/>
                </a:lnTo>
                <a:lnTo>
                  <a:pt x="240386" y="305911"/>
                </a:lnTo>
                <a:lnTo>
                  <a:pt x="272719" y="280241"/>
                </a:lnTo>
                <a:lnTo>
                  <a:pt x="297699" y="247017"/>
                </a:lnTo>
                <a:lnTo>
                  <a:pt x="313803" y="207802"/>
                </a:lnTo>
                <a:lnTo>
                  <a:pt x="319510" y="164161"/>
                </a:lnTo>
                <a:lnTo>
                  <a:pt x="313803" y="120520"/>
                </a:lnTo>
                <a:lnTo>
                  <a:pt x="297699" y="81305"/>
                </a:lnTo>
                <a:lnTo>
                  <a:pt x="272719" y="48081"/>
                </a:lnTo>
                <a:lnTo>
                  <a:pt x="240386" y="22412"/>
                </a:lnTo>
                <a:lnTo>
                  <a:pt x="202223" y="5863"/>
                </a:lnTo>
                <a:lnTo>
                  <a:pt x="15975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64610" y="24561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75009" y="2976589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39" h="328929">
                <a:moveTo>
                  <a:pt x="159754" y="0"/>
                </a:moveTo>
                <a:lnTo>
                  <a:pt x="117285" y="5863"/>
                </a:lnTo>
                <a:lnTo>
                  <a:pt x="79123" y="22412"/>
                </a:lnTo>
                <a:lnTo>
                  <a:pt x="46790" y="48081"/>
                </a:lnTo>
                <a:lnTo>
                  <a:pt x="21811" y="81305"/>
                </a:lnTo>
                <a:lnTo>
                  <a:pt x="5706" y="120520"/>
                </a:lnTo>
                <a:lnTo>
                  <a:pt x="0" y="164161"/>
                </a:lnTo>
                <a:lnTo>
                  <a:pt x="5706" y="207802"/>
                </a:lnTo>
                <a:lnTo>
                  <a:pt x="21811" y="247017"/>
                </a:lnTo>
                <a:lnTo>
                  <a:pt x="46790" y="280241"/>
                </a:lnTo>
                <a:lnTo>
                  <a:pt x="79123" y="305911"/>
                </a:lnTo>
                <a:lnTo>
                  <a:pt x="117285" y="322460"/>
                </a:lnTo>
                <a:lnTo>
                  <a:pt x="159754" y="328324"/>
                </a:lnTo>
                <a:lnTo>
                  <a:pt x="202223" y="322460"/>
                </a:lnTo>
                <a:lnTo>
                  <a:pt x="240386" y="305911"/>
                </a:lnTo>
                <a:lnTo>
                  <a:pt x="272719" y="280241"/>
                </a:lnTo>
                <a:lnTo>
                  <a:pt x="297699" y="247017"/>
                </a:lnTo>
                <a:lnTo>
                  <a:pt x="313803" y="207802"/>
                </a:lnTo>
                <a:lnTo>
                  <a:pt x="319510" y="164161"/>
                </a:lnTo>
                <a:lnTo>
                  <a:pt x="313803" y="120520"/>
                </a:lnTo>
                <a:lnTo>
                  <a:pt x="297699" y="81305"/>
                </a:lnTo>
                <a:lnTo>
                  <a:pt x="272719" y="48081"/>
                </a:lnTo>
                <a:lnTo>
                  <a:pt x="240386" y="22412"/>
                </a:lnTo>
                <a:lnTo>
                  <a:pt x="202223" y="5863"/>
                </a:lnTo>
                <a:lnTo>
                  <a:pt x="15975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958563" y="29895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32114" y="3702724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39" h="328929">
                <a:moveTo>
                  <a:pt x="159754" y="0"/>
                </a:moveTo>
                <a:lnTo>
                  <a:pt x="117285" y="5864"/>
                </a:lnTo>
                <a:lnTo>
                  <a:pt x="79123" y="22413"/>
                </a:lnTo>
                <a:lnTo>
                  <a:pt x="46790" y="48082"/>
                </a:lnTo>
                <a:lnTo>
                  <a:pt x="21811" y="81306"/>
                </a:lnTo>
                <a:lnTo>
                  <a:pt x="5706" y="120521"/>
                </a:lnTo>
                <a:lnTo>
                  <a:pt x="0" y="164162"/>
                </a:lnTo>
                <a:lnTo>
                  <a:pt x="5706" y="207803"/>
                </a:lnTo>
                <a:lnTo>
                  <a:pt x="21811" y="247018"/>
                </a:lnTo>
                <a:lnTo>
                  <a:pt x="46790" y="280242"/>
                </a:lnTo>
                <a:lnTo>
                  <a:pt x="79123" y="305911"/>
                </a:lnTo>
                <a:lnTo>
                  <a:pt x="117285" y="322460"/>
                </a:lnTo>
                <a:lnTo>
                  <a:pt x="159754" y="328324"/>
                </a:lnTo>
                <a:lnTo>
                  <a:pt x="202223" y="322460"/>
                </a:lnTo>
                <a:lnTo>
                  <a:pt x="240386" y="305911"/>
                </a:lnTo>
                <a:lnTo>
                  <a:pt x="272719" y="280242"/>
                </a:lnTo>
                <a:lnTo>
                  <a:pt x="297699" y="247018"/>
                </a:lnTo>
                <a:lnTo>
                  <a:pt x="313803" y="207803"/>
                </a:lnTo>
                <a:lnTo>
                  <a:pt x="319510" y="164162"/>
                </a:lnTo>
                <a:lnTo>
                  <a:pt x="313803" y="120521"/>
                </a:lnTo>
                <a:lnTo>
                  <a:pt x="297699" y="81306"/>
                </a:lnTo>
                <a:lnTo>
                  <a:pt x="272719" y="48082"/>
                </a:lnTo>
                <a:lnTo>
                  <a:pt x="240386" y="22413"/>
                </a:lnTo>
                <a:lnTo>
                  <a:pt x="202223" y="5864"/>
                </a:lnTo>
                <a:lnTo>
                  <a:pt x="15975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015669" y="37180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4868" y="3702724"/>
            <a:ext cx="320040" cy="328930"/>
          </a:xfrm>
          <a:custGeom>
            <a:avLst/>
            <a:gdLst/>
            <a:ahLst/>
            <a:cxnLst/>
            <a:rect l="l" t="t" r="r" b="b"/>
            <a:pathLst>
              <a:path w="320040" h="328929">
                <a:moveTo>
                  <a:pt x="159755" y="0"/>
                </a:moveTo>
                <a:lnTo>
                  <a:pt x="117286" y="5864"/>
                </a:lnTo>
                <a:lnTo>
                  <a:pt x="79123" y="22413"/>
                </a:lnTo>
                <a:lnTo>
                  <a:pt x="46791" y="48082"/>
                </a:lnTo>
                <a:lnTo>
                  <a:pt x="21811" y="81306"/>
                </a:lnTo>
                <a:lnTo>
                  <a:pt x="5706" y="120521"/>
                </a:lnTo>
                <a:lnTo>
                  <a:pt x="0" y="164162"/>
                </a:lnTo>
                <a:lnTo>
                  <a:pt x="5706" y="207803"/>
                </a:lnTo>
                <a:lnTo>
                  <a:pt x="21811" y="247018"/>
                </a:lnTo>
                <a:lnTo>
                  <a:pt x="46791" y="280242"/>
                </a:lnTo>
                <a:lnTo>
                  <a:pt x="79123" y="305911"/>
                </a:lnTo>
                <a:lnTo>
                  <a:pt x="117286" y="322460"/>
                </a:lnTo>
                <a:lnTo>
                  <a:pt x="159755" y="328324"/>
                </a:lnTo>
                <a:lnTo>
                  <a:pt x="202224" y="322460"/>
                </a:lnTo>
                <a:lnTo>
                  <a:pt x="240387" y="305911"/>
                </a:lnTo>
                <a:lnTo>
                  <a:pt x="272719" y="280242"/>
                </a:lnTo>
                <a:lnTo>
                  <a:pt x="297699" y="247018"/>
                </a:lnTo>
                <a:lnTo>
                  <a:pt x="313804" y="207803"/>
                </a:lnTo>
                <a:lnTo>
                  <a:pt x="319510" y="164162"/>
                </a:lnTo>
                <a:lnTo>
                  <a:pt x="313804" y="120521"/>
                </a:lnTo>
                <a:lnTo>
                  <a:pt x="297699" y="81306"/>
                </a:lnTo>
                <a:lnTo>
                  <a:pt x="272719" y="48082"/>
                </a:lnTo>
                <a:lnTo>
                  <a:pt x="240387" y="22413"/>
                </a:lnTo>
                <a:lnTo>
                  <a:pt x="202224" y="5864"/>
                </a:lnTo>
                <a:lnTo>
                  <a:pt x="15975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68423" y="37180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75540" y="432239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6"/>
                </a:lnTo>
                <a:lnTo>
                  <a:pt x="55819" y="28521"/>
                </a:lnTo>
                <a:lnTo>
                  <a:pt x="26305" y="60520"/>
                </a:lnTo>
                <a:lnTo>
                  <a:pt x="6950" y="101098"/>
                </a:lnTo>
                <a:lnTo>
                  <a:pt x="0" y="147821"/>
                </a:lnTo>
                <a:lnTo>
                  <a:pt x="6950" y="194544"/>
                </a:lnTo>
                <a:lnTo>
                  <a:pt x="26305" y="235122"/>
                </a:lnTo>
                <a:lnTo>
                  <a:pt x="55819" y="267121"/>
                </a:lnTo>
                <a:lnTo>
                  <a:pt x="93246" y="288105"/>
                </a:lnTo>
                <a:lnTo>
                  <a:pt x="136340" y="295642"/>
                </a:lnTo>
                <a:lnTo>
                  <a:pt x="179434" y="288105"/>
                </a:lnTo>
                <a:lnTo>
                  <a:pt x="216860" y="267121"/>
                </a:lnTo>
                <a:lnTo>
                  <a:pt x="246374" y="235122"/>
                </a:lnTo>
                <a:lnTo>
                  <a:pt x="265729" y="194544"/>
                </a:lnTo>
                <a:lnTo>
                  <a:pt x="272680" y="147821"/>
                </a:lnTo>
                <a:lnTo>
                  <a:pt x="265729" y="101098"/>
                </a:lnTo>
                <a:lnTo>
                  <a:pt x="246374" y="60520"/>
                </a:lnTo>
                <a:lnTo>
                  <a:pt x="216860" y="28521"/>
                </a:lnTo>
                <a:lnTo>
                  <a:pt x="179434" y="7536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35680" y="43215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59494" y="4618032"/>
            <a:ext cx="104775" cy="251460"/>
          </a:xfrm>
          <a:custGeom>
            <a:avLst/>
            <a:gdLst/>
            <a:ahLst/>
            <a:cxnLst/>
            <a:rect l="l" t="t" r="r" b="b"/>
            <a:pathLst>
              <a:path w="104775" h="251460">
                <a:moveTo>
                  <a:pt x="62031" y="69850"/>
                </a:moveTo>
                <a:lnTo>
                  <a:pt x="42742" y="69850"/>
                </a:lnTo>
                <a:lnTo>
                  <a:pt x="34924" y="77668"/>
                </a:lnTo>
                <a:lnTo>
                  <a:pt x="34925" y="243612"/>
                </a:lnTo>
                <a:lnTo>
                  <a:pt x="42743" y="251430"/>
                </a:lnTo>
                <a:lnTo>
                  <a:pt x="62032" y="251430"/>
                </a:lnTo>
                <a:lnTo>
                  <a:pt x="69850" y="243612"/>
                </a:lnTo>
                <a:lnTo>
                  <a:pt x="69849" y="77668"/>
                </a:lnTo>
                <a:lnTo>
                  <a:pt x="62031" y="69850"/>
                </a:lnTo>
                <a:close/>
              </a:path>
              <a:path w="104775" h="251460">
                <a:moveTo>
                  <a:pt x="52386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4" y="77668"/>
                </a:lnTo>
                <a:lnTo>
                  <a:pt x="42742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51460">
                <a:moveTo>
                  <a:pt x="87312" y="69850"/>
                </a:moveTo>
                <a:lnTo>
                  <a:pt x="62031" y="69850"/>
                </a:lnTo>
                <a:lnTo>
                  <a:pt x="69849" y="77668"/>
                </a:lnTo>
                <a:lnTo>
                  <a:pt x="69849" y="104775"/>
                </a:lnTo>
                <a:lnTo>
                  <a:pt x="104774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2894" y="5176575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33033" y="51749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7954" y="5185792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4"/>
                </a:lnTo>
                <a:lnTo>
                  <a:pt x="136340" y="295640"/>
                </a:lnTo>
                <a:lnTo>
                  <a:pt x="179434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4" y="7535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28094" y="51841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1895" y="4918894"/>
            <a:ext cx="220345" cy="275590"/>
          </a:xfrm>
          <a:custGeom>
            <a:avLst/>
            <a:gdLst/>
            <a:ahLst/>
            <a:cxnLst/>
            <a:rect l="l" t="t" r="r" b="b"/>
            <a:pathLst>
              <a:path w="220344" h="275589">
                <a:moveTo>
                  <a:pt x="141490" y="71563"/>
                </a:moveTo>
                <a:lnTo>
                  <a:pt x="3612" y="246886"/>
                </a:lnTo>
                <a:lnTo>
                  <a:pt x="489" y="253078"/>
                </a:lnTo>
                <a:lnTo>
                  <a:pt x="0" y="259755"/>
                </a:lnTo>
                <a:lnTo>
                  <a:pt x="2049" y="266127"/>
                </a:lnTo>
                <a:lnTo>
                  <a:pt x="6544" y="271407"/>
                </a:lnTo>
                <a:lnTo>
                  <a:pt x="12735" y="274531"/>
                </a:lnTo>
                <a:lnTo>
                  <a:pt x="19412" y="275021"/>
                </a:lnTo>
                <a:lnTo>
                  <a:pt x="25784" y="272971"/>
                </a:lnTo>
                <a:lnTo>
                  <a:pt x="31065" y="268476"/>
                </a:lnTo>
                <a:lnTo>
                  <a:pt x="168943" y="93153"/>
                </a:lnTo>
                <a:lnTo>
                  <a:pt x="141490" y="71563"/>
                </a:lnTo>
                <a:close/>
              </a:path>
              <a:path w="220344" h="275589">
                <a:moveTo>
                  <a:pt x="209440" y="51292"/>
                </a:moveTo>
                <a:lnTo>
                  <a:pt x="163938" y="51292"/>
                </a:lnTo>
                <a:lnTo>
                  <a:pt x="170615" y="51782"/>
                </a:lnTo>
                <a:lnTo>
                  <a:pt x="176806" y="54905"/>
                </a:lnTo>
                <a:lnTo>
                  <a:pt x="181300" y="60186"/>
                </a:lnTo>
                <a:lnTo>
                  <a:pt x="183350" y="66558"/>
                </a:lnTo>
                <a:lnTo>
                  <a:pt x="182861" y="73235"/>
                </a:lnTo>
                <a:lnTo>
                  <a:pt x="179737" y="79427"/>
                </a:lnTo>
                <a:lnTo>
                  <a:pt x="168943" y="93153"/>
                </a:lnTo>
                <a:lnTo>
                  <a:pt x="196396" y="114741"/>
                </a:lnTo>
                <a:lnTo>
                  <a:pt x="209440" y="51292"/>
                </a:lnTo>
                <a:close/>
              </a:path>
              <a:path w="220344" h="275589">
                <a:moveTo>
                  <a:pt x="163938" y="51292"/>
                </a:moveTo>
                <a:lnTo>
                  <a:pt x="157565" y="53342"/>
                </a:lnTo>
                <a:lnTo>
                  <a:pt x="152285" y="57837"/>
                </a:lnTo>
                <a:lnTo>
                  <a:pt x="141490" y="71563"/>
                </a:lnTo>
                <a:lnTo>
                  <a:pt x="168943" y="93153"/>
                </a:lnTo>
                <a:lnTo>
                  <a:pt x="179737" y="79427"/>
                </a:lnTo>
                <a:lnTo>
                  <a:pt x="182861" y="73235"/>
                </a:lnTo>
                <a:lnTo>
                  <a:pt x="183350" y="66558"/>
                </a:lnTo>
                <a:lnTo>
                  <a:pt x="181300" y="60186"/>
                </a:lnTo>
                <a:lnTo>
                  <a:pt x="176806" y="54905"/>
                </a:lnTo>
                <a:lnTo>
                  <a:pt x="170615" y="51782"/>
                </a:lnTo>
                <a:lnTo>
                  <a:pt x="163938" y="51292"/>
                </a:lnTo>
                <a:close/>
              </a:path>
              <a:path w="220344" h="275589">
                <a:moveTo>
                  <a:pt x="219984" y="0"/>
                </a:moveTo>
                <a:lnTo>
                  <a:pt x="114037" y="49974"/>
                </a:lnTo>
                <a:lnTo>
                  <a:pt x="141490" y="71563"/>
                </a:lnTo>
                <a:lnTo>
                  <a:pt x="152285" y="57837"/>
                </a:lnTo>
                <a:lnTo>
                  <a:pt x="157565" y="53342"/>
                </a:lnTo>
                <a:lnTo>
                  <a:pt x="163938" y="51292"/>
                </a:lnTo>
                <a:lnTo>
                  <a:pt x="209440" y="51292"/>
                </a:lnTo>
                <a:lnTo>
                  <a:pt x="2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11880" y="4918894"/>
            <a:ext cx="210185" cy="284480"/>
          </a:xfrm>
          <a:custGeom>
            <a:avLst/>
            <a:gdLst/>
            <a:ahLst/>
            <a:cxnLst/>
            <a:rect l="l" t="t" r="r" b="b"/>
            <a:pathLst>
              <a:path w="210184" h="284479">
                <a:moveTo>
                  <a:pt x="75437" y="74778"/>
                </a:moveTo>
                <a:lnTo>
                  <a:pt x="47107" y="95202"/>
                </a:lnTo>
                <a:lnTo>
                  <a:pt x="178249" y="277110"/>
                </a:lnTo>
                <a:lnTo>
                  <a:pt x="183337" y="281821"/>
                </a:lnTo>
                <a:lnTo>
                  <a:pt x="189619" y="284135"/>
                </a:lnTo>
                <a:lnTo>
                  <a:pt x="196310" y="283924"/>
                </a:lnTo>
                <a:lnTo>
                  <a:pt x="202627" y="281062"/>
                </a:lnTo>
                <a:lnTo>
                  <a:pt x="207338" y="275974"/>
                </a:lnTo>
                <a:lnTo>
                  <a:pt x="209652" y="269693"/>
                </a:lnTo>
                <a:lnTo>
                  <a:pt x="209441" y="263002"/>
                </a:lnTo>
                <a:lnTo>
                  <a:pt x="206580" y="256686"/>
                </a:lnTo>
                <a:lnTo>
                  <a:pt x="75437" y="74778"/>
                </a:lnTo>
                <a:close/>
              </a:path>
              <a:path w="210184" h="284479">
                <a:moveTo>
                  <a:pt x="0" y="0"/>
                </a:moveTo>
                <a:lnTo>
                  <a:pt x="18777" y="115627"/>
                </a:lnTo>
                <a:lnTo>
                  <a:pt x="47107" y="95202"/>
                </a:lnTo>
                <a:lnTo>
                  <a:pt x="36895" y="81037"/>
                </a:lnTo>
                <a:lnTo>
                  <a:pt x="34033" y="74721"/>
                </a:lnTo>
                <a:lnTo>
                  <a:pt x="53855" y="53588"/>
                </a:lnTo>
                <a:lnTo>
                  <a:pt x="102305" y="53588"/>
                </a:lnTo>
                <a:lnTo>
                  <a:pt x="0" y="0"/>
                </a:lnTo>
                <a:close/>
              </a:path>
              <a:path w="210184" h="284479">
                <a:moveTo>
                  <a:pt x="53855" y="53588"/>
                </a:moveTo>
                <a:lnTo>
                  <a:pt x="47164" y="53799"/>
                </a:lnTo>
                <a:lnTo>
                  <a:pt x="40848" y="56661"/>
                </a:lnTo>
                <a:lnTo>
                  <a:pt x="36137" y="61749"/>
                </a:lnTo>
                <a:lnTo>
                  <a:pt x="33823" y="68030"/>
                </a:lnTo>
                <a:lnTo>
                  <a:pt x="34033" y="74721"/>
                </a:lnTo>
                <a:lnTo>
                  <a:pt x="36895" y="81037"/>
                </a:lnTo>
                <a:lnTo>
                  <a:pt x="47107" y="95202"/>
                </a:lnTo>
                <a:lnTo>
                  <a:pt x="75437" y="74778"/>
                </a:lnTo>
                <a:lnTo>
                  <a:pt x="65225" y="60613"/>
                </a:lnTo>
                <a:lnTo>
                  <a:pt x="60137" y="55902"/>
                </a:lnTo>
                <a:lnTo>
                  <a:pt x="53855" y="53588"/>
                </a:lnTo>
                <a:close/>
              </a:path>
              <a:path w="210184" h="284479">
                <a:moveTo>
                  <a:pt x="102305" y="53588"/>
                </a:moveTo>
                <a:lnTo>
                  <a:pt x="53855" y="53588"/>
                </a:lnTo>
                <a:lnTo>
                  <a:pt x="60137" y="55902"/>
                </a:lnTo>
                <a:lnTo>
                  <a:pt x="65225" y="60613"/>
                </a:lnTo>
                <a:lnTo>
                  <a:pt x="75437" y="74778"/>
                </a:lnTo>
                <a:lnTo>
                  <a:pt x="103768" y="54354"/>
                </a:lnTo>
                <a:lnTo>
                  <a:pt x="102305" y="535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6846" y="5472215"/>
            <a:ext cx="104775" cy="247015"/>
          </a:xfrm>
          <a:custGeom>
            <a:avLst/>
            <a:gdLst/>
            <a:ahLst/>
            <a:cxnLst/>
            <a:rect l="l" t="t" r="r" b="b"/>
            <a:pathLst>
              <a:path w="104775" h="247014">
                <a:moveTo>
                  <a:pt x="69850" y="104775"/>
                </a:moveTo>
                <a:lnTo>
                  <a:pt x="34925" y="104775"/>
                </a:lnTo>
                <a:lnTo>
                  <a:pt x="34925" y="238935"/>
                </a:lnTo>
                <a:lnTo>
                  <a:pt x="42743" y="246754"/>
                </a:lnTo>
                <a:lnTo>
                  <a:pt x="62032" y="246753"/>
                </a:lnTo>
                <a:lnTo>
                  <a:pt x="69850" y="238935"/>
                </a:lnTo>
                <a:lnTo>
                  <a:pt x="69850" y="104775"/>
                </a:lnTo>
                <a:close/>
              </a:path>
              <a:path w="104775" h="247014">
                <a:moveTo>
                  <a:pt x="52387" y="0"/>
                </a:moveTo>
                <a:lnTo>
                  <a:pt x="0" y="104776"/>
                </a:lnTo>
                <a:lnTo>
                  <a:pt x="34925" y="104775"/>
                </a:lnTo>
                <a:lnTo>
                  <a:pt x="34924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247014">
                <a:moveTo>
                  <a:pt x="62031" y="69849"/>
                </a:moveTo>
                <a:lnTo>
                  <a:pt x="42743" y="69849"/>
                </a:lnTo>
                <a:lnTo>
                  <a:pt x="34924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49" y="77668"/>
                </a:lnTo>
                <a:lnTo>
                  <a:pt x="62031" y="69849"/>
                </a:lnTo>
                <a:close/>
              </a:path>
              <a:path w="104775" h="247014">
                <a:moveTo>
                  <a:pt x="87312" y="69849"/>
                </a:moveTo>
                <a:lnTo>
                  <a:pt x="62031" y="69849"/>
                </a:lnTo>
                <a:lnTo>
                  <a:pt x="69849" y="77668"/>
                </a:lnTo>
                <a:lnTo>
                  <a:pt x="69850" y="104775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51908" y="5481431"/>
            <a:ext cx="104775" cy="238125"/>
          </a:xfrm>
          <a:custGeom>
            <a:avLst/>
            <a:gdLst/>
            <a:ahLst/>
            <a:cxnLst/>
            <a:rect l="l" t="t" r="r" b="b"/>
            <a:pathLst>
              <a:path w="104775" h="238125">
                <a:moveTo>
                  <a:pt x="62031" y="69850"/>
                </a:moveTo>
                <a:lnTo>
                  <a:pt x="42743" y="69850"/>
                </a:lnTo>
                <a:lnTo>
                  <a:pt x="34924" y="77668"/>
                </a:lnTo>
                <a:lnTo>
                  <a:pt x="34925" y="229719"/>
                </a:lnTo>
                <a:lnTo>
                  <a:pt x="42743" y="237537"/>
                </a:lnTo>
                <a:lnTo>
                  <a:pt x="62032" y="237537"/>
                </a:lnTo>
                <a:lnTo>
                  <a:pt x="69850" y="229719"/>
                </a:lnTo>
                <a:lnTo>
                  <a:pt x="69849" y="77668"/>
                </a:lnTo>
                <a:lnTo>
                  <a:pt x="62031" y="69850"/>
                </a:lnTo>
                <a:close/>
              </a:path>
              <a:path w="104775" h="238125">
                <a:moveTo>
                  <a:pt x="52386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4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38125">
                <a:moveTo>
                  <a:pt x="87312" y="69850"/>
                </a:moveTo>
                <a:lnTo>
                  <a:pt x="62031" y="69850"/>
                </a:lnTo>
                <a:lnTo>
                  <a:pt x="69849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2187" y="612235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72894" y="612235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11652" y="612235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72328" y="6119876"/>
            <a:ext cx="8521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  <a:tab pos="711835" algn="l"/>
              </a:tabLst>
            </a:pPr>
            <a:r>
              <a:rPr dirty="0" sz="1800">
                <a:latin typeface="Arial"/>
                <a:cs typeface="Arial"/>
              </a:rPr>
              <a:t>1	5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60717" y="6128653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709780" y="6128653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40" y="295641"/>
                </a:lnTo>
                <a:lnTo>
                  <a:pt x="179434" y="288105"/>
                </a:lnTo>
                <a:lnTo>
                  <a:pt x="216861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5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420856" y="6125971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1315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31066" y="5768401"/>
            <a:ext cx="378460" cy="371475"/>
          </a:xfrm>
          <a:custGeom>
            <a:avLst/>
            <a:gdLst/>
            <a:ahLst/>
            <a:cxnLst/>
            <a:rect l="l" t="t" r="r" b="b"/>
            <a:pathLst>
              <a:path w="378459" h="371475">
                <a:moveTo>
                  <a:pt x="291154" y="60920"/>
                </a:moveTo>
                <a:lnTo>
                  <a:pt x="5231" y="341492"/>
                </a:lnTo>
                <a:lnTo>
                  <a:pt x="1340" y="347232"/>
                </a:lnTo>
                <a:lnTo>
                  <a:pt x="0" y="353791"/>
                </a:lnTo>
                <a:lnTo>
                  <a:pt x="1216" y="360374"/>
                </a:lnTo>
                <a:lnTo>
                  <a:pt x="4997" y="366186"/>
                </a:lnTo>
                <a:lnTo>
                  <a:pt x="10737" y="370077"/>
                </a:lnTo>
                <a:lnTo>
                  <a:pt x="17296" y="371417"/>
                </a:lnTo>
                <a:lnTo>
                  <a:pt x="23879" y="370201"/>
                </a:lnTo>
                <a:lnTo>
                  <a:pt x="29692" y="366420"/>
                </a:lnTo>
                <a:lnTo>
                  <a:pt x="315615" y="85847"/>
                </a:lnTo>
                <a:lnTo>
                  <a:pt x="291154" y="60920"/>
                </a:lnTo>
                <a:close/>
              </a:path>
              <a:path w="378459" h="371475">
                <a:moveTo>
                  <a:pt x="363144" y="43691"/>
                </a:moveTo>
                <a:lnTo>
                  <a:pt x="316013" y="43691"/>
                </a:lnTo>
                <a:lnTo>
                  <a:pt x="322572" y="45032"/>
                </a:lnTo>
                <a:lnTo>
                  <a:pt x="328312" y="48922"/>
                </a:lnTo>
                <a:lnTo>
                  <a:pt x="332094" y="54735"/>
                </a:lnTo>
                <a:lnTo>
                  <a:pt x="333310" y="61318"/>
                </a:lnTo>
                <a:lnTo>
                  <a:pt x="331969" y="67877"/>
                </a:lnTo>
                <a:lnTo>
                  <a:pt x="328079" y="73617"/>
                </a:lnTo>
                <a:lnTo>
                  <a:pt x="315615" y="85847"/>
                </a:lnTo>
                <a:lnTo>
                  <a:pt x="340077" y="110775"/>
                </a:lnTo>
                <a:lnTo>
                  <a:pt x="363144" y="43691"/>
                </a:lnTo>
                <a:close/>
              </a:path>
              <a:path w="378459" h="371475">
                <a:moveTo>
                  <a:pt x="316013" y="43691"/>
                </a:moveTo>
                <a:lnTo>
                  <a:pt x="309430" y="44908"/>
                </a:lnTo>
                <a:lnTo>
                  <a:pt x="303618" y="48689"/>
                </a:lnTo>
                <a:lnTo>
                  <a:pt x="291154" y="60920"/>
                </a:lnTo>
                <a:lnTo>
                  <a:pt x="315615" y="85847"/>
                </a:lnTo>
                <a:lnTo>
                  <a:pt x="328079" y="73617"/>
                </a:lnTo>
                <a:lnTo>
                  <a:pt x="331969" y="67877"/>
                </a:lnTo>
                <a:lnTo>
                  <a:pt x="333310" y="61318"/>
                </a:lnTo>
                <a:lnTo>
                  <a:pt x="332094" y="54735"/>
                </a:lnTo>
                <a:lnTo>
                  <a:pt x="328312" y="48922"/>
                </a:lnTo>
                <a:lnTo>
                  <a:pt x="322572" y="45032"/>
                </a:lnTo>
                <a:lnTo>
                  <a:pt x="316013" y="43691"/>
                </a:lnTo>
                <a:close/>
              </a:path>
              <a:path w="378459" h="371475">
                <a:moveTo>
                  <a:pt x="378168" y="0"/>
                </a:moveTo>
                <a:lnTo>
                  <a:pt x="266693" y="35992"/>
                </a:lnTo>
                <a:lnTo>
                  <a:pt x="291154" y="60920"/>
                </a:lnTo>
                <a:lnTo>
                  <a:pt x="303618" y="48689"/>
                </a:lnTo>
                <a:lnTo>
                  <a:pt x="309430" y="44908"/>
                </a:lnTo>
                <a:lnTo>
                  <a:pt x="316013" y="43691"/>
                </a:lnTo>
                <a:lnTo>
                  <a:pt x="363144" y="43691"/>
                </a:lnTo>
                <a:lnTo>
                  <a:pt x="378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56847" y="5768401"/>
            <a:ext cx="104775" cy="371475"/>
          </a:xfrm>
          <a:custGeom>
            <a:avLst/>
            <a:gdLst/>
            <a:ahLst/>
            <a:cxnLst/>
            <a:rect l="l" t="t" r="r" b="b"/>
            <a:pathLst>
              <a:path w="104775" h="371475">
                <a:moveTo>
                  <a:pt x="34925" y="104775"/>
                </a:moveTo>
                <a:lnTo>
                  <a:pt x="34924" y="363600"/>
                </a:lnTo>
                <a:lnTo>
                  <a:pt x="42742" y="371418"/>
                </a:lnTo>
                <a:lnTo>
                  <a:pt x="62031" y="371418"/>
                </a:lnTo>
                <a:lnTo>
                  <a:pt x="69849" y="363600"/>
                </a:lnTo>
                <a:lnTo>
                  <a:pt x="69850" y="104775"/>
                </a:lnTo>
                <a:lnTo>
                  <a:pt x="34925" y="104775"/>
                </a:lnTo>
                <a:close/>
              </a:path>
              <a:path w="104775" h="37147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  <a:path w="104775" h="37147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371475">
                <a:moveTo>
                  <a:pt x="52387" y="0"/>
                </a:moveTo>
                <a:lnTo>
                  <a:pt x="0" y="104774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30746" y="5768401"/>
            <a:ext cx="109220" cy="371475"/>
          </a:xfrm>
          <a:custGeom>
            <a:avLst/>
            <a:gdLst/>
            <a:ahLst/>
            <a:cxnLst/>
            <a:rect l="l" t="t" r="r" b="b"/>
            <a:pathLst>
              <a:path w="109219" h="371475">
                <a:moveTo>
                  <a:pt x="39844" y="100730"/>
                </a:moveTo>
                <a:lnTo>
                  <a:pt x="0" y="351212"/>
                </a:lnTo>
                <a:lnTo>
                  <a:pt x="287" y="358141"/>
                </a:lnTo>
                <a:lnTo>
                  <a:pt x="3111" y="364210"/>
                </a:lnTo>
                <a:lnTo>
                  <a:pt x="8005" y="368778"/>
                </a:lnTo>
                <a:lnTo>
                  <a:pt x="14502" y="371201"/>
                </a:lnTo>
                <a:lnTo>
                  <a:pt x="21430" y="370914"/>
                </a:lnTo>
                <a:lnTo>
                  <a:pt x="27500" y="368090"/>
                </a:lnTo>
                <a:lnTo>
                  <a:pt x="32068" y="363196"/>
                </a:lnTo>
                <a:lnTo>
                  <a:pt x="34491" y="356699"/>
                </a:lnTo>
                <a:lnTo>
                  <a:pt x="74335" y="106217"/>
                </a:lnTo>
                <a:lnTo>
                  <a:pt x="39844" y="100730"/>
                </a:lnTo>
                <a:close/>
              </a:path>
              <a:path w="109219" h="371475">
                <a:moveTo>
                  <a:pt x="95335" y="68982"/>
                </a:moveTo>
                <a:lnTo>
                  <a:pt x="62576" y="68982"/>
                </a:lnTo>
                <a:lnTo>
                  <a:pt x="69073" y="71405"/>
                </a:lnTo>
                <a:lnTo>
                  <a:pt x="73967" y="75973"/>
                </a:lnTo>
                <a:lnTo>
                  <a:pt x="76791" y="82043"/>
                </a:lnTo>
                <a:lnTo>
                  <a:pt x="77078" y="88971"/>
                </a:lnTo>
                <a:lnTo>
                  <a:pt x="74335" y="106217"/>
                </a:lnTo>
                <a:lnTo>
                  <a:pt x="108827" y="111703"/>
                </a:lnTo>
                <a:lnTo>
                  <a:pt x="95335" y="68982"/>
                </a:lnTo>
                <a:close/>
              </a:path>
              <a:path w="109219" h="371475">
                <a:moveTo>
                  <a:pt x="62576" y="68982"/>
                </a:moveTo>
                <a:lnTo>
                  <a:pt x="39844" y="100730"/>
                </a:lnTo>
                <a:lnTo>
                  <a:pt x="74335" y="106217"/>
                </a:lnTo>
                <a:lnTo>
                  <a:pt x="77078" y="88971"/>
                </a:lnTo>
                <a:lnTo>
                  <a:pt x="76791" y="82043"/>
                </a:lnTo>
                <a:lnTo>
                  <a:pt x="73967" y="75973"/>
                </a:lnTo>
                <a:lnTo>
                  <a:pt x="69073" y="71405"/>
                </a:lnTo>
                <a:lnTo>
                  <a:pt x="62576" y="68982"/>
                </a:lnTo>
                <a:close/>
              </a:path>
              <a:path w="109219" h="371475">
                <a:moveTo>
                  <a:pt x="73549" y="0"/>
                </a:moveTo>
                <a:lnTo>
                  <a:pt x="5352" y="95244"/>
                </a:lnTo>
                <a:lnTo>
                  <a:pt x="39844" y="100730"/>
                </a:lnTo>
                <a:lnTo>
                  <a:pt x="42587" y="83485"/>
                </a:lnTo>
                <a:lnTo>
                  <a:pt x="45010" y="76987"/>
                </a:lnTo>
                <a:lnTo>
                  <a:pt x="49578" y="72094"/>
                </a:lnTo>
                <a:lnTo>
                  <a:pt x="55648" y="69270"/>
                </a:lnTo>
                <a:lnTo>
                  <a:pt x="62576" y="68982"/>
                </a:lnTo>
                <a:lnTo>
                  <a:pt x="95335" y="68982"/>
                </a:lnTo>
                <a:lnTo>
                  <a:pt x="73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204295" y="5768401"/>
            <a:ext cx="310515" cy="377825"/>
          </a:xfrm>
          <a:custGeom>
            <a:avLst/>
            <a:gdLst/>
            <a:ahLst/>
            <a:cxnLst/>
            <a:rect l="l" t="t" r="r" b="b"/>
            <a:pathLst>
              <a:path w="310515" h="377825">
                <a:moveTo>
                  <a:pt x="79629" y="70298"/>
                </a:moveTo>
                <a:lnTo>
                  <a:pt x="52525" y="92324"/>
                </a:lnTo>
                <a:lnTo>
                  <a:pt x="279207" y="371265"/>
                </a:lnTo>
                <a:lnTo>
                  <a:pt x="284559" y="375675"/>
                </a:lnTo>
                <a:lnTo>
                  <a:pt x="290965" y="377623"/>
                </a:lnTo>
                <a:lnTo>
                  <a:pt x="297632" y="377026"/>
                </a:lnTo>
                <a:lnTo>
                  <a:pt x="303773" y="373804"/>
                </a:lnTo>
                <a:lnTo>
                  <a:pt x="308182" y="368453"/>
                </a:lnTo>
                <a:lnTo>
                  <a:pt x="310129" y="362048"/>
                </a:lnTo>
                <a:lnTo>
                  <a:pt x="309533" y="355380"/>
                </a:lnTo>
                <a:lnTo>
                  <a:pt x="306311" y="349240"/>
                </a:lnTo>
                <a:lnTo>
                  <a:pt x="79629" y="70298"/>
                </a:lnTo>
                <a:close/>
              </a:path>
              <a:path w="310515" h="377825">
                <a:moveTo>
                  <a:pt x="0" y="0"/>
                </a:moveTo>
                <a:lnTo>
                  <a:pt x="25422" y="114350"/>
                </a:lnTo>
                <a:lnTo>
                  <a:pt x="52525" y="92324"/>
                </a:lnTo>
                <a:lnTo>
                  <a:pt x="41512" y="78772"/>
                </a:lnTo>
                <a:lnTo>
                  <a:pt x="38291" y="72632"/>
                </a:lnTo>
                <a:lnTo>
                  <a:pt x="56860" y="50389"/>
                </a:lnTo>
                <a:lnTo>
                  <a:pt x="104128" y="50389"/>
                </a:lnTo>
                <a:lnTo>
                  <a:pt x="106733" y="48272"/>
                </a:lnTo>
                <a:lnTo>
                  <a:pt x="0" y="0"/>
                </a:lnTo>
                <a:close/>
              </a:path>
              <a:path w="310515" h="377825">
                <a:moveTo>
                  <a:pt x="56860" y="50389"/>
                </a:moveTo>
                <a:lnTo>
                  <a:pt x="50192" y="50985"/>
                </a:lnTo>
                <a:lnTo>
                  <a:pt x="44051" y="54207"/>
                </a:lnTo>
                <a:lnTo>
                  <a:pt x="39642" y="59559"/>
                </a:lnTo>
                <a:lnTo>
                  <a:pt x="37694" y="65964"/>
                </a:lnTo>
                <a:lnTo>
                  <a:pt x="38291" y="72632"/>
                </a:lnTo>
                <a:lnTo>
                  <a:pt x="41512" y="78772"/>
                </a:lnTo>
                <a:lnTo>
                  <a:pt x="52525" y="92324"/>
                </a:lnTo>
                <a:lnTo>
                  <a:pt x="79629" y="70298"/>
                </a:lnTo>
                <a:lnTo>
                  <a:pt x="68616" y="56746"/>
                </a:lnTo>
                <a:lnTo>
                  <a:pt x="63264" y="52337"/>
                </a:lnTo>
                <a:lnTo>
                  <a:pt x="56860" y="50389"/>
                </a:lnTo>
                <a:close/>
              </a:path>
              <a:path w="310515" h="377825">
                <a:moveTo>
                  <a:pt x="104128" y="50389"/>
                </a:moveTo>
                <a:lnTo>
                  <a:pt x="56860" y="50389"/>
                </a:lnTo>
                <a:lnTo>
                  <a:pt x="63264" y="52337"/>
                </a:lnTo>
                <a:lnTo>
                  <a:pt x="68616" y="56746"/>
                </a:lnTo>
                <a:lnTo>
                  <a:pt x="79629" y="70298"/>
                </a:lnTo>
                <a:lnTo>
                  <a:pt x="104128" y="50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204295" y="5768401"/>
            <a:ext cx="659765" cy="377825"/>
          </a:xfrm>
          <a:custGeom>
            <a:avLst/>
            <a:gdLst/>
            <a:ahLst/>
            <a:cxnLst/>
            <a:rect l="l" t="t" r="r" b="b"/>
            <a:pathLst>
              <a:path w="659764" h="377825">
                <a:moveTo>
                  <a:pt x="99913" y="36055"/>
                </a:moveTo>
                <a:lnTo>
                  <a:pt x="82819" y="66511"/>
                </a:lnTo>
                <a:lnTo>
                  <a:pt x="633277" y="375480"/>
                </a:lnTo>
                <a:lnTo>
                  <a:pt x="639876" y="377611"/>
                </a:lnTo>
                <a:lnTo>
                  <a:pt x="646549" y="377064"/>
                </a:lnTo>
                <a:lnTo>
                  <a:pt x="652529" y="374055"/>
                </a:lnTo>
                <a:lnTo>
                  <a:pt x="657052" y="368800"/>
                </a:lnTo>
                <a:lnTo>
                  <a:pt x="659183" y="362201"/>
                </a:lnTo>
                <a:lnTo>
                  <a:pt x="658636" y="355529"/>
                </a:lnTo>
                <a:lnTo>
                  <a:pt x="655628" y="349548"/>
                </a:lnTo>
                <a:lnTo>
                  <a:pt x="650372" y="345025"/>
                </a:lnTo>
                <a:lnTo>
                  <a:pt x="99913" y="36055"/>
                </a:lnTo>
                <a:close/>
              </a:path>
              <a:path w="659764" h="377825">
                <a:moveTo>
                  <a:pt x="0" y="0"/>
                </a:moveTo>
                <a:lnTo>
                  <a:pt x="65724" y="96966"/>
                </a:lnTo>
                <a:lnTo>
                  <a:pt x="82819" y="66511"/>
                </a:lnTo>
                <a:lnTo>
                  <a:pt x="67591" y="57963"/>
                </a:lnTo>
                <a:lnTo>
                  <a:pt x="62335" y="53440"/>
                </a:lnTo>
                <a:lnTo>
                  <a:pt x="59327" y="47459"/>
                </a:lnTo>
                <a:lnTo>
                  <a:pt x="58780" y="40787"/>
                </a:lnTo>
                <a:lnTo>
                  <a:pt x="60910" y="34188"/>
                </a:lnTo>
                <a:lnTo>
                  <a:pt x="65434" y="28933"/>
                </a:lnTo>
                <a:lnTo>
                  <a:pt x="71414" y="25924"/>
                </a:lnTo>
                <a:lnTo>
                  <a:pt x="78086" y="25378"/>
                </a:lnTo>
                <a:lnTo>
                  <a:pt x="105906" y="25378"/>
                </a:lnTo>
                <a:lnTo>
                  <a:pt x="117008" y="5600"/>
                </a:lnTo>
                <a:lnTo>
                  <a:pt x="0" y="0"/>
                </a:lnTo>
                <a:close/>
              </a:path>
              <a:path w="659764" h="377825">
                <a:moveTo>
                  <a:pt x="78086" y="25378"/>
                </a:moveTo>
                <a:lnTo>
                  <a:pt x="71414" y="25924"/>
                </a:lnTo>
                <a:lnTo>
                  <a:pt x="65434" y="28933"/>
                </a:lnTo>
                <a:lnTo>
                  <a:pt x="60910" y="34188"/>
                </a:lnTo>
                <a:lnTo>
                  <a:pt x="58780" y="40787"/>
                </a:lnTo>
                <a:lnTo>
                  <a:pt x="59327" y="47459"/>
                </a:lnTo>
                <a:lnTo>
                  <a:pt x="62335" y="53440"/>
                </a:lnTo>
                <a:lnTo>
                  <a:pt x="67591" y="57963"/>
                </a:lnTo>
                <a:lnTo>
                  <a:pt x="82819" y="66511"/>
                </a:lnTo>
                <a:lnTo>
                  <a:pt x="99913" y="36055"/>
                </a:lnTo>
                <a:lnTo>
                  <a:pt x="84685" y="27508"/>
                </a:lnTo>
                <a:lnTo>
                  <a:pt x="78086" y="25378"/>
                </a:lnTo>
                <a:close/>
              </a:path>
              <a:path w="659764" h="377825">
                <a:moveTo>
                  <a:pt x="105906" y="25378"/>
                </a:moveTo>
                <a:lnTo>
                  <a:pt x="78086" y="25378"/>
                </a:lnTo>
                <a:lnTo>
                  <a:pt x="84685" y="27508"/>
                </a:lnTo>
                <a:lnTo>
                  <a:pt x="99913" y="36055"/>
                </a:lnTo>
                <a:lnTo>
                  <a:pt x="105906" y="25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75540" y="4851999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75540" y="4851999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2894" y="5701506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2894" y="5701506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67954" y="5701506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67954" y="5701506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883885" y="434457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9" y="287242"/>
                </a:lnTo>
                <a:lnTo>
                  <a:pt x="135219" y="294755"/>
                </a:lnTo>
                <a:lnTo>
                  <a:pt x="177958" y="287242"/>
                </a:lnTo>
                <a:lnTo>
                  <a:pt x="215077" y="266320"/>
                </a:lnTo>
                <a:lnTo>
                  <a:pt x="244348" y="234417"/>
                </a:lnTo>
                <a:lnTo>
                  <a:pt x="263544" y="193961"/>
                </a:lnTo>
                <a:lnTo>
                  <a:pt x="270437" y="147378"/>
                </a:lnTo>
                <a:lnTo>
                  <a:pt x="263544" y="100795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2942904" y="43428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966717" y="4639332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0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42911"/>
                </a:lnTo>
                <a:lnTo>
                  <a:pt x="42743" y="250731"/>
                </a:lnTo>
                <a:lnTo>
                  <a:pt x="62031" y="250729"/>
                </a:lnTo>
                <a:lnTo>
                  <a:pt x="69850" y="242911"/>
                </a:lnTo>
                <a:lnTo>
                  <a:pt x="69850" y="77668"/>
                </a:lnTo>
                <a:lnTo>
                  <a:pt x="62030" y="69850"/>
                </a:lnTo>
                <a:close/>
              </a:path>
              <a:path w="104775" h="250825">
                <a:moveTo>
                  <a:pt x="52386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0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682906" y="519620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8" y="287242"/>
                </a:lnTo>
                <a:lnTo>
                  <a:pt x="215077" y="266320"/>
                </a:lnTo>
                <a:lnTo>
                  <a:pt x="244348" y="234417"/>
                </a:lnTo>
                <a:lnTo>
                  <a:pt x="263544" y="193961"/>
                </a:lnTo>
                <a:lnTo>
                  <a:pt x="270437" y="147378"/>
                </a:lnTo>
                <a:lnTo>
                  <a:pt x="263544" y="100795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2741924" y="519328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074716" y="520539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133735" y="520242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800791" y="4939294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39" h="274320">
                <a:moveTo>
                  <a:pt x="140001" y="71763"/>
                </a:moveTo>
                <a:lnTo>
                  <a:pt x="3579" y="246150"/>
                </a:lnTo>
                <a:lnTo>
                  <a:pt x="472" y="252349"/>
                </a:lnTo>
                <a:lnTo>
                  <a:pt x="0" y="259026"/>
                </a:lnTo>
                <a:lnTo>
                  <a:pt x="2066" y="265394"/>
                </a:lnTo>
                <a:lnTo>
                  <a:pt x="6574" y="270663"/>
                </a:lnTo>
                <a:lnTo>
                  <a:pt x="12773" y="273770"/>
                </a:lnTo>
                <a:lnTo>
                  <a:pt x="19451" y="274243"/>
                </a:lnTo>
                <a:lnTo>
                  <a:pt x="25818" y="272177"/>
                </a:lnTo>
                <a:lnTo>
                  <a:pt x="31087" y="267669"/>
                </a:lnTo>
                <a:lnTo>
                  <a:pt x="167508" y="93282"/>
                </a:lnTo>
                <a:lnTo>
                  <a:pt x="140001" y="71763"/>
                </a:lnTo>
                <a:close/>
              </a:path>
              <a:path w="218439" h="274320">
                <a:moveTo>
                  <a:pt x="207875" y="51435"/>
                </a:moveTo>
                <a:lnTo>
                  <a:pt x="162397" y="51435"/>
                </a:lnTo>
                <a:lnTo>
                  <a:pt x="169075" y="51907"/>
                </a:lnTo>
                <a:lnTo>
                  <a:pt x="175274" y="55015"/>
                </a:lnTo>
                <a:lnTo>
                  <a:pt x="179782" y="60284"/>
                </a:lnTo>
                <a:lnTo>
                  <a:pt x="181848" y="66651"/>
                </a:lnTo>
                <a:lnTo>
                  <a:pt x="181375" y="73329"/>
                </a:lnTo>
                <a:lnTo>
                  <a:pt x="178267" y="79528"/>
                </a:lnTo>
                <a:lnTo>
                  <a:pt x="167508" y="93282"/>
                </a:lnTo>
                <a:lnTo>
                  <a:pt x="195016" y="114801"/>
                </a:lnTo>
                <a:lnTo>
                  <a:pt x="207875" y="51435"/>
                </a:lnTo>
                <a:close/>
              </a:path>
              <a:path w="218439" h="274320">
                <a:moveTo>
                  <a:pt x="162397" y="51435"/>
                </a:moveTo>
                <a:lnTo>
                  <a:pt x="156030" y="53501"/>
                </a:lnTo>
                <a:lnTo>
                  <a:pt x="150761" y="58009"/>
                </a:lnTo>
                <a:lnTo>
                  <a:pt x="140001" y="71763"/>
                </a:lnTo>
                <a:lnTo>
                  <a:pt x="167508" y="93282"/>
                </a:lnTo>
                <a:lnTo>
                  <a:pt x="178267" y="79528"/>
                </a:lnTo>
                <a:lnTo>
                  <a:pt x="181375" y="73329"/>
                </a:lnTo>
                <a:lnTo>
                  <a:pt x="181848" y="66651"/>
                </a:lnTo>
                <a:lnTo>
                  <a:pt x="179782" y="60284"/>
                </a:lnTo>
                <a:lnTo>
                  <a:pt x="175274" y="55015"/>
                </a:lnTo>
                <a:lnTo>
                  <a:pt x="169075" y="51907"/>
                </a:lnTo>
                <a:lnTo>
                  <a:pt x="162397" y="51435"/>
                </a:lnTo>
                <a:close/>
              </a:path>
              <a:path w="218439" h="274320">
                <a:moveTo>
                  <a:pt x="218312" y="0"/>
                </a:moveTo>
                <a:lnTo>
                  <a:pt x="112493" y="50245"/>
                </a:lnTo>
                <a:lnTo>
                  <a:pt x="140001" y="71763"/>
                </a:lnTo>
                <a:lnTo>
                  <a:pt x="150761" y="58009"/>
                </a:lnTo>
                <a:lnTo>
                  <a:pt x="156030" y="53501"/>
                </a:lnTo>
                <a:lnTo>
                  <a:pt x="162397" y="51435"/>
                </a:lnTo>
                <a:lnTo>
                  <a:pt x="207875" y="51435"/>
                </a:lnTo>
                <a:lnTo>
                  <a:pt x="218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19103" y="4939294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80" h="283845">
                <a:moveTo>
                  <a:pt x="75251" y="74966"/>
                </a:moveTo>
                <a:lnTo>
                  <a:pt x="46870" y="95319"/>
                </a:lnTo>
                <a:lnTo>
                  <a:pt x="176641" y="276274"/>
                </a:lnTo>
                <a:lnTo>
                  <a:pt x="181718" y="280998"/>
                </a:lnTo>
                <a:lnTo>
                  <a:pt x="187994" y="283327"/>
                </a:lnTo>
                <a:lnTo>
                  <a:pt x="194685" y="283134"/>
                </a:lnTo>
                <a:lnTo>
                  <a:pt x="201009" y="280287"/>
                </a:lnTo>
                <a:lnTo>
                  <a:pt x="205733" y="275211"/>
                </a:lnTo>
                <a:lnTo>
                  <a:pt x="208062" y="268936"/>
                </a:lnTo>
                <a:lnTo>
                  <a:pt x="207868" y="262244"/>
                </a:lnTo>
                <a:lnTo>
                  <a:pt x="205022" y="255921"/>
                </a:lnTo>
                <a:lnTo>
                  <a:pt x="75251" y="74966"/>
                </a:lnTo>
                <a:close/>
              </a:path>
              <a:path w="208280" h="283845">
                <a:moveTo>
                  <a:pt x="0" y="0"/>
                </a:moveTo>
                <a:lnTo>
                  <a:pt x="18488" y="115674"/>
                </a:lnTo>
                <a:lnTo>
                  <a:pt x="46870" y="95319"/>
                </a:lnTo>
                <a:lnTo>
                  <a:pt x="36694" y="81128"/>
                </a:lnTo>
                <a:lnTo>
                  <a:pt x="33847" y="74805"/>
                </a:lnTo>
                <a:lnTo>
                  <a:pt x="53722" y="53722"/>
                </a:lnTo>
                <a:lnTo>
                  <a:pt x="101942" y="53722"/>
                </a:lnTo>
                <a:lnTo>
                  <a:pt x="0" y="0"/>
                </a:lnTo>
                <a:close/>
              </a:path>
              <a:path w="208280" h="283845">
                <a:moveTo>
                  <a:pt x="53722" y="53722"/>
                </a:moveTo>
                <a:lnTo>
                  <a:pt x="47030" y="53916"/>
                </a:lnTo>
                <a:lnTo>
                  <a:pt x="40707" y="56762"/>
                </a:lnTo>
                <a:lnTo>
                  <a:pt x="35983" y="61838"/>
                </a:lnTo>
                <a:lnTo>
                  <a:pt x="33653" y="68114"/>
                </a:lnTo>
                <a:lnTo>
                  <a:pt x="33847" y="74805"/>
                </a:lnTo>
                <a:lnTo>
                  <a:pt x="36694" y="81128"/>
                </a:lnTo>
                <a:lnTo>
                  <a:pt x="46870" y="95319"/>
                </a:lnTo>
                <a:lnTo>
                  <a:pt x="75251" y="74966"/>
                </a:lnTo>
                <a:lnTo>
                  <a:pt x="65074" y="60775"/>
                </a:lnTo>
                <a:lnTo>
                  <a:pt x="59998" y="56052"/>
                </a:lnTo>
                <a:lnTo>
                  <a:pt x="53722" y="53722"/>
                </a:lnTo>
                <a:close/>
              </a:path>
              <a:path w="208280" h="283845">
                <a:moveTo>
                  <a:pt x="101942" y="53722"/>
                </a:moveTo>
                <a:lnTo>
                  <a:pt x="53722" y="53722"/>
                </a:lnTo>
                <a:lnTo>
                  <a:pt x="59998" y="56052"/>
                </a:lnTo>
                <a:lnTo>
                  <a:pt x="65074" y="60775"/>
                </a:lnTo>
                <a:lnTo>
                  <a:pt x="75251" y="74966"/>
                </a:lnTo>
                <a:lnTo>
                  <a:pt x="103631" y="54612"/>
                </a:lnTo>
                <a:lnTo>
                  <a:pt x="101942" y="53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765737" y="5490959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9850" y="104774"/>
                </a:moveTo>
                <a:lnTo>
                  <a:pt x="34925" y="104774"/>
                </a:lnTo>
                <a:lnTo>
                  <a:pt x="34926" y="238247"/>
                </a:lnTo>
                <a:lnTo>
                  <a:pt x="42744" y="246066"/>
                </a:lnTo>
                <a:lnTo>
                  <a:pt x="62033" y="246066"/>
                </a:lnTo>
                <a:lnTo>
                  <a:pt x="69851" y="238247"/>
                </a:lnTo>
                <a:lnTo>
                  <a:pt x="69850" y="104774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4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4637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4"/>
                </a:lnTo>
                <a:lnTo>
                  <a:pt x="69850" y="104774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4637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57548" y="5500147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9850" y="104775"/>
                </a:moveTo>
                <a:lnTo>
                  <a:pt x="34925" y="104775"/>
                </a:lnTo>
                <a:lnTo>
                  <a:pt x="34926" y="229060"/>
                </a:lnTo>
                <a:lnTo>
                  <a:pt x="42744" y="236878"/>
                </a:lnTo>
                <a:lnTo>
                  <a:pt x="62031" y="236878"/>
                </a:lnTo>
                <a:lnTo>
                  <a:pt x="69851" y="229060"/>
                </a:lnTo>
                <a:lnTo>
                  <a:pt x="69850" y="104775"/>
                </a:lnTo>
                <a:close/>
              </a:path>
              <a:path w="104775" h="23748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4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325168" y="61391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682906" y="61391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18877" y="61391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365069" y="614543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711261" y="614543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442923" y="5786256"/>
            <a:ext cx="375285" cy="370840"/>
          </a:xfrm>
          <a:custGeom>
            <a:avLst/>
            <a:gdLst/>
            <a:ahLst/>
            <a:cxnLst/>
            <a:rect l="l" t="t" r="r" b="b"/>
            <a:pathLst>
              <a:path w="375285" h="370839">
                <a:moveTo>
                  <a:pt x="288347" y="61148"/>
                </a:moveTo>
                <a:lnTo>
                  <a:pt x="5198" y="340463"/>
                </a:lnTo>
                <a:lnTo>
                  <a:pt x="1323" y="346213"/>
                </a:lnTo>
                <a:lnTo>
                  <a:pt x="0" y="352775"/>
                </a:lnTo>
                <a:lnTo>
                  <a:pt x="1234" y="359355"/>
                </a:lnTo>
                <a:lnTo>
                  <a:pt x="5030" y="365158"/>
                </a:lnTo>
                <a:lnTo>
                  <a:pt x="10781" y="369033"/>
                </a:lnTo>
                <a:lnTo>
                  <a:pt x="17343" y="370357"/>
                </a:lnTo>
                <a:lnTo>
                  <a:pt x="23923" y="369123"/>
                </a:lnTo>
                <a:lnTo>
                  <a:pt x="29725" y="365326"/>
                </a:lnTo>
                <a:lnTo>
                  <a:pt x="312874" y="86011"/>
                </a:lnTo>
                <a:lnTo>
                  <a:pt x="288347" y="61148"/>
                </a:lnTo>
                <a:close/>
              </a:path>
              <a:path w="375285" h="370839">
                <a:moveTo>
                  <a:pt x="360250" y="43854"/>
                </a:moveTo>
                <a:lnTo>
                  <a:pt x="313161" y="43854"/>
                </a:lnTo>
                <a:lnTo>
                  <a:pt x="319724" y="45178"/>
                </a:lnTo>
                <a:lnTo>
                  <a:pt x="325474" y="49053"/>
                </a:lnTo>
                <a:lnTo>
                  <a:pt x="329270" y="54856"/>
                </a:lnTo>
                <a:lnTo>
                  <a:pt x="330504" y="61436"/>
                </a:lnTo>
                <a:lnTo>
                  <a:pt x="329180" y="67998"/>
                </a:lnTo>
                <a:lnTo>
                  <a:pt x="325305" y="73748"/>
                </a:lnTo>
                <a:lnTo>
                  <a:pt x="312874" y="86011"/>
                </a:lnTo>
                <a:lnTo>
                  <a:pt x="337401" y="110875"/>
                </a:lnTo>
                <a:lnTo>
                  <a:pt x="360250" y="43854"/>
                </a:lnTo>
                <a:close/>
              </a:path>
              <a:path w="375285" h="370839">
                <a:moveTo>
                  <a:pt x="313161" y="43854"/>
                </a:moveTo>
                <a:lnTo>
                  <a:pt x="306581" y="45088"/>
                </a:lnTo>
                <a:lnTo>
                  <a:pt x="300779" y="48885"/>
                </a:lnTo>
                <a:lnTo>
                  <a:pt x="288347" y="61148"/>
                </a:lnTo>
                <a:lnTo>
                  <a:pt x="312874" y="86011"/>
                </a:lnTo>
                <a:lnTo>
                  <a:pt x="325305" y="73748"/>
                </a:lnTo>
                <a:lnTo>
                  <a:pt x="329180" y="67998"/>
                </a:lnTo>
                <a:lnTo>
                  <a:pt x="330504" y="61436"/>
                </a:lnTo>
                <a:lnTo>
                  <a:pt x="329270" y="54856"/>
                </a:lnTo>
                <a:lnTo>
                  <a:pt x="325474" y="49053"/>
                </a:lnTo>
                <a:lnTo>
                  <a:pt x="319724" y="45178"/>
                </a:lnTo>
                <a:lnTo>
                  <a:pt x="313161" y="43854"/>
                </a:lnTo>
                <a:close/>
              </a:path>
              <a:path w="375285" h="370839">
                <a:moveTo>
                  <a:pt x="375201" y="0"/>
                </a:moveTo>
                <a:lnTo>
                  <a:pt x="263821" y="36285"/>
                </a:lnTo>
                <a:lnTo>
                  <a:pt x="288347" y="61148"/>
                </a:lnTo>
                <a:lnTo>
                  <a:pt x="300779" y="48885"/>
                </a:lnTo>
                <a:lnTo>
                  <a:pt x="306581" y="45088"/>
                </a:lnTo>
                <a:lnTo>
                  <a:pt x="313161" y="43854"/>
                </a:lnTo>
                <a:lnTo>
                  <a:pt x="360250" y="43854"/>
                </a:lnTo>
                <a:lnTo>
                  <a:pt x="375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765738" y="5786256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34924" y="104774"/>
                </a:moveTo>
                <a:lnTo>
                  <a:pt x="34923" y="362539"/>
                </a:lnTo>
                <a:lnTo>
                  <a:pt x="42741" y="370357"/>
                </a:lnTo>
                <a:lnTo>
                  <a:pt x="62030" y="370357"/>
                </a:lnTo>
                <a:lnTo>
                  <a:pt x="69848" y="362539"/>
                </a:lnTo>
                <a:lnTo>
                  <a:pt x="69849" y="104775"/>
                </a:lnTo>
                <a:lnTo>
                  <a:pt x="34924" y="104774"/>
                </a:lnTo>
                <a:close/>
              </a:path>
              <a:path w="104775" h="37083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  <a:path w="104775" h="37083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4" y="104774"/>
                </a:lnTo>
                <a:lnTo>
                  <a:pt x="69849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4"/>
                </a:lnTo>
                <a:lnTo>
                  <a:pt x="34924" y="104774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136847" y="5786256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5" h="370204">
                <a:moveTo>
                  <a:pt x="39465" y="100758"/>
                </a:moveTo>
                <a:lnTo>
                  <a:pt x="0" y="350165"/>
                </a:lnTo>
                <a:lnTo>
                  <a:pt x="293" y="357093"/>
                </a:lnTo>
                <a:lnTo>
                  <a:pt x="3122" y="363161"/>
                </a:lnTo>
                <a:lnTo>
                  <a:pt x="8019" y="367725"/>
                </a:lnTo>
                <a:lnTo>
                  <a:pt x="14518" y="370142"/>
                </a:lnTo>
                <a:lnTo>
                  <a:pt x="21446" y="369849"/>
                </a:lnTo>
                <a:lnTo>
                  <a:pt x="27514" y="367020"/>
                </a:lnTo>
                <a:lnTo>
                  <a:pt x="32077" y="362123"/>
                </a:lnTo>
                <a:lnTo>
                  <a:pt x="34495" y="355624"/>
                </a:lnTo>
                <a:lnTo>
                  <a:pt x="73960" y="106216"/>
                </a:lnTo>
                <a:lnTo>
                  <a:pt x="39465" y="100758"/>
                </a:lnTo>
                <a:close/>
              </a:path>
              <a:path w="108585" h="370204">
                <a:moveTo>
                  <a:pt x="94938" y="68991"/>
                </a:moveTo>
                <a:lnTo>
                  <a:pt x="62171" y="68991"/>
                </a:lnTo>
                <a:lnTo>
                  <a:pt x="68670" y="71409"/>
                </a:lnTo>
                <a:lnTo>
                  <a:pt x="73568" y="75973"/>
                </a:lnTo>
                <a:lnTo>
                  <a:pt x="76397" y="82040"/>
                </a:lnTo>
                <a:lnTo>
                  <a:pt x="76690" y="88968"/>
                </a:lnTo>
                <a:lnTo>
                  <a:pt x="73960" y="106216"/>
                </a:lnTo>
                <a:lnTo>
                  <a:pt x="108456" y="111675"/>
                </a:lnTo>
                <a:lnTo>
                  <a:pt x="94938" y="68991"/>
                </a:lnTo>
                <a:close/>
              </a:path>
              <a:path w="108585" h="370204">
                <a:moveTo>
                  <a:pt x="62171" y="68991"/>
                </a:moveTo>
                <a:lnTo>
                  <a:pt x="39465" y="100758"/>
                </a:lnTo>
                <a:lnTo>
                  <a:pt x="73960" y="106216"/>
                </a:lnTo>
                <a:lnTo>
                  <a:pt x="76690" y="88968"/>
                </a:lnTo>
                <a:lnTo>
                  <a:pt x="76397" y="82040"/>
                </a:lnTo>
                <a:lnTo>
                  <a:pt x="73568" y="75973"/>
                </a:lnTo>
                <a:lnTo>
                  <a:pt x="68670" y="71409"/>
                </a:lnTo>
                <a:lnTo>
                  <a:pt x="62171" y="68991"/>
                </a:lnTo>
                <a:close/>
              </a:path>
              <a:path w="108585" h="370204">
                <a:moveTo>
                  <a:pt x="73088" y="0"/>
                </a:moveTo>
                <a:lnTo>
                  <a:pt x="4969" y="95299"/>
                </a:lnTo>
                <a:lnTo>
                  <a:pt x="39465" y="100758"/>
                </a:lnTo>
                <a:lnTo>
                  <a:pt x="42194" y="83510"/>
                </a:lnTo>
                <a:lnTo>
                  <a:pt x="44612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209936" y="5786256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7" y="70503"/>
                </a:moveTo>
                <a:lnTo>
                  <a:pt x="52287" y="92459"/>
                </a:lnTo>
                <a:lnTo>
                  <a:pt x="276771" y="370152"/>
                </a:lnTo>
                <a:lnTo>
                  <a:pt x="282111" y="374575"/>
                </a:lnTo>
                <a:lnTo>
                  <a:pt x="288511" y="376539"/>
                </a:lnTo>
                <a:lnTo>
                  <a:pt x="295180" y="375960"/>
                </a:lnTo>
                <a:lnTo>
                  <a:pt x="301329" y="372754"/>
                </a:lnTo>
                <a:lnTo>
                  <a:pt x="305752" y="367413"/>
                </a:lnTo>
                <a:lnTo>
                  <a:pt x="307716" y="361013"/>
                </a:lnTo>
                <a:lnTo>
                  <a:pt x="307137" y="354344"/>
                </a:lnTo>
                <a:lnTo>
                  <a:pt x="303931" y="348195"/>
                </a:lnTo>
                <a:lnTo>
                  <a:pt x="79447" y="70503"/>
                </a:lnTo>
                <a:close/>
              </a:path>
              <a:path w="307975" h="376554">
                <a:moveTo>
                  <a:pt x="0" y="0"/>
                </a:moveTo>
                <a:lnTo>
                  <a:pt x="25126" y="114415"/>
                </a:lnTo>
                <a:lnTo>
                  <a:pt x="52287" y="92459"/>
                </a:lnTo>
                <a:lnTo>
                  <a:pt x="41309" y="78878"/>
                </a:lnTo>
                <a:lnTo>
                  <a:pt x="38103" y="72730"/>
                </a:lnTo>
                <a:lnTo>
                  <a:pt x="56729" y="50535"/>
                </a:lnTo>
                <a:lnTo>
                  <a:pt x="104148" y="50535"/>
                </a:lnTo>
                <a:lnTo>
                  <a:pt x="106608" y="48546"/>
                </a:lnTo>
                <a:lnTo>
                  <a:pt x="0" y="0"/>
                </a:lnTo>
                <a:close/>
              </a:path>
              <a:path w="307975" h="376554">
                <a:moveTo>
                  <a:pt x="56729" y="50535"/>
                </a:moveTo>
                <a:lnTo>
                  <a:pt x="50060" y="51114"/>
                </a:lnTo>
                <a:lnTo>
                  <a:pt x="43911" y="54320"/>
                </a:lnTo>
                <a:lnTo>
                  <a:pt x="39488" y="59661"/>
                </a:lnTo>
                <a:lnTo>
                  <a:pt x="37524" y="66060"/>
                </a:lnTo>
                <a:lnTo>
                  <a:pt x="38103" y="72730"/>
                </a:lnTo>
                <a:lnTo>
                  <a:pt x="41309" y="78878"/>
                </a:lnTo>
                <a:lnTo>
                  <a:pt x="52287" y="92459"/>
                </a:lnTo>
                <a:lnTo>
                  <a:pt x="79447" y="70503"/>
                </a:lnTo>
                <a:lnTo>
                  <a:pt x="68469" y="56922"/>
                </a:lnTo>
                <a:lnTo>
                  <a:pt x="63129" y="52499"/>
                </a:lnTo>
                <a:lnTo>
                  <a:pt x="56729" y="50535"/>
                </a:lnTo>
                <a:close/>
              </a:path>
              <a:path w="307975" h="376554">
                <a:moveTo>
                  <a:pt x="104148" y="50535"/>
                </a:moveTo>
                <a:lnTo>
                  <a:pt x="56729" y="50535"/>
                </a:lnTo>
                <a:lnTo>
                  <a:pt x="63129" y="52499"/>
                </a:lnTo>
                <a:lnTo>
                  <a:pt x="68469" y="56922"/>
                </a:lnTo>
                <a:lnTo>
                  <a:pt x="79447" y="70503"/>
                </a:lnTo>
                <a:lnTo>
                  <a:pt x="104148" y="50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209936" y="5786256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1" y="36280"/>
                </a:moveTo>
                <a:lnTo>
                  <a:pt x="82669" y="66697"/>
                </a:lnTo>
                <a:lnTo>
                  <a:pt x="627961" y="374382"/>
                </a:lnTo>
                <a:lnTo>
                  <a:pt x="634556" y="376527"/>
                </a:lnTo>
                <a:lnTo>
                  <a:pt x="641229" y="375996"/>
                </a:lnTo>
                <a:lnTo>
                  <a:pt x="647216" y="373000"/>
                </a:lnTo>
                <a:lnTo>
                  <a:pt x="651752" y="367755"/>
                </a:lnTo>
                <a:lnTo>
                  <a:pt x="653897" y="361161"/>
                </a:lnTo>
                <a:lnTo>
                  <a:pt x="653365" y="354487"/>
                </a:lnTo>
                <a:lnTo>
                  <a:pt x="650370" y="348500"/>
                </a:lnTo>
                <a:lnTo>
                  <a:pt x="645125" y="343965"/>
                </a:lnTo>
                <a:lnTo>
                  <a:pt x="99831" y="36280"/>
                </a:lnTo>
                <a:close/>
              </a:path>
              <a:path w="654050" h="376554">
                <a:moveTo>
                  <a:pt x="0" y="0"/>
                </a:moveTo>
                <a:lnTo>
                  <a:pt x="65506" y="97114"/>
                </a:lnTo>
                <a:lnTo>
                  <a:pt x="82669" y="66697"/>
                </a:lnTo>
                <a:lnTo>
                  <a:pt x="67459" y="58115"/>
                </a:lnTo>
                <a:lnTo>
                  <a:pt x="62214" y="53580"/>
                </a:lnTo>
                <a:lnTo>
                  <a:pt x="59219" y="47593"/>
                </a:lnTo>
                <a:lnTo>
                  <a:pt x="58687" y="40920"/>
                </a:lnTo>
                <a:lnTo>
                  <a:pt x="60833" y="34325"/>
                </a:lnTo>
                <a:lnTo>
                  <a:pt x="65368" y="29080"/>
                </a:lnTo>
                <a:lnTo>
                  <a:pt x="71355" y="26085"/>
                </a:lnTo>
                <a:lnTo>
                  <a:pt x="78028" y="25553"/>
                </a:lnTo>
                <a:lnTo>
                  <a:pt x="105884" y="25553"/>
                </a:lnTo>
                <a:lnTo>
                  <a:pt x="116994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8" y="25553"/>
                </a:moveTo>
                <a:lnTo>
                  <a:pt x="71355" y="26085"/>
                </a:lnTo>
                <a:lnTo>
                  <a:pt x="65368" y="29080"/>
                </a:lnTo>
                <a:lnTo>
                  <a:pt x="60833" y="34325"/>
                </a:lnTo>
                <a:lnTo>
                  <a:pt x="58687" y="40920"/>
                </a:lnTo>
                <a:lnTo>
                  <a:pt x="59219" y="47593"/>
                </a:lnTo>
                <a:lnTo>
                  <a:pt x="62214" y="53580"/>
                </a:lnTo>
                <a:lnTo>
                  <a:pt x="67459" y="58115"/>
                </a:lnTo>
                <a:lnTo>
                  <a:pt x="82669" y="66697"/>
                </a:lnTo>
                <a:lnTo>
                  <a:pt x="99831" y="36280"/>
                </a:lnTo>
                <a:lnTo>
                  <a:pt x="84622" y="27698"/>
                </a:lnTo>
                <a:lnTo>
                  <a:pt x="78028" y="25553"/>
                </a:lnTo>
                <a:close/>
              </a:path>
              <a:path w="654050" h="376554">
                <a:moveTo>
                  <a:pt x="105884" y="25553"/>
                </a:moveTo>
                <a:lnTo>
                  <a:pt x="78028" y="25553"/>
                </a:lnTo>
                <a:lnTo>
                  <a:pt x="84622" y="27698"/>
                </a:lnTo>
                <a:lnTo>
                  <a:pt x="99831" y="36280"/>
                </a:lnTo>
                <a:lnTo>
                  <a:pt x="105884" y="25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883885" y="4872600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4"/>
                </a:lnTo>
                <a:lnTo>
                  <a:pt x="0" y="666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883885" y="4872600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682906" y="5719562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682906" y="5719562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074716" y="5719562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074716" y="5719562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489798" y="430724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5548817" y="430326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572630" y="4601998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9848" y="104774"/>
                </a:moveTo>
                <a:lnTo>
                  <a:pt x="34923" y="104774"/>
                </a:lnTo>
                <a:lnTo>
                  <a:pt x="34925" y="242911"/>
                </a:lnTo>
                <a:lnTo>
                  <a:pt x="42743" y="250729"/>
                </a:lnTo>
                <a:lnTo>
                  <a:pt x="62031" y="250729"/>
                </a:lnTo>
                <a:lnTo>
                  <a:pt x="69850" y="242911"/>
                </a:lnTo>
                <a:lnTo>
                  <a:pt x="69848" y="104774"/>
                </a:lnTo>
                <a:close/>
              </a:path>
              <a:path w="104775" h="250825">
                <a:moveTo>
                  <a:pt x="52386" y="0"/>
                </a:moveTo>
                <a:lnTo>
                  <a:pt x="0" y="104775"/>
                </a:lnTo>
                <a:lnTo>
                  <a:pt x="34923" y="104774"/>
                </a:lnTo>
                <a:lnTo>
                  <a:pt x="34923" y="77668"/>
                </a:lnTo>
                <a:lnTo>
                  <a:pt x="42741" y="69850"/>
                </a:lnTo>
                <a:lnTo>
                  <a:pt x="87311" y="69848"/>
                </a:lnTo>
                <a:lnTo>
                  <a:pt x="52386" y="0"/>
                </a:lnTo>
                <a:close/>
              </a:path>
              <a:path w="104775" h="250825">
                <a:moveTo>
                  <a:pt x="62030" y="69848"/>
                </a:moveTo>
                <a:lnTo>
                  <a:pt x="42741" y="69850"/>
                </a:lnTo>
                <a:lnTo>
                  <a:pt x="34923" y="77668"/>
                </a:lnTo>
                <a:lnTo>
                  <a:pt x="34923" y="104774"/>
                </a:lnTo>
                <a:lnTo>
                  <a:pt x="69848" y="104774"/>
                </a:lnTo>
                <a:lnTo>
                  <a:pt x="69848" y="77668"/>
                </a:lnTo>
                <a:lnTo>
                  <a:pt x="62030" y="69848"/>
                </a:lnTo>
                <a:close/>
              </a:path>
              <a:path w="104775" h="250825">
                <a:moveTo>
                  <a:pt x="87311" y="69848"/>
                </a:moveTo>
                <a:lnTo>
                  <a:pt x="62030" y="69848"/>
                </a:lnTo>
                <a:lnTo>
                  <a:pt x="69848" y="77668"/>
                </a:lnTo>
                <a:lnTo>
                  <a:pt x="69848" y="104774"/>
                </a:lnTo>
                <a:lnTo>
                  <a:pt x="104775" y="104773"/>
                </a:lnTo>
                <a:lnTo>
                  <a:pt x="87311" y="69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288819" y="5158869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680631" y="516805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5347837" y="5165852"/>
            <a:ext cx="544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3860" algn="l"/>
              </a:tabLst>
            </a:pPr>
            <a:r>
              <a:rPr dirty="0" baseline="1543" sz="2700">
                <a:latin typeface="Arial"/>
                <a:cs typeface="Arial"/>
              </a:rPr>
              <a:t>3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406704" y="4901958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39" h="274320">
                <a:moveTo>
                  <a:pt x="140001" y="71764"/>
                </a:moveTo>
                <a:lnTo>
                  <a:pt x="3579" y="246150"/>
                </a:lnTo>
                <a:lnTo>
                  <a:pt x="472" y="252349"/>
                </a:lnTo>
                <a:lnTo>
                  <a:pt x="0" y="259027"/>
                </a:lnTo>
                <a:lnTo>
                  <a:pt x="2066" y="265394"/>
                </a:lnTo>
                <a:lnTo>
                  <a:pt x="6574" y="270663"/>
                </a:lnTo>
                <a:lnTo>
                  <a:pt x="12773" y="273771"/>
                </a:lnTo>
                <a:lnTo>
                  <a:pt x="19451" y="274243"/>
                </a:lnTo>
                <a:lnTo>
                  <a:pt x="25818" y="272178"/>
                </a:lnTo>
                <a:lnTo>
                  <a:pt x="31087" y="267670"/>
                </a:lnTo>
                <a:lnTo>
                  <a:pt x="167508" y="93283"/>
                </a:lnTo>
                <a:lnTo>
                  <a:pt x="140001" y="71764"/>
                </a:lnTo>
                <a:close/>
              </a:path>
              <a:path w="218439" h="274320">
                <a:moveTo>
                  <a:pt x="207875" y="51436"/>
                </a:moveTo>
                <a:lnTo>
                  <a:pt x="162397" y="51436"/>
                </a:lnTo>
                <a:lnTo>
                  <a:pt x="169075" y="51909"/>
                </a:lnTo>
                <a:lnTo>
                  <a:pt x="175274" y="55016"/>
                </a:lnTo>
                <a:lnTo>
                  <a:pt x="179782" y="60285"/>
                </a:lnTo>
                <a:lnTo>
                  <a:pt x="181848" y="66652"/>
                </a:lnTo>
                <a:lnTo>
                  <a:pt x="181375" y="73330"/>
                </a:lnTo>
                <a:lnTo>
                  <a:pt x="178267" y="79529"/>
                </a:lnTo>
                <a:lnTo>
                  <a:pt x="167508" y="93283"/>
                </a:lnTo>
                <a:lnTo>
                  <a:pt x="195016" y="114802"/>
                </a:lnTo>
                <a:lnTo>
                  <a:pt x="207875" y="51436"/>
                </a:lnTo>
                <a:close/>
              </a:path>
              <a:path w="218439" h="274320">
                <a:moveTo>
                  <a:pt x="162397" y="51436"/>
                </a:moveTo>
                <a:lnTo>
                  <a:pt x="156030" y="53501"/>
                </a:lnTo>
                <a:lnTo>
                  <a:pt x="150761" y="58009"/>
                </a:lnTo>
                <a:lnTo>
                  <a:pt x="140001" y="71764"/>
                </a:lnTo>
                <a:lnTo>
                  <a:pt x="167508" y="93283"/>
                </a:lnTo>
                <a:lnTo>
                  <a:pt x="178267" y="79529"/>
                </a:lnTo>
                <a:lnTo>
                  <a:pt x="181375" y="73330"/>
                </a:lnTo>
                <a:lnTo>
                  <a:pt x="181848" y="66652"/>
                </a:lnTo>
                <a:lnTo>
                  <a:pt x="179782" y="60285"/>
                </a:lnTo>
                <a:lnTo>
                  <a:pt x="175274" y="55016"/>
                </a:lnTo>
                <a:lnTo>
                  <a:pt x="169075" y="51909"/>
                </a:lnTo>
                <a:lnTo>
                  <a:pt x="162397" y="51436"/>
                </a:lnTo>
                <a:close/>
              </a:path>
              <a:path w="218439" h="274320">
                <a:moveTo>
                  <a:pt x="218312" y="0"/>
                </a:moveTo>
                <a:lnTo>
                  <a:pt x="112493" y="50245"/>
                </a:lnTo>
                <a:lnTo>
                  <a:pt x="140001" y="71764"/>
                </a:lnTo>
                <a:lnTo>
                  <a:pt x="150761" y="58009"/>
                </a:lnTo>
                <a:lnTo>
                  <a:pt x="156030" y="53501"/>
                </a:lnTo>
                <a:lnTo>
                  <a:pt x="162397" y="51436"/>
                </a:lnTo>
                <a:lnTo>
                  <a:pt x="207875" y="51436"/>
                </a:lnTo>
                <a:lnTo>
                  <a:pt x="218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625016" y="4901958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79" h="283845">
                <a:moveTo>
                  <a:pt x="75251" y="74967"/>
                </a:moveTo>
                <a:lnTo>
                  <a:pt x="46869" y="95320"/>
                </a:lnTo>
                <a:lnTo>
                  <a:pt x="176640" y="276274"/>
                </a:lnTo>
                <a:lnTo>
                  <a:pt x="181717" y="280998"/>
                </a:lnTo>
                <a:lnTo>
                  <a:pt x="187993" y="283328"/>
                </a:lnTo>
                <a:lnTo>
                  <a:pt x="194684" y="283134"/>
                </a:lnTo>
                <a:lnTo>
                  <a:pt x="201007" y="280288"/>
                </a:lnTo>
                <a:lnTo>
                  <a:pt x="205731" y="275212"/>
                </a:lnTo>
                <a:lnTo>
                  <a:pt x="208061" y="268936"/>
                </a:lnTo>
                <a:lnTo>
                  <a:pt x="207867" y="262244"/>
                </a:lnTo>
                <a:lnTo>
                  <a:pt x="205021" y="255921"/>
                </a:lnTo>
                <a:lnTo>
                  <a:pt x="75251" y="74967"/>
                </a:lnTo>
                <a:close/>
              </a:path>
              <a:path w="208279" h="283845">
                <a:moveTo>
                  <a:pt x="0" y="0"/>
                </a:moveTo>
                <a:lnTo>
                  <a:pt x="18488" y="115674"/>
                </a:lnTo>
                <a:lnTo>
                  <a:pt x="46869" y="95320"/>
                </a:lnTo>
                <a:lnTo>
                  <a:pt x="36692" y="81130"/>
                </a:lnTo>
                <a:lnTo>
                  <a:pt x="33847" y="74806"/>
                </a:lnTo>
                <a:lnTo>
                  <a:pt x="53722" y="53722"/>
                </a:lnTo>
                <a:lnTo>
                  <a:pt x="101940" y="53722"/>
                </a:lnTo>
                <a:lnTo>
                  <a:pt x="0" y="0"/>
                </a:lnTo>
                <a:close/>
              </a:path>
              <a:path w="208279" h="283845">
                <a:moveTo>
                  <a:pt x="53722" y="53722"/>
                </a:moveTo>
                <a:lnTo>
                  <a:pt x="47030" y="53916"/>
                </a:lnTo>
                <a:lnTo>
                  <a:pt x="40707" y="56762"/>
                </a:lnTo>
                <a:lnTo>
                  <a:pt x="35983" y="61839"/>
                </a:lnTo>
                <a:lnTo>
                  <a:pt x="33653" y="68115"/>
                </a:lnTo>
                <a:lnTo>
                  <a:pt x="33847" y="74806"/>
                </a:lnTo>
                <a:lnTo>
                  <a:pt x="36692" y="81130"/>
                </a:lnTo>
                <a:lnTo>
                  <a:pt x="46869" y="95320"/>
                </a:lnTo>
                <a:lnTo>
                  <a:pt x="75251" y="74967"/>
                </a:lnTo>
                <a:lnTo>
                  <a:pt x="65074" y="60777"/>
                </a:lnTo>
                <a:lnTo>
                  <a:pt x="59998" y="56052"/>
                </a:lnTo>
                <a:lnTo>
                  <a:pt x="53722" y="53722"/>
                </a:lnTo>
                <a:close/>
              </a:path>
              <a:path w="208279" h="283845">
                <a:moveTo>
                  <a:pt x="101940" y="53722"/>
                </a:moveTo>
                <a:lnTo>
                  <a:pt x="53722" y="53722"/>
                </a:lnTo>
                <a:lnTo>
                  <a:pt x="59998" y="56052"/>
                </a:lnTo>
                <a:lnTo>
                  <a:pt x="65074" y="60777"/>
                </a:lnTo>
                <a:lnTo>
                  <a:pt x="75251" y="74967"/>
                </a:lnTo>
                <a:lnTo>
                  <a:pt x="103632" y="54613"/>
                </a:lnTo>
                <a:lnTo>
                  <a:pt x="101940" y="53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371650" y="5453623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38248"/>
                </a:lnTo>
                <a:lnTo>
                  <a:pt x="42744" y="246066"/>
                </a:lnTo>
                <a:lnTo>
                  <a:pt x="62033" y="246066"/>
                </a:lnTo>
                <a:lnTo>
                  <a:pt x="69851" y="238248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4637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763461" y="5462812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9850" y="104775"/>
                </a:moveTo>
                <a:lnTo>
                  <a:pt x="34925" y="104775"/>
                </a:lnTo>
                <a:lnTo>
                  <a:pt x="34925" y="229060"/>
                </a:lnTo>
                <a:lnTo>
                  <a:pt x="42743" y="236879"/>
                </a:lnTo>
                <a:lnTo>
                  <a:pt x="62031" y="236879"/>
                </a:lnTo>
                <a:lnTo>
                  <a:pt x="69849" y="229060"/>
                </a:lnTo>
                <a:lnTo>
                  <a:pt x="69850" y="104775"/>
                </a:lnTo>
                <a:close/>
              </a:path>
              <a:path w="104775" h="237489">
                <a:moveTo>
                  <a:pt x="52386" y="0"/>
                </a:moveTo>
                <a:lnTo>
                  <a:pt x="0" y="104776"/>
                </a:lnTo>
                <a:lnTo>
                  <a:pt x="34925" y="104775"/>
                </a:lnTo>
                <a:lnTo>
                  <a:pt x="34926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6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288819" y="610181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624790" y="610181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970982" y="610809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317174" y="610809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5347837" y="6104635"/>
            <a:ext cx="1181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980" algn="l"/>
                <a:tab pos="694690" algn="l"/>
                <a:tab pos="1040765" algn="l"/>
              </a:tabLst>
            </a:pPr>
            <a:r>
              <a:rPr dirty="0" baseline="1543" sz="2700">
                <a:latin typeface="Arial"/>
                <a:cs typeface="Arial"/>
              </a:rPr>
              <a:t>4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5371651" y="5748921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34924" y="104774"/>
                </a:moveTo>
                <a:lnTo>
                  <a:pt x="34923" y="362539"/>
                </a:lnTo>
                <a:lnTo>
                  <a:pt x="42741" y="370357"/>
                </a:lnTo>
                <a:lnTo>
                  <a:pt x="62030" y="370357"/>
                </a:lnTo>
                <a:lnTo>
                  <a:pt x="69848" y="362539"/>
                </a:lnTo>
                <a:lnTo>
                  <a:pt x="69849" y="104774"/>
                </a:lnTo>
                <a:lnTo>
                  <a:pt x="34924" y="104774"/>
                </a:lnTo>
                <a:close/>
              </a:path>
              <a:path w="104775" h="370839">
                <a:moveTo>
                  <a:pt x="87312" y="69849"/>
                </a:moveTo>
                <a:lnTo>
                  <a:pt x="42743" y="69849"/>
                </a:lnTo>
                <a:lnTo>
                  <a:pt x="62031" y="69850"/>
                </a:lnTo>
                <a:lnTo>
                  <a:pt x="69849" y="77668"/>
                </a:lnTo>
                <a:lnTo>
                  <a:pt x="69849" y="104774"/>
                </a:lnTo>
                <a:lnTo>
                  <a:pt x="104775" y="104775"/>
                </a:lnTo>
                <a:lnTo>
                  <a:pt x="87312" y="69849"/>
                </a:lnTo>
                <a:close/>
              </a:path>
              <a:path w="104775" h="370839">
                <a:moveTo>
                  <a:pt x="42743" y="69849"/>
                </a:moveTo>
                <a:lnTo>
                  <a:pt x="34925" y="77668"/>
                </a:lnTo>
                <a:lnTo>
                  <a:pt x="34924" y="104774"/>
                </a:lnTo>
                <a:lnTo>
                  <a:pt x="69849" y="104774"/>
                </a:lnTo>
                <a:lnTo>
                  <a:pt x="69849" y="77668"/>
                </a:lnTo>
                <a:lnTo>
                  <a:pt x="62031" y="69850"/>
                </a:lnTo>
                <a:lnTo>
                  <a:pt x="42743" y="69849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4"/>
                </a:lnTo>
                <a:lnTo>
                  <a:pt x="34924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742761" y="5748921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5" h="370204">
                <a:moveTo>
                  <a:pt x="39465" y="100758"/>
                </a:moveTo>
                <a:lnTo>
                  <a:pt x="0" y="350165"/>
                </a:lnTo>
                <a:lnTo>
                  <a:pt x="292" y="357093"/>
                </a:lnTo>
                <a:lnTo>
                  <a:pt x="3121" y="363161"/>
                </a:lnTo>
                <a:lnTo>
                  <a:pt x="8019" y="367725"/>
                </a:lnTo>
                <a:lnTo>
                  <a:pt x="14518" y="370142"/>
                </a:lnTo>
                <a:lnTo>
                  <a:pt x="21446" y="369849"/>
                </a:lnTo>
                <a:lnTo>
                  <a:pt x="27514" y="367020"/>
                </a:lnTo>
                <a:lnTo>
                  <a:pt x="32077" y="362123"/>
                </a:lnTo>
                <a:lnTo>
                  <a:pt x="34495" y="355624"/>
                </a:lnTo>
                <a:lnTo>
                  <a:pt x="73960" y="106216"/>
                </a:lnTo>
                <a:lnTo>
                  <a:pt x="39465" y="100758"/>
                </a:lnTo>
                <a:close/>
              </a:path>
              <a:path w="108585" h="370204">
                <a:moveTo>
                  <a:pt x="94938" y="68991"/>
                </a:moveTo>
                <a:lnTo>
                  <a:pt x="62171" y="68991"/>
                </a:lnTo>
                <a:lnTo>
                  <a:pt x="68670" y="71409"/>
                </a:lnTo>
                <a:lnTo>
                  <a:pt x="73567" y="75973"/>
                </a:lnTo>
                <a:lnTo>
                  <a:pt x="76396" y="82040"/>
                </a:lnTo>
                <a:lnTo>
                  <a:pt x="76690" y="88968"/>
                </a:lnTo>
                <a:lnTo>
                  <a:pt x="73960" y="106216"/>
                </a:lnTo>
                <a:lnTo>
                  <a:pt x="108456" y="111675"/>
                </a:lnTo>
                <a:lnTo>
                  <a:pt x="94938" y="68991"/>
                </a:lnTo>
                <a:close/>
              </a:path>
              <a:path w="108585" h="370204">
                <a:moveTo>
                  <a:pt x="62171" y="68991"/>
                </a:moveTo>
                <a:lnTo>
                  <a:pt x="39465" y="100758"/>
                </a:lnTo>
                <a:lnTo>
                  <a:pt x="73960" y="106216"/>
                </a:lnTo>
                <a:lnTo>
                  <a:pt x="76690" y="88968"/>
                </a:lnTo>
                <a:lnTo>
                  <a:pt x="76396" y="82040"/>
                </a:lnTo>
                <a:lnTo>
                  <a:pt x="73567" y="75973"/>
                </a:lnTo>
                <a:lnTo>
                  <a:pt x="68670" y="71409"/>
                </a:lnTo>
                <a:lnTo>
                  <a:pt x="62171" y="68991"/>
                </a:lnTo>
                <a:close/>
              </a:path>
              <a:path w="108585" h="370204">
                <a:moveTo>
                  <a:pt x="73087" y="0"/>
                </a:moveTo>
                <a:lnTo>
                  <a:pt x="4969" y="95299"/>
                </a:lnTo>
                <a:lnTo>
                  <a:pt x="39465" y="100758"/>
                </a:lnTo>
                <a:lnTo>
                  <a:pt x="42194" y="83510"/>
                </a:lnTo>
                <a:lnTo>
                  <a:pt x="44611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815849" y="5748921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8" y="70502"/>
                </a:moveTo>
                <a:lnTo>
                  <a:pt x="52288" y="92459"/>
                </a:lnTo>
                <a:lnTo>
                  <a:pt x="276772" y="370152"/>
                </a:lnTo>
                <a:lnTo>
                  <a:pt x="282112" y="374575"/>
                </a:lnTo>
                <a:lnTo>
                  <a:pt x="288512" y="376539"/>
                </a:lnTo>
                <a:lnTo>
                  <a:pt x="295181" y="375960"/>
                </a:lnTo>
                <a:lnTo>
                  <a:pt x="301330" y="372754"/>
                </a:lnTo>
                <a:lnTo>
                  <a:pt x="305753" y="367413"/>
                </a:lnTo>
                <a:lnTo>
                  <a:pt x="307717" y="361013"/>
                </a:lnTo>
                <a:lnTo>
                  <a:pt x="307138" y="354344"/>
                </a:lnTo>
                <a:lnTo>
                  <a:pt x="303932" y="348195"/>
                </a:lnTo>
                <a:lnTo>
                  <a:pt x="79448" y="70502"/>
                </a:lnTo>
                <a:close/>
              </a:path>
              <a:path w="307975" h="376554">
                <a:moveTo>
                  <a:pt x="0" y="0"/>
                </a:moveTo>
                <a:lnTo>
                  <a:pt x="25128" y="114415"/>
                </a:lnTo>
                <a:lnTo>
                  <a:pt x="52288" y="92459"/>
                </a:lnTo>
                <a:lnTo>
                  <a:pt x="41310" y="78878"/>
                </a:lnTo>
                <a:lnTo>
                  <a:pt x="38104" y="72730"/>
                </a:lnTo>
                <a:lnTo>
                  <a:pt x="56730" y="50535"/>
                </a:lnTo>
                <a:lnTo>
                  <a:pt x="104148" y="50535"/>
                </a:lnTo>
                <a:lnTo>
                  <a:pt x="106608" y="48546"/>
                </a:lnTo>
                <a:lnTo>
                  <a:pt x="0" y="0"/>
                </a:lnTo>
                <a:close/>
              </a:path>
              <a:path w="307975" h="376554">
                <a:moveTo>
                  <a:pt x="56730" y="50535"/>
                </a:moveTo>
                <a:lnTo>
                  <a:pt x="50061" y="51114"/>
                </a:lnTo>
                <a:lnTo>
                  <a:pt x="43912" y="54320"/>
                </a:lnTo>
                <a:lnTo>
                  <a:pt x="39489" y="59661"/>
                </a:lnTo>
                <a:lnTo>
                  <a:pt x="37525" y="66060"/>
                </a:lnTo>
                <a:lnTo>
                  <a:pt x="38104" y="72730"/>
                </a:lnTo>
                <a:lnTo>
                  <a:pt x="41310" y="78878"/>
                </a:lnTo>
                <a:lnTo>
                  <a:pt x="52288" y="92459"/>
                </a:lnTo>
                <a:lnTo>
                  <a:pt x="79448" y="70502"/>
                </a:lnTo>
                <a:lnTo>
                  <a:pt x="68470" y="56922"/>
                </a:lnTo>
                <a:lnTo>
                  <a:pt x="63130" y="52499"/>
                </a:lnTo>
                <a:lnTo>
                  <a:pt x="56730" y="50535"/>
                </a:lnTo>
                <a:close/>
              </a:path>
              <a:path w="307975" h="376554">
                <a:moveTo>
                  <a:pt x="104148" y="50535"/>
                </a:moveTo>
                <a:lnTo>
                  <a:pt x="56730" y="50535"/>
                </a:lnTo>
                <a:lnTo>
                  <a:pt x="63130" y="52499"/>
                </a:lnTo>
                <a:lnTo>
                  <a:pt x="68470" y="56922"/>
                </a:lnTo>
                <a:lnTo>
                  <a:pt x="79448" y="70502"/>
                </a:lnTo>
                <a:lnTo>
                  <a:pt x="104148" y="50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815849" y="5748921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2" y="36280"/>
                </a:moveTo>
                <a:lnTo>
                  <a:pt x="82669" y="66697"/>
                </a:lnTo>
                <a:lnTo>
                  <a:pt x="627962" y="374382"/>
                </a:lnTo>
                <a:lnTo>
                  <a:pt x="634557" y="376527"/>
                </a:lnTo>
                <a:lnTo>
                  <a:pt x="641230" y="375995"/>
                </a:lnTo>
                <a:lnTo>
                  <a:pt x="647217" y="373000"/>
                </a:lnTo>
                <a:lnTo>
                  <a:pt x="651752" y="367755"/>
                </a:lnTo>
                <a:lnTo>
                  <a:pt x="653897" y="361161"/>
                </a:lnTo>
                <a:lnTo>
                  <a:pt x="653366" y="354487"/>
                </a:lnTo>
                <a:lnTo>
                  <a:pt x="650371" y="348500"/>
                </a:lnTo>
                <a:lnTo>
                  <a:pt x="645125" y="343965"/>
                </a:lnTo>
                <a:lnTo>
                  <a:pt x="99832" y="36280"/>
                </a:lnTo>
                <a:close/>
              </a:path>
              <a:path w="654050" h="376554">
                <a:moveTo>
                  <a:pt x="0" y="0"/>
                </a:moveTo>
                <a:lnTo>
                  <a:pt x="65506" y="97114"/>
                </a:lnTo>
                <a:lnTo>
                  <a:pt x="82669" y="66697"/>
                </a:lnTo>
                <a:lnTo>
                  <a:pt x="67461" y="58115"/>
                </a:lnTo>
                <a:lnTo>
                  <a:pt x="62215" y="53580"/>
                </a:lnTo>
                <a:lnTo>
                  <a:pt x="59220" y="47593"/>
                </a:lnTo>
                <a:lnTo>
                  <a:pt x="58688" y="40919"/>
                </a:lnTo>
                <a:lnTo>
                  <a:pt x="60834" y="34325"/>
                </a:lnTo>
                <a:lnTo>
                  <a:pt x="65369" y="29080"/>
                </a:lnTo>
                <a:lnTo>
                  <a:pt x="71356" y="26085"/>
                </a:lnTo>
                <a:lnTo>
                  <a:pt x="78029" y="25553"/>
                </a:lnTo>
                <a:lnTo>
                  <a:pt x="105885" y="25553"/>
                </a:lnTo>
                <a:lnTo>
                  <a:pt x="116996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9" y="25553"/>
                </a:moveTo>
                <a:lnTo>
                  <a:pt x="71356" y="26085"/>
                </a:lnTo>
                <a:lnTo>
                  <a:pt x="65369" y="29080"/>
                </a:lnTo>
                <a:lnTo>
                  <a:pt x="60834" y="34325"/>
                </a:lnTo>
                <a:lnTo>
                  <a:pt x="58688" y="40919"/>
                </a:lnTo>
                <a:lnTo>
                  <a:pt x="59220" y="47593"/>
                </a:lnTo>
                <a:lnTo>
                  <a:pt x="62215" y="53580"/>
                </a:lnTo>
                <a:lnTo>
                  <a:pt x="67461" y="58115"/>
                </a:lnTo>
                <a:lnTo>
                  <a:pt x="82669" y="66697"/>
                </a:lnTo>
                <a:lnTo>
                  <a:pt x="99832" y="36280"/>
                </a:lnTo>
                <a:lnTo>
                  <a:pt x="84623" y="27698"/>
                </a:lnTo>
                <a:lnTo>
                  <a:pt x="78029" y="25553"/>
                </a:lnTo>
                <a:close/>
              </a:path>
              <a:path w="654050" h="376554">
                <a:moveTo>
                  <a:pt x="105885" y="25553"/>
                </a:moveTo>
                <a:lnTo>
                  <a:pt x="78029" y="25553"/>
                </a:lnTo>
                <a:lnTo>
                  <a:pt x="84623" y="27698"/>
                </a:lnTo>
                <a:lnTo>
                  <a:pt x="99832" y="36280"/>
                </a:lnTo>
                <a:lnTo>
                  <a:pt x="105885" y="25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489798" y="483526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6" y="0"/>
                </a:lnTo>
                <a:lnTo>
                  <a:pt x="270436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489798" y="483526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288819" y="568222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288819" y="568222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680631" y="568222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6" y="0"/>
                </a:lnTo>
                <a:lnTo>
                  <a:pt x="270436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680631" y="568222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634412" y="4298820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20"/>
                </a:lnTo>
                <a:lnTo>
                  <a:pt x="244346" y="234417"/>
                </a:lnTo>
                <a:lnTo>
                  <a:pt x="263542" y="193961"/>
                </a:lnTo>
                <a:lnTo>
                  <a:pt x="270436" y="147378"/>
                </a:lnTo>
                <a:lnTo>
                  <a:pt x="263542" y="100795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7693430" y="42971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717242" y="4593576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42911"/>
                </a:lnTo>
                <a:lnTo>
                  <a:pt x="42744" y="250731"/>
                </a:lnTo>
                <a:lnTo>
                  <a:pt x="62033" y="250729"/>
                </a:lnTo>
                <a:lnTo>
                  <a:pt x="69851" y="242911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50825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173141" y="515963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59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20"/>
                </a:lnTo>
                <a:lnTo>
                  <a:pt x="244346" y="234417"/>
                </a:lnTo>
                <a:lnTo>
                  <a:pt x="263542" y="193961"/>
                </a:lnTo>
                <a:lnTo>
                  <a:pt x="270436" y="147378"/>
                </a:lnTo>
                <a:lnTo>
                  <a:pt x="263542" y="100795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641963" y="515963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20"/>
                </a:lnTo>
                <a:lnTo>
                  <a:pt x="244347" y="234417"/>
                </a:lnTo>
                <a:lnTo>
                  <a:pt x="263542" y="193961"/>
                </a:lnTo>
                <a:lnTo>
                  <a:pt x="270436" y="147378"/>
                </a:lnTo>
                <a:lnTo>
                  <a:pt x="263542" y="100795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7232160" y="5156708"/>
            <a:ext cx="621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330" algn="l"/>
              </a:tabLst>
            </a:pPr>
            <a:r>
              <a:rPr dirty="0" sz="1800">
                <a:latin typeface="Arial"/>
                <a:cs typeface="Arial"/>
              </a:rPr>
              <a:t>1	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7291026" y="4893537"/>
            <a:ext cx="478790" cy="283845"/>
          </a:xfrm>
          <a:custGeom>
            <a:avLst/>
            <a:gdLst/>
            <a:ahLst/>
            <a:cxnLst/>
            <a:rect l="l" t="t" r="r" b="b"/>
            <a:pathLst>
              <a:path w="478790" h="283845">
                <a:moveTo>
                  <a:pt x="379121" y="37228"/>
                </a:moveTo>
                <a:lnTo>
                  <a:pt x="8607" y="250972"/>
                </a:lnTo>
                <a:lnTo>
                  <a:pt x="3405" y="255557"/>
                </a:lnTo>
                <a:lnTo>
                  <a:pt x="468" y="261572"/>
                </a:lnTo>
                <a:lnTo>
                  <a:pt x="0" y="268250"/>
                </a:lnTo>
                <a:lnTo>
                  <a:pt x="2207" y="274824"/>
                </a:lnTo>
                <a:lnTo>
                  <a:pt x="6793" y="280026"/>
                </a:lnTo>
                <a:lnTo>
                  <a:pt x="12808" y="282964"/>
                </a:lnTo>
                <a:lnTo>
                  <a:pt x="19486" y="283432"/>
                </a:lnTo>
                <a:lnTo>
                  <a:pt x="26059" y="281224"/>
                </a:lnTo>
                <a:lnTo>
                  <a:pt x="396574" y="67481"/>
                </a:lnTo>
                <a:lnTo>
                  <a:pt x="379121" y="37228"/>
                </a:lnTo>
                <a:close/>
              </a:path>
              <a:path w="478790" h="283845">
                <a:moveTo>
                  <a:pt x="461229" y="26295"/>
                </a:moveTo>
                <a:lnTo>
                  <a:pt x="400821" y="26295"/>
                </a:lnTo>
                <a:lnTo>
                  <a:pt x="407499" y="26763"/>
                </a:lnTo>
                <a:lnTo>
                  <a:pt x="413514" y="29701"/>
                </a:lnTo>
                <a:lnTo>
                  <a:pt x="418099" y="34903"/>
                </a:lnTo>
                <a:lnTo>
                  <a:pt x="420307" y="41476"/>
                </a:lnTo>
                <a:lnTo>
                  <a:pt x="419839" y="48154"/>
                </a:lnTo>
                <a:lnTo>
                  <a:pt x="416901" y="54169"/>
                </a:lnTo>
                <a:lnTo>
                  <a:pt x="411700" y="58755"/>
                </a:lnTo>
                <a:lnTo>
                  <a:pt x="396574" y="67481"/>
                </a:lnTo>
                <a:lnTo>
                  <a:pt x="414025" y="97732"/>
                </a:lnTo>
                <a:lnTo>
                  <a:pt x="461229" y="26295"/>
                </a:lnTo>
                <a:close/>
              </a:path>
              <a:path w="478790" h="283845">
                <a:moveTo>
                  <a:pt x="400821" y="26295"/>
                </a:moveTo>
                <a:lnTo>
                  <a:pt x="394248" y="28502"/>
                </a:lnTo>
                <a:lnTo>
                  <a:pt x="379121" y="37228"/>
                </a:lnTo>
                <a:lnTo>
                  <a:pt x="396574" y="67481"/>
                </a:lnTo>
                <a:lnTo>
                  <a:pt x="411700" y="58755"/>
                </a:lnTo>
                <a:lnTo>
                  <a:pt x="416901" y="54169"/>
                </a:lnTo>
                <a:lnTo>
                  <a:pt x="419839" y="48154"/>
                </a:lnTo>
                <a:lnTo>
                  <a:pt x="420307" y="41476"/>
                </a:lnTo>
                <a:lnTo>
                  <a:pt x="418099" y="34903"/>
                </a:lnTo>
                <a:lnTo>
                  <a:pt x="413514" y="29701"/>
                </a:lnTo>
                <a:lnTo>
                  <a:pt x="407499" y="26763"/>
                </a:lnTo>
                <a:lnTo>
                  <a:pt x="400821" y="26295"/>
                </a:lnTo>
                <a:close/>
              </a:path>
              <a:path w="478790" h="283845">
                <a:moveTo>
                  <a:pt x="478604" y="0"/>
                </a:moveTo>
                <a:lnTo>
                  <a:pt x="361670" y="6977"/>
                </a:lnTo>
                <a:lnTo>
                  <a:pt x="379121" y="37228"/>
                </a:lnTo>
                <a:lnTo>
                  <a:pt x="394248" y="28502"/>
                </a:lnTo>
                <a:lnTo>
                  <a:pt x="400821" y="26295"/>
                </a:lnTo>
                <a:lnTo>
                  <a:pt x="461229" y="26295"/>
                </a:lnTo>
                <a:lnTo>
                  <a:pt x="4786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7720235" y="4893537"/>
            <a:ext cx="104775" cy="283845"/>
          </a:xfrm>
          <a:custGeom>
            <a:avLst/>
            <a:gdLst/>
            <a:ahLst/>
            <a:cxnLst/>
            <a:rect l="l" t="t" r="r" b="b"/>
            <a:pathLst>
              <a:path w="104775" h="283845">
                <a:moveTo>
                  <a:pt x="69822" y="104236"/>
                </a:moveTo>
                <a:lnTo>
                  <a:pt x="34910" y="105227"/>
                </a:lnTo>
                <a:lnTo>
                  <a:pt x="39763" y="276233"/>
                </a:lnTo>
                <a:lnTo>
                  <a:pt x="47801" y="283827"/>
                </a:lnTo>
                <a:lnTo>
                  <a:pt x="67081" y="283279"/>
                </a:lnTo>
                <a:lnTo>
                  <a:pt x="74674" y="275243"/>
                </a:lnTo>
                <a:lnTo>
                  <a:pt x="69822" y="104236"/>
                </a:lnTo>
                <a:close/>
              </a:path>
              <a:path w="104775" h="283845">
                <a:moveTo>
                  <a:pt x="49394" y="0"/>
                </a:moveTo>
                <a:lnTo>
                  <a:pt x="0" y="106218"/>
                </a:lnTo>
                <a:lnTo>
                  <a:pt x="34910" y="105227"/>
                </a:lnTo>
                <a:lnTo>
                  <a:pt x="34141" y="78131"/>
                </a:lnTo>
                <a:lnTo>
                  <a:pt x="41734" y="70095"/>
                </a:lnTo>
                <a:lnTo>
                  <a:pt x="61015" y="69547"/>
                </a:lnTo>
                <a:lnTo>
                  <a:pt x="86671" y="69547"/>
                </a:lnTo>
                <a:lnTo>
                  <a:pt x="49394" y="0"/>
                </a:lnTo>
                <a:close/>
              </a:path>
              <a:path w="104775" h="283845">
                <a:moveTo>
                  <a:pt x="61015" y="69547"/>
                </a:moveTo>
                <a:lnTo>
                  <a:pt x="41734" y="70095"/>
                </a:lnTo>
                <a:lnTo>
                  <a:pt x="34141" y="78131"/>
                </a:lnTo>
                <a:lnTo>
                  <a:pt x="34910" y="105227"/>
                </a:lnTo>
                <a:lnTo>
                  <a:pt x="69822" y="104236"/>
                </a:lnTo>
                <a:lnTo>
                  <a:pt x="69052" y="77141"/>
                </a:lnTo>
                <a:lnTo>
                  <a:pt x="61015" y="69547"/>
                </a:lnTo>
                <a:close/>
              </a:path>
              <a:path w="104775" h="283845">
                <a:moveTo>
                  <a:pt x="86671" y="69547"/>
                </a:moveTo>
                <a:lnTo>
                  <a:pt x="61015" y="69547"/>
                </a:lnTo>
                <a:lnTo>
                  <a:pt x="69052" y="77141"/>
                </a:lnTo>
                <a:lnTo>
                  <a:pt x="69822" y="104236"/>
                </a:lnTo>
                <a:lnTo>
                  <a:pt x="104733" y="103245"/>
                </a:lnTo>
                <a:lnTo>
                  <a:pt x="86671" y="695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255972" y="5454391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3" y="229220"/>
                </a:lnTo>
                <a:lnTo>
                  <a:pt x="42741" y="237038"/>
                </a:lnTo>
                <a:lnTo>
                  <a:pt x="62030" y="237038"/>
                </a:lnTo>
                <a:lnTo>
                  <a:pt x="69848" y="229220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52387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777181" y="5454391"/>
            <a:ext cx="146685" cy="236854"/>
          </a:xfrm>
          <a:custGeom>
            <a:avLst/>
            <a:gdLst/>
            <a:ahLst/>
            <a:cxnLst/>
            <a:rect l="l" t="t" r="r" b="b"/>
            <a:pathLst>
              <a:path w="146684" h="236854">
                <a:moveTo>
                  <a:pt x="68114" y="81505"/>
                </a:moveTo>
                <a:lnTo>
                  <a:pt x="113793" y="228257"/>
                </a:lnTo>
                <a:lnTo>
                  <a:pt x="131137" y="236731"/>
                </a:lnTo>
                <a:lnTo>
                  <a:pt x="137693" y="234473"/>
                </a:lnTo>
                <a:lnTo>
                  <a:pt x="142860" y="229847"/>
                </a:lnTo>
                <a:lnTo>
                  <a:pt x="145751" y="223809"/>
                </a:lnTo>
                <a:lnTo>
                  <a:pt x="146167" y="217128"/>
                </a:lnTo>
                <a:lnTo>
                  <a:pt x="143908" y="210572"/>
                </a:lnTo>
                <a:lnTo>
                  <a:pt x="68114" y="81505"/>
                </a:lnTo>
                <a:close/>
              </a:path>
              <a:path w="146684" h="236854">
                <a:moveTo>
                  <a:pt x="0" y="0"/>
                </a:moveTo>
                <a:lnTo>
                  <a:pt x="7882" y="116876"/>
                </a:lnTo>
                <a:lnTo>
                  <a:pt x="37999" y="99190"/>
                </a:lnTo>
                <a:lnTo>
                  <a:pt x="29156" y="84132"/>
                </a:lnTo>
                <a:lnTo>
                  <a:pt x="26897" y="77576"/>
                </a:lnTo>
                <a:lnTo>
                  <a:pt x="27313" y="70895"/>
                </a:lnTo>
                <a:lnTo>
                  <a:pt x="30204" y="64857"/>
                </a:lnTo>
                <a:lnTo>
                  <a:pt x="35370" y="60232"/>
                </a:lnTo>
                <a:lnTo>
                  <a:pt x="41927" y="57973"/>
                </a:lnTo>
                <a:lnTo>
                  <a:pt x="89231" y="57973"/>
                </a:lnTo>
                <a:lnTo>
                  <a:pt x="0" y="0"/>
                </a:lnTo>
                <a:close/>
              </a:path>
              <a:path w="146684" h="236854">
                <a:moveTo>
                  <a:pt x="41927" y="57973"/>
                </a:moveTo>
                <a:lnTo>
                  <a:pt x="35370" y="60232"/>
                </a:lnTo>
                <a:lnTo>
                  <a:pt x="30204" y="64857"/>
                </a:lnTo>
                <a:lnTo>
                  <a:pt x="27313" y="70895"/>
                </a:lnTo>
                <a:lnTo>
                  <a:pt x="26897" y="77576"/>
                </a:lnTo>
                <a:lnTo>
                  <a:pt x="29156" y="84132"/>
                </a:lnTo>
                <a:lnTo>
                  <a:pt x="37999" y="99190"/>
                </a:lnTo>
                <a:lnTo>
                  <a:pt x="68114" y="81505"/>
                </a:lnTo>
                <a:lnTo>
                  <a:pt x="59272" y="66447"/>
                </a:lnTo>
                <a:lnTo>
                  <a:pt x="54646" y="61281"/>
                </a:lnTo>
                <a:lnTo>
                  <a:pt x="48608" y="58389"/>
                </a:lnTo>
                <a:lnTo>
                  <a:pt x="41927" y="57973"/>
                </a:lnTo>
                <a:close/>
              </a:path>
              <a:path w="146684" h="236854">
                <a:moveTo>
                  <a:pt x="89231" y="57973"/>
                </a:moveTo>
                <a:lnTo>
                  <a:pt x="41927" y="57973"/>
                </a:lnTo>
                <a:lnTo>
                  <a:pt x="48608" y="58389"/>
                </a:lnTo>
                <a:lnTo>
                  <a:pt x="54646" y="61281"/>
                </a:lnTo>
                <a:lnTo>
                  <a:pt x="59272" y="66447"/>
                </a:lnTo>
                <a:lnTo>
                  <a:pt x="68114" y="81505"/>
                </a:lnTo>
                <a:lnTo>
                  <a:pt x="98230" y="63820"/>
                </a:lnTo>
                <a:lnTo>
                  <a:pt x="89231" y="579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6997640" y="610809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7714973" y="609339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7773992" y="60893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8037104" y="610046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8096122" y="60985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115411" y="5740659"/>
            <a:ext cx="195580" cy="385445"/>
          </a:xfrm>
          <a:custGeom>
            <a:avLst/>
            <a:gdLst/>
            <a:ahLst/>
            <a:cxnLst/>
            <a:rect l="l" t="t" r="r" b="b"/>
            <a:pathLst>
              <a:path w="195579" h="385445">
                <a:moveTo>
                  <a:pt x="132032" y="87017"/>
                </a:moveTo>
                <a:lnTo>
                  <a:pt x="1691" y="359909"/>
                </a:lnTo>
                <a:lnTo>
                  <a:pt x="0" y="366634"/>
                </a:lnTo>
                <a:lnTo>
                  <a:pt x="984" y="373256"/>
                </a:lnTo>
                <a:lnTo>
                  <a:pt x="4380" y="379025"/>
                </a:lnTo>
                <a:lnTo>
                  <a:pt x="9922" y="383193"/>
                </a:lnTo>
                <a:lnTo>
                  <a:pt x="16646" y="384884"/>
                </a:lnTo>
                <a:lnTo>
                  <a:pt x="23268" y="383899"/>
                </a:lnTo>
                <a:lnTo>
                  <a:pt x="29038" y="380504"/>
                </a:lnTo>
                <a:lnTo>
                  <a:pt x="33206" y="374962"/>
                </a:lnTo>
                <a:lnTo>
                  <a:pt x="163547" y="102070"/>
                </a:lnTo>
                <a:lnTo>
                  <a:pt x="132032" y="87017"/>
                </a:lnTo>
                <a:close/>
              </a:path>
              <a:path w="195579" h="385445">
                <a:moveTo>
                  <a:pt x="194054" y="61338"/>
                </a:moveTo>
                <a:lnTo>
                  <a:pt x="156117" y="61338"/>
                </a:lnTo>
                <a:lnTo>
                  <a:pt x="162842" y="63029"/>
                </a:lnTo>
                <a:lnTo>
                  <a:pt x="168384" y="67197"/>
                </a:lnTo>
                <a:lnTo>
                  <a:pt x="171780" y="72966"/>
                </a:lnTo>
                <a:lnTo>
                  <a:pt x="172764" y="79588"/>
                </a:lnTo>
                <a:lnTo>
                  <a:pt x="171073" y="86313"/>
                </a:lnTo>
                <a:lnTo>
                  <a:pt x="163547" y="102070"/>
                </a:lnTo>
                <a:lnTo>
                  <a:pt x="195062" y="117122"/>
                </a:lnTo>
                <a:lnTo>
                  <a:pt x="194054" y="61338"/>
                </a:lnTo>
                <a:close/>
              </a:path>
              <a:path w="195579" h="385445">
                <a:moveTo>
                  <a:pt x="156117" y="61338"/>
                </a:moveTo>
                <a:lnTo>
                  <a:pt x="149495" y="62322"/>
                </a:lnTo>
                <a:lnTo>
                  <a:pt x="143726" y="65718"/>
                </a:lnTo>
                <a:lnTo>
                  <a:pt x="139558" y="71260"/>
                </a:lnTo>
                <a:lnTo>
                  <a:pt x="132032" y="87017"/>
                </a:lnTo>
                <a:lnTo>
                  <a:pt x="163547" y="102070"/>
                </a:lnTo>
                <a:lnTo>
                  <a:pt x="171073" y="86313"/>
                </a:lnTo>
                <a:lnTo>
                  <a:pt x="172764" y="79588"/>
                </a:lnTo>
                <a:lnTo>
                  <a:pt x="171780" y="72966"/>
                </a:lnTo>
                <a:lnTo>
                  <a:pt x="168384" y="67197"/>
                </a:lnTo>
                <a:lnTo>
                  <a:pt x="162842" y="63029"/>
                </a:lnTo>
                <a:lnTo>
                  <a:pt x="156117" y="61338"/>
                </a:lnTo>
                <a:close/>
              </a:path>
              <a:path w="195579" h="385445">
                <a:moveTo>
                  <a:pt x="192946" y="0"/>
                </a:moveTo>
                <a:lnTo>
                  <a:pt x="100517" y="71965"/>
                </a:lnTo>
                <a:lnTo>
                  <a:pt x="132032" y="87017"/>
                </a:lnTo>
                <a:lnTo>
                  <a:pt x="139558" y="71260"/>
                </a:lnTo>
                <a:lnTo>
                  <a:pt x="143726" y="65718"/>
                </a:lnTo>
                <a:lnTo>
                  <a:pt x="149495" y="62322"/>
                </a:lnTo>
                <a:lnTo>
                  <a:pt x="156117" y="61338"/>
                </a:lnTo>
                <a:lnTo>
                  <a:pt x="194054" y="61338"/>
                </a:lnTo>
                <a:lnTo>
                  <a:pt x="192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7832943" y="5740499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4" h="370204">
                <a:moveTo>
                  <a:pt x="39465" y="100758"/>
                </a:moveTo>
                <a:lnTo>
                  <a:pt x="0" y="350165"/>
                </a:lnTo>
                <a:lnTo>
                  <a:pt x="293" y="357093"/>
                </a:lnTo>
                <a:lnTo>
                  <a:pt x="3122" y="363161"/>
                </a:lnTo>
                <a:lnTo>
                  <a:pt x="8019" y="367725"/>
                </a:lnTo>
                <a:lnTo>
                  <a:pt x="14518" y="370142"/>
                </a:lnTo>
                <a:lnTo>
                  <a:pt x="21447" y="369849"/>
                </a:lnTo>
                <a:lnTo>
                  <a:pt x="27514" y="367020"/>
                </a:lnTo>
                <a:lnTo>
                  <a:pt x="32078" y="362123"/>
                </a:lnTo>
                <a:lnTo>
                  <a:pt x="34495" y="355624"/>
                </a:lnTo>
                <a:lnTo>
                  <a:pt x="73960" y="106216"/>
                </a:lnTo>
                <a:lnTo>
                  <a:pt x="39465" y="100758"/>
                </a:lnTo>
                <a:close/>
              </a:path>
              <a:path w="108584" h="370204">
                <a:moveTo>
                  <a:pt x="94938" y="68991"/>
                </a:moveTo>
                <a:lnTo>
                  <a:pt x="62171" y="68991"/>
                </a:lnTo>
                <a:lnTo>
                  <a:pt x="68671" y="71409"/>
                </a:lnTo>
                <a:lnTo>
                  <a:pt x="73568" y="75973"/>
                </a:lnTo>
                <a:lnTo>
                  <a:pt x="76397" y="82040"/>
                </a:lnTo>
                <a:lnTo>
                  <a:pt x="76690" y="88968"/>
                </a:lnTo>
                <a:lnTo>
                  <a:pt x="73960" y="106216"/>
                </a:lnTo>
                <a:lnTo>
                  <a:pt x="108456" y="111675"/>
                </a:lnTo>
                <a:lnTo>
                  <a:pt x="94938" y="68991"/>
                </a:lnTo>
                <a:close/>
              </a:path>
              <a:path w="108584" h="370204">
                <a:moveTo>
                  <a:pt x="62171" y="68991"/>
                </a:moveTo>
                <a:lnTo>
                  <a:pt x="39465" y="100758"/>
                </a:lnTo>
                <a:lnTo>
                  <a:pt x="73960" y="106216"/>
                </a:lnTo>
                <a:lnTo>
                  <a:pt x="76690" y="88968"/>
                </a:lnTo>
                <a:lnTo>
                  <a:pt x="76397" y="82040"/>
                </a:lnTo>
                <a:lnTo>
                  <a:pt x="73568" y="75973"/>
                </a:lnTo>
                <a:lnTo>
                  <a:pt x="68671" y="71409"/>
                </a:lnTo>
                <a:lnTo>
                  <a:pt x="62171" y="68991"/>
                </a:lnTo>
                <a:close/>
              </a:path>
              <a:path w="108584" h="370204">
                <a:moveTo>
                  <a:pt x="73088" y="0"/>
                </a:moveTo>
                <a:lnTo>
                  <a:pt x="4969" y="95299"/>
                </a:lnTo>
                <a:lnTo>
                  <a:pt x="39465" y="100758"/>
                </a:lnTo>
                <a:lnTo>
                  <a:pt x="42194" y="83510"/>
                </a:lnTo>
                <a:lnTo>
                  <a:pt x="44612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7906032" y="5740498"/>
            <a:ext cx="283845" cy="377825"/>
          </a:xfrm>
          <a:custGeom>
            <a:avLst/>
            <a:gdLst/>
            <a:ahLst/>
            <a:cxnLst/>
            <a:rect l="l" t="t" r="r" b="b"/>
            <a:pathLst>
              <a:path w="283845" h="377825">
                <a:moveTo>
                  <a:pt x="76350" y="73846"/>
                </a:moveTo>
                <a:lnTo>
                  <a:pt x="48273" y="94617"/>
                </a:lnTo>
                <a:lnTo>
                  <a:pt x="252251" y="370352"/>
                </a:lnTo>
                <a:lnTo>
                  <a:pt x="257397" y="375000"/>
                </a:lnTo>
                <a:lnTo>
                  <a:pt x="263707" y="377237"/>
                </a:lnTo>
                <a:lnTo>
                  <a:pt x="270395" y="376944"/>
                </a:lnTo>
                <a:lnTo>
                  <a:pt x="276675" y="374005"/>
                </a:lnTo>
                <a:lnTo>
                  <a:pt x="281324" y="368860"/>
                </a:lnTo>
                <a:lnTo>
                  <a:pt x="283560" y="362550"/>
                </a:lnTo>
                <a:lnTo>
                  <a:pt x="283268" y="355862"/>
                </a:lnTo>
                <a:lnTo>
                  <a:pt x="280329" y="349581"/>
                </a:lnTo>
                <a:lnTo>
                  <a:pt x="76350" y="73846"/>
                </a:lnTo>
                <a:close/>
              </a:path>
              <a:path w="283845" h="377825">
                <a:moveTo>
                  <a:pt x="0" y="0"/>
                </a:moveTo>
                <a:lnTo>
                  <a:pt x="20195" y="115388"/>
                </a:lnTo>
                <a:lnTo>
                  <a:pt x="48273" y="94617"/>
                </a:lnTo>
                <a:lnTo>
                  <a:pt x="37887" y="80578"/>
                </a:lnTo>
                <a:lnTo>
                  <a:pt x="34948" y="74298"/>
                </a:lnTo>
                <a:lnTo>
                  <a:pt x="54509" y="52923"/>
                </a:lnTo>
                <a:lnTo>
                  <a:pt x="104125" y="52923"/>
                </a:lnTo>
                <a:lnTo>
                  <a:pt x="0" y="0"/>
                </a:lnTo>
                <a:close/>
              </a:path>
              <a:path w="283845" h="377825">
                <a:moveTo>
                  <a:pt x="54509" y="52923"/>
                </a:moveTo>
                <a:lnTo>
                  <a:pt x="47821" y="53215"/>
                </a:lnTo>
                <a:lnTo>
                  <a:pt x="41540" y="56154"/>
                </a:lnTo>
                <a:lnTo>
                  <a:pt x="36892" y="61300"/>
                </a:lnTo>
                <a:lnTo>
                  <a:pt x="34655" y="67610"/>
                </a:lnTo>
                <a:lnTo>
                  <a:pt x="34948" y="74298"/>
                </a:lnTo>
                <a:lnTo>
                  <a:pt x="37887" y="80578"/>
                </a:lnTo>
                <a:lnTo>
                  <a:pt x="48273" y="94617"/>
                </a:lnTo>
                <a:lnTo>
                  <a:pt x="76350" y="73846"/>
                </a:lnTo>
                <a:lnTo>
                  <a:pt x="65965" y="59808"/>
                </a:lnTo>
                <a:lnTo>
                  <a:pt x="60818" y="55159"/>
                </a:lnTo>
                <a:lnTo>
                  <a:pt x="54509" y="52923"/>
                </a:lnTo>
                <a:close/>
              </a:path>
              <a:path w="283845" h="377825">
                <a:moveTo>
                  <a:pt x="104125" y="52923"/>
                </a:moveTo>
                <a:lnTo>
                  <a:pt x="54509" y="52923"/>
                </a:lnTo>
                <a:lnTo>
                  <a:pt x="60818" y="55159"/>
                </a:lnTo>
                <a:lnTo>
                  <a:pt x="65965" y="59808"/>
                </a:lnTo>
                <a:lnTo>
                  <a:pt x="76350" y="73846"/>
                </a:lnTo>
                <a:lnTo>
                  <a:pt x="104427" y="53076"/>
                </a:lnTo>
                <a:lnTo>
                  <a:pt x="104125" y="52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7634410" y="4826843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4"/>
                </a:lnTo>
                <a:lnTo>
                  <a:pt x="0" y="666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7634410" y="4826843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173138" y="567396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7173138" y="567396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7770814" y="567380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7770814" y="567380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8223791" y="513557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8282809" y="51323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7769630" y="4884878"/>
            <a:ext cx="607060" cy="268605"/>
          </a:xfrm>
          <a:custGeom>
            <a:avLst/>
            <a:gdLst/>
            <a:ahLst/>
            <a:cxnLst/>
            <a:rect l="l" t="t" r="r" b="b"/>
            <a:pathLst>
              <a:path w="607059" h="268604">
                <a:moveTo>
                  <a:pt x="103553" y="32306"/>
                </a:moveTo>
                <a:lnTo>
                  <a:pt x="90286" y="64612"/>
                </a:lnTo>
                <a:lnTo>
                  <a:pt x="582745" y="266849"/>
                </a:lnTo>
                <a:lnTo>
                  <a:pt x="589555" y="268162"/>
                </a:lnTo>
                <a:lnTo>
                  <a:pt x="596111" y="266809"/>
                </a:lnTo>
                <a:lnTo>
                  <a:pt x="601681" y="263096"/>
                </a:lnTo>
                <a:lnTo>
                  <a:pt x="605533" y="257329"/>
                </a:lnTo>
                <a:lnTo>
                  <a:pt x="606846" y="250520"/>
                </a:lnTo>
                <a:lnTo>
                  <a:pt x="605493" y="243964"/>
                </a:lnTo>
                <a:lnTo>
                  <a:pt x="601780" y="238394"/>
                </a:lnTo>
                <a:lnTo>
                  <a:pt x="596013" y="234542"/>
                </a:lnTo>
                <a:lnTo>
                  <a:pt x="103553" y="32306"/>
                </a:lnTo>
                <a:close/>
              </a:path>
              <a:path w="607059" h="268604">
                <a:moveTo>
                  <a:pt x="116820" y="0"/>
                </a:moveTo>
                <a:lnTo>
                  <a:pt x="0" y="8658"/>
                </a:lnTo>
                <a:lnTo>
                  <a:pt x="77019" y="96920"/>
                </a:lnTo>
                <a:lnTo>
                  <a:pt x="90286" y="64612"/>
                </a:lnTo>
                <a:lnTo>
                  <a:pt x="74133" y="57979"/>
                </a:lnTo>
                <a:lnTo>
                  <a:pt x="68367" y="54128"/>
                </a:lnTo>
                <a:lnTo>
                  <a:pt x="64654" y="48558"/>
                </a:lnTo>
                <a:lnTo>
                  <a:pt x="63300" y="42002"/>
                </a:lnTo>
                <a:lnTo>
                  <a:pt x="64613" y="35192"/>
                </a:lnTo>
                <a:lnTo>
                  <a:pt x="68465" y="29426"/>
                </a:lnTo>
                <a:lnTo>
                  <a:pt x="74035" y="25713"/>
                </a:lnTo>
                <a:lnTo>
                  <a:pt x="80591" y="24360"/>
                </a:lnTo>
                <a:lnTo>
                  <a:pt x="106817" y="24360"/>
                </a:lnTo>
                <a:lnTo>
                  <a:pt x="116820" y="0"/>
                </a:lnTo>
                <a:close/>
              </a:path>
              <a:path w="607059" h="268604">
                <a:moveTo>
                  <a:pt x="80591" y="24360"/>
                </a:moveTo>
                <a:lnTo>
                  <a:pt x="74035" y="25713"/>
                </a:lnTo>
                <a:lnTo>
                  <a:pt x="68465" y="29426"/>
                </a:lnTo>
                <a:lnTo>
                  <a:pt x="64613" y="35192"/>
                </a:lnTo>
                <a:lnTo>
                  <a:pt x="63300" y="42002"/>
                </a:lnTo>
                <a:lnTo>
                  <a:pt x="64654" y="48558"/>
                </a:lnTo>
                <a:lnTo>
                  <a:pt x="68367" y="54128"/>
                </a:lnTo>
                <a:lnTo>
                  <a:pt x="74133" y="57979"/>
                </a:lnTo>
                <a:lnTo>
                  <a:pt x="90286" y="64612"/>
                </a:lnTo>
                <a:lnTo>
                  <a:pt x="103553" y="32306"/>
                </a:lnTo>
                <a:lnTo>
                  <a:pt x="87400" y="25673"/>
                </a:lnTo>
                <a:lnTo>
                  <a:pt x="80591" y="24360"/>
                </a:lnTo>
                <a:close/>
              </a:path>
              <a:path w="607059" h="268604">
                <a:moveTo>
                  <a:pt x="106817" y="24360"/>
                </a:moveTo>
                <a:lnTo>
                  <a:pt x="80591" y="24360"/>
                </a:lnTo>
                <a:lnTo>
                  <a:pt x="87400" y="25673"/>
                </a:lnTo>
                <a:lnTo>
                  <a:pt x="103553" y="32306"/>
                </a:lnTo>
                <a:lnTo>
                  <a:pt x="106817" y="24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7332154" y="610046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 txBox="1"/>
          <p:nvPr/>
        </p:nvSpPr>
        <p:spPr>
          <a:xfrm>
            <a:off x="7056659" y="6104635"/>
            <a:ext cx="487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710" algn="l"/>
              </a:tabLst>
            </a:pPr>
            <a:r>
              <a:rPr dirty="0" sz="1800">
                <a:latin typeface="Arial"/>
                <a:cs typeface="Arial"/>
              </a:rPr>
              <a:t>2	</a:t>
            </a:r>
            <a:r>
              <a:rPr dirty="0" baseline="1543" sz="2700">
                <a:latin typeface="Arial"/>
                <a:cs typeface="Arial"/>
              </a:rPr>
              <a:t>5</a:t>
            </a:r>
            <a:endParaRPr baseline="1543" sz="2700">
              <a:latin typeface="Arial"/>
              <a:cs typeface="Arial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7302796" y="5740659"/>
            <a:ext cx="182245" cy="377825"/>
          </a:xfrm>
          <a:custGeom>
            <a:avLst/>
            <a:gdLst/>
            <a:ahLst/>
            <a:cxnLst/>
            <a:rect l="l" t="t" r="r" b="b"/>
            <a:pathLst>
              <a:path w="182245" h="377825">
                <a:moveTo>
                  <a:pt x="63888" y="88774"/>
                </a:moveTo>
                <a:lnTo>
                  <a:pt x="148605" y="366865"/>
                </a:lnTo>
                <a:lnTo>
                  <a:pt x="164864" y="377271"/>
                </a:lnTo>
                <a:lnTo>
                  <a:pt x="171636" y="375779"/>
                </a:lnTo>
                <a:lnTo>
                  <a:pt x="177299" y="371776"/>
                </a:lnTo>
                <a:lnTo>
                  <a:pt x="180863" y="366109"/>
                </a:lnTo>
                <a:lnTo>
                  <a:pt x="182042" y="359519"/>
                </a:lnTo>
                <a:lnTo>
                  <a:pt x="180550" y="352748"/>
                </a:lnTo>
                <a:lnTo>
                  <a:pt x="63888" y="88774"/>
                </a:lnTo>
                <a:close/>
              </a:path>
              <a:path w="182245" h="377825">
                <a:moveTo>
                  <a:pt x="5562" y="0"/>
                </a:moveTo>
                <a:lnTo>
                  <a:pt x="0" y="117009"/>
                </a:lnTo>
                <a:lnTo>
                  <a:pt x="31944" y="102892"/>
                </a:lnTo>
                <a:lnTo>
                  <a:pt x="24885" y="86919"/>
                </a:lnTo>
                <a:lnTo>
                  <a:pt x="23392" y="80148"/>
                </a:lnTo>
                <a:lnTo>
                  <a:pt x="24571" y="73558"/>
                </a:lnTo>
                <a:lnTo>
                  <a:pt x="28136" y="67891"/>
                </a:lnTo>
                <a:lnTo>
                  <a:pt x="33798" y="63888"/>
                </a:lnTo>
                <a:lnTo>
                  <a:pt x="40570" y="62396"/>
                </a:lnTo>
                <a:lnTo>
                  <a:pt x="81008" y="62396"/>
                </a:lnTo>
                <a:lnTo>
                  <a:pt x="5562" y="0"/>
                </a:lnTo>
                <a:close/>
              </a:path>
              <a:path w="182245" h="377825">
                <a:moveTo>
                  <a:pt x="40570" y="62396"/>
                </a:moveTo>
                <a:lnTo>
                  <a:pt x="33798" y="63888"/>
                </a:lnTo>
                <a:lnTo>
                  <a:pt x="28136" y="67891"/>
                </a:lnTo>
                <a:lnTo>
                  <a:pt x="24571" y="73558"/>
                </a:lnTo>
                <a:lnTo>
                  <a:pt x="23392" y="80148"/>
                </a:lnTo>
                <a:lnTo>
                  <a:pt x="24885" y="86919"/>
                </a:lnTo>
                <a:lnTo>
                  <a:pt x="31944" y="102892"/>
                </a:lnTo>
                <a:lnTo>
                  <a:pt x="63888" y="88774"/>
                </a:lnTo>
                <a:lnTo>
                  <a:pt x="56829" y="72802"/>
                </a:lnTo>
                <a:lnTo>
                  <a:pt x="52826" y="67139"/>
                </a:lnTo>
                <a:lnTo>
                  <a:pt x="47160" y="63575"/>
                </a:lnTo>
                <a:lnTo>
                  <a:pt x="40570" y="62396"/>
                </a:lnTo>
                <a:close/>
              </a:path>
              <a:path w="182245" h="377825">
                <a:moveTo>
                  <a:pt x="81008" y="62396"/>
                </a:moveTo>
                <a:lnTo>
                  <a:pt x="40570" y="62396"/>
                </a:lnTo>
                <a:lnTo>
                  <a:pt x="47160" y="63575"/>
                </a:lnTo>
                <a:lnTo>
                  <a:pt x="52826" y="67139"/>
                </a:lnTo>
                <a:lnTo>
                  <a:pt x="56829" y="72802"/>
                </a:lnTo>
                <a:lnTo>
                  <a:pt x="63888" y="88774"/>
                </a:lnTo>
                <a:lnTo>
                  <a:pt x="95832" y="74656"/>
                </a:lnTo>
                <a:lnTo>
                  <a:pt x="81008" y="62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8359009" y="5430329"/>
            <a:ext cx="229870" cy="260350"/>
          </a:xfrm>
          <a:custGeom>
            <a:avLst/>
            <a:gdLst/>
            <a:ahLst/>
            <a:cxnLst/>
            <a:rect l="l" t="t" r="r" b="b"/>
            <a:pathLst>
              <a:path w="229870" h="260350">
                <a:moveTo>
                  <a:pt x="82050" y="67458"/>
                </a:moveTo>
                <a:lnTo>
                  <a:pt x="55736" y="90422"/>
                </a:lnTo>
                <a:lnTo>
                  <a:pt x="198704" y="254239"/>
                </a:lnTo>
                <a:lnTo>
                  <a:pt x="204208" y="258458"/>
                </a:lnTo>
                <a:lnTo>
                  <a:pt x="210677" y="260179"/>
                </a:lnTo>
                <a:lnTo>
                  <a:pt x="217320" y="259349"/>
                </a:lnTo>
                <a:lnTo>
                  <a:pt x="223343" y="255914"/>
                </a:lnTo>
                <a:lnTo>
                  <a:pt x="227562" y="250410"/>
                </a:lnTo>
                <a:lnTo>
                  <a:pt x="229284" y="243941"/>
                </a:lnTo>
                <a:lnTo>
                  <a:pt x="228453" y="237298"/>
                </a:lnTo>
                <a:lnTo>
                  <a:pt x="225018" y="231275"/>
                </a:lnTo>
                <a:lnTo>
                  <a:pt x="82050" y="67458"/>
                </a:lnTo>
                <a:close/>
              </a:path>
              <a:path w="229870" h="260350">
                <a:moveTo>
                  <a:pt x="0" y="0"/>
                </a:moveTo>
                <a:lnTo>
                  <a:pt x="29423" y="113386"/>
                </a:lnTo>
                <a:lnTo>
                  <a:pt x="55736" y="90422"/>
                </a:lnTo>
                <a:lnTo>
                  <a:pt x="44254" y="77265"/>
                </a:lnTo>
                <a:lnTo>
                  <a:pt x="40819" y="71242"/>
                </a:lnTo>
                <a:lnTo>
                  <a:pt x="58595" y="48361"/>
                </a:lnTo>
                <a:lnTo>
                  <a:pt x="103933" y="48361"/>
                </a:lnTo>
                <a:lnTo>
                  <a:pt x="108364" y="44494"/>
                </a:lnTo>
                <a:lnTo>
                  <a:pt x="0" y="0"/>
                </a:lnTo>
                <a:close/>
              </a:path>
              <a:path w="229870" h="260350">
                <a:moveTo>
                  <a:pt x="58595" y="48361"/>
                </a:moveTo>
                <a:lnTo>
                  <a:pt x="51952" y="49191"/>
                </a:lnTo>
                <a:lnTo>
                  <a:pt x="45929" y="52627"/>
                </a:lnTo>
                <a:lnTo>
                  <a:pt x="41710" y="58130"/>
                </a:lnTo>
                <a:lnTo>
                  <a:pt x="39988" y="64599"/>
                </a:lnTo>
                <a:lnTo>
                  <a:pt x="40819" y="71242"/>
                </a:lnTo>
                <a:lnTo>
                  <a:pt x="44254" y="77265"/>
                </a:lnTo>
                <a:lnTo>
                  <a:pt x="55736" y="90422"/>
                </a:lnTo>
                <a:lnTo>
                  <a:pt x="82050" y="67458"/>
                </a:lnTo>
                <a:lnTo>
                  <a:pt x="70567" y="54301"/>
                </a:lnTo>
                <a:lnTo>
                  <a:pt x="65064" y="50082"/>
                </a:lnTo>
                <a:lnTo>
                  <a:pt x="58595" y="48361"/>
                </a:lnTo>
                <a:close/>
              </a:path>
              <a:path w="229870" h="260350">
                <a:moveTo>
                  <a:pt x="103933" y="48361"/>
                </a:moveTo>
                <a:lnTo>
                  <a:pt x="58595" y="48361"/>
                </a:lnTo>
                <a:lnTo>
                  <a:pt x="65064" y="50082"/>
                </a:lnTo>
                <a:lnTo>
                  <a:pt x="70567" y="54301"/>
                </a:lnTo>
                <a:lnTo>
                  <a:pt x="82050" y="67458"/>
                </a:lnTo>
                <a:lnTo>
                  <a:pt x="103933" y="483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8379811" y="609267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8723461" y="609267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59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 txBox="1"/>
          <p:nvPr/>
        </p:nvSpPr>
        <p:spPr>
          <a:xfrm>
            <a:off x="8438829" y="6089396"/>
            <a:ext cx="496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235" algn="l"/>
              </a:tabLst>
            </a:pPr>
            <a:r>
              <a:rPr dirty="0" sz="1800">
                <a:latin typeface="Arial"/>
                <a:cs typeface="Arial"/>
              </a:rPr>
              <a:t>3	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8497783" y="5739779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4" h="370204">
                <a:moveTo>
                  <a:pt x="39464" y="100758"/>
                </a:moveTo>
                <a:lnTo>
                  <a:pt x="0" y="350166"/>
                </a:lnTo>
                <a:lnTo>
                  <a:pt x="292" y="357094"/>
                </a:lnTo>
                <a:lnTo>
                  <a:pt x="3121" y="363162"/>
                </a:lnTo>
                <a:lnTo>
                  <a:pt x="8019" y="367726"/>
                </a:lnTo>
                <a:lnTo>
                  <a:pt x="14518" y="370143"/>
                </a:lnTo>
                <a:lnTo>
                  <a:pt x="21446" y="369850"/>
                </a:lnTo>
                <a:lnTo>
                  <a:pt x="27513" y="367021"/>
                </a:lnTo>
                <a:lnTo>
                  <a:pt x="32077" y="362124"/>
                </a:lnTo>
                <a:lnTo>
                  <a:pt x="34495" y="355625"/>
                </a:lnTo>
                <a:lnTo>
                  <a:pt x="73959" y="106216"/>
                </a:lnTo>
                <a:lnTo>
                  <a:pt x="39464" y="100758"/>
                </a:lnTo>
                <a:close/>
              </a:path>
              <a:path w="108584" h="370204">
                <a:moveTo>
                  <a:pt x="94937" y="68991"/>
                </a:moveTo>
                <a:lnTo>
                  <a:pt x="62170" y="68991"/>
                </a:lnTo>
                <a:lnTo>
                  <a:pt x="68669" y="71409"/>
                </a:lnTo>
                <a:lnTo>
                  <a:pt x="73567" y="75973"/>
                </a:lnTo>
                <a:lnTo>
                  <a:pt x="76396" y="82040"/>
                </a:lnTo>
                <a:lnTo>
                  <a:pt x="76688" y="88968"/>
                </a:lnTo>
                <a:lnTo>
                  <a:pt x="73959" y="106216"/>
                </a:lnTo>
                <a:lnTo>
                  <a:pt x="108455" y="111675"/>
                </a:lnTo>
                <a:lnTo>
                  <a:pt x="94937" y="68991"/>
                </a:lnTo>
                <a:close/>
              </a:path>
              <a:path w="108584" h="370204">
                <a:moveTo>
                  <a:pt x="62170" y="68991"/>
                </a:moveTo>
                <a:lnTo>
                  <a:pt x="39464" y="100758"/>
                </a:lnTo>
                <a:lnTo>
                  <a:pt x="73959" y="106216"/>
                </a:lnTo>
                <a:lnTo>
                  <a:pt x="76688" y="88968"/>
                </a:lnTo>
                <a:lnTo>
                  <a:pt x="76396" y="82040"/>
                </a:lnTo>
                <a:lnTo>
                  <a:pt x="73567" y="75973"/>
                </a:lnTo>
                <a:lnTo>
                  <a:pt x="68669" y="71409"/>
                </a:lnTo>
                <a:lnTo>
                  <a:pt x="62170" y="68991"/>
                </a:lnTo>
                <a:close/>
              </a:path>
              <a:path w="108584" h="370204">
                <a:moveTo>
                  <a:pt x="73087" y="0"/>
                </a:moveTo>
                <a:lnTo>
                  <a:pt x="4968" y="95299"/>
                </a:lnTo>
                <a:lnTo>
                  <a:pt x="39464" y="100758"/>
                </a:lnTo>
                <a:lnTo>
                  <a:pt x="42193" y="83510"/>
                </a:lnTo>
                <a:lnTo>
                  <a:pt x="44611" y="77011"/>
                </a:lnTo>
                <a:lnTo>
                  <a:pt x="49175" y="72113"/>
                </a:lnTo>
                <a:lnTo>
                  <a:pt x="55242" y="69284"/>
                </a:lnTo>
                <a:lnTo>
                  <a:pt x="62170" y="68991"/>
                </a:lnTo>
                <a:lnTo>
                  <a:pt x="94937" y="68991"/>
                </a:lnTo>
                <a:lnTo>
                  <a:pt x="73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8570870" y="5739779"/>
            <a:ext cx="305435" cy="370840"/>
          </a:xfrm>
          <a:custGeom>
            <a:avLst/>
            <a:gdLst/>
            <a:ahLst/>
            <a:cxnLst/>
            <a:rect l="l" t="t" r="r" b="b"/>
            <a:pathLst>
              <a:path w="305434" h="370839">
                <a:moveTo>
                  <a:pt x="79752" y="70158"/>
                </a:moveTo>
                <a:lnTo>
                  <a:pt x="52687" y="92232"/>
                </a:lnTo>
                <a:lnTo>
                  <a:pt x="274276" y="363931"/>
                </a:lnTo>
                <a:lnTo>
                  <a:pt x="279635" y="368331"/>
                </a:lnTo>
                <a:lnTo>
                  <a:pt x="286044" y="370268"/>
                </a:lnTo>
                <a:lnTo>
                  <a:pt x="292711" y="369660"/>
                </a:lnTo>
                <a:lnTo>
                  <a:pt x="298846" y="366427"/>
                </a:lnTo>
                <a:lnTo>
                  <a:pt x="303246" y="361068"/>
                </a:lnTo>
                <a:lnTo>
                  <a:pt x="305182" y="354659"/>
                </a:lnTo>
                <a:lnTo>
                  <a:pt x="304574" y="347993"/>
                </a:lnTo>
                <a:lnTo>
                  <a:pt x="301341" y="341858"/>
                </a:lnTo>
                <a:lnTo>
                  <a:pt x="79752" y="70158"/>
                </a:lnTo>
                <a:close/>
              </a:path>
              <a:path w="305434" h="370839">
                <a:moveTo>
                  <a:pt x="0" y="0"/>
                </a:moveTo>
                <a:lnTo>
                  <a:pt x="25622" y="114305"/>
                </a:lnTo>
                <a:lnTo>
                  <a:pt x="52687" y="92232"/>
                </a:lnTo>
                <a:lnTo>
                  <a:pt x="41650" y="78699"/>
                </a:lnTo>
                <a:lnTo>
                  <a:pt x="38418" y="72564"/>
                </a:lnTo>
                <a:lnTo>
                  <a:pt x="56948" y="50289"/>
                </a:lnTo>
                <a:lnTo>
                  <a:pt x="104115" y="50289"/>
                </a:lnTo>
                <a:lnTo>
                  <a:pt x="106818" y="48085"/>
                </a:lnTo>
                <a:lnTo>
                  <a:pt x="0" y="0"/>
                </a:lnTo>
                <a:close/>
              </a:path>
              <a:path w="305434" h="370839">
                <a:moveTo>
                  <a:pt x="56948" y="50289"/>
                </a:moveTo>
                <a:lnTo>
                  <a:pt x="50281" y="50897"/>
                </a:lnTo>
                <a:lnTo>
                  <a:pt x="44146" y="54130"/>
                </a:lnTo>
                <a:lnTo>
                  <a:pt x="39746" y="59489"/>
                </a:lnTo>
                <a:lnTo>
                  <a:pt x="37810" y="65897"/>
                </a:lnTo>
                <a:lnTo>
                  <a:pt x="38418" y="72564"/>
                </a:lnTo>
                <a:lnTo>
                  <a:pt x="41650" y="78699"/>
                </a:lnTo>
                <a:lnTo>
                  <a:pt x="52687" y="92232"/>
                </a:lnTo>
                <a:lnTo>
                  <a:pt x="79752" y="70158"/>
                </a:lnTo>
                <a:lnTo>
                  <a:pt x="68715" y="56625"/>
                </a:lnTo>
                <a:lnTo>
                  <a:pt x="63356" y="52225"/>
                </a:lnTo>
                <a:lnTo>
                  <a:pt x="56948" y="50289"/>
                </a:lnTo>
                <a:close/>
              </a:path>
              <a:path w="305434" h="370839">
                <a:moveTo>
                  <a:pt x="104115" y="50289"/>
                </a:moveTo>
                <a:lnTo>
                  <a:pt x="56948" y="50289"/>
                </a:lnTo>
                <a:lnTo>
                  <a:pt x="63356" y="52225"/>
                </a:lnTo>
                <a:lnTo>
                  <a:pt x="68715" y="56625"/>
                </a:lnTo>
                <a:lnTo>
                  <a:pt x="79752" y="70158"/>
                </a:lnTo>
                <a:lnTo>
                  <a:pt x="104115" y="502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8435650" y="567308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8435650" y="567308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 txBox="1"/>
          <p:nvPr/>
        </p:nvSpPr>
        <p:spPr>
          <a:xfrm>
            <a:off x="3595179" y="2510027"/>
            <a:ext cx="446786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00FF"/>
                </a:solidFill>
                <a:latin typeface="Arial"/>
                <a:cs typeface="Arial"/>
              </a:rPr>
              <a:t>Rooted subtree</a:t>
            </a:r>
            <a:r>
              <a:rPr dirty="0" sz="2000" spc="-5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Arial"/>
                <a:cs typeface="Arial"/>
              </a:rPr>
              <a:t>structures</a:t>
            </a:r>
            <a:endParaRPr sz="2000">
              <a:latin typeface="Arial"/>
              <a:cs typeface="Arial"/>
            </a:endParaRPr>
          </a:p>
          <a:p>
            <a:pPr algn="ctr" marL="12700" marR="5080" indent="-635">
              <a:lnSpc>
                <a:spcPct val="100000"/>
              </a:lnSpc>
            </a:pPr>
            <a:r>
              <a:rPr dirty="0" sz="2000" spc="-5">
                <a:solidFill>
                  <a:srgbClr val="0000FF"/>
                </a:solidFill>
                <a:latin typeface="Arial"/>
                <a:cs typeface="Arial"/>
              </a:rPr>
              <a:t>(defined </a:t>
            </a:r>
            <a:r>
              <a:rPr dirty="0" sz="2000">
                <a:solidFill>
                  <a:srgbClr val="0000FF"/>
                </a:solidFill>
                <a:latin typeface="Arial"/>
                <a:cs typeface="Arial"/>
              </a:rPr>
              <a:t>by </a:t>
            </a:r>
            <a:r>
              <a:rPr dirty="0" sz="2000" spc="-5">
                <a:solidFill>
                  <a:srgbClr val="0000FF"/>
                </a:solidFill>
                <a:latin typeface="Arial"/>
                <a:cs typeface="Arial"/>
              </a:rPr>
              <a:t>recursively unfolding  neighboring </a:t>
            </a:r>
            <a:r>
              <a:rPr dirty="0" sz="2000">
                <a:solidFill>
                  <a:srgbClr val="0000FF"/>
                </a:solidFill>
                <a:latin typeface="Arial"/>
                <a:cs typeface="Arial"/>
              </a:rPr>
              <a:t>nodes </a:t>
            </a:r>
            <a:r>
              <a:rPr dirty="0" sz="2000" spc="-5">
                <a:solidFill>
                  <a:srgbClr val="0000FF"/>
                </a:solidFill>
                <a:latin typeface="Arial"/>
                <a:cs typeface="Arial"/>
              </a:rPr>
              <a:t>from the root</a:t>
            </a:r>
            <a:r>
              <a:rPr dirty="0" sz="2000" spc="-5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00FF"/>
                </a:solidFill>
                <a:latin typeface="Arial"/>
                <a:cs typeface="Arial"/>
              </a:rPr>
              <a:t>nodes)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1175762" y="3472994"/>
            <a:ext cx="3854450" cy="896619"/>
          </a:xfrm>
          <a:custGeom>
            <a:avLst/>
            <a:gdLst/>
            <a:ahLst/>
            <a:cxnLst/>
            <a:rect l="l" t="t" r="r" b="b"/>
            <a:pathLst>
              <a:path w="3854450" h="896620">
                <a:moveTo>
                  <a:pt x="74316" y="812650"/>
                </a:moveTo>
                <a:lnTo>
                  <a:pt x="0" y="873173"/>
                </a:lnTo>
                <a:lnTo>
                  <a:pt x="93008" y="896312"/>
                </a:lnTo>
                <a:lnTo>
                  <a:pt x="87858" y="873264"/>
                </a:lnTo>
                <a:lnTo>
                  <a:pt x="65116" y="873264"/>
                </a:lnTo>
                <a:lnTo>
                  <a:pt x="57479" y="868415"/>
                </a:lnTo>
                <a:lnTo>
                  <a:pt x="54038" y="853014"/>
                </a:lnTo>
                <a:lnTo>
                  <a:pt x="58886" y="845376"/>
                </a:lnTo>
                <a:lnTo>
                  <a:pt x="80547" y="840537"/>
                </a:lnTo>
                <a:lnTo>
                  <a:pt x="74316" y="812650"/>
                </a:lnTo>
                <a:close/>
              </a:path>
              <a:path w="3854450" h="896620">
                <a:moveTo>
                  <a:pt x="80547" y="840537"/>
                </a:moveTo>
                <a:lnTo>
                  <a:pt x="58886" y="845376"/>
                </a:lnTo>
                <a:lnTo>
                  <a:pt x="54038" y="853014"/>
                </a:lnTo>
                <a:lnTo>
                  <a:pt x="57494" y="868425"/>
                </a:lnTo>
                <a:lnTo>
                  <a:pt x="65116" y="873264"/>
                </a:lnTo>
                <a:lnTo>
                  <a:pt x="86775" y="868415"/>
                </a:lnTo>
                <a:lnTo>
                  <a:pt x="80547" y="840537"/>
                </a:lnTo>
                <a:close/>
              </a:path>
              <a:path w="3854450" h="896620">
                <a:moveTo>
                  <a:pt x="86777" y="868425"/>
                </a:moveTo>
                <a:lnTo>
                  <a:pt x="65116" y="873264"/>
                </a:lnTo>
                <a:lnTo>
                  <a:pt x="87858" y="873264"/>
                </a:lnTo>
                <a:lnTo>
                  <a:pt x="86777" y="868425"/>
                </a:lnTo>
                <a:close/>
              </a:path>
              <a:path w="3854450" h="896620">
                <a:moveTo>
                  <a:pt x="3842794" y="0"/>
                </a:moveTo>
                <a:lnTo>
                  <a:pt x="80547" y="840537"/>
                </a:lnTo>
                <a:lnTo>
                  <a:pt x="86777" y="868425"/>
                </a:lnTo>
                <a:lnTo>
                  <a:pt x="3849023" y="27887"/>
                </a:lnTo>
                <a:lnTo>
                  <a:pt x="3853872" y="20250"/>
                </a:lnTo>
                <a:lnTo>
                  <a:pt x="3850430" y="4848"/>
                </a:lnTo>
                <a:lnTo>
                  <a:pt x="384279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154095" y="3462685"/>
            <a:ext cx="1895475" cy="852169"/>
          </a:xfrm>
          <a:custGeom>
            <a:avLst/>
            <a:gdLst/>
            <a:ahLst/>
            <a:cxnLst/>
            <a:rect l="l" t="t" r="r" b="b"/>
            <a:pathLst>
              <a:path w="1895475" h="852170">
                <a:moveTo>
                  <a:pt x="61065" y="773275"/>
                </a:moveTo>
                <a:lnTo>
                  <a:pt x="0" y="847147"/>
                </a:lnTo>
                <a:lnTo>
                  <a:pt x="95736" y="851675"/>
                </a:lnTo>
                <a:lnTo>
                  <a:pt x="88146" y="834511"/>
                </a:lnTo>
                <a:lnTo>
                  <a:pt x="63896" y="834511"/>
                </a:lnTo>
                <a:lnTo>
                  <a:pt x="55459" y="831249"/>
                </a:lnTo>
                <a:lnTo>
                  <a:pt x="49076" y="816815"/>
                </a:lnTo>
                <a:lnTo>
                  <a:pt x="52339" y="808377"/>
                </a:lnTo>
                <a:lnTo>
                  <a:pt x="72622" y="799408"/>
                </a:lnTo>
                <a:lnTo>
                  <a:pt x="61065" y="773275"/>
                </a:lnTo>
                <a:close/>
              </a:path>
              <a:path w="1895475" h="852170">
                <a:moveTo>
                  <a:pt x="72622" y="799408"/>
                </a:moveTo>
                <a:lnTo>
                  <a:pt x="52339" y="808377"/>
                </a:lnTo>
                <a:lnTo>
                  <a:pt x="49076" y="816815"/>
                </a:lnTo>
                <a:lnTo>
                  <a:pt x="55459" y="831249"/>
                </a:lnTo>
                <a:lnTo>
                  <a:pt x="63896" y="834511"/>
                </a:lnTo>
                <a:lnTo>
                  <a:pt x="84179" y="825542"/>
                </a:lnTo>
                <a:lnTo>
                  <a:pt x="72622" y="799408"/>
                </a:lnTo>
                <a:close/>
              </a:path>
              <a:path w="1895475" h="852170">
                <a:moveTo>
                  <a:pt x="84179" y="825542"/>
                </a:moveTo>
                <a:lnTo>
                  <a:pt x="63896" y="834511"/>
                </a:lnTo>
                <a:lnTo>
                  <a:pt x="88146" y="834511"/>
                </a:lnTo>
                <a:lnTo>
                  <a:pt x="84179" y="825542"/>
                </a:lnTo>
                <a:close/>
              </a:path>
              <a:path w="1895475" h="852170">
                <a:moveTo>
                  <a:pt x="1880313" y="0"/>
                </a:moveTo>
                <a:lnTo>
                  <a:pt x="72622" y="799408"/>
                </a:lnTo>
                <a:lnTo>
                  <a:pt x="84179" y="825542"/>
                </a:lnTo>
                <a:lnTo>
                  <a:pt x="1891870" y="26134"/>
                </a:lnTo>
                <a:lnTo>
                  <a:pt x="1895133" y="17696"/>
                </a:lnTo>
                <a:lnTo>
                  <a:pt x="1888750" y="3263"/>
                </a:lnTo>
                <a:lnTo>
                  <a:pt x="1880313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5021134" y="3471584"/>
            <a:ext cx="538480" cy="741045"/>
          </a:xfrm>
          <a:custGeom>
            <a:avLst/>
            <a:gdLst/>
            <a:ahLst/>
            <a:cxnLst/>
            <a:rect l="l" t="t" r="r" b="b"/>
            <a:pathLst>
              <a:path w="538479" h="741045">
                <a:moveTo>
                  <a:pt x="476420" y="679455"/>
                </a:moveTo>
                <a:lnTo>
                  <a:pt x="453236" y="696158"/>
                </a:lnTo>
                <a:lnTo>
                  <a:pt x="538123" y="740658"/>
                </a:lnTo>
                <a:lnTo>
                  <a:pt x="531355" y="698901"/>
                </a:lnTo>
                <a:lnTo>
                  <a:pt x="498313" y="698901"/>
                </a:lnTo>
                <a:lnTo>
                  <a:pt x="489384" y="697449"/>
                </a:lnTo>
                <a:lnTo>
                  <a:pt x="476420" y="679455"/>
                </a:lnTo>
                <a:close/>
              </a:path>
              <a:path w="538479" h="741045">
                <a:moveTo>
                  <a:pt x="499605" y="662752"/>
                </a:moveTo>
                <a:lnTo>
                  <a:pt x="476420" y="679455"/>
                </a:lnTo>
                <a:lnTo>
                  <a:pt x="489384" y="697449"/>
                </a:lnTo>
                <a:lnTo>
                  <a:pt x="498313" y="698901"/>
                </a:lnTo>
                <a:lnTo>
                  <a:pt x="511119" y="689676"/>
                </a:lnTo>
                <a:lnTo>
                  <a:pt x="512569" y="680746"/>
                </a:lnTo>
                <a:lnTo>
                  <a:pt x="499605" y="662752"/>
                </a:lnTo>
                <a:close/>
              </a:path>
              <a:path w="538479" h="741045">
                <a:moveTo>
                  <a:pt x="522790" y="646049"/>
                </a:moveTo>
                <a:lnTo>
                  <a:pt x="499605" y="662752"/>
                </a:lnTo>
                <a:lnTo>
                  <a:pt x="512569" y="680746"/>
                </a:lnTo>
                <a:lnTo>
                  <a:pt x="511119" y="689676"/>
                </a:lnTo>
                <a:lnTo>
                  <a:pt x="498313" y="698901"/>
                </a:lnTo>
                <a:lnTo>
                  <a:pt x="531355" y="698901"/>
                </a:lnTo>
                <a:lnTo>
                  <a:pt x="522790" y="646049"/>
                </a:lnTo>
                <a:close/>
              </a:path>
              <a:path w="538479" h="741045">
                <a:moveTo>
                  <a:pt x="14255" y="0"/>
                </a:moveTo>
                <a:lnTo>
                  <a:pt x="1450" y="9224"/>
                </a:lnTo>
                <a:lnTo>
                  <a:pt x="0" y="18153"/>
                </a:lnTo>
                <a:lnTo>
                  <a:pt x="476420" y="679455"/>
                </a:lnTo>
                <a:lnTo>
                  <a:pt x="499605" y="662752"/>
                </a:lnTo>
                <a:lnTo>
                  <a:pt x="23185" y="1450"/>
                </a:lnTo>
                <a:lnTo>
                  <a:pt x="14255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5025597" y="3470990"/>
            <a:ext cx="2684780" cy="774065"/>
          </a:xfrm>
          <a:custGeom>
            <a:avLst/>
            <a:gdLst/>
            <a:ahLst/>
            <a:cxnLst/>
            <a:rect l="l" t="t" r="r" b="b"/>
            <a:pathLst>
              <a:path w="2684779" h="774064">
                <a:moveTo>
                  <a:pt x="2598288" y="746035"/>
                </a:moveTo>
                <a:lnTo>
                  <a:pt x="2590660" y="773572"/>
                </a:lnTo>
                <a:lnTo>
                  <a:pt x="2684716" y="755149"/>
                </a:lnTo>
                <a:lnTo>
                  <a:pt x="2681176" y="751956"/>
                </a:lnTo>
                <a:lnTo>
                  <a:pt x="2619665" y="751956"/>
                </a:lnTo>
                <a:lnTo>
                  <a:pt x="2598288" y="746035"/>
                </a:lnTo>
                <a:close/>
              </a:path>
              <a:path w="2684779" h="774064">
                <a:moveTo>
                  <a:pt x="2605916" y="718496"/>
                </a:moveTo>
                <a:lnTo>
                  <a:pt x="2598288" y="746035"/>
                </a:lnTo>
                <a:lnTo>
                  <a:pt x="2619665" y="751956"/>
                </a:lnTo>
                <a:lnTo>
                  <a:pt x="2627538" y="747499"/>
                </a:lnTo>
                <a:lnTo>
                  <a:pt x="2631751" y="732290"/>
                </a:lnTo>
                <a:lnTo>
                  <a:pt x="2627293" y="724418"/>
                </a:lnTo>
                <a:lnTo>
                  <a:pt x="2605916" y="718496"/>
                </a:lnTo>
                <a:close/>
              </a:path>
              <a:path w="2684779" h="774064">
                <a:moveTo>
                  <a:pt x="2613544" y="690958"/>
                </a:moveTo>
                <a:lnTo>
                  <a:pt x="2605916" y="718496"/>
                </a:lnTo>
                <a:lnTo>
                  <a:pt x="2627293" y="724418"/>
                </a:lnTo>
                <a:lnTo>
                  <a:pt x="2631751" y="732290"/>
                </a:lnTo>
                <a:lnTo>
                  <a:pt x="2627538" y="747499"/>
                </a:lnTo>
                <a:lnTo>
                  <a:pt x="2619665" y="751956"/>
                </a:lnTo>
                <a:lnTo>
                  <a:pt x="2681176" y="751956"/>
                </a:lnTo>
                <a:lnTo>
                  <a:pt x="2613544" y="690958"/>
                </a:lnTo>
                <a:close/>
              </a:path>
              <a:path w="2684779" h="774064">
                <a:moveTo>
                  <a:pt x="12084" y="0"/>
                </a:moveTo>
                <a:lnTo>
                  <a:pt x="4212" y="4456"/>
                </a:lnTo>
                <a:lnTo>
                  <a:pt x="0" y="19665"/>
                </a:lnTo>
                <a:lnTo>
                  <a:pt x="4456" y="27537"/>
                </a:lnTo>
                <a:lnTo>
                  <a:pt x="2598288" y="746035"/>
                </a:lnTo>
                <a:lnTo>
                  <a:pt x="2605916" y="718496"/>
                </a:lnTo>
                <a:lnTo>
                  <a:pt x="12084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419405" y="4298820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9" y="287242"/>
                </a:lnTo>
                <a:lnTo>
                  <a:pt x="135219" y="294755"/>
                </a:lnTo>
                <a:lnTo>
                  <a:pt x="177958" y="287242"/>
                </a:lnTo>
                <a:lnTo>
                  <a:pt x="215077" y="266320"/>
                </a:lnTo>
                <a:lnTo>
                  <a:pt x="244348" y="234417"/>
                </a:lnTo>
                <a:lnTo>
                  <a:pt x="263544" y="193961"/>
                </a:lnTo>
                <a:lnTo>
                  <a:pt x="270437" y="147378"/>
                </a:lnTo>
                <a:lnTo>
                  <a:pt x="263544" y="100795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 txBox="1"/>
          <p:nvPr/>
        </p:nvSpPr>
        <p:spPr>
          <a:xfrm>
            <a:off x="4478423" y="42971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4502236" y="4593576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42911"/>
                </a:lnTo>
                <a:lnTo>
                  <a:pt x="42744" y="250731"/>
                </a:lnTo>
                <a:lnTo>
                  <a:pt x="62033" y="250729"/>
                </a:lnTo>
                <a:lnTo>
                  <a:pt x="69851" y="242911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50825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420773" y="513629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59" y="266319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 txBox="1"/>
          <p:nvPr/>
        </p:nvSpPr>
        <p:spPr>
          <a:xfrm>
            <a:off x="4479791" y="51323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4502828" y="4893537"/>
            <a:ext cx="104775" cy="260350"/>
          </a:xfrm>
          <a:custGeom>
            <a:avLst/>
            <a:gdLst/>
            <a:ahLst/>
            <a:cxnLst/>
            <a:rect l="l" t="t" r="r" b="b"/>
            <a:pathLst>
              <a:path w="104775" h="260350">
                <a:moveTo>
                  <a:pt x="69848" y="104674"/>
                </a:moveTo>
                <a:lnTo>
                  <a:pt x="34924" y="104871"/>
                </a:lnTo>
                <a:lnTo>
                  <a:pt x="35755" y="252498"/>
                </a:lnTo>
                <a:lnTo>
                  <a:pt x="43618" y="260272"/>
                </a:lnTo>
                <a:lnTo>
                  <a:pt x="62905" y="260164"/>
                </a:lnTo>
                <a:lnTo>
                  <a:pt x="70680" y="252302"/>
                </a:lnTo>
                <a:lnTo>
                  <a:pt x="69848" y="104674"/>
                </a:lnTo>
                <a:close/>
              </a:path>
              <a:path w="104775" h="260350">
                <a:moveTo>
                  <a:pt x="51795" y="0"/>
                </a:moveTo>
                <a:lnTo>
                  <a:pt x="0" y="105068"/>
                </a:lnTo>
                <a:lnTo>
                  <a:pt x="34924" y="104871"/>
                </a:lnTo>
                <a:lnTo>
                  <a:pt x="34771" y="77764"/>
                </a:lnTo>
                <a:lnTo>
                  <a:pt x="42544" y="69902"/>
                </a:lnTo>
                <a:lnTo>
                  <a:pt x="87185" y="69794"/>
                </a:lnTo>
                <a:lnTo>
                  <a:pt x="51795" y="0"/>
                </a:lnTo>
                <a:close/>
              </a:path>
              <a:path w="104775" h="260350">
                <a:moveTo>
                  <a:pt x="61833" y="69794"/>
                </a:moveTo>
                <a:lnTo>
                  <a:pt x="42544" y="69902"/>
                </a:lnTo>
                <a:lnTo>
                  <a:pt x="34771" y="77764"/>
                </a:lnTo>
                <a:lnTo>
                  <a:pt x="34924" y="104871"/>
                </a:lnTo>
                <a:lnTo>
                  <a:pt x="69848" y="104674"/>
                </a:lnTo>
                <a:lnTo>
                  <a:pt x="69695" y="77567"/>
                </a:lnTo>
                <a:lnTo>
                  <a:pt x="61833" y="69794"/>
                </a:lnTo>
                <a:close/>
              </a:path>
              <a:path w="104775" h="260350">
                <a:moveTo>
                  <a:pt x="87185" y="69794"/>
                </a:moveTo>
                <a:lnTo>
                  <a:pt x="61833" y="69794"/>
                </a:lnTo>
                <a:lnTo>
                  <a:pt x="69695" y="77567"/>
                </a:lnTo>
                <a:lnTo>
                  <a:pt x="69848" y="104674"/>
                </a:lnTo>
                <a:lnTo>
                  <a:pt x="104772" y="104477"/>
                </a:lnTo>
                <a:lnTo>
                  <a:pt x="87185" y="69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500169" y="5431048"/>
            <a:ext cx="104775" cy="260985"/>
          </a:xfrm>
          <a:custGeom>
            <a:avLst/>
            <a:gdLst/>
            <a:ahLst/>
            <a:cxnLst/>
            <a:rect l="l" t="t" r="r" b="b"/>
            <a:pathLst>
              <a:path w="104775" h="260985">
                <a:moveTo>
                  <a:pt x="34906" y="104141"/>
                </a:moveTo>
                <a:lnTo>
                  <a:pt x="30022" y="251819"/>
                </a:lnTo>
                <a:lnTo>
                  <a:pt x="37579" y="259891"/>
                </a:lnTo>
                <a:lnTo>
                  <a:pt x="56856" y="260529"/>
                </a:lnTo>
                <a:lnTo>
                  <a:pt x="64928" y="252973"/>
                </a:lnTo>
                <a:lnTo>
                  <a:pt x="69812" y="105295"/>
                </a:lnTo>
                <a:lnTo>
                  <a:pt x="34906" y="104141"/>
                </a:lnTo>
                <a:close/>
              </a:path>
              <a:path w="104775" h="260985">
                <a:moveTo>
                  <a:pt x="87742" y="69493"/>
                </a:moveTo>
                <a:lnTo>
                  <a:pt x="43874" y="69493"/>
                </a:lnTo>
                <a:lnTo>
                  <a:pt x="63152" y="70130"/>
                </a:lnTo>
                <a:lnTo>
                  <a:pt x="70708" y="78202"/>
                </a:lnTo>
                <a:lnTo>
                  <a:pt x="69812" y="105295"/>
                </a:lnTo>
                <a:lnTo>
                  <a:pt x="104717" y="106450"/>
                </a:lnTo>
                <a:lnTo>
                  <a:pt x="87742" y="69493"/>
                </a:lnTo>
                <a:close/>
              </a:path>
              <a:path w="104775" h="260985">
                <a:moveTo>
                  <a:pt x="43874" y="69493"/>
                </a:moveTo>
                <a:lnTo>
                  <a:pt x="35802" y="77049"/>
                </a:lnTo>
                <a:lnTo>
                  <a:pt x="34906" y="104141"/>
                </a:lnTo>
                <a:lnTo>
                  <a:pt x="69812" y="105295"/>
                </a:lnTo>
                <a:lnTo>
                  <a:pt x="70708" y="78202"/>
                </a:lnTo>
                <a:lnTo>
                  <a:pt x="63152" y="70130"/>
                </a:lnTo>
                <a:lnTo>
                  <a:pt x="43874" y="69493"/>
                </a:lnTo>
                <a:close/>
              </a:path>
              <a:path w="104775" h="260985">
                <a:moveTo>
                  <a:pt x="55821" y="0"/>
                </a:moveTo>
                <a:lnTo>
                  <a:pt x="0" y="102986"/>
                </a:lnTo>
                <a:lnTo>
                  <a:pt x="34906" y="104141"/>
                </a:lnTo>
                <a:lnTo>
                  <a:pt x="35802" y="77049"/>
                </a:lnTo>
                <a:lnTo>
                  <a:pt x="43874" y="69493"/>
                </a:lnTo>
                <a:lnTo>
                  <a:pt x="87742" y="69493"/>
                </a:lnTo>
                <a:lnTo>
                  <a:pt x="558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4216424" y="61391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4334204" y="5740498"/>
            <a:ext cx="214629" cy="416559"/>
          </a:xfrm>
          <a:custGeom>
            <a:avLst/>
            <a:gdLst/>
            <a:ahLst/>
            <a:cxnLst/>
            <a:rect l="l" t="t" r="r" b="b"/>
            <a:pathLst>
              <a:path w="214629" h="416560">
                <a:moveTo>
                  <a:pt x="151805" y="86280"/>
                </a:moveTo>
                <a:lnTo>
                  <a:pt x="1771" y="390938"/>
                </a:lnTo>
                <a:lnTo>
                  <a:pt x="0" y="397642"/>
                </a:lnTo>
                <a:lnTo>
                  <a:pt x="905" y="404275"/>
                </a:lnTo>
                <a:lnTo>
                  <a:pt x="4231" y="410084"/>
                </a:lnTo>
                <a:lnTo>
                  <a:pt x="9723" y="414318"/>
                </a:lnTo>
                <a:lnTo>
                  <a:pt x="16427" y="416090"/>
                </a:lnTo>
                <a:lnTo>
                  <a:pt x="23060" y="415185"/>
                </a:lnTo>
                <a:lnTo>
                  <a:pt x="28869" y="411859"/>
                </a:lnTo>
                <a:lnTo>
                  <a:pt x="33104" y="406367"/>
                </a:lnTo>
                <a:lnTo>
                  <a:pt x="183137" y="101710"/>
                </a:lnTo>
                <a:lnTo>
                  <a:pt x="151805" y="86280"/>
                </a:lnTo>
                <a:close/>
              </a:path>
              <a:path w="214629" h="416560">
                <a:moveTo>
                  <a:pt x="214128" y="60891"/>
                </a:moveTo>
                <a:lnTo>
                  <a:pt x="176196" y="60891"/>
                </a:lnTo>
                <a:lnTo>
                  <a:pt x="182900" y="62663"/>
                </a:lnTo>
                <a:lnTo>
                  <a:pt x="188391" y="66897"/>
                </a:lnTo>
                <a:lnTo>
                  <a:pt x="191717" y="72707"/>
                </a:lnTo>
                <a:lnTo>
                  <a:pt x="192623" y="79340"/>
                </a:lnTo>
                <a:lnTo>
                  <a:pt x="190852" y="86044"/>
                </a:lnTo>
                <a:lnTo>
                  <a:pt x="183137" y="101710"/>
                </a:lnTo>
                <a:lnTo>
                  <a:pt x="214468" y="117139"/>
                </a:lnTo>
                <a:lnTo>
                  <a:pt x="214128" y="60891"/>
                </a:lnTo>
                <a:close/>
              </a:path>
              <a:path w="214629" h="416560">
                <a:moveTo>
                  <a:pt x="176196" y="60891"/>
                </a:moveTo>
                <a:lnTo>
                  <a:pt x="169563" y="61796"/>
                </a:lnTo>
                <a:lnTo>
                  <a:pt x="163753" y="65123"/>
                </a:lnTo>
                <a:lnTo>
                  <a:pt x="159519" y="70614"/>
                </a:lnTo>
                <a:lnTo>
                  <a:pt x="151805" y="86280"/>
                </a:lnTo>
                <a:lnTo>
                  <a:pt x="183137" y="101710"/>
                </a:lnTo>
                <a:lnTo>
                  <a:pt x="190852" y="86044"/>
                </a:lnTo>
                <a:lnTo>
                  <a:pt x="192623" y="79340"/>
                </a:lnTo>
                <a:lnTo>
                  <a:pt x="191717" y="72707"/>
                </a:lnTo>
                <a:lnTo>
                  <a:pt x="188391" y="66897"/>
                </a:lnTo>
                <a:lnTo>
                  <a:pt x="182900" y="62663"/>
                </a:lnTo>
                <a:lnTo>
                  <a:pt x="176196" y="60891"/>
                </a:lnTo>
                <a:close/>
              </a:path>
              <a:path w="214629" h="416560">
                <a:moveTo>
                  <a:pt x="213760" y="0"/>
                </a:moveTo>
                <a:lnTo>
                  <a:pt x="120473" y="70850"/>
                </a:lnTo>
                <a:lnTo>
                  <a:pt x="151805" y="86280"/>
                </a:lnTo>
                <a:lnTo>
                  <a:pt x="159519" y="70614"/>
                </a:lnTo>
                <a:lnTo>
                  <a:pt x="163753" y="65123"/>
                </a:lnTo>
                <a:lnTo>
                  <a:pt x="169563" y="61796"/>
                </a:lnTo>
                <a:lnTo>
                  <a:pt x="176196" y="60891"/>
                </a:lnTo>
                <a:lnTo>
                  <a:pt x="214128" y="60891"/>
                </a:lnTo>
                <a:lnTo>
                  <a:pt x="2137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4419404" y="4826843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4"/>
                </a:lnTo>
                <a:lnTo>
                  <a:pt x="0" y="666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4419404" y="4826843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4412745" y="567380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412745" y="567380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606691" y="6146684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 txBox="1"/>
          <p:nvPr/>
        </p:nvSpPr>
        <p:spPr>
          <a:xfrm>
            <a:off x="2384186" y="6144259"/>
            <a:ext cx="24345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  <a:tab pos="706120" algn="l"/>
                <a:tab pos="1052195" algn="l"/>
                <a:tab pos="1398270" algn="l"/>
                <a:tab pos="1903730" algn="l"/>
                <a:tab pos="2293620" algn="l"/>
              </a:tabLst>
            </a:pPr>
            <a:r>
              <a:rPr dirty="0" baseline="1543" sz="2700">
                <a:latin typeface="Arial"/>
                <a:cs typeface="Arial"/>
              </a:rPr>
              <a:t>2	5	1	</a:t>
            </a:r>
            <a:r>
              <a:rPr dirty="0" sz="1800">
                <a:latin typeface="Arial"/>
                <a:cs typeface="Arial"/>
              </a:rPr>
              <a:t>2	4	</a:t>
            </a:r>
            <a:r>
              <a:rPr dirty="0" baseline="1543" sz="2700">
                <a:latin typeface="Arial"/>
                <a:cs typeface="Arial"/>
              </a:rPr>
              <a:t>3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8" name="object 158"/>
          <p:cNvSpPr/>
          <p:nvPr/>
        </p:nvSpPr>
        <p:spPr>
          <a:xfrm>
            <a:off x="4545835" y="5740498"/>
            <a:ext cx="213995" cy="424180"/>
          </a:xfrm>
          <a:custGeom>
            <a:avLst/>
            <a:gdLst/>
            <a:ahLst/>
            <a:cxnLst/>
            <a:rect l="l" t="t" r="r" b="b"/>
            <a:pathLst>
              <a:path w="213995" h="424179">
                <a:moveTo>
                  <a:pt x="63033" y="87025"/>
                </a:moveTo>
                <a:lnTo>
                  <a:pt x="180315" y="413709"/>
                </a:lnTo>
                <a:lnTo>
                  <a:pt x="196873" y="423633"/>
                </a:lnTo>
                <a:lnTo>
                  <a:pt x="203598" y="421943"/>
                </a:lnTo>
                <a:lnTo>
                  <a:pt x="209141" y="417776"/>
                </a:lnTo>
                <a:lnTo>
                  <a:pt x="212537" y="412007"/>
                </a:lnTo>
                <a:lnTo>
                  <a:pt x="213523" y="405385"/>
                </a:lnTo>
                <a:lnTo>
                  <a:pt x="211832" y="398660"/>
                </a:lnTo>
                <a:lnTo>
                  <a:pt x="63033" y="87025"/>
                </a:lnTo>
                <a:close/>
              </a:path>
              <a:path w="213995" h="424179">
                <a:moveTo>
                  <a:pt x="2129" y="0"/>
                </a:moveTo>
                <a:lnTo>
                  <a:pt x="0" y="117122"/>
                </a:lnTo>
                <a:lnTo>
                  <a:pt x="31517" y="102074"/>
                </a:lnTo>
                <a:lnTo>
                  <a:pt x="23992" y="86315"/>
                </a:lnTo>
                <a:lnTo>
                  <a:pt x="22302" y="79590"/>
                </a:lnTo>
                <a:lnTo>
                  <a:pt x="23287" y="72969"/>
                </a:lnTo>
                <a:lnTo>
                  <a:pt x="26683" y="67200"/>
                </a:lnTo>
                <a:lnTo>
                  <a:pt x="32226" y="63033"/>
                </a:lnTo>
                <a:lnTo>
                  <a:pt x="38951" y="61342"/>
                </a:lnTo>
                <a:lnTo>
                  <a:pt x="80895" y="61342"/>
                </a:lnTo>
                <a:lnTo>
                  <a:pt x="2129" y="0"/>
                </a:lnTo>
                <a:close/>
              </a:path>
              <a:path w="213995" h="424179">
                <a:moveTo>
                  <a:pt x="38951" y="61342"/>
                </a:moveTo>
                <a:lnTo>
                  <a:pt x="32226" y="63033"/>
                </a:lnTo>
                <a:lnTo>
                  <a:pt x="26683" y="67200"/>
                </a:lnTo>
                <a:lnTo>
                  <a:pt x="23287" y="72969"/>
                </a:lnTo>
                <a:lnTo>
                  <a:pt x="22302" y="79590"/>
                </a:lnTo>
                <a:lnTo>
                  <a:pt x="23992" y="86315"/>
                </a:lnTo>
                <a:lnTo>
                  <a:pt x="31517" y="102074"/>
                </a:lnTo>
                <a:lnTo>
                  <a:pt x="63033" y="87025"/>
                </a:lnTo>
                <a:lnTo>
                  <a:pt x="55509" y="71267"/>
                </a:lnTo>
                <a:lnTo>
                  <a:pt x="51342" y="65724"/>
                </a:lnTo>
                <a:lnTo>
                  <a:pt x="45573" y="62328"/>
                </a:lnTo>
                <a:lnTo>
                  <a:pt x="38951" y="61342"/>
                </a:lnTo>
                <a:close/>
              </a:path>
              <a:path w="213995" h="424179">
                <a:moveTo>
                  <a:pt x="80895" y="61342"/>
                </a:moveTo>
                <a:lnTo>
                  <a:pt x="38951" y="61342"/>
                </a:lnTo>
                <a:lnTo>
                  <a:pt x="45573" y="62328"/>
                </a:lnTo>
                <a:lnTo>
                  <a:pt x="51342" y="65724"/>
                </a:lnTo>
                <a:lnTo>
                  <a:pt x="55509" y="71267"/>
                </a:lnTo>
                <a:lnTo>
                  <a:pt x="63033" y="87025"/>
                </a:lnTo>
                <a:lnTo>
                  <a:pt x="94550" y="71977"/>
                </a:lnTo>
                <a:lnTo>
                  <a:pt x="80895" y="61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60" name="object 16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61" name="object 161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2608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86980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9563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/>
              <a:t>GNN‘s </a:t>
            </a:r>
            <a:r>
              <a:rPr dirty="0" sz="3200" spc="-5"/>
              <a:t>node embeddings </a:t>
            </a:r>
            <a:r>
              <a:rPr dirty="0" sz="3200" spc="-15"/>
              <a:t>capture </a:t>
            </a:r>
            <a:r>
              <a:rPr dirty="0" sz="3200" spc="-20">
                <a:solidFill>
                  <a:srgbClr val="FF0066"/>
                </a:solidFill>
              </a:rPr>
              <a:t>rooted  </a:t>
            </a:r>
            <a:r>
              <a:rPr dirty="0" sz="3200" spc="-10">
                <a:solidFill>
                  <a:srgbClr val="FF0066"/>
                </a:solidFill>
              </a:rPr>
              <a:t>subtree</a:t>
            </a:r>
            <a:r>
              <a:rPr dirty="0" sz="3200" spc="-85">
                <a:solidFill>
                  <a:srgbClr val="FF0066"/>
                </a:solidFill>
              </a:rPr>
              <a:t> </a:t>
            </a:r>
            <a:r>
              <a:rPr dirty="0" sz="3200" spc="-10">
                <a:solidFill>
                  <a:srgbClr val="FF0066"/>
                </a:solidFill>
              </a:rPr>
              <a:t>structures</a:t>
            </a:r>
            <a:r>
              <a:rPr dirty="0" sz="3200" spc="-10"/>
              <a:t>.</a:t>
            </a:r>
            <a:endParaRPr sz="3200"/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/>
              <a:t>Most </a:t>
            </a:r>
            <a:r>
              <a:rPr dirty="0" sz="3200" spc="-15"/>
              <a:t>expressive </a:t>
            </a:r>
            <a:r>
              <a:rPr dirty="0" sz="3200" spc="-5"/>
              <a:t>GNN maps </a:t>
            </a:r>
            <a:r>
              <a:rPr dirty="0" sz="3200" spc="-25"/>
              <a:t>different </a:t>
            </a:r>
            <a:r>
              <a:rPr dirty="0" sz="3200" spc="-20">
                <a:solidFill>
                  <a:srgbClr val="FF0066"/>
                </a:solidFill>
              </a:rPr>
              <a:t>rooted  </a:t>
            </a:r>
            <a:r>
              <a:rPr dirty="0" sz="3200" spc="-10">
                <a:solidFill>
                  <a:srgbClr val="FF0066"/>
                </a:solidFill>
              </a:rPr>
              <a:t>subtrees </a:t>
            </a:r>
            <a:r>
              <a:rPr dirty="0" sz="3200" spc="-15"/>
              <a:t>into </a:t>
            </a:r>
            <a:r>
              <a:rPr dirty="0" sz="3200" spc="-25"/>
              <a:t>different </a:t>
            </a:r>
            <a:r>
              <a:rPr dirty="0" sz="3200"/>
              <a:t>node</a:t>
            </a:r>
            <a:r>
              <a:rPr dirty="0" sz="3200" spc="55"/>
              <a:t> </a:t>
            </a:r>
            <a:r>
              <a:rPr dirty="0" sz="3200" spc="-5"/>
              <a:t>embeddings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938149" y="3305555"/>
            <a:ext cx="54679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>
                <a:latin typeface="Calibri"/>
                <a:cs typeface="Calibri"/>
              </a:rPr>
              <a:t>(represented </a:t>
            </a: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 spc="-25">
                <a:latin typeface="Calibri"/>
                <a:cs typeface="Calibri"/>
              </a:rPr>
              <a:t>different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colors).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5540" y="4431249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4"/>
                </a:lnTo>
                <a:lnTo>
                  <a:pt x="136340" y="295640"/>
                </a:lnTo>
                <a:lnTo>
                  <a:pt x="179434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4" y="7535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35680" y="44282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9494" y="4726890"/>
            <a:ext cx="104775" cy="251460"/>
          </a:xfrm>
          <a:custGeom>
            <a:avLst/>
            <a:gdLst/>
            <a:ahLst/>
            <a:cxnLst/>
            <a:rect l="l" t="t" r="r" b="b"/>
            <a:pathLst>
              <a:path w="104775" h="251460">
                <a:moveTo>
                  <a:pt x="69849" y="104775"/>
                </a:moveTo>
                <a:lnTo>
                  <a:pt x="34924" y="104775"/>
                </a:lnTo>
                <a:lnTo>
                  <a:pt x="34925" y="243613"/>
                </a:lnTo>
                <a:lnTo>
                  <a:pt x="42743" y="251432"/>
                </a:lnTo>
                <a:lnTo>
                  <a:pt x="62032" y="251432"/>
                </a:lnTo>
                <a:lnTo>
                  <a:pt x="69850" y="243613"/>
                </a:lnTo>
                <a:lnTo>
                  <a:pt x="69849" y="104775"/>
                </a:lnTo>
                <a:close/>
              </a:path>
              <a:path w="104775" h="251460">
                <a:moveTo>
                  <a:pt x="52386" y="0"/>
                </a:moveTo>
                <a:lnTo>
                  <a:pt x="0" y="104776"/>
                </a:lnTo>
                <a:lnTo>
                  <a:pt x="34924" y="104775"/>
                </a:lnTo>
                <a:lnTo>
                  <a:pt x="34924" y="77668"/>
                </a:lnTo>
                <a:lnTo>
                  <a:pt x="42742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51460">
                <a:moveTo>
                  <a:pt x="62031" y="69850"/>
                </a:moveTo>
                <a:lnTo>
                  <a:pt x="42742" y="69850"/>
                </a:lnTo>
                <a:lnTo>
                  <a:pt x="34924" y="77668"/>
                </a:lnTo>
                <a:lnTo>
                  <a:pt x="34924" y="104775"/>
                </a:lnTo>
                <a:lnTo>
                  <a:pt x="69849" y="104775"/>
                </a:lnTo>
                <a:lnTo>
                  <a:pt x="69849" y="77668"/>
                </a:lnTo>
                <a:lnTo>
                  <a:pt x="62031" y="69850"/>
                </a:lnTo>
                <a:close/>
              </a:path>
              <a:path w="104775" h="251460">
                <a:moveTo>
                  <a:pt x="87312" y="69850"/>
                </a:moveTo>
                <a:lnTo>
                  <a:pt x="62031" y="69850"/>
                </a:lnTo>
                <a:lnTo>
                  <a:pt x="69849" y="77668"/>
                </a:lnTo>
                <a:lnTo>
                  <a:pt x="69849" y="104775"/>
                </a:lnTo>
                <a:lnTo>
                  <a:pt x="104774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2894" y="5285435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67954" y="529465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6"/>
                </a:lnTo>
                <a:lnTo>
                  <a:pt x="55819" y="28521"/>
                </a:lnTo>
                <a:lnTo>
                  <a:pt x="26305" y="60520"/>
                </a:lnTo>
                <a:lnTo>
                  <a:pt x="6950" y="101098"/>
                </a:lnTo>
                <a:lnTo>
                  <a:pt x="0" y="147821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40" y="295641"/>
                </a:lnTo>
                <a:lnTo>
                  <a:pt x="179434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1"/>
                </a:lnTo>
                <a:lnTo>
                  <a:pt x="265729" y="101098"/>
                </a:lnTo>
                <a:lnTo>
                  <a:pt x="246374" y="60520"/>
                </a:lnTo>
                <a:lnTo>
                  <a:pt x="216860" y="28521"/>
                </a:lnTo>
                <a:lnTo>
                  <a:pt x="179434" y="7536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3033" y="5293867"/>
            <a:ext cx="548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670" algn="l"/>
              </a:tabLst>
            </a:pPr>
            <a:r>
              <a:rPr dirty="0" baseline="1543" sz="2700">
                <a:latin typeface="Arial"/>
                <a:cs typeface="Arial"/>
              </a:rPr>
              <a:t>2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1895" y="5027753"/>
            <a:ext cx="220345" cy="275590"/>
          </a:xfrm>
          <a:custGeom>
            <a:avLst/>
            <a:gdLst/>
            <a:ahLst/>
            <a:cxnLst/>
            <a:rect l="l" t="t" r="r" b="b"/>
            <a:pathLst>
              <a:path w="220344" h="275589">
                <a:moveTo>
                  <a:pt x="141490" y="71563"/>
                </a:moveTo>
                <a:lnTo>
                  <a:pt x="3612" y="246886"/>
                </a:lnTo>
                <a:lnTo>
                  <a:pt x="489" y="253077"/>
                </a:lnTo>
                <a:lnTo>
                  <a:pt x="0" y="259754"/>
                </a:lnTo>
                <a:lnTo>
                  <a:pt x="2049" y="266127"/>
                </a:lnTo>
                <a:lnTo>
                  <a:pt x="6544" y="271407"/>
                </a:lnTo>
                <a:lnTo>
                  <a:pt x="12735" y="274530"/>
                </a:lnTo>
                <a:lnTo>
                  <a:pt x="19412" y="275020"/>
                </a:lnTo>
                <a:lnTo>
                  <a:pt x="25784" y="272971"/>
                </a:lnTo>
                <a:lnTo>
                  <a:pt x="31065" y="268476"/>
                </a:lnTo>
                <a:lnTo>
                  <a:pt x="168943" y="93152"/>
                </a:lnTo>
                <a:lnTo>
                  <a:pt x="141490" y="71563"/>
                </a:lnTo>
                <a:close/>
              </a:path>
              <a:path w="220344" h="275589">
                <a:moveTo>
                  <a:pt x="209440" y="51292"/>
                </a:moveTo>
                <a:lnTo>
                  <a:pt x="163938" y="51292"/>
                </a:lnTo>
                <a:lnTo>
                  <a:pt x="170615" y="51781"/>
                </a:lnTo>
                <a:lnTo>
                  <a:pt x="176806" y="54904"/>
                </a:lnTo>
                <a:lnTo>
                  <a:pt x="181300" y="60185"/>
                </a:lnTo>
                <a:lnTo>
                  <a:pt x="183350" y="66558"/>
                </a:lnTo>
                <a:lnTo>
                  <a:pt x="182861" y="73234"/>
                </a:lnTo>
                <a:lnTo>
                  <a:pt x="179737" y="79425"/>
                </a:lnTo>
                <a:lnTo>
                  <a:pt x="168943" y="93152"/>
                </a:lnTo>
                <a:lnTo>
                  <a:pt x="196396" y="114741"/>
                </a:lnTo>
                <a:lnTo>
                  <a:pt x="209440" y="51292"/>
                </a:lnTo>
                <a:close/>
              </a:path>
              <a:path w="220344" h="275589">
                <a:moveTo>
                  <a:pt x="163938" y="51292"/>
                </a:moveTo>
                <a:lnTo>
                  <a:pt x="157565" y="53341"/>
                </a:lnTo>
                <a:lnTo>
                  <a:pt x="152285" y="57837"/>
                </a:lnTo>
                <a:lnTo>
                  <a:pt x="141490" y="71563"/>
                </a:lnTo>
                <a:lnTo>
                  <a:pt x="168943" y="93152"/>
                </a:lnTo>
                <a:lnTo>
                  <a:pt x="179737" y="79425"/>
                </a:lnTo>
                <a:lnTo>
                  <a:pt x="182861" y="73234"/>
                </a:lnTo>
                <a:lnTo>
                  <a:pt x="183350" y="66558"/>
                </a:lnTo>
                <a:lnTo>
                  <a:pt x="181300" y="60185"/>
                </a:lnTo>
                <a:lnTo>
                  <a:pt x="176806" y="54904"/>
                </a:lnTo>
                <a:lnTo>
                  <a:pt x="170615" y="51781"/>
                </a:lnTo>
                <a:lnTo>
                  <a:pt x="163938" y="51292"/>
                </a:lnTo>
                <a:close/>
              </a:path>
              <a:path w="220344" h="275589">
                <a:moveTo>
                  <a:pt x="219984" y="0"/>
                </a:moveTo>
                <a:lnTo>
                  <a:pt x="114037" y="49973"/>
                </a:lnTo>
                <a:lnTo>
                  <a:pt x="141490" y="71563"/>
                </a:lnTo>
                <a:lnTo>
                  <a:pt x="152285" y="57837"/>
                </a:lnTo>
                <a:lnTo>
                  <a:pt x="157565" y="53341"/>
                </a:lnTo>
                <a:lnTo>
                  <a:pt x="163938" y="51292"/>
                </a:lnTo>
                <a:lnTo>
                  <a:pt x="209440" y="51292"/>
                </a:lnTo>
                <a:lnTo>
                  <a:pt x="2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11880" y="5027753"/>
            <a:ext cx="210185" cy="284480"/>
          </a:xfrm>
          <a:custGeom>
            <a:avLst/>
            <a:gdLst/>
            <a:ahLst/>
            <a:cxnLst/>
            <a:rect l="l" t="t" r="r" b="b"/>
            <a:pathLst>
              <a:path w="210184" h="284479">
                <a:moveTo>
                  <a:pt x="75438" y="74778"/>
                </a:moveTo>
                <a:lnTo>
                  <a:pt x="47107" y="95202"/>
                </a:lnTo>
                <a:lnTo>
                  <a:pt x="178249" y="277108"/>
                </a:lnTo>
                <a:lnTo>
                  <a:pt x="183337" y="281820"/>
                </a:lnTo>
                <a:lnTo>
                  <a:pt x="189619" y="284134"/>
                </a:lnTo>
                <a:lnTo>
                  <a:pt x="196310" y="283924"/>
                </a:lnTo>
                <a:lnTo>
                  <a:pt x="202627" y="281062"/>
                </a:lnTo>
                <a:lnTo>
                  <a:pt x="207338" y="275974"/>
                </a:lnTo>
                <a:lnTo>
                  <a:pt x="209652" y="269692"/>
                </a:lnTo>
                <a:lnTo>
                  <a:pt x="209441" y="263001"/>
                </a:lnTo>
                <a:lnTo>
                  <a:pt x="206580" y="256684"/>
                </a:lnTo>
                <a:lnTo>
                  <a:pt x="75438" y="74778"/>
                </a:lnTo>
                <a:close/>
              </a:path>
              <a:path w="210184" h="284479">
                <a:moveTo>
                  <a:pt x="0" y="0"/>
                </a:moveTo>
                <a:lnTo>
                  <a:pt x="18777" y="115627"/>
                </a:lnTo>
                <a:lnTo>
                  <a:pt x="47107" y="95202"/>
                </a:lnTo>
                <a:lnTo>
                  <a:pt x="36895" y="81037"/>
                </a:lnTo>
                <a:lnTo>
                  <a:pt x="34033" y="74721"/>
                </a:lnTo>
                <a:lnTo>
                  <a:pt x="53855" y="53587"/>
                </a:lnTo>
                <a:lnTo>
                  <a:pt x="102304" y="53587"/>
                </a:lnTo>
                <a:lnTo>
                  <a:pt x="0" y="0"/>
                </a:lnTo>
                <a:close/>
              </a:path>
              <a:path w="210184" h="284479">
                <a:moveTo>
                  <a:pt x="53855" y="53587"/>
                </a:moveTo>
                <a:lnTo>
                  <a:pt x="47164" y="53797"/>
                </a:lnTo>
                <a:lnTo>
                  <a:pt x="40848" y="56659"/>
                </a:lnTo>
                <a:lnTo>
                  <a:pt x="36137" y="61748"/>
                </a:lnTo>
                <a:lnTo>
                  <a:pt x="33823" y="68029"/>
                </a:lnTo>
                <a:lnTo>
                  <a:pt x="34033" y="74721"/>
                </a:lnTo>
                <a:lnTo>
                  <a:pt x="36895" y="81037"/>
                </a:lnTo>
                <a:lnTo>
                  <a:pt x="47107" y="95202"/>
                </a:lnTo>
                <a:lnTo>
                  <a:pt x="75438" y="74778"/>
                </a:lnTo>
                <a:lnTo>
                  <a:pt x="65225" y="60613"/>
                </a:lnTo>
                <a:lnTo>
                  <a:pt x="60137" y="55902"/>
                </a:lnTo>
                <a:lnTo>
                  <a:pt x="53855" y="53587"/>
                </a:lnTo>
                <a:close/>
              </a:path>
              <a:path w="210184" h="284479">
                <a:moveTo>
                  <a:pt x="102304" y="53587"/>
                </a:moveTo>
                <a:lnTo>
                  <a:pt x="53855" y="53587"/>
                </a:lnTo>
                <a:lnTo>
                  <a:pt x="60137" y="55902"/>
                </a:lnTo>
                <a:lnTo>
                  <a:pt x="65225" y="60613"/>
                </a:lnTo>
                <a:lnTo>
                  <a:pt x="75438" y="74778"/>
                </a:lnTo>
                <a:lnTo>
                  <a:pt x="103768" y="54354"/>
                </a:lnTo>
                <a:lnTo>
                  <a:pt x="102304" y="53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56846" y="5581074"/>
            <a:ext cx="104775" cy="247015"/>
          </a:xfrm>
          <a:custGeom>
            <a:avLst/>
            <a:gdLst/>
            <a:ahLst/>
            <a:cxnLst/>
            <a:rect l="l" t="t" r="r" b="b"/>
            <a:pathLst>
              <a:path w="104775" h="247014">
                <a:moveTo>
                  <a:pt x="69850" y="104775"/>
                </a:moveTo>
                <a:lnTo>
                  <a:pt x="34925" y="104775"/>
                </a:lnTo>
                <a:lnTo>
                  <a:pt x="34925" y="238935"/>
                </a:lnTo>
                <a:lnTo>
                  <a:pt x="42743" y="246753"/>
                </a:lnTo>
                <a:lnTo>
                  <a:pt x="62032" y="246753"/>
                </a:lnTo>
                <a:lnTo>
                  <a:pt x="69850" y="238935"/>
                </a:lnTo>
                <a:lnTo>
                  <a:pt x="69850" y="104775"/>
                </a:lnTo>
                <a:close/>
              </a:path>
              <a:path w="104775" h="247014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47014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49" y="77668"/>
                </a:lnTo>
                <a:lnTo>
                  <a:pt x="62031" y="69850"/>
                </a:lnTo>
                <a:close/>
              </a:path>
              <a:path w="104775" h="247014">
                <a:moveTo>
                  <a:pt x="87312" y="69850"/>
                </a:moveTo>
                <a:lnTo>
                  <a:pt x="62031" y="69850"/>
                </a:lnTo>
                <a:lnTo>
                  <a:pt x="69849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51908" y="5590290"/>
            <a:ext cx="104775" cy="238125"/>
          </a:xfrm>
          <a:custGeom>
            <a:avLst/>
            <a:gdLst/>
            <a:ahLst/>
            <a:cxnLst/>
            <a:rect l="l" t="t" r="r" b="b"/>
            <a:pathLst>
              <a:path w="104775" h="238125">
                <a:moveTo>
                  <a:pt x="69849" y="104774"/>
                </a:moveTo>
                <a:lnTo>
                  <a:pt x="34924" y="104775"/>
                </a:lnTo>
                <a:lnTo>
                  <a:pt x="34925" y="229719"/>
                </a:lnTo>
                <a:lnTo>
                  <a:pt x="42743" y="237537"/>
                </a:lnTo>
                <a:lnTo>
                  <a:pt x="62032" y="237537"/>
                </a:lnTo>
                <a:lnTo>
                  <a:pt x="69850" y="229719"/>
                </a:lnTo>
                <a:lnTo>
                  <a:pt x="69849" y="104774"/>
                </a:lnTo>
                <a:close/>
              </a:path>
              <a:path w="104775" h="238125">
                <a:moveTo>
                  <a:pt x="52386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6" y="0"/>
                </a:lnTo>
                <a:close/>
              </a:path>
              <a:path w="104775" h="238125">
                <a:moveTo>
                  <a:pt x="62031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4" y="104775"/>
                </a:lnTo>
                <a:lnTo>
                  <a:pt x="69849" y="104774"/>
                </a:lnTo>
                <a:lnTo>
                  <a:pt x="69849" y="77668"/>
                </a:lnTo>
                <a:lnTo>
                  <a:pt x="62031" y="69849"/>
                </a:lnTo>
                <a:close/>
              </a:path>
              <a:path w="104775" h="238125">
                <a:moveTo>
                  <a:pt x="87312" y="69849"/>
                </a:moveTo>
                <a:lnTo>
                  <a:pt x="62031" y="69849"/>
                </a:lnTo>
                <a:lnTo>
                  <a:pt x="69849" y="77668"/>
                </a:lnTo>
                <a:lnTo>
                  <a:pt x="69849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2187" y="6231215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09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2894" y="6231215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09">
                <a:moveTo>
                  <a:pt x="136339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11652" y="6231215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09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79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60717" y="6237512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09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09780" y="6237512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09">
                <a:moveTo>
                  <a:pt x="136340" y="0"/>
                </a:moveTo>
                <a:lnTo>
                  <a:pt x="93246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6" y="288105"/>
                </a:lnTo>
                <a:lnTo>
                  <a:pt x="136340" y="295641"/>
                </a:lnTo>
                <a:lnTo>
                  <a:pt x="179434" y="288105"/>
                </a:lnTo>
                <a:lnTo>
                  <a:pt x="216861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5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72328" y="6235700"/>
            <a:ext cx="1550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  <a:tab pos="711835" algn="l"/>
                <a:tab pos="1061085" algn="l"/>
                <a:tab pos="1409700" algn="l"/>
              </a:tabLst>
            </a:pPr>
            <a:r>
              <a:rPr dirty="0" baseline="1543" sz="2700">
                <a:latin typeface="Arial"/>
                <a:cs typeface="Arial"/>
              </a:rPr>
              <a:t>1	5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1066" y="5877259"/>
            <a:ext cx="378460" cy="371475"/>
          </a:xfrm>
          <a:custGeom>
            <a:avLst/>
            <a:gdLst/>
            <a:ahLst/>
            <a:cxnLst/>
            <a:rect l="l" t="t" r="r" b="b"/>
            <a:pathLst>
              <a:path w="378459" h="371475">
                <a:moveTo>
                  <a:pt x="291154" y="60919"/>
                </a:moveTo>
                <a:lnTo>
                  <a:pt x="5231" y="341491"/>
                </a:lnTo>
                <a:lnTo>
                  <a:pt x="1340" y="347232"/>
                </a:lnTo>
                <a:lnTo>
                  <a:pt x="0" y="353790"/>
                </a:lnTo>
                <a:lnTo>
                  <a:pt x="1216" y="360373"/>
                </a:lnTo>
                <a:lnTo>
                  <a:pt x="4997" y="366186"/>
                </a:lnTo>
                <a:lnTo>
                  <a:pt x="10737" y="370076"/>
                </a:lnTo>
                <a:lnTo>
                  <a:pt x="17296" y="371417"/>
                </a:lnTo>
                <a:lnTo>
                  <a:pt x="23879" y="370201"/>
                </a:lnTo>
                <a:lnTo>
                  <a:pt x="29692" y="366419"/>
                </a:lnTo>
                <a:lnTo>
                  <a:pt x="315615" y="85847"/>
                </a:lnTo>
                <a:lnTo>
                  <a:pt x="291154" y="60919"/>
                </a:lnTo>
                <a:close/>
              </a:path>
              <a:path w="378459" h="371475">
                <a:moveTo>
                  <a:pt x="363144" y="43691"/>
                </a:moveTo>
                <a:lnTo>
                  <a:pt x="316013" y="43691"/>
                </a:lnTo>
                <a:lnTo>
                  <a:pt x="322572" y="45032"/>
                </a:lnTo>
                <a:lnTo>
                  <a:pt x="328312" y="48922"/>
                </a:lnTo>
                <a:lnTo>
                  <a:pt x="332094" y="54735"/>
                </a:lnTo>
                <a:lnTo>
                  <a:pt x="333310" y="61318"/>
                </a:lnTo>
                <a:lnTo>
                  <a:pt x="331969" y="67877"/>
                </a:lnTo>
                <a:lnTo>
                  <a:pt x="328079" y="73617"/>
                </a:lnTo>
                <a:lnTo>
                  <a:pt x="315615" y="85847"/>
                </a:lnTo>
                <a:lnTo>
                  <a:pt x="340077" y="110775"/>
                </a:lnTo>
                <a:lnTo>
                  <a:pt x="363144" y="43691"/>
                </a:lnTo>
                <a:close/>
              </a:path>
              <a:path w="378459" h="371475">
                <a:moveTo>
                  <a:pt x="316013" y="43691"/>
                </a:moveTo>
                <a:lnTo>
                  <a:pt x="309430" y="44908"/>
                </a:lnTo>
                <a:lnTo>
                  <a:pt x="303618" y="48689"/>
                </a:lnTo>
                <a:lnTo>
                  <a:pt x="291154" y="60919"/>
                </a:lnTo>
                <a:lnTo>
                  <a:pt x="315615" y="85847"/>
                </a:lnTo>
                <a:lnTo>
                  <a:pt x="328079" y="73617"/>
                </a:lnTo>
                <a:lnTo>
                  <a:pt x="331969" y="67877"/>
                </a:lnTo>
                <a:lnTo>
                  <a:pt x="333310" y="61318"/>
                </a:lnTo>
                <a:lnTo>
                  <a:pt x="332094" y="54735"/>
                </a:lnTo>
                <a:lnTo>
                  <a:pt x="328312" y="48922"/>
                </a:lnTo>
                <a:lnTo>
                  <a:pt x="322572" y="45032"/>
                </a:lnTo>
                <a:lnTo>
                  <a:pt x="316013" y="43691"/>
                </a:lnTo>
                <a:close/>
              </a:path>
              <a:path w="378459" h="371475">
                <a:moveTo>
                  <a:pt x="378168" y="0"/>
                </a:moveTo>
                <a:lnTo>
                  <a:pt x="266693" y="35992"/>
                </a:lnTo>
                <a:lnTo>
                  <a:pt x="291154" y="60919"/>
                </a:lnTo>
                <a:lnTo>
                  <a:pt x="303618" y="48689"/>
                </a:lnTo>
                <a:lnTo>
                  <a:pt x="309430" y="44908"/>
                </a:lnTo>
                <a:lnTo>
                  <a:pt x="316013" y="43691"/>
                </a:lnTo>
                <a:lnTo>
                  <a:pt x="363144" y="43691"/>
                </a:lnTo>
                <a:lnTo>
                  <a:pt x="378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56847" y="5877259"/>
            <a:ext cx="104775" cy="371475"/>
          </a:xfrm>
          <a:custGeom>
            <a:avLst/>
            <a:gdLst/>
            <a:ahLst/>
            <a:cxnLst/>
            <a:rect l="l" t="t" r="r" b="b"/>
            <a:pathLst>
              <a:path w="104775" h="371475">
                <a:moveTo>
                  <a:pt x="34925" y="104774"/>
                </a:moveTo>
                <a:lnTo>
                  <a:pt x="34924" y="363600"/>
                </a:lnTo>
                <a:lnTo>
                  <a:pt x="42742" y="371418"/>
                </a:lnTo>
                <a:lnTo>
                  <a:pt x="62031" y="371418"/>
                </a:lnTo>
                <a:lnTo>
                  <a:pt x="69849" y="363600"/>
                </a:lnTo>
                <a:lnTo>
                  <a:pt x="69850" y="104775"/>
                </a:lnTo>
                <a:lnTo>
                  <a:pt x="34925" y="104774"/>
                </a:lnTo>
                <a:close/>
              </a:path>
              <a:path w="104775" h="371475">
                <a:moveTo>
                  <a:pt x="87312" y="69849"/>
                </a:moveTo>
                <a:lnTo>
                  <a:pt x="52387" y="69849"/>
                </a:lnTo>
                <a:lnTo>
                  <a:pt x="62031" y="69849"/>
                </a:lnTo>
                <a:lnTo>
                  <a:pt x="69849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49"/>
                </a:lnTo>
                <a:close/>
              </a:path>
              <a:path w="104775" h="371475">
                <a:moveTo>
                  <a:pt x="52387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5" y="104774"/>
                </a:lnTo>
                <a:lnTo>
                  <a:pt x="69850" y="104775"/>
                </a:lnTo>
                <a:lnTo>
                  <a:pt x="69849" y="77668"/>
                </a:lnTo>
                <a:lnTo>
                  <a:pt x="62031" y="69849"/>
                </a:lnTo>
                <a:lnTo>
                  <a:pt x="52387" y="69849"/>
                </a:lnTo>
                <a:close/>
              </a:path>
              <a:path w="104775" h="371475">
                <a:moveTo>
                  <a:pt x="52387" y="0"/>
                </a:moveTo>
                <a:lnTo>
                  <a:pt x="0" y="104774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30746" y="5877259"/>
            <a:ext cx="109220" cy="371475"/>
          </a:xfrm>
          <a:custGeom>
            <a:avLst/>
            <a:gdLst/>
            <a:ahLst/>
            <a:cxnLst/>
            <a:rect l="l" t="t" r="r" b="b"/>
            <a:pathLst>
              <a:path w="109219" h="371475">
                <a:moveTo>
                  <a:pt x="39844" y="100730"/>
                </a:moveTo>
                <a:lnTo>
                  <a:pt x="0" y="351212"/>
                </a:lnTo>
                <a:lnTo>
                  <a:pt x="287" y="358141"/>
                </a:lnTo>
                <a:lnTo>
                  <a:pt x="3111" y="364210"/>
                </a:lnTo>
                <a:lnTo>
                  <a:pt x="8005" y="368778"/>
                </a:lnTo>
                <a:lnTo>
                  <a:pt x="14502" y="371201"/>
                </a:lnTo>
                <a:lnTo>
                  <a:pt x="21430" y="370914"/>
                </a:lnTo>
                <a:lnTo>
                  <a:pt x="27500" y="368090"/>
                </a:lnTo>
                <a:lnTo>
                  <a:pt x="32068" y="363196"/>
                </a:lnTo>
                <a:lnTo>
                  <a:pt x="34491" y="356699"/>
                </a:lnTo>
                <a:lnTo>
                  <a:pt x="74335" y="106217"/>
                </a:lnTo>
                <a:lnTo>
                  <a:pt x="39844" y="100730"/>
                </a:lnTo>
                <a:close/>
              </a:path>
              <a:path w="109219" h="371475">
                <a:moveTo>
                  <a:pt x="95335" y="68982"/>
                </a:moveTo>
                <a:lnTo>
                  <a:pt x="62576" y="68982"/>
                </a:lnTo>
                <a:lnTo>
                  <a:pt x="69073" y="71405"/>
                </a:lnTo>
                <a:lnTo>
                  <a:pt x="73967" y="75973"/>
                </a:lnTo>
                <a:lnTo>
                  <a:pt x="76791" y="82043"/>
                </a:lnTo>
                <a:lnTo>
                  <a:pt x="77078" y="88971"/>
                </a:lnTo>
                <a:lnTo>
                  <a:pt x="74335" y="106217"/>
                </a:lnTo>
                <a:lnTo>
                  <a:pt x="108827" y="111703"/>
                </a:lnTo>
                <a:lnTo>
                  <a:pt x="95335" y="68982"/>
                </a:lnTo>
                <a:close/>
              </a:path>
              <a:path w="109219" h="371475">
                <a:moveTo>
                  <a:pt x="62576" y="68982"/>
                </a:moveTo>
                <a:lnTo>
                  <a:pt x="39844" y="100730"/>
                </a:lnTo>
                <a:lnTo>
                  <a:pt x="74335" y="106217"/>
                </a:lnTo>
                <a:lnTo>
                  <a:pt x="77078" y="88971"/>
                </a:lnTo>
                <a:lnTo>
                  <a:pt x="76791" y="82043"/>
                </a:lnTo>
                <a:lnTo>
                  <a:pt x="73967" y="75973"/>
                </a:lnTo>
                <a:lnTo>
                  <a:pt x="69073" y="71405"/>
                </a:lnTo>
                <a:lnTo>
                  <a:pt x="62576" y="68982"/>
                </a:lnTo>
                <a:close/>
              </a:path>
              <a:path w="109219" h="371475">
                <a:moveTo>
                  <a:pt x="73549" y="0"/>
                </a:moveTo>
                <a:lnTo>
                  <a:pt x="5352" y="95244"/>
                </a:lnTo>
                <a:lnTo>
                  <a:pt x="39844" y="100730"/>
                </a:lnTo>
                <a:lnTo>
                  <a:pt x="42587" y="83484"/>
                </a:lnTo>
                <a:lnTo>
                  <a:pt x="45010" y="76987"/>
                </a:lnTo>
                <a:lnTo>
                  <a:pt x="49578" y="72093"/>
                </a:lnTo>
                <a:lnTo>
                  <a:pt x="55648" y="69270"/>
                </a:lnTo>
                <a:lnTo>
                  <a:pt x="62576" y="68982"/>
                </a:lnTo>
                <a:lnTo>
                  <a:pt x="95335" y="68982"/>
                </a:lnTo>
                <a:lnTo>
                  <a:pt x="73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04295" y="5877259"/>
            <a:ext cx="310515" cy="377825"/>
          </a:xfrm>
          <a:custGeom>
            <a:avLst/>
            <a:gdLst/>
            <a:ahLst/>
            <a:cxnLst/>
            <a:rect l="l" t="t" r="r" b="b"/>
            <a:pathLst>
              <a:path w="310515" h="377825">
                <a:moveTo>
                  <a:pt x="79629" y="70298"/>
                </a:moveTo>
                <a:lnTo>
                  <a:pt x="52525" y="92324"/>
                </a:lnTo>
                <a:lnTo>
                  <a:pt x="279207" y="371265"/>
                </a:lnTo>
                <a:lnTo>
                  <a:pt x="284559" y="375675"/>
                </a:lnTo>
                <a:lnTo>
                  <a:pt x="290965" y="377622"/>
                </a:lnTo>
                <a:lnTo>
                  <a:pt x="297632" y="377026"/>
                </a:lnTo>
                <a:lnTo>
                  <a:pt x="303773" y="373804"/>
                </a:lnTo>
                <a:lnTo>
                  <a:pt x="308182" y="368453"/>
                </a:lnTo>
                <a:lnTo>
                  <a:pt x="310129" y="362048"/>
                </a:lnTo>
                <a:lnTo>
                  <a:pt x="309533" y="355380"/>
                </a:lnTo>
                <a:lnTo>
                  <a:pt x="306311" y="349239"/>
                </a:lnTo>
                <a:lnTo>
                  <a:pt x="79629" y="70298"/>
                </a:lnTo>
                <a:close/>
              </a:path>
              <a:path w="310515" h="377825">
                <a:moveTo>
                  <a:pt x="0" y="0"/>
                </a:moveTo>
                <a:lnTo>
                  <a:pt x="25422" y="114350"/>
                </a:lnTo>
                <a:lnTo>
                  <a:pt x="52525" y="92324"/>
                </a:lnTo>
                <a:lnTo>
                  <a:pt x="41512" y="78772"/>
                </a:lnTo>
                <a:lnTo>
                  <a:pt x="38291" y="72632"/>
                </a:lnTo>
                <a:lnTo>
                  <a:pt x="56860" y="50389"/>
                </a:lnTo>
                <a:lnTo>
                  <a:pt x="104128" y="50389"/>
                </a:lnTo>
                <a:lnTo>
                  <a:pt x="106733" y="48272"/>
                </a:lnTo>
                <a:lnTo>
                  <a:pt x="0" y="0"/>
                </a:lnTo>
                <a:close/>
              </a:path>
              <a:path w="310515" h="377825">
                <a:moveTo>
                  <a:pt x="56860" y="50389"/>
                </a:moveTo>
                <a:lnTo>
                  <a:pt x="50192" y="50985"/>
                </a:lnTo>
                <a:lnTo>
                  <a:pt x="44051" y="54207"/>
                </a:lnTo>
                <a:lnTo>
                  <a:pt x="39642" y="59559"/>
                </a:lnTo>
                <a:lnTo>
                  <a:pt x="37694" y="65964"/>
                </a:lnTo>
                <a:lnTo>
                  <a:pt x="38291" y="72632"/>
                </a:lnTo>
                <a:lnTo>
                  <a:pt x="41512" y="78772"/>
                </a:lnTo>
                <a:lnTo>
                  <a:pt x="52525" y="92324"/>
                </a:lnTo>
                <a:lnTo>
                  <a:pt x="79629" y="70298"/>
                </a:lnTo>
                <a:lnTo>
                  <a:pt x="68616" y="56746"/>
                </a:lnTo>
                <a:lnTo>
                  <a:pt x="63264" y="52336"/>
                </a:lnTo>
                <a:lnTo>
                  <a:pt x="56860" y="50389"/>
                </a:lnTo>
                <a:close/>
              </a:path>
              <a:path w="310515" h="377825">
                <a:moveTo>
                  <a:pt x="104128" y="50389"/>
                </a:moveTo>
                <a:lnTo>
                  <a:pt x="56860" y="50389"/>
                </a:lnTo>
                <a:lnTo>
                  <a:pt x="63264" y="52336"/>
                </a:lnTo>
                <a:lnTo>
                  <a:pt x="68616" y="56746"/>
                </a:lnTo>
                <a:lnTo>
                  <a:pt x="79629" y="70298"/>
                </a:lnTo>
                <a:lnTo>
                  <a:pt x="104128" y="50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204295" y="5877259"/>
            <a:ext cx="659765" cy="377825"/>
          </a:xfrm>
          <a:custGeom>
            <a:avLst/>
            <a:gdLst/>
            <a:ahLst/>
            <a:cxnLst/>
            <a:rect l="l" t="t" r="r" b="b"/>
            <a:pathLst>
              <a:path w="659764" h="377825">
                <a:moveTo>
                  <a:pt x="99913" y="36055"/>
                </a:moveTo>
                <a:lnTo>
                  <a:pt x="82819" y="66511"/>
                </a:lnTo>
                <a:lnTo>
                  <a:pt x="633277" y="375480"/>
                </a:lnTo>
                <a:lnTo>
                  <a:pt x="639876" y="377610"/>
                </a:lnTo>
                <a:lnTo>
                  <a:pt x="646549" y="377064"/>
                </a:lnTo>
                <a:lnTo>
                  <a:pt x="652529" y="374055"/>
                </a:lnTo>
                <a:lnTo>
                  <a:pt x="657052" y="368800"/>
                </a:lnTo>
                <a:lnTo>
                  <a:pt x="659183" y="362201"/>
                </a:lnTo>
                <a:lnTo>
                  <a:pt x="658636" y="355529"/>
                </a:lnTo>
                <a:lnTo>
                  <a:pt x="655628" y="349548"/>
                </a:lnTo>
                <a:lnTo>
                  <a:pt x="650372" y="345025"/>
                </a:lnTo>
                <a:lnTo>
                  <a:pt x="99913" y="36055"/>
                </a:lnTo>
                <a:close/>
              </a:path>
              <a:path w="659764" h="377825">
                <a:moveTo>
                  <a:pt x="0" y="0"/>
                </a:moveTo>
                <a:lnTo>
                  <a:pt x="65724" y="96966"/>
                </a:lnTo>
                <a:lnTo>
                  <a:pt x="82819" y="66511"/>
                </a:lnTo>
                <a:lnTo>
                  <a:pt x="67591" y="57963"/>
                </a:lnTo>
                <a:lnTo>
                  <a:pt x="62335" y="53440"/>
                </a:lnTo>
                <a:lnTo>
                  <a:pt x="59327" y="47459"/>
                </a:lnTo>
                <a:lnTo>
                  <a:pt x="58780" y="40787"/>
                </a:lnTo>
                <a:lnTo>
                  <a:pt x="60910" y="34188"/>
                </a:lnTo>
                <a:lnTo>
                  <a:pt x="65434" y="28933"/>
                </a:lnTo>
                <a:lnTo>
                  <a:pt x="71414" y="25924"/>
                </a:lnTo>
                <a:lnTo>
                  <a:pt x="78086" y="25378"/>
                </a:lnTo>
                <a:lnTo>
                  <a:pt x="105906" y="25378"/>
                </a:lnTo>
                <a:lnTo>
                  <a:pt x="117008" y="5600"/>
                </a:lnTo>
                <a:lnTo>
                  <a:pt x="0" y="0"/>
                </a:lnTo>
                <a:close/>
              </a:path>
              <a:path w="659764" h="377825">
                <a:moveTo>
                  <a:pt x="78086" y="25378"/>
                </a:moveTo>
                <a:lnTo>
                  <a:pt x="71414" y="25924"/>
                </a:lnTo>
                <a:lnTo>
                  <a:pt x="65434" y="28933"/>
                </a:lnTo>
                <a:lnTo>
                  <a:pt x="60910" y="34188"/>
                </a:lnTo>
                <a:lnTo>
                  <a:pt x="58780" y="40787"/>
                </a:lnTo>
                <a:lnTo>
                  <a:pt x="59327" y="47459"/>
                </a:lnTo>
                <a:lnTo>
                  <a:pt x="62335" y="53440"/>
                </a:lnTo>
                <a:lnTo>
                  <a:pt x="67591" y="57963"/>
                </a:lnTo>
                <a:lnTo>
                  <a:pt x="82819" y="66511"/>
                </a:lnTo>
                <a:lnTo>
                  <a:pt x="99913" y="36055"/>
                </a:lnTo>
                <a:lnTo>
                  <a:pt x="84685" y="27508"/>
                </a:lnTo>
                <a:lnTo>
                  <a:pt x="78086" y="25378"/>
                </a:lnTo>
                <a:close/>
              </a:path>
              <a:path w="659764" h="377825">
                <a:moveTo>
                  <a:pt x="105906" y="25378"/>
                </a:moveTo>
                <a:lnTo>
                  <a:pt x="78086" y="25378"/>
                </a:lnTo>
                <a:lnTo>
                  <a:pt x="84685" y="27508"/>
                </a:lnTo>
                <a:lnTo>
                  <a:pt x="99913" y="36055"/>
                </a:lnTo>
                <a:lnTo>
                  <a:pt x="105906" y="25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75540" y="4960858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75540" y="4960858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72894" y="5810365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72894" y="5810365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67954" y="5810365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67954" y="5810365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883885" y="445343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2"/>
                </a:lnTo>
                <a:lnTo>
                  <a:pt x="135219" y="294755"/>
                </a:lnTo>
                <a:lnTo>
                  <a:pt x="177958" y="287242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942904" y="44495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66717" y="4748192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0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42911"/>
                </a:lnTo>
                <a:lnTo>
                  <a:pt x="42743" y="250729"/>
                </a:lnTo>
                <a:lnTo>
                  <a:pt x="62031" y="250729"/>
                </a:lnTo>
                <a:lnTo>
                  <a:pt x="69850" y="242911"/>
                </a:lnTo>
                <a:lnTo>
                  <a:pt x="69850" y="77668"/>
                </a:lnTo>
                <a:lnTo>
                  <a:pt x="62030" y="69850"/>
                </a:lnTo>
                <a:close/>
              </a:path>
              <a:path w="104775" h="250825">
                <a:moveTo>
                  <a:pt x="52386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0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82906" y="530506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741924" y="530301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074716" y="531425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8" y="287242"/>
                </a:lnTo>
                <a:lnTo>
                  <a:pt x="215077" y="266320"/>
                </a:lnTo>
                <a:lnTo>
                  <a:pt x="244348" y="234417"/>
                </a:lnTo>
                <a:lnTo>
                  <a:pt x="263544" y="193961"/>
                </a:lnTo>
                <a:lnTo>
                  <a:pt x="270437" y="147378"/>
                </a:lnTo>
                <a:lnTo>
                  <a:pt x="263544" y="100795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133735" y="53121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800791" y="5048152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39" h="274320">
                <a:moveTo>
                  <a:pt x="140001" y="71764"/>
                </a:moveTo>
                <a:lnTo>
                  <a:pt x="3579" y="246151"/>
                </a:lnTo>
                <a:lnTo>
                  <a:pt x="472" y="252350"/>
                </a:lnTo>
                <a:lnTo>
                  <a:pt x="0" y="259028"/>
                </a:lnTo>
                <a:lnTo>
                  <a:pt x="2066" y="265395"/>
                </a:lnTo>
                <a:lnTo>
                  <a:pt x="6574" y="270664"/>
                </a:lnTo>
                <a:lnTo>
                  <a:pt x="12773" y="273772"/>
                </a:lnTo>
                <a:lnTo>
                  <a:pt x="19451" y="274244"/>
                </a:lnTo>
                <a:lnTo>
                  <a:pt x="25818" y="272178"/>
                </a:lnTo>
                <a:lnTo>
                  <a:pt x="31087" y="267670"/>
                </a:lnTo>
                <a:lnTo>
                  <a:pt x="167508" y="93283"/>
                </a:lnTo>
                <a:lnTo>
                  <a:pt x="140001" y="71764"/>
                </a:lnTo>
                <a:close/>
              </a:path>
              <a:path w="218439" h="274320">
                <a:moveTo>
                  <a:pt x="207874" y="51436"/>
                </a:moveTo>
                <a:lnTo>
                  <a:pt x="162397" y="51436"/>
                </a:lnTo>
                <a:lnTo>
                  <a:pt x="169075" y="51909"/>
                </a:lnTo>
                <a:lnTo>
                  <a:pt x="175274" y="55016"/>
                </a:lnTo>
                <a:lnTo>
                  <a:pt x="179782" y="60285"/>
                </a:lnTo>
                <a:lnTo>
                  <a:pt x="181848" y="66653"/>
                </a:lnTo>
                <a:lnTo>
                  <a:pt x="181375" y="73330"/>
                </a:lnTo>
                <a:lnTo>
                  <a:pt x="178267" y="79529"/>
                </a:lnTo>
                <a:lnTo>
                  <a:pt x="167508" y="93283"/>
                </a:lnTo>
                <a:lnTo>
                  <a:pt x="195016" y="114802"/>
                </a:lnTo>
                <a:lnTo>
                  <a:pt x="207874" y="51436"/>
                </a:lnTo>
                <a:close/>
              </a:path>
              <a:path w="218439" h="274320">
                <a:moveTo>
                  <a:pt x="162397" y="51436"/>
                </a:moveTo>
                <a:lnTo>
                  <a:pt x="156030" y="53502"/>
                </a:lnTo>
                <a:lnTo>
                  <a:pt x="150761" y="58011"/>
                </a:lnTo>
                <a:lnTo>
                  <a:pt x="140001" y="71764"/>
                </a:lnTo>
                <a:lnTo>
                  <a:pt x="167508" y="93283"/>
                </a:lnTo>
                <a:lnTo>
                  <a:pt x="178267" y="79529"/>
                </a:lnTo>
                <a:lnTo>
                  <a:pt x="181375" y="73330"/>
                </a:lnTo>
                <a:lnTo>
                  <a:pt x="181848" y="66653"/>
                </a:lnTo>
                <a:lnTo>
                  <a:pt x="179782" y="60285"/>
                </a:lnTo>
                <a:lnTo>
                  <a:pt x="175274" y="55016"/>
                </a:lnTo>
                <a:lnTo>
                  <a:pt x="169075" y="51909"/>
                </a:lnTo>
                <a:lnTo>
                  <a:pt x="162397" y="51436"/>
                </a:lnTo>
                <a:close/>
              </a:path>
              <a:path w="218439" h="274320">
                <a:moveTo>
                  <a:pt x="218312" y="0"/>
                </a:moveTo>
                <a:lnTo>
                  <a:pt x="112493" y="50245"/>
                </a:lnTo>
                <a:lnTo>
                  <a:pt x="140001" y="71764"/>
                </a:lnTo>
                <a:lnTo>
                  <a:pt x="150761" y="58011"/>
                </a:lnTo>
                <a:lnTo>
                  <a:pt x="156030" y="53502"/>
                </a:lnTo>
                <a:lnTo>
                  <a:pt x="162397" y="51436"/>
                </a:lnTo>
                <a:lnTo>
                  <a:pt x="207874" y="51436"/>
                </a:lnTo>
                <a:lnTo>
                  <a:pt x="218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19103" y="5048152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80" h="283845">
                <a:moveTo>
                  <a:pt x="75251" y="74967"/>
                </a:moveTo>
                <a:lnTo>
                  <a:pt x="46870" y="95320"/>
                </a:lnTo>
                <a:lnTo>
                  <a:pt x="176641" y="276275"/>
                </a:lnTo>
                <a:lnTo>
                  <a:pt x="181718" y="280999"/>
                </a:lnTo>
                <a:lnTo>
                  <a:pt x="187994" y="283329"/>
                </a:lnTo>
                <a:lnTo>
                  <a:pt x="194685" y="283135"/>
                </a:lnTo>
                <a:lnTo>
                  <a:pt x="201009" y="280288"/>
                </a:lnTo>
                <a:lnTo>
                  <a:pt x="205733" y="275212"/>
                </a:lnTo>
                <a:lnTo>
                  <a:pt x="208062" y="268936"/>
                </a:lnTo>
                <a:lnTo>
                  <a:pt x="207868" y="262244"/>
                </a:lnTo>
                <a:lnTo>
                  <a:pt x="205022" y="255921"/>
                </a:lnTo>
                <a:lnTo>
                  <a:pt x="75251" y="74967"/>
                </a:lnTo>
                <a:close/>
              </a:path>
              <a:path w="208280" h="283845">
                <a:moveTo>
                  <a:pt x="0" y="0"/>
                </a:moveTo>
                <a:lnTo>
                  <a:pt x="18488" y="115674"/>
                </a:lnTo>
                <a:lnTo>
                  <a:pt x="46870" y="95320"/>
                </a:lnTo>
                <a:lnTo>
                  <a:pt x="36694" y="81130"/>
                </a:lnTo>
                <a:lnTo>
                  <a:pt x="33847" y="74806"/>
                </a:lnTo>
                <a:lnTo>
                  <a:pt x="53722" y="53723"/>
                </a:lnTo>
                <a:lnTo>
                  <a:pt x="101942" y="53723"/>
                </a:lnTo>
                <a:lnTo>
                  <a:pt x="0" y="0"/>
                </a:lnTo>
                <a:close/>
              </a:path>
              <a:path w="208280" h="283845">
                <a:moveTo>
                  <a:pt x="53722" y="53723"/>
                </a:moveTo>
                <a:lnTo>
                  <a:pt x="47030" y="53916"/>
                </a:lnTo>
                <a:lnTo>
                  <a:pt x="40707" y="56762"/>
                </a:lnTo>
                <a:lnTo>
                  <a:pt x="35983" y="61839"/>
                </a:lnTo>
                <a:lnTo>
                  <a:pt x="33653" y="68115"/>
                </a:lnTo>
                <a:lnTo>
                  <a:pt x="33847" y="74806"/>
                </a:lnTo>
                <a:lnTo>
                  <a:pt x="36694" y="81130"/>
                </a:lnTo>
                <a:lnTo>
                  <a:pt x="46870" y="95320"/>
                </a:lnTo>
                <a:lnTo>
                  <a:pt x="75251" y="74967"/>
                </a:lnTo>
                <a:lnTo>
                  <a:pt x="65074" y="60777"/>
                </a:lnTo>
                <a:lnTo>
                  <a:pt x="59998" y="56053"/>
                </a:lnTo>
                <a:lnTo>
                  <a:pt x="53722" y="53723"/>
                </a:lnTo>
                <a:close/>
              </a:path>
              <a:path w="208280" h="283845">
                <a:moveTo>
                  <a:pt x="101942" y="53723"/>
                </a:moveTo>
                <a:lnTo>
                  <a:pt x="53722" y="53723"/>
                </a:lnTo>
                <a:lnTo>
                  <a:pt x="59998" y="56053"/>
                </a:lnTo>
                <a:lnTo>
                  <a:pt x="65074" y="60777"/>
                </a:lnTo>
                <a:lnTo>
                  <a:pt x="75251" y="74967"/>
                </a:lnTo>
                <a:lnTo>
                  <a:pt x="103631" y="54613"/>
                </a:lnTo>
                <a:lnTo>
                  <a:pt x="101942" y="53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765737" y="5599817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9850" y="104774"/>
                </a:moveTo>
                <a:lnTo>
                  <a:pt x="34925" y="104774"/>
                </a:lnTo>
                <a:lnTo>
                  <a:pt x="34926" y="238248"/>
                </a:lnTo>
                <a:lnTo>
                  <a:pt x="42744" y="246066"/>
                </a:lnTo>
                <a:lnTo>
                  <a:pt x="62033" y="246066"/>
                </a:lnTo>
                <a:lnTo>
                  <a:pt x="69851" y="238248"/>
                </a:lnTo>
                <a:lnTo>
                  <a:pt x="69850" y="104774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5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246379">
                <a:moveTo>
                  <a:pt x="62031" y="69849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4"/>
                </a:lnTo>
                <a:lnTo>
                  <a:pt x="69850" y="104774"/>
                </a:lnTo>
                <a:lnTo>
                  <a:pt x="69850" y="77668"/>
                </a:lnTo>
                <a:lnTo>
                  <a:pt x="62031" y="69849"/>
                </a:lnTo>
                <a:close/>
              </a:path>
              <a:path w="104775" h="246379">
                <a:moveTo>
                  <a:pt x="87312" y="69849"/>
                </a:moveTo>
                <a:lnTo>
                  <a:pt x="62031" y="69849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157548" y="5609006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9850" y="104774"/>
                </a:moveTo>
                <a:lnTo>
                  <a:pt x="34925" y="104775"/>
                </a:lnTo>
                <a:lnTo>
                  <a:pt x="34926" y="229060"/>
                </a:lnTo>
                <a:lnTo>
                  <a:pt x="42744" y="236878"/>
                </a:lnTo>
                <a:lnTo>
                  <a:pt x="62031" y="236878"/>
                </a:lnTo>
                <a:lnTo>
                  <a:pt x="69851" y="229060"/>
                </a:lnTo>
                <a:lnTo>
                  <a:pt x="69850" y="104774"/>
                </a:lnTo>
                <a:close/>
              </a:path>
              <a:path w="104775" h="23748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5"/>
                </a:lnTo>
                <a:lnTo>
                  <a:pt x="69850" y="104774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325168" y="6248010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682906" y="6248010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18877" y="6248010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384186" y="6244844"/>
            <a:ext cx="846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  <a:tab pos="706120" algn="l"/>
              </a:tabLst>
            </a:pPr>
            <a:r>
              <a:rPr dirty="0" sz="1800">
                <a:latin typeface="Arial"/>
                <a:cs typeface="Arial"/>
              </a:rPr>
              <a:t>2	5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365069" y="6254289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711261" y="6254289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424089" y="6250940"/>
            <a:ext cx="4991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8775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442923" y="5895115"/>
            <a:ext cx="375285" cy="370840"/>
          </a:xfrm>
          <a:custGeom>
            <a:avLst/>
            <a:gdLst/>
            <a:ahLst/>
            <a:cxnLst/>
            <a:rect l="l" t="t" r="r" b="b"/>
            <a:pathLst>
              <a:path w="375285" h="370839">
                <a:moveTo>
                  <a:pt x="288347" y="61148"/>
                </a:moveTo>
                <a:lnTo>
                  <a:pt x="5198" y="340463"/>
                </a:lnTo>
                <a:lnTo>
                  <a:pt x="1323" y="346213"/>
                </a:lnTo>
                <a:lnTo>
                  <a:pt x="0" y="352775"/>
                </a:lnTo>
                <a:lnTo>
                  <a:pt x="1234" y="359355"/>
                </a:lnTo>
                <a:lnTo>
                  <a:pt x="5030" y="365158"/>
                </a:lnTo>
                <a:lnTo>
                  <a:pt x="10781" y="369033"/>
                </a:lnTo>
                <a:lnTo>
                  <a:pt x="17343" y="370357"/>
                </a:lnTo>
                <a:lnTo>
                  <a:pt x="23923" y="369123"/>
                </a:lnTo>
                <a:lnTo>
                  <a:pt x="29725" y="365326"/>
                </a:lnTo>
                <a:lnTo>
                  <a:pt x="312874" y="86011"/>
                </a:lnTo>
                <a:lnTo>
                  <a:pt x="288347" y="61148"/>
                </a:lnTo>
                <a:close/>
              </a:path>
              <a:path w="375285" h="370839">
                <a:moveTo>
                  <a:pt x="360250" y="43854"/>
                </a:moveTo>
                <a:lnTo>
                  <a:pt x="313161" y="43854"/>
                </a:lnTo>
                <a:lnTo>
                  <a:pt x="319724" y="45178"/>
                </a:lnTo>
                <a:lnTo>
                  <a:pt x="325474" y="49053"/>
                </a:lnTo>
                <a:lnTo>
                  <a:pt x="329270" y="54856"/>
                </a:lnTo>
                <a:lnTo>
                  <a:pt x="330504" y="61436"/>
                </a:lnTo>
                <a:lnTo>
                  <a:pt x="329180" y="67998"/>
                </a:lnTo>
                <a:lnTo>
                  <a:pt x="325305" y="73748"/>
                </a:lnTo>
                <a:lnTo>
                  <a:pt x="312874" y="86011"/>
                </a:lnTo>
                <a:lnTo>
                  <a:pt x="337401" y="110875"/>
                </a:lnTo>
                <a:lnTo>
                  <a:pt x="360250" y="43854"/>
                </a:lnTo>
                <a:close/>
              </a:path>
              <a:path w="375285" h="370839">
                <a:moveTo>
                  <a:pt x="313161" y="43854"/>
                </a:moveTo>
                <a:lnTo>
                  <a:pt x="306581" y="45088"/>
                </a:lnTo>
                <a:lnTo>
                  <a:pt x="300779" y="48885"/>
                </a:lnTo>
                <a:lnTo>
                  <a:pt x="288347" y="61148"/>
                </a:lnTo>
                <a:lnTo>
                  <a:pt x="312874" y="86011"/>
                </a:lnTo>
                <a:lnTo>
                  <a:pt x="325305" y="73748"/>
                </a:lnTo>
                <a:lnTo>
                  <a:pt x="329180" y="67998"/>
                </a:lnTo>
                <a:lnTo>
                  <a:pt x="330504" y="61436"/>
                </a:lnTo>
                <a:lnTo>
                  <a:pt x="329270" y="54856"/>
                </a:lnTo>
                <a:lnTo>
                  <a:pt x="325474" y="49053"/>
                </a:lnTo>
                <a:lnTo>
                  <a:pt x="319724" y="45178"/>
                </a:lnTo>
                <a:lnTo>
                  <a:pt x="313161" y="43854"/>
                </a:lnTo>
                <a:close/>
              </a:path>
              <a:path w="375285" h="370839">
                <a:moveTo>
                  <a:pt x="375201" y="0"/>
                </a:moveTo>
                <a:lnTo>
                  <a:pt x="263821" y="36285"/>
                </a:lnTo>
                <a:lnTo>
                  <a:pt x="288347" y="61148"/>
                </a:lnTo>
                <a:lnTo>
                  <a:pt x="300779" y="48885"/>
                </a:lnTo>
                <a:lnTo>
                  <a:pt x="306581" y="45088"/>
                </a:lnTo>
                <a:lnTo>
                  <a:pt x="313161" y="43854"/>
                </a:lnTo>
                <a:lnTo>
                  <a:pt x="360250" y="43854"/>
                </a:lnTo>
                <a:lnTo>
                  <a:pt x="375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765738" y="5895115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34924" y="104774"/>
                </a:moveTo>
                <a:lnTo>
                  <a:pt x="34923" y="362539"/>
                </a:lnTo>
                <a:lnTo>
                  <a:pt x="42741" y="370357"/>
                </a:lnTo>
                <a:lnTo>
                  <a:pt x="62030" y="370357"/>
                </a:lnTo>
                <a:lnTo>
                  <a:pt x="69848" y="362539"/>
                </a:lnTo>
                <a:lnTo>
                  <a:pt x="69849" y="104775"/>
                </a:lnTo>
                <a:lnTo>
                  <a:pt x="34924" y="104774"/>
                </a:lnTo>
                <a:close/>
              </a:path>
              <a:path w="104775" h="370839">
                <a:moveTo>
                  <a:pt x="87312" y="69849"/>
                </a:moveTo>
                <a:lnTo>
                  <a:pt x="52387" y="69849"/>
                </a:lnTo>
                <a:lnTo>
                  <a:pt x="62031" y="69850"/>
                </a:lnTo>
                <a:lnTo>
                  <a:pt x="69849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49"/>
                </a:lnTo>
                <a:close/>
              </a:path>
              <a:path w="104775" h="370839">
                <a:moveTo>
                  <a:pt x="52387" y="69849"/>
                </a:moveTo>
                <a:lnTo>
                  <a:pt x="42742" y="69850"/>
                </a:lnTo>
                <a:lnTo>
                  <a:pt x="34925" y="77668"/>
                </a:lnTo>
                <a:lnTo>
                  <a:pt x="34924" y="104774"/>
                </a:lnTo>
                <a:lnTo>
                  <a:pt x="69849" y="104775"/>
                </a:lnTo>
                <a:lnTo>
                  <a:pt x="69849" y="77668"/>
                </a:lnTo>
                <a:lnTo>
                  <a:pt x="62031" y="69850"/>
                </a:lnTo>
                <a:lnTo>
                  <a:pt x="52387" y="69849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4"/>
                </a:lnTo>
                <a:lnTo>
                  <a:pt x="34924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136847" y="5895115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5" h="370204">
                <a:moveTo>
                  <a:pt x="39465" y="100758"/>
                </a:moveTo>
                <a:lnTo>
                  <a:pt x="0" y="350165"/>
                </a:lnTo>
                <a:lnTo>
                  <a:pt x="293" y="357093"/>
                </a:lnTo>
                <a:lnTo>
                  <a:pt x="3122" y="363161"/>
                </a:lnTo>
                <a:lnTo>
                  <a:pt x="8019" y="367725"/>
                </a:lnTo>
                <a:lnTo>
                  <a:pt x="14518" y="370142"/>
                </a:lnTo>
                <a:lnTo>
                  <a:pt x="21446" y="369849"/>
                </a:lnTo>
                <a:lnTo>
                  <a:pt x="27514" y="367020"/>
                </a:lnTo>
                <a:lnTo>
                  <a:pt x="32077" y="362123"/>
                </a:lnTo>
                <a:lnTo>
                  <a:pt x="34495" y="355624"/>
                </a:lnTo>
                <a:lnTo>
                  <a:pt x="73960" y="106216"/>
                </a:lnTo>
                <a:lnTo>
                  <a:pt x="39465" y="100758"/>
                </a:lnTo>
                <a:close/>
              </a:path>
              <a:path w="108585" h="370204">
                <a:moveTo>
                  <a:pt x="94938" y="68991"/>
                </a:moveTo>
                <a:lnTo>
                  <a:pt x="62171" y="68991"/>
                </a:lnTo>
                <a:lnTo>
                  <a:pt x="68670" y="71409"/>
                </a:lnTo>
                <a:lnTo>
                  <a:pt x="73568" y="75973"/>
                </a:lnTo>
                <a:lnTo>
                  <a:pt x="76397" y="82040"/>
                </a:lnTo>
                <a:lnTo>
                  <a:pt x="76690" y="88968"/>
                </a:lnTo>
                <a:lnTo>
                  <a:pt x="73960" y="106216"/>
                </a:lnTo>
                <a:lnTo>
                  <a:pt x="108456" y="111675"/>
                </a:lnTo>
                <a:lnTo>
                  <a:pt x="94938" y="68991"/>
                </a:lnTo>
                <a:close/>
              </a:path>
              <a:path w="108585" h="370204">
                <a:moveTo>
                  <a:pt x="62171" y="68991"/>
                </a:moveTo>
                <a:lnTo>
                  <a:pt x="39465" y="100758"/>
                </a:lnTo>
                <a:lnTo>
                  <a:pt x="73960" y="106216"/>
                </a:lnTo>
                <a:lnTo>
                  <a:pt x="76690" y="88968"/>
                </a:lnTo>
                <a:lnTo>
                  <a:pt x="76397" y="82040"/>
                </a:lnTo>
                <a:lnTo>
                  <a:pt x="73568" y="75973"/>
                </a:lnTo>
                <a:lnTo>
                  <a:pt x="68670" y="71409"/>
                </a:lnTo>
                <a:lnTo>
                  <a:pt x="62171" y="68991"/>
                </a:lnTo>
                <a:close/>
              </a:path>
              <a:path w="108585" h="370204">
                <a:moveTo>
                  <a:pt x="73088" y="0"/>
                </a:moveTo>
                <a:lnTo>
                  <a:pt x="4969" y="95299"/>
                </a:lnTo>
                <a:lnTo>
                  <a:pt x="39465" y="100758"/>
                </a:lnTo>
                <a:lnTo>
                  <a:pt x="42194" y="83510"/>
                </a:lnTo>
                <a:lnTo>
                  <a:pt x="44612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209936" y="5895115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7" y="70503"/>
                </a:moveTo>
                <a:lnTo>
                  <a:pt x="52287" y="92459"/>
                </a:lnTo>
                <a:lnTo>
                  <a:pt x="276771" y="370152"/>
                </a:lnTo>
                <a:lnTo>
                  <a:pt x="282111" y="374575"/>
                </a:lnTo>
                <a:lnTo>
                  <a:pt x="288511" y="376539"/>
                </a:lnTo>
                <a:lnTo>
                  <a:pt x="295180" y="375960"/>
                </a:lnTo>
                <a:lnTo>
                  <a:pt x="301329" y="372754"/>
                </a:lnTo>
                <a:lnTo>
                  <a:pt x="305752" y="367413"/>
                </a:lnTo>
                <a:lnTo>
                  <a:pt x="307716" y="361014"/>
                </a:lnTo>
                <a:lnTo>
                  <a:pt x="307137" y="354344"/>
                </a:lnTo>
                <a:lnTo>
                  <a:pt x="303931" y="348196"/>
                </a:lnTo>
                <a:lnTo>
                  <a:pt x="79447" y="70503"/>
                </a:lnTo>
                <a:close/>
              </a:path>
              <a:path w="307975" h="376554">
                <a:moveTo>
                  <a:pt x="0" y="0"/>
                </a:moveTo>
                <a:lnTo>
                  <a:pt x="25126" y="114415"/>
                </a:lnTo>
                <a:lnTo>
                  <a:pt x="52287" y="92459"/>
                </a:lnTo>
                <a:lnTo>
                  <a:pt x="41309" y="78878"/>
                </a:lnTo>
                <a:lnTo>
                  <a:pt x="38103" y="72730"/>
                </a:lnTo>
                <a:lnTo>
                  <a:pt x="56729" y="50535"/>
                </a:lnTo>
                <a:lnTo>
                  <a:pt x="104148" y="50535"/>
                </a:lnTo>
                <a:lnTo>
                  <a:pt x="106608" y="48546"/>
                </a:lnTo>
                <a:lnTo>
                  <a:pt x="0" y="0"/>
                </a:lnTo>
                <a:close/>
              </a:path>
              <a:path w="307975" h="376554">
                <a:moveTo>
                  <a:pt x="56729" y="50535"/>
                </a:moveTo>
                <a:lnTo>
                  <a:pt x="50060" y="51114"/>
                </a:lnTo>
                <a:lnTo>
                  <a:pt x="43911" y="54320"/>
                </a:lnTo>
                <a:lnTo>
                  <a:pt x="39488" y="59661"/>
                </a:lnTo>
                <a:lnTo>
                  <a:pt x="37524" y="66060"/>
                </a:lnTo>
                <a:lnTo>
                  <a:pt x="38103" y="72730"/>
                </a:lnTo>
                <a:lnTo>
                  <a:pt x="41309" y="78878"/>
                </a:lnTo>
                <a:lnTo>
                  <a:pt x="52287" y="92459"/>
                </a:lnTo>
                <a:lnTo>
                  <a:pt x="79447" y="70503"/>
                </a:lnTo>
                <a:lnTo>
                  <a:pt x="68469" y="56922"/>
                </a:lnTo>
                <a:lnTo>
                  <a:pt x="63129" y="52499"/>
                </a:lnTo>
                <a:lnTo>
                  <a:pt x="56729" y="50535"/>
                </a:lnTo>
                <a:close/>
              </a:path>
              <a:path w="307975" h="376554">
                <a:moveTo>
                  <a:pt x="104148" y="50535"/>
                </a:moveTo>
                <a:lnTo>
                  <a:pt x="56729" y="50535"/>
                </a:lnTo>
                <a:lnTo>
                  <a:pt x="63129" y="52499"/>
                </a:lnTo>
                <a:lnTo>
                  <a:pt x="68469" y="56922"/>
                </a:lnTo>
                <a:lnTo>
                  <a:pt x="79447" y="70503"/>
                </a:lnTo>
                <a:lnTo>
                  <a:pt x="104148" y="50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209936" y="5895115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1" y="36280"/>
                </a:moveTo>
                <a:lnTo>
                  <a:pt x="82669" y="66697"/>
                </a:lnTo>
                <a:lnTo>
                  <a:pt x="627961" y="374382"/>
                </a:lnTo>
                <a:lnTo>
                  <a:pt x="634556" y="376527"/>
                </a:lnTo>
                <a:lnTo>
                  <a:pt x="641229" y="375996"/>
                </a:lnTo>
                <a:lnTo>
                  <a:pt x="647216" y="373000"/>
                </a:lnTo>
                <a:lnTo>
                  <a:pt x="651752" y="367755"/>
                </a:lnTo>
                <a:lnTo>
                  <a:pt x="653897" y="361161"/>
                </a:lnTo>
                <a:lnTo>
                  <a:pt x="653365" y="354488"/>
                </a:lnTo>
                <a:lnTo>
                  <a:pt x="650370" y="348501"/>
                </a:lnTo>
                <a:lnTo>
                  <a:pt x="645125" y="343965"/>
                </a:lnTo>
                <a:lnTo>
                  <a:pt x="99831" y="36280"/>
                </a:lnTo>
                <a:close/>
              </a:path>
              <a:path w="654050" h="376554">
                <a:moveTo>
                  <a:pt x="0" y="0"/>
                </a:moveTo>
                <a:lnTo>
                  <a:pt x="65506" y="97114"/>
                </a:lnTo>
                <a:lnTo>
                  <a:pt x="82669" y="66697"/>
                </a:lnTo>
                <a:lnTo>
                  <a:pt x="67459" y="58115"/>
                </a:lnTo>
                <a:lnTo>
                  <a:pt x="62214" y="53580"/>
                </a:lnTo>
                <a:lnTo>
                  <a:pt x="59219" y="47593"/>
                </a:lnTo>
                <a:lnTo>
                  <a:pt x="58687" y="40920"/>
                </a:lnTo>
                <a:lnTo>
                  <a:pt x="60833" y="34325"/>
                </a:lnTo>
                <a:lnTo>
                  <a:pt x="65368" y="29080"/>
                </a:lnTo>
                <a:lnTo>
                  <a:pt x="71355" y="26085"/>
                </a:lnTo>
                <a:lnTo>
                  <a:pt x="78028" y="25553"/>
                </a:lnTo>
                <a:lnTo>
                  <a:pt x="105884" y="25553"/>
                </a:lnTo>
                <a:lnTo>
                  <a:pt x="116994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8" y="25553"/>
                </a:moveTo>
                <a:lnTo>
                  <a:pt x="71355" y="26085"/>
                </a:lnTo>
                <a:lnTo>
                  <a:pt x="65368" y="29080"/>
                </a:lnTo>
                <a:lnTo>
                  <a:pt x="60833" y="34325"/>
                </a:lnTo>
                <a:lnTo>
                  <a:pt x="58687" y="40920"/>
                </a:lnTo>
                <a:lnTo>
                  <a:pt x="59219" y="47593"/>
                </a:lnTo>
                <a:lnTo>
                  <a:pt x="62214" y="53580"/>
                </a:lnTo>
                <a:lnTo>
                  <a:pt x="67459" y="58115"/>
                </a:lnTo>
                <a:lnTo>
                  <a:pt x="82669" y="66697"/>
                </a:lnTo>
                <a:lnTo>
                  <a:pt x="99831" y="36280"/>
                </a:lnTo>
                <a:lnTo>
                  <a:pt x="84622" y="27698"/>
                </a:lnTo>
                <a:lnTo>
                  <a:pt x="78028" y="25553"/>
                </a:lnTo>
                <a:close/>
              </a:path>
              <a:path w="654050" h="376554">
                <a:moveTo>
                  <a:pt x="105884" y="25553"/>
                </a:moveTo>
                <a:lnTo>
                  <a:pt x="78028" y="25553"/>
                </a:lnTo>
                <a:lnTo>
                  <a:pt x="84622" y="27698"/>
                </a:lnTo>
                <a:lnTo>
                  <a:pt x="99831" y="36280"/>
                </a:lnTo>
                <a:lnTo>
                  <a:pt x="105884" y="25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883885" y="4981459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4"/>
                </a:lnTo>
                <a:lnTo>
                  <a:pt x="0" y="666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883885" y="4981459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2682906" y="5828421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682906" y="5828421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74716" y="5828421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074716" y="5828421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8" y="0"/>
                </a:lnTo>
                <a:lnTo>
                  <a:pt x="270438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88334" y="3910882"/>
            <a:ext cx="8305563" cy="26145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4423994" y="44038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425360" y="52420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417334" y="62296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5489798" y="4416102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5548817" y="44129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572630" y="4710856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0" y="69850"/>
                </a:moveTo>
                <a:lnTo>
                  <a:pt x="42741" y="69850"/>
                </a:lnTo>
                <a:lnTo>
                  <a:pt x="34923" y="77668"/>
                </a:lnTo>
                <a:lnTo>
                  <a:pt x="34925" y="242912"/>
                </a:lnTo>
                <a:lnTo>
                  <a:pt x="42743" y="250731"/>
                </a:lnTo>
                <a:lnTo>
                  <a:pt x="62031" y="250731"/>
                </a:lnTo>
                <a:lnTo>
                  <a:pt x="69850" y="242912"/>
                </a:lnTo>
                <a:lnTo>
                  <a:pt x="69848" y="77668"/>
                </a:lnTo>
                <a:lnTo>
                  <a:pt x="62030" y="69850"/>
                </a:lnTo>
                <a:close/>
              </a:path>
              <a:path w="104775" h="250825">
                <a:moveTo>
                  <a:pt x="52386" y="0"/>
                </a:moveTo>
                <a:lnTo>
                  <a:pt x="0" y="104775"/>
                </a:lnTo>
                <a:lnTo>
                  <a:pt x="34923" y="104775"/>
                </a:lnTo>
                <a:lnTo>
                  <a:pt x="34923" y="77668"/>
                </a:lnTo>
                <a:lnTo>
                  <a:pt x="42741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0" y="69850"/>
                </a:lnTo>
                <a:lnTo>
                  <a:pt x="69848" y="77668"/>
                </a:lnTo>
                <a:lnTo>
                  <a:pt x="69848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288819" y="526772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8" y="287242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5347837" y="52664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680631" y="527691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7" y="287240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5739649" y="52755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406704" y="5010818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39" h="274320">
                <a:moveTo>
                  <a:pt x="140001" y="71763"/>
                </a:moveTo>
                <a:lnTo>
                  <a:pt x="3579" y="246150"/>
                </a:lnTo>
                <a:lnTo>
                  <a:pt x="472" y="252349"/>
                </a:lnTo>
                <a:lnTo>
                  <a:pt x="0" y="259026"/>
                </a:lnTo>
                <a:lnTo>
                  <a:pt x="2066" y="265394"/>
                </a:lnTo>
                <a:lnTo>
                  <a:pt x="6574" y="270663"/>
                </a:lnTo>
                <a:lnTo>
                  <a:pt x="12773" y="273770"/>
                </a:lnTo>
                <a:lnTo>
                  <a:pt x="19451" y="274243"/>
                </a:lnTo>
                <a:lnTo>
                  <a:pt x="25818" y="272177"/>
                </a:lnTo>
                <a:lnTo>
                  <a:pt x="31087" y="267669"/>
                </a:lnTo>
                <a:lnTo>
                  <a:pt x="167508" y="93282"/>
                </a:lnTo>
                <a:lnTo>
                  <a:pt x="140001" y="71763"/>
                </a:lnTo>
                <a:close/>
              </a:path>
              <a:path w="218439" h="274320">
                <a:moveTo>
                  <a:pt x="207875" y="51435"/>
                </a:moveTo>
                <a:lnTo>
                  <a:pt x="162397" y="51435"/>
                </a:lnTo>
                <a:lnTo>
                  <a:pt x="169075" y="51907"/>
                </a:lnTo>
                <a:lnTo>
                  <a:pt x="175274" y="55015"/>
                </a:lnTo>
                <a:lnTo>
                  <a:pt x="179782" y="60284"/>
                </a:lnTo>
                <a:lnTo>
                  <a:pt x="181848" y="66651"/>
                </a:lnTo>
                <a:lnTo>
                  <a:pt x="181375" y="73329"/>
                </a:lnTo>
                <a:lnTo>
                  <a:pt x="178267" y="79528"/>
                </a:lnTo>
                <a:lnTo>
                  <a:pt x="167508" y="93282"/>
                </a:lnTo>
                <a:lnTo>
                  <a:pt x="195016" y="114801"/>
                </a:lnTo>
                <a:lnTo>
                  <a:pt x="207875" y="51435"/>
                </a:lnTo>
                <a:close/>
              </a:path>
              <a:path w="218439" h="274320">
                <a:moveTo>
                  <a:pt x="162397" y="51435"/>
                </a:moveTo>
                <a:lnTo>
                  <a:pt x="156030" y="53501"/>
                </a:lnTo>
                <a:lnTo>
                  <a:pt x="150761" y="58009"/>
                </a:lnTo>
                <a:lnTo>
                  <a:pt x="140001" y="71763"/>
                </a:lnTo>
                <a:lnTo>
                  <a:pt x="167508" y="93282"/>
                </a:lnTo>
                <a:lnTo>
                  <a:pt x="178267" y="79528"/>
                </a:lnTo>
                <a:lnTo>
                  <a:pt x="181375" y="73329"/>
                </a:lnTo>
                <a:lnTo>
                  <a:pt x="181848" y="66651"/>
                </a:lnTo>
                <a:lnTo>
                  <a:pt x="179782" y="60284"/>
                </a:lnTo>
                <a:lnTo>
                  <a:pt x="175274" y="55015"/>
                </a:lnTo>
                <a:lnTo>
                  <a:pt x="169075" y="51907"/>
                </a:lnTo>
                <a:lnTo>
                  <a:pt x="162397" y="51435"/>
                </a:lnTo>
                <a:close/>
              </a:path>
              <a:path w="218439" h="274320">
                <a:moveTo>
                  <a:pt x="218312" y="0"/>
                </a:moveTo>
                <a:lnTo>
                  <a:pt x="112493" y="50245"/>
                </a:lnTo>
                <a:lnTo>
                  <a:pt x="140001" y="71763"/>
                </a:lnTo>
                <a:lnTo>
                  <a:pt x="150761" y="58009"/>
                </a:lnTo>
                <a:lnTo>
                  <a:pt x="156030" y="53501"/>
                </a:lnTo>
                <a:lnTo>
                  <a:pt x="162397" y="51435"/>
                </a:lnTo>
                <a:lnTo>
                  <a:pt x="207875" y="51435"/>
                </a:lnTo>
                <a:lnTo>
                  <a:pt x="218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625016" y="5010818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79" h="283845">
                <a:moveTo>
                  <a:pt x="75251" y="74966"/>
                </a:moveTo>
                <a:lnTo>
                  <a:pt x="46869" y="95320"/>
                </a:lnTo>
                <a:lnTo>
                  <a:pt x="176640" y="276274"/>
                </a:lnTo>
                <a:lnTo>
                  <a:pt x="181717" y="280998"/>
                </a:lnTo>
                <a:lnTo>
                  <a:pt x="187993" y="283327"/>
                </a:lnTo>
                <a:lnTo>
                  <a:pt x="194684" y="283134"/>
                </a:lnTo>
                <a:lnTo>
                  <a:pt x="201007" y="280287"/>
                </a:lnTo>
                <a:lnTo>
                  <a:pt x="205731" y="275211"/>
                </a:lnTo>
                <a:lnTo>
                  <a:pt x="208061" y="268936"/>
                </a:lnTo>
                <a:lnTo>
                  <a:pt x="207867" y="262244"/>
                </a:lnTo>
                <a:lnTo>
                  <a:pt x="205021" y="255921"/>
                </a:lnTo>
                <a:lnTo>
                  <a:pt x="75251" y="74966"/>
                </a:lnTo>
                <a:close/>
              </a:path>
              <a:path w="208279" h="283845">
                <a:moveTo>
                  <a:pt x="0" y="0"/>
                </a:moveTo>
                <a:lnTo>
                  <a:pt x="18488" y="115674"/>
                </a:lnTo>
                <a:lnTo>
                  <a:pt x="46869" y="95320"/>
                </a:lnTo>
                <a:lnTo>
                  <a:pt x="36692" y="81130"/>
                </a:lnTo>
                <a:lnTo>
                  <a:pt x="33847" y="74806"/>
                </a:lnTo>
                <a:lnTo>
                  <a:pt x="53722" y="53722"/>
                </a:lnTo>
                <a:lnTo>
                  <a:pt x="101942" y="53722"/>
                </a:lnTo>
                <a:lnTo>
                  <a:pt x="0" y="0"/>
                </a:lnTo>
                <a:close/>
              </a:path>
              <a:path w="208279" h="283845">
                <a:moveTo>
                  <a:pt x="53722" y="53722"/>
                </a:moveTo>
                <a:lnTo>
                  <a:pt x="47030" y="53916"/>
                </a:lnTo>
                <a:lnTo>
                  <a:pt x="40707" y="56762"/>
                </a:lnTo>
                <a:lnTo>
                  <a:pt x="35983" y="61838"/>
                </a:lnTo>
                <a:lnTo>
                  <a:pt x="33653" y="68114"/>
                </a:lnTo>
                <a:lnTo>
                  <a:pt x="33847" y="74806"/>
                </a:lnTo>
                <a:lnTo>
                  <a:pt x="36692" y="81130"/>
                </a:lnTo>
                <a:lnTo>
                  <a:pt x="46869" y="95320"/>
                </a:lnTo>
                <a:lnTo>
                  <a:pt x="75251" y="74966"/>
                </a:lnTo>
                <a:lnTo>
                  <a:pt x="65074" y="60775"/>
                </a:lnTo>
                <a:lnTo>
                  <a:pt x="59998" y="56052"/>
                </a:lnTo>
                <a:lnTo>
                  <a:pt x="53722" y="53722"/>
                </a:lnTo>
                <a:close/>
              </a:path>
              <a:path w="208279" h="283845">
                <a:moveTo>
                  <a:pt x="101942" y="53722"/>
                </a:moveTo>
                <a:lnTo>
                  <a:pt x="53722" y="53722"/>
                </a:lnTo>
                <a:lnTo>
                  <a:pt x="59998" y="56052"/>
                </a:lnTo>
                <a:lnTo>
                  <a:pt x="65074" y="60775"/>
                </a:lnTo>
                <a:lnTo>
                  <a:pt x="75251" y="74966"/>
                </a:lnTo>
                <a:lnTo>
                  <a:pt x="103632" y="54612"/>
                </a:lnTo>
                <a:lnTo>
                  <a:pt x="101942" y="53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371650" y="5562483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9850" y="104774"/>
                </a:moveTo>
                <a:lnTo>
                  <a:pt x="34925" y="104774"/>
                </a:lnTo>
                <a:lnTo>
                  <a:pt x="34926" y="238248"/>
                </a:lnTo>
                <a:lnTo>
                  <a:pt x="42744" y="246066"/>
                </a:lnTo>
                <a:lnTo>
                  <a:pt x="62033" y="246066"/>
                </a:lnTo>
                <a:lnTo>
                  <a:pt x="69851" y="238248"/>
                </a:lnTo>
                <a:lnTo>
                  <a:pt x="69850" y="104774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5"/>
                </a:lnTo>
                <a:lnTo>
                  <a:pt x="34925" y="104774"/>
                </a:lnTo>
                <a:lnTo>
                  <a:pt x="34925" y="77667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246379">
                <a:moveTo>
                  <a:pt x="62031" y="69849"/>
                </a:moveTo>
                <a:lnTo>
                  <a:pt x="42743" y="69849"/>
                </a:lnTo>
                <a:lnTo>
                  <a:pt x="34925" y="77667"/>
                </a:lnTo>
                <a:lnTo>
                  <a:pt x="34925" y="104774"/>
                </a:lnTo>
                <a:lnTo>
                  <a:pt x="69850" y="104774"/>
                </a:lnTo>
                <a:lnTo>
                  <a:pt x="69850" y="77667"/>
                </a:lnTo>
                <a:lnTo>
                  <a:pt x="62031" y="69849"/>
                </a:lnTo>
                <a:close/>
              </a:path>
              <a:path w="104775" h="246379">
                <a:moveTo>
                  <a:pt x="87312" y="69849"/>
                </a:moveTo>
                <a:lnTo>
                  <a:pt x="62031" y="69849"/>
                </a:lnTo>
                <a:lnTo>
                  <a:pt x="69850" y="77667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763461" y="5571671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9850" y="104775"/>
                </a:moveTo>
                <a:lnTo>
                  <a:pt x="34925" y="104775"/>
                </a:lnTo>
                <a:lnTo>
                  <a:pt x="34925" y="229060"/>
                </a:lnTo>
                <a:lnTo>
                  <a:pt x="42743" y="236878"/>
                </a:lnTo>
                <a:lnTo>
                  <a:pt x="62031" y="236878"/>
                </a:lnTo>
                <a:lnTo>
                  <a:pt x="69849" y="229060"/>
                </a:lnTo>
                <a:lnTo>
                  <a:pt x="69850" y="104775"/>
                </a:lnTo>
                <a:close/>
              </a:path>
              <a:path w="104775" h="237489">
                <a:moveTo>
                  <a:pt x="52386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4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288819" y="621067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624790" y="621067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4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5347837" y="6208267"/>
            <a:ext cx="488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980" algn="l"/>
              </a:tabLst>
            </a:pPr>
            <a:r>
              <a:rPr dirty="0" sz="1800">
                <a:latin typeface="Arial"/>
                <a:cs typeface="Arial"/>
              </a:rPr>
              <a:t>4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970982" y="6216954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10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317174" y="6216954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1"/>
                </a:lnTo>
                <a:lnTo>
                  <a:pt x="135219" y="294755"/>
                </a:lnTo>
                <a:lnTo>
                  <a:pt x="177958" y="287241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60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6030002" y="6214364"/>
            <a:ext cx="4991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8775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5371651" y="5857780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34924" y="104774"/>
                </a:moveTo>
                <a:lnTo>
                  <a:pt x="34923" y="362539"/>
                </a:lnTo>
                <a:lnTo>
                  <a:pt x="42741" y="370357"/>
                </a:lnTo>
                <a:lnTo>
                  <a:pt x="62030" y="370357"/>
                </a:lnTo>
                <a:lnTo>
                  <a:pt x="69848" y="362539"/>
                </a:lnTo>
                <a:lnTo>
                  <a:pt x="69849" y="104775"/>
                </a:lnTo>
                <a:lnTo>
                  <a:pt x="34924" y="104774"/>
                </a:lnTo>
                <a:close/>
              </a:path>
              <a:path w="104775" h="370839">
                <a:moveTo>
                  <a:pt x="87312" y="69850"/>
                </a:moveTo>
                <a:lnTo>
                  <a:pt x="62031" y="69850"/>
                </a:lnTo>
                <a:lnTo>
                  <a:pt x="69849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  <a:path w="104775" h="37083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4" y="104774"/>
                </a:lnTo>
                <a:lnTo>
                  <a:pt x="69849" y="104775"/>
                </a:lnTo>
                <a:lnTo>
                  <a:pt x="69849" y="77668"/>
                </a:lnTo>
                <a:lnTo>
                  <a:pt x="62031" y="69850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4"/>
                </a:lnTo>
                <a:lnTo>
                  <a:pt x="34924" y="104774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742761" y="5857780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5" h="370204">
                <a:moveTo>
                  <a:pt x="39465" y="100758"/>
                </a:moveTo>
                <a:lnTo>
                  <a:pt x="0" y="350165"/>
                </a:lnTo>
                <a:lnTo>
                  <a:pt x="292" y="357093"/>
                </a:lnTo>
                <a:lnTo>
                  <a:pt x="3121" y="363161"/>
                </a:lnTo>
                <a:lnTo>
                  <a:pt x="8019" y="367725"/>
                </a:lnTo>
                <a:lnTo>
                  <a:pt x="14518" y="370142"/>
                </a:lnTo>
                <a:lnTo>
                  <a:pt x="21446" y="369849"/>
                </a:lnTo>
                <a:lnTo>
                  <a:pt x="27514" y="367020"/>
                </a:lnTo>
                <a:lnTo>
                  <a:pt x="32077" y="362123"/>
                </a:lnTo>
                <a:lnTo>
                  <a:pt x="34495" y="355624"/>
                </a:lnTo>
                <a:lnTo>
                  <a:pt x="73960" y="106216"/>
                </a:lnTo>
                <a:lnTo>
                  <a:pt x="39465" y="100758"/>
                </a:lnTo>
                <a:close/>
              </a:path>
              <a:path w="108585" h="370204">
                <a:moveTo>
                  <a:pt x="94938" y="68991"/>
                </a:moveTo>
                <a:lnTo>
                  <a:pt x="62171" y="68991"/>
                </a:lnTo>
                <a:lnTo>
                  <a:pt x="68670" y="71409"/>
                </a:lnTo>
                <a:lnTo>
                  <a:pt x="73567" y="75973"/>
                </a:lnTo>
                <a:lnTo>
                  <a:pt x="76396" y="82040"/>
                </a:lnTo>
                <a:lnTo>
                  <a:pt x="76690" y="88968"/>
                </a:lnTo>
                <a:lnTo>
                  <a:pt x="73960" y="106216"/>
                </a:lnTo>
                <a:lnTo>
                  <a:pt x="108456" y="111675"/>
                </a:lnTo>
                <a:lnTo>
                  <a:pt x="94938" y="68991"/>
                </a:lnTo>
                <a:close/>
              </a:path>
              <a:path w="108585" h="370204">
                <a:moveTo>
                  <a:pt x="62171" y="68991"/>
                </a:moveTo>
                <a:lnTo>
                  <a:pt x="39465" y="100758"/>
                </a:lnTo>
                <a:lnTo>
                  <a:pt x="73960" y="106216"/>
                </a:lnTo>
                <a:lnTo>
                  <a:pt x="76690" y="88968"/>
                </a:lnTo>
                <a:lnTo>
                  <a:pt x="76396" y="82040"/>
                </a:lnTo>
                <a:lnTo>
                  <a:pt x="73567" y="75973"/>
                </a:lnTo>
                <a:lnTo>
                  <a:pt x="68670" y="71409"/>
                </a:lnTo>
                <a:lnTo>
                  <a:pt x="62171" y="68991"/>
                </a:lnTo>
                <a:close/>
              </a:path>
              <a:path w="108585" h="370204">
                <a:moveTo>
                  <a:pt x="73087" y="0"/>
                </a:moveTo>
                <a:lnTo>
                  <a:pt x="4969" y="95299"/>
                </a:lnTo>
                <a:lnTo>
                  <a:pt x="39465" y="100758"/>
                </a:lnTo>
                <a:lnTo>
                  <a:pt x="42194" y="83510"/>
                </a:lnTo>
                <a:lnTo>
                  <a:pt x="44611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815849" y="5857780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8" y="70502"/>
                </a:moveTo>
                <a:lnTo>
                  <a:pt x="52288" y="92459"/>
                </a:lnTo>
                <a:lnTo>
                  <a:pt x="276772" y="370152"/>
                </a:lnTo>
                <a:lnTo>
                  <a:pt x="282112" y="374575"/>
                </a:lnTo>
                <a:lnTo>
                  <a:pt x="288512" y="376539"/>
                </a:lnTo>
                <a:lnTo>
                  <a:pt x="295181" y="375960"/>
                </a:lnTo>
                <a:lnTo>
                  <a:pt x="301330" y="372754"/>
                </a:lnTo>
                <a:lnTo>
                  <a:pt x="305753" y="367413"/>
                </a:lnTo>
                <a:lnTo>
                  <a:pt x="307717" y="361013"/>
                </a:lnTo>
                <a:lnTo>
                  <a:pt x="307138" y="354344"/>
                </a:lnTo>
                <a:lnTo>
                  <a:pt x="303932" y="348195"/>
                </a:lnTo>
                <a:lnTo>
                  <a:pt x="79448" y="70502"/>
                </a:lnTo>
                <a:close/>
              </a:path>
              <a:path w="307975" h="376554">
                <a:moveTo>
                  <a:pt x="0" y="0"/>
                </a:moveTo>
                <a:lnTo>
                  <a:pt x="25128" y="114415"/>
                </a:lnTo>
                <a:lnTo>
                  <a:pt x="52288" y="92459"/>
                </a:lnTo>
                <a:lnTo>
                  <a:pt x="41310" y="78878"/>
                </a:lnTo>
                <a:lnTo>
                  <a:pt x="38104" y="72730"/>
                </a:lnTo>
                <a:lnTo>
                  <a:pt x="56730" y="50535"/>
                </a:lnTo>
                <a:lnTo>
                  <a:pt x="104148" y="50535"/>
                </a:lnTo>
                <a:lnTo>
                  <a:pt x="106608" y="48546"/>
                </a:lnTo>
                <a:lnTo>
                  <a:pt x="0" y="0"/>
                </a:lnTo>
                <a:close/>
              </a:path>
              <a:path w="307975" h="376554">
                <a:moveTo>
                  <a:pt x="56730" y="50535"/>
                </a:moveTo>
                <a:lnTo>
                  <a:pt x="50061" y="51114"/>
                </a:lnTo>
                <a:lnTo>
                  <a:pt x="43912" y="54320"/>
                </a:lnTo>
                <a:lnTo>
                  <a:pt x="39489" y="59661"/>
                </a:lnTo>
                <a:lnTo>
                  <a:pt x="37525" y="66060"/>
                </a:lnTo>
                <a:lnTo>
                  <a:pt x="38104" y="72730"/>
                </a:lnTo>
                <a:lnTo>
                  <a:pt x="41310" y="78878"/>
                </a:lnTo>
                <a:lnTo>
                  <a:pt x="52288" y="92459"/>
                </a:lnTo>
                <a:lnTo>
                  <a:pt x="79448" y="70502"/>
                </a:lnTo>
                <a:lnTo>
                  <a:pt x="68470" y="56922"/>
                </a:lnTo>
                <a:lnTo>
                  <a:pt x="63130" y="52499"/>
                </a:lnTo>
                <a:lnTo>
                  <a:pt x="56730" y="50535"/>
                </a:lnTo>
                <a:close/>
              </a:path>
              <a:path w="307975" h="376554">
                <a:moveTo>
                  <a:pt x="104148" y="50535"/>
                </a:moveTo>
                <a:lnTo>
                  <a:pt x="56730" y="50535"/>
                </a:lnTo>
                <a:lnTo>
                  <a:pt x="63130" y="52499"/>
                </a:lnTo>
                <a:lnTo>
                  <a:pt x="68470" y="56922"/>
                </a:lnTo>
                <a:lnTo>
                  <a:pt x="79448" y="70502"/>
                </a:lnTo>
                <a:lnTo>
                  <a:pt x="104148" y="50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815849" y="5857780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2" y="36280"/>
                </a:moveTo>
                <a:lnTo>
                  <a:pt x="82669" y="66697"/>
                </a:lnTo>
                <a:lnTo>
                  <a:pt x="627962" y="374382"/>
                </a:lnTo>
                <a:lnTo>
                  <a:pt x="634557" y="376527"/>
                </a:lnTo>
                <a:lnTo>
                  <a:pt x="641230" y="375995"/>
                </a:lnTo>
                <a:lnTo>
                  <a:pt x="647217" y="373000"/>
                </a:lnTo>
                <a:lnTo>
                  <a:pt x="651752" y="367755"/>
                </a:lnTo>
                <a:lnTo>
                  <a:pt x="653897" y="361161"/>
                </a:lnTo>
                <a:lnTo>
                  <a:pt x="653366" y="354487"/>
                </a:lnTo>
                <a:lnTo>
                  <a:pt x="650371" y="348500"/>
                </a:lnTo>
                <a:lnTo>
                  <a:pt x="645125" y="343965"/>
                </a:lnTo>
                <a:lnTo>
                  <a:pt x="99832" y="36280"/>
                </a:lnTo>
                <a:close/>
              </a:path>
              <a:path w="654050" h="376554">
                <a:moveTo>
                  <a:pt x="0" y="0"/>
                </a:moveTo>
                <a:lnTo>
                  <a:pt x="65506" y="97114"/>
                </a:lnTo>
                <a:lnTo>
                  <a:pt x="82669" y="66697"/>
                </a:lnTo>
                <a:lnTo>
                  <a:pt x="67461" y="58115"/>
                </a:lnTo>
                <a:lnTo>
                  <a:pt x="62215" y="53580"/>
                </a:lnTo>
                <a:lnTo>
                  <a:pt x="59220" y="47593"/>
                </a:lnTo>
                <a:lnTo>
                  <a:pt x="58688" y="40920"/>
                </a:lnTo>
                <a:lnTo>
                  <a:pt x="60834" y="34325"/>
                </a:lnTo>
                <a:lnTo>
                  <a:pt x="65369" y="29080"/>
                </a:lnTo>
                <a:lnTo>
                  <a:pt x="71356" y="26085"/>
                </a:lnTo>
                <a:lnTo>
                  <a:pt x="78029" y="25553"/>
                </a:lnTo>
                <a:lnTo>
                  <a:pt x="105885" y="25553"/>
                </a:lnTo>
                <a:lnTo>
                  <a:pt x="116996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9" y="25553"/>
                </a:moveTo>
                <a:lnTo>
                  <a:pt x="71356" y="26085"/>
                </a:lnTo>
                <a:lnTo>
                  <a:pt x="65369" y="29080"/>
                </a:lnTo>
                <a:lnTo>
                  <a:pt x="60834" y="34325"/>
                </a:lnTo>
                <a:lnTo>
                  <a:pt x="58688" y="40920"/>
                </a:lnTo>
                <a:lnTo>
                  <a:pt x="59220" y="47593"/>
                </a:lnTo>
                <a:lnTo>
                  <a:pt x="62215" y="53580"/>
                </a:lnTo>
                <a:lnTo>
                  <a:pt x="67461" y="58115"/>
                </a:lnTo>
                <a:lnTo>
                  <a:pt x="82669" y="66697"/>
                </a:lnTo>
                <a:lnTo>
                  <a:pt x="99832" y="36280"/>
                </a:lnTo>
                <a:lnTo>
                  <a:pt x="84623" y="27698"/>
                </a:lnTo>
                <a:lnTo>
                  <a:pt x="78029" y="25553"/>
                </a:lnTo>
                <a:close/>
              </a:path>
              <a:path w="654050" h="376554">
                <a:moveTo>
                  <a:pt x="105885" y="25553"/>
                </a:moveTo>
                <a:lnTo>
                  <a:pt x="78029" y="25553"/>
                </a:lnTo>
                <a:lnTo>
                  <a:pt x="84623" y="27698"/>
                </a:lnTo>
                <a:lnTo>
                  <a:pt x="99832" y="36280"/>
                </a:lnTo>
                <a:lnTo>
                  <a:pt x="105885" y="25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489798" y="494412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6" y="0"/>
                </a:lnTo>
                <a:lnTo>
                  <a:pt x="270436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489798" y="4944125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288819" y="579108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288819" y="579108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680631" y="579108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6" y="0"/>
                </a:lnTo>
                <a:lnTo>
                  <a:pt x="270436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680631" y="5791086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10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7693430" y="44038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98" name="object 9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9" name="object 9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00" name="object 10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93" name="object 93"/>
          <p:cNvSpPr txBox="1"/>
          <p:nvPr/>
        </p:nvSpPr>
        <p:spPr>
          <a:xfrm>
            <a:off x="7232160" y="5266435"/>
            <a:ext cx="621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330" algn="l"/>
              </a:tabLst>
            </a:pPr>
            <a:r>
              <a:rPr dirty="0" sz="1800">
                <a:latin typeface="Arial"/>
                <a:cs typeface="Arial"/>
              </a:rPr>
              <a:t>1	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056659" y="62143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282809" y="52420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391172" y="6208267"/>
            <a:ext cx="1544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970" algn="l"/>
                <a:tab pos="717550" algn="l"/>
                <a:tab pos="1059815" algn="l"/>
                <a:tab pos="1403350" algn="l"/>
              </a:tabLst>
            </a:pPr>
            <a:r>
              <a:rPr dirty="0" sz="1800">
                <a:latin typeface="Arial"/>
                <a:cs typeface="Arial"/>
              </a:rPr>
              <a:t>5	</a:t>
            </a:r>
            <a:r>
              <a:rPr dirty="0" baseline="1543" sz="2700">
                <a:latin typeface="Arial"/>
                <a:cs typeface="Arial"/>
              </a:rPr>
              <a:t>1	</a:t>
            </a:r>
            <a:r>
              <a:rPr dirty="0" sz="1800">
                <a:latin typeface="Arial"/>
                <a:cs typeface="Arial"/>
              </a:rPr>
              <a:t>5	</a:t>
            </a:r>
            <a:r>
              <a:rPr dirty="0" baseline="1543" sz="2700">
                <a:latin typeface="Arial"/>
                <a:cs typeface="Arial"/>
              </a:rPr>
              <a:t>3	5</a:t>
            </a:r>
            <a:endParaRPr baseline="1543" sz="27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450549" y="3559555"/>
            <a:ext cx="1181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m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bedd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899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1412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Function </a:t>
            </a:r>
            <a:r>
              <a:rPr dirty="0" sz="3200" spc="40">
                <a:solidFill>
                  <a:srgbClr val="C00000"/>
                </a:solidFill>
                <a:latin typeface="Cambria Math"/>
                <a:cs typeface="Cambria Math"/>
              </a:rPr>
              <a:t>𝑓</a:t>
            </a:r>
            <a:r>
              <a:rPr dirty="0" sz="3200" spc="40">
                <a:latin typeface="Cambria Math"/>
                <a:cs typeface="Cambria Math"/>
              </a:rPr>
              <a:t>: </a:t>
            </a:r>
            <a:r>
              <a:rPr dirty="0" sz="3200">
                <a:latin typeface="Cambria Math"/>
                <a:cs typeface="Cambria Math"/>
              </a:rPr>
              <a:t>𝑋 → Y </a:t>
            </a:r>
            <a:r>
              <a:rPr dirty="0" sz="3200"/>
              <a:t>is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injective </a:t>
            </a:r>
            <a:r>
              <a:rPr dirty="0" sz="3200"/>
              <a:t>if it </a:t>
            </a:r>
            <a:r>
              <a:rPr dirty="0" sz="3200" spc="-5"/>
              <a:t>maps  </a:t>
            </a:r>
            <a:r>
              <a:rPr dirty="0" sz="3200" spc="-25"/>
              <a:t>different </a:t>
            </a:r>
            <a:r>
              <a:rPr dirty="0" sz="3200" spc="-5"/>
              <a:t>elements </a:t>
            </a:r>
            <a:r>
              <a:rPr dirty="0" sz="3200" spc="-15"/>
              <a:t>into </a:t>
            </a:r>
            <a:r>
              <a:rPr dirty="0" sz="3200" spc="-25"/>
              <a:t>different</a:t>
            </a:r>
            <a:r>
              <a:rPr dirty="0" sz="3200" spc="50"/>
              <a:t> </a:t>
            </a:r>
            <a:r>
              <a:rPr dirty="0" sz="3200" spc="-5"/>
              <a:t>outputs.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7695565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Intuition: </a:t>
            </a: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𝑓 </a:t>
            </a:r>
            <a:r>
              <a:rPr dirty="0" sz="3200" spc="-20">
                <a:latin typeface="Calibri"/>
                <a:cs typeface="Calibri"/>
              </a:rPr>
              <a:t>retains </a:t>
            </a:r>
            <a:r>
              <a:rPr dirty="0" sz="3200">
                <a:latin typeface="Calibri"/>
                <a:cs typeface="Calibri"/>
              </a:rPr>
              <a:t>all the </a:t>
            </a:r>
            <a:r>
              <a:rPr dirty="0" sz="3200" spc="-15">
                <a:latin typeface="Calibri"/>
                <a:cs typeface="Calibri"/>
              </a:rPr>
              <a:t>information </a:t>
            </a:r>
            <a:r>
              <a:rPr dirty="0" sz="3200">
                <a:latin typeface="Calibri"/>
                <a:cs typeface="Calibri"/>
              </a:rPr>
              <a:t>about  input.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47209" y="3786911"/>
            <a:ext cx="1840864" cy="2592705"/>
          </a:xfrm>
          <a:custGeom>
            <a:avLst/>
            <a:gdLst/>
            <a:ahLst/>
            <a:cxnLst/>
            <a:rect l="l" t="t" r="r" b="b"/>
            <a:pathLst>
              <a:path w="1840864" h="2592704">
                <a:moveTo>
                  <a:pt x="0" y="1296060"/>
                </a:moveTo>
                <a:lnTo>
                  <a:pt x="850" y="1239839"/>
                </a:lnTo>
                <a:lnTo>
                  <a:pt x="3377" y="1184230"/>
                </a:lnTo>
                <a:lnTo>
                  <a:pt x="7548" y="1129282"/>
                </a:lnTo>
                <a:lnTo>
                  <a:pt x="13327" y="1075043"/>
                </a:lnTo>
                <a:lnTo>
                  <a:pt x="20680" y="1021561"/>
                </a:lnTo>
                <a:lnTo>
                  <a:pt x="29572" y="968886"/>
                </a:lnTo>
                <a:lnTo>
                  <a:pt x="39969" y="917066"/>
                </a:lnTo>
                <a:lnTo>
                  <a:pt x="51836" y="866149"/>
                </a:lnTo>
                <a:lnTo>
                  <a:pt x="65139" y="816184"/>
                </a:lnTo>
                <a:lnTo>
                  <a:pt x="79844" y="767221"/>
                </a:lnTo>
                <a:lnTo>
                  <a:pt x="95915" y="719306"/>
                </a:lnTo>
                <a:lnTo>
                  <a:pt x="113318" y="672490"/>
                </a:lnTo>
                <a:lnTo>
                  <a:pt x="132019" y="626820"/>
                </a:lnTo>
                <a:lnTo>
                  <a:pt x="151982" y="582346"/>
                </a:lnTo>
                <a:lnTo>
                  <a:pt x="173175" y="539116"/>
                </a:lnTo>
                <a:lnTo>
                  <a:pt x="195561" y="497178"/>
                </a:lnTo>
                <a:lnTo>
                  <a:pt x="219107" y="456581"/>
                </a:lnTo>
                <a:lnTo>
                  <a:pt x="243778" y="417375"/>
                </a:lnTo>
                <a:lnTo>
                  <a:pt x="269539" y="379607"/>
                </a:lnTo>
                <a:lnTo>
                  <a:pt x="296357" y="343326"/>
                </a:lnTo>
                <a:lnTo>
                  <a:pt x="324195" y="308580"/>
                </a:lnTo>
                <a:lnTo>
                  <a:pt x="353021" y="275419"/>
                </a:lnTo>
                <a:lnTo>
                  <a:pt x="382799" y="243891"/>
                </a:lnTo>
                <a:lnTo>
                  <a:pt x="413495" y="214045"/>
                </a:lnTo>
                <a:lnTo>
                  <a:pt x="445073" y="185929"/>
                </a:lnTo>
                <a:lnTo>
                  <a:pt x="477501" y="159592"/>
                </a:lnTo>
                <a:lnTo>
                  <a:pt x="510743" y="135082"/>
                </a:lnTo>
                <a:lnTo>
                  <a:pt x="544765" y="112448"/>
                </a:lnTo>
                <a:lnTo>
                  <a:pt x="579531" y="91740"/>
                </a:lnTo>
                <a:lnTo>
                  <a:pt x="615009" y="73004"/>
                </a:lnTo>
                <a:lnTo>
                  <a:pt x="651162" y="56291"/>
                </a:lnTo>
                <a:lnTo>
                  <a:pt x="687957" y="41648"/>
                </a:lnTo>
                <a:lnTo>
                  <a:pt x="725359" y="29125"/>
                </a:lnTo>
                <a:lnTo>
                  <a:pt x="763334" y="18769"/>
                </a:lnTo>
                <a:lnTo>
                  <a:pt x="801846" y="10631"/>
                </a:lnTo>
                <a:lnTo>
                  <a:pt x="840862" y="4757"/>
                </a:lnTo>
                <a:lnTo>
                  <a:pt x="880347" y="1197"/>
                </a:lnTo>
                <a:lnTo>
                  <a:pt x="920267" y="0"/>
                </a:lnTo>
                <a:lnTo>
                  <a:pt x="960186" y="1197"/>
                </a:lnTo>
                <a:lnTo>
                  <a:pt x="999671" y="4757"/>
                </a:lnTo>
                <a:lnTo>
                  <a:pt x="1038687" y="10631"/>
                </a:lnTo>
                <a:lnTo>
                  <a:pt x="1077199" y="18769"/>
                </a:lnTo>
                <a:lnTo>
                  <a:pt x="1115174" y="29125"/>
                </a:lnTo>
                <a:lnTo>
                  <a:pt x="1152576" y="41648"/>
                </a:lnTo>
                <a:lnTo>
                  <a:pt x="1189371" y="56291"/>
                </a:lnTo>
                <a:lnTo>
                  <a:pt x="1225524" y="73004"/>
                </a:lnTo>
                <a:lnTo>
                  <a:pt x="1261001" y="91740"/>
                </a:lnTo>
                <a:lnTo>
                  <a:pt x="1295768" y="112448"/>
                </a:lnTo>
                <a:lnTo>
                  <a:pt x="1329790" y="135082"/>
                </a:lnTo>
                <a:lnTo>
                  <a:pt x="1363032" y="159592"/>
                </a:lnTo>
                <a:lnTo>
                  <a:pt x="1395459" y="185929"/>
                </a:lnTo>
                <a:lnTo>
                  <a:pt x="1427038" y="214045"/>
                </a:lnTo>
                <a:lnTo>
                  <a:pt x="1457734" y="243891"/>
                </a:lnTo>
                <a:lnTo>
                  <a:pt x="1487512" y="275419"/>
                </a:lnTo>
                <a:lnTo>
                  <a:pt x="1516337" y="308580"/>
                </a:lnTo>
                <a:lnTo>
                  <a:pt x="1544176" y="343326"/>
                </a:lnTo>
                <a:lnTo>
                  <a:pt x="1570993" y="379607"/>
                </a:lnTo>
                <a:lnTo>
                  <a:pt x="1596755" y="417375"/>
                </a:lnTo>
                <a:lnTo>
                  <a:pt x="1621426" y="456581"/>
                </a:lnTo>
                <a:lnTo>
                  <a:pt x="1644972" y="497178"/>
                </a:lnTo>
                <a:lnTo>
                  <a:pt x="1667358" y="539116"/>
                </a:lnTo>
                <a:lnTo>
                  <a:pt x="1688551" y="582346"/>
                </a:lnTo>
                <a:lnTo>
                  <a:pt x="1708514" y="626820"/>
                </a:lnTo>
                <a:lnTo>
                  <a:pt x="1727215" y="672490"/>
                </a:lnTo>
                <a:lnTo>
                  <a:pt x="1744618" y="719306"/>
                </a:lnTo>
                <a:lnTo>
                  <a:pt x="1760689" y="767221"/>
                </a:lnTo>
                <a:lnTo>
                  <a:pt x="1775393" y="816184"/>
                </a:lnTo>
                <a:lnTo>
                  <a:pt x="1788697" y="866149"/>
                </a:lnTo>
                <a:lnTo>
                  <a:pt x="1800564" y="917066"/>
                </a:lnTo>
                <a:lnTo>
                  <a:pt x="1810961" y="968886"/>
                </a:lnTo>
                <a:lnTo>
                  <a:pt x="1819853" y="1021561"/>
                </a:lnTo>
                <a:lnTo>
                  <a:pt x="1827206" y="1075043"/>
                </a:lnTo>
                <a:lnTo>
                  <a:pt x="1832985" y="1129282"/>
                </a:lnTo>
                <a:lnTo>
                  <a:pt x="1837156" y="1184230"/>
                </a:lnTo>
                <a:lnTo>
                  <a:pt x="1839683" y="1239839"/>
                </a:lnTo>
                <a:lnTo>
                  <a:pt x="1840534" y="1296060"/>
                </a:lnTo>
                <a:lnTo>
                  <a:pt x="1839683" y="1352280"/>
                </a:lnTo>
                <a:lnTo>
                  <a:pt x="1837156" y="1407888"/>
                </a:lnTo>
                <a:lnTo>
                  <a:pt x="1832985" y="1462837"/>
                </a:lnTo>
                <a:lnTo>
                  <a:pt x="1827206" y="1517076"/>
                </a:lnTo>
                <a:lnTo>
                  <a:pt x="1819853" y="1570557"/>
                </a:lnTo>
                <a:lnTo>
                  <a:pt x="1810961" y="1623232"/>
                </a:lnTo>
                <a:lnTo>
                  <a:pt x="1800564" y="1675053"/>
                </a:lnTo>
                <a:lnTo>
                  <a:pt x="1788697" y="1725969"/>
                </a:lnTo>
                <a:lnTo>
                  <a:pt x="1775393" y="1775934"/>
                </a:lnTo>
                <a:lnTo>
                  <a:pt x="1760689" y="1824898"/>
                </a:lnTo>
                <a:lnTo>
                  <a:pt x="1744618" y="1872812"/>
                </a:lnTo>
                <a:lnTo>
                  <a:pt x="1727215" y="1919628"/>
                </a:lnTo>
                <a:lnTo>
                  <a:pt x="1708514" y="1965298"/>
                </a:lnTo>
                <a:lnTo>
                  <a:pt x="1688551" y="2009772"/>
                </a:lnTo>
                <a:lnTo>
                  <a:pt x="1667358" y="2053002"/>
                </a:lnTo>
                <a:lnTo>
                  <a:pt x="1644972" y="2094940"/>
                </a:lnTo>
                <a:lnTo>
                  <a:pt x="1621426" y="2135537"/>
                </a:lnTo>
                <a:lnTo>
                  <a:pt x="1596755" y="2174743"/>
                </a:lnTo>
                <a:lnTo>
                  <a:pt x="1570993" y="2212511"/>
                </a:lnTo>
                <a:lnTo>
                  <a:pt x="1544176" y="2248792"/>
                </a:lnTo>
                <a:lnTo>
                  <a:pt x="1516337" y="2283538"/>
                </a:lnTo>
                <a:lnTo>
                  <a:pt x="1487512" y="2316699"/>
                </a:lnTo>
                <a:lnTo>
                  <a:pt x="1457734" y="2348227"/>
                </a:lnTo>
                <a:lnTo>
                  <a:pt x="1427038" y="2378073"/>
                </a:lnTo>
                <a:lnTo>
                  <a:pt x="1395459" y="2406189"/>
                </a:lnTo>
                <a:lnTo>
                  <a:pt x="1363032" y="2432526"/>
                </a:lnTo>
                <a:lnTo>
                  <a:pt x="1329790" y="2457036"/>
                </a:lnTo>
                <a:lnTo>
                  <a:pt x="1295768" y="2479670"/>
                </a:lnTo>
                <a:lnTo>
                  <a:pt x="1261001" y="2500378"/>
                </a:lnTo>
                <a:lnTo>
                  <a:pt x="1225524" y="2519114"/>
                </a:lnTo>
                <a:lnTo>
                  <a:pt x="1189371" y="2535827"/>
                </a:lnTo>
                <a:lnTo>
                  <a:pt x="1152576" y="2550470"/>
                </a:lnTo>
                <a:lnTo>
                  <a:pt x="1115174" y="2562993"/>
                </a:lnTo>
                <a:lnTo>
                  <a:pt x="1077199" y="2573349"/>
                </a:lnTo>
                <a:lnTo>
                  <a:pt x="1038687" y="2581488"/>
                </a:lnTo>
                <a:lnTo>
                  <a:pt x="999671" y="2587361"/>
                </a:lnTo>
                <a:lnTo>
                  <a:pt x="960186" y="2590921"/>
                </a:lnTo>
                <a:lnTo>
                  <a:pt x="920267" y="2592119"/>
                </a:lnTo>
                <a:lnTo>
                  <a:pt x="880347" y="2590921"/>
                </a:lnTo>
                <a:lnTo>
                  <a:pt x="840862" y="2587361"/>
                </a:lnTo>
                <a:lnTo>
                  <a:pt x="801846" y="2581488"/>
                </a:lnTo>
                <a:lnTo>
                  <a:pt x="763334" y="2573349"/>
                </a:lnTo>
                <a:lnTo>
                  <a:pt x="725359" y="2562993"/>
                </a:lnTo>
                <a:lnTo>
                  <a:pt x="687957" y="2550470"/>
                </a:lnTo>
                <a:lnTo>
                  <a:pt x="651162" y="2535827"/>
                </a:lnTo>
                <a:lnTo>
                  <a:pt x="615009" y="2519114"/>
                </a:lnTo>
                <a:lnTo>
                  <a:pt x="579531" y="2500378"/>
                </a:lnTo>
                <a:lnTo>
                  <a:pt x="544765" y="2479670"/>
                </a:lnTo>
                <a:lnTo>
                  <a:pt x="510743" y="2457036"/>
                </a:lnTo>
                <a:lnTo>
                  <a:pt x="477501" y="2432526"/>
                </a:lnTo>
                <a:lnTo>
                  <a:pt x="445073" y="2406189"/>
                </a:lnTo>
                <a:lnTo>
                  <a:pt x="413495" y="2378073"/>
                </a:lnTo>
                <a:lnTo>
                  <a:pt x="382799" y="2348227"/>
                </a:lnTo>
                <a:lnTo>
                  <a:pt x="353021" y="2316699"/>
                </a:lnTo>
                <a:lnTo>
                  <a:pt x="324195" y="2283538"/>
                </a:lnTo>
                <a:lnTo>
                  <a:pt x="296357" y="2248792"/>
                </a:lnTo>
                <a:lnTo>
                  <a:pt x="269539" y="2212511"/>
                </a:lnTo>
                <a:lnTo>
                  <a:pt x="243778" y="2174743"/>
                </a:lnTo>
                <a:lnTo>
                  <a:pt x="219107" y="2135537"/>
                </a:lnTo>
                <a:lnTo>
                  <a:pt x="195561" y="2094940"/>
                </a:lnTo>
                <a:lnTo>
                  <a:pt x="173175" y="2053002"/>
                </a:lnTo>
                <a:lnTo>
                  <a:pt x="151982" y="2009772"/>
                </a:lnTo>
                <a:lnTo>
                  <a:pt x="132019" y="1965298"/>
                </a:lnTo>
                <a:lnTo>
                  <a:pt x="113318" y="1919628"/>
                </a:lnTo>
                <a:lnTo>
                  <a:pt x="95915" y="1872812"/>
                </a:lnTo>
                <a:lnTo>
                  <a:pt x="79844" y="1824898"/>
                </a:lnTo>
                <a:lnTo>
                  <a:pt x="65139" y="1775934"/>
                </a:lnTo>
                <a:lnTo>
                  <a:pt x="51836" y="1725969"/>
                </a:lnTo>
                <a:lnTo>
                  <a:pt x="39969" y="1675053"/>
                </a:lnTo>
                <a:lnTo>
                  <a:pt x="29572" y="1623232"/>
                </a:lnTo>
                <a:lnTo>
                  <a:pt x="20680" y="1570557"/>
                </a:lnTo>
                <a:lnTo>
                  <a:pt x="13327" y="1517076"/>
                </a:lnTo>
                <a:lnTo>
                  <a:pt x="7548" y="1462837"/>
                </a:lnTo>
                <a:lnTo>
                  <a:pt x="3377" y="1407888"/>
                </a:lnTo>
                <a:lnTo>
                  <a:pt x="850" y="1352280"/>
                </a:lnTo>
                <a:lnTo>
                  <a:pt x="0" y="129606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28354" y="3740425"/>
            <a:ext cx="1840864" cy="2639060"/>
          </a:xfrm>
          <a:custGeom>
            <a:avLst/>
            <a:gdLst/>
            <a:ahLst/>
            <a:cxnLst/>
            <a:rect l="l" t="t" r="r" b="b"/>
            <a:pathLst>
              <a:path w="1840865" h="2639060">
                <a:moveTo>
                  <a:pt x="0" y="1319302"/>
                </a:moveTo>
                <a:lnTo>
                  <a:pt x="807" y="1263533"/>
                </a:lnTo>
                <a:lnTo>
                  <a:pt x="3208" y="1208354"/>
                </a:lnTo>
                <a:lnTo>
                  <a:pt x="7170" y="1153811"/>
                </a:lnTo>
                <a:lnTo>
                  <a:pt x="12661" y="1099950"/>
                </a:lnTo>
                <a:lnTo>
                  <a:pt x="19651" y="1046816"/>
                </a:lnTo>
                <a:lnTo>
                  <a:pt x="28105" y="994455"/>
                </a:lnTo>
                <a:lnTo>
                  <a:pt x="37994" y="942913"/>
                </a:lnTo>
                <a:lnTo>
                  <a:pt x="49284" y="892236"/>
                </a:lnTo>
                <a:lnTo>
                  <a:pt x="61944" y="842470"/>
                </a:lnTo>
                <a:lnTo>
                  <a:pt x="75942" y="793659"/>
                </a:lnTo>
                <a:lnTo>
                  <a:pt x="91245" y="745851"/>
                </a:lnTo>
                <a:lnTo>
                  <a:pt x="107823" y="699091"/>
                </a:lnTo>
                <a:lnTo>
                  <a:pt x="125643" y="653425"/>
                </a:lnTo>
                <a:lnTo>
                  <a:pt x="144673" y="608898"/>
                </a:lnTo>
                <a:lnTo>
                  <a:pt x="164881" y="565556"/>
                </a:lnTo>
                <a:lnTo>
                  <a:pt x="186235" y="523445"/>
                </a:lnTo>
                <a:lnTo>
                  <a:pt x="208703" y="482612"/>
                </a:lnTo>
                <a:lnTo>
                  <a:pt x="232254" y="443101"/>
                </a:lnTo>
                <a:lnTo>
                  <a:pt x="256855" y="404958"/>
                </a:lnTo>
                <a:lnTo>
                  <a:pt x="282475" y="368230"/>
                </a:lnTo>
                <a:lnTo>
                  <a:pt x="309081" y="332961"/>
                </a:lnTo>
                <a:lnTo>
                  <a:pt x="336641" y="299199"/>
                </a:lnTo>
                <a:lnTo>
                  <a:pt x="365124" y="266988"/>
                </a:lnTo>
                <a:lnTo>
                  <a:pt x="394498" y="236374"/>
                </a:lnTo>
                <a:lnTo>
                  <a:pt x="424731" y="207404"/>
                </a:lnTo>
                <a:lnTo>
                  <a:pt x="455790" y="180123"/>
                </a:lnTo>
                <a:lnTo>
                  <a:pt x="487644" y="154576"/>
                </a:lnTo>
                <a:lnTo>
                  <a:pt x="520261" y="130811"/>
                </a:lnTo>
                <a:lnTo>
                  <a:pt x="553610" y="108871"/>
                </a:lnTo>
                <a:lnTo>
                  <a:pt x="587657" y="88804"/>
                </a:lnTo>
                <a:lnTo>
                  <a:pt x="622371" y="70654"/>
                </a:lnTo>
                <a:lnTo>
                  <a:pt x="657720" y="54468"/>
                </a:lnTo>
                <a:lnTo>
                  <a:pt x="693673" y="40292"/>
                </a:lnTo>
                <a:lnTo>
                  <a:pt x="730197" y="28171"/>
                </a:lnTo>
                <a:lnTo>
                  <a:pt x="767260" y="18152"/>
                </a:lnTo>
                <a:lnTo>
                  <a:pt x="804830" y="10279"/>
                </a:lnTo>
                <a:lnTo>
                  <a:pt x="842876" y="4599"/>
                </a:lnTo>
                <a:lnTo>
                  <a:pt x="881366" y="1157"/>
                </a:lnTo>
                <a:lnTo>
                  <a:pt x="920267" y="0"/>
                </a:lnTo>
                <a:lnTo>
                  <a:pt x="959167" y="1157"/>
                </a:lnTo>
                <a:lnTo>
                  <a:pt x="997657" y="4599"/>
                </a:lnTo>
                <a:lnTo>
                  <a:pt x="1035703" y="10279"/>
                </a:lnTo>
                <a:lnTo>
                  <a:pt x="1073273" y="18152"/>
                </a:lnTo>
                <a:lnTo>
                  <a:pt x="1110336" y="28171"/>
                </a:lnTo>
                <a:lnTo>
                  <a:pt x="1146860" y="40292"/>
                </a:lnTo>
                <a:lnTo>
                  <a:pt x="1182813" y="54468"/>
                </a:lnTo>
                <a:lnTo>
                  <a:pt x="1218162" y="70654"/>
                </a:lnTo>
                <a:lnTo>
                  <a:pt x="1252876" y="88804"/>
                </a:lnTo>
                <a:lnTo>
                  <a:pt x="1286923" y="108871"/>
                </a:lnTo>
                <a:lnTo>
                  <a:pt x="1320271" y="130811"/>
                </a:lnTo>
                <a:lnTo>
                  <a:pt x="1352888" y="154576"/>
                </a:lnTo>
                <a:lnTo>
                  <a:pt x="1384743" y="180123"/>
                </a:lnTo>
                <a:lnTo>
                  <a:pt x="1415802" y="207404"/>
                </a:lnTo>
                <a:lnTo>
                  <a:pt x="1446035" y="236374"/>
                </a:lnTo>
                <a:lnTo>
                  <a:pt x="1475409" y="266988"/>
                </a:lnTo>
                <a:lnTo>
                  <a:pt x="1503892" y="299199"/>
                </a:lnTo>
                <a:lnTo>
                  <a:pt x="1531452" y="332961"/>
                </a:lnTo>
                <a:lnTo>
                  <a:pt x="1558058" y="368230"/>
                </a:lnTo>
                <a:lnTo>
                  <a:pt x="1583678" y="404958"/>
                </a:lnTo>
                <a:lnTo>
                  <a:pt x="1608279" y="443101"/>
                </a:lnTo>
                <a:lnTo>
                  <a:pt x="1631830" y="482612"/>
                </a:lnTo>
                <a:lnTo>
                  <a:pt x="1654298" y="523445"/>
                </a:lnTo>
                <a:lnTo>
                  <a:pt x="1675652" y="565556"/>
                </a:lnTo>
                <a:lnTo>
                  <a:pt x="1695860" y="608898"/>
                </a:lnTo>
                <a:lnTo>
                  <a:pt x="1714890" y="653425"/>
                </a:lnTo>
                <a:lnTo>
                  <a:pt x="1732710" y="699091"/>
                </a:lnTo>
                <a:lnTo>
                  <a:pt x="1749287" y="745851"/>
                </a:lnTo>
                <a:lnTo>
                  <a:pt x="1764591" y="793659"/>
                </a:lnTo>
                <a:lnTo>
                  <a:pt x="1778589" y="842470"/>
                </a:lnTo>
                <a:lnTo>
                  <a:pt x="1791249" y="892236"/>
                </a:lnTo>
                <a:lnTo>
                  <a:pt x="1802539" y="942913"/>
                </a:lnTo>
                <a:lnTo>
                  <a:pt x="1812428" y="994455"/>
                </a:lnTo>
                <a:lnTo>
                  <a:pt x="1820882" y="1046816"/>
                </a:lnTo>
                <a:lnTo>
                  <a:pt x="1827872" y="1099950"/>
                </a:lnTo>
                <a:lnTo>
                  <a:pt x="1833363" y="1153811"/>
                </a:lnTo>
                <a:lnTo>
                  <a:pt x="1837325" y="1208354"/>
                </a:lnTo>
                <a:lnTo>
                  <a:pt x="1839726" y="1263533"/>
                </a:lnTo>
                <a:lnTo>
                  <a:pt x="1840534" y="1319302"/>
                </a:lnTo>
                <a:lnTo>
                  <a:pt x="1839726" y="1375070"/>
                </a:lnTo>
                <a:lnTo>
                  <a:pt x="1837325" y="1430249"/>
                </a:lnTo>
                <a:lnTo>
                  <a:pt x="1833363" y="1484792"/>
                </a:lnTo>
                <a:lnTo>
                  <a:pt x="1827872" y="1538654"/>
                </a:lnTo>
                <a:lnTo>
                  <a:pt x="1820882" y="1591788"/>
                </a:lnTo>
                <a:lnTo>
                  <a:pt x="1812428" y="1644148"/>
                </a:lnTo>
                <a:lnTo>
                  <a:pt x="1802539" y="1695690"/>
                </a:lnTo>
                <a:lnTo>
                  <a:pt x="1791249" y="1746367"/>
                </a:lnTo>
                <a:lnTo>
                  <a:pt x="1778589" y="1796134"/>
                </a:lnTo>
                <a:lnTo>
                  <a:pt x="1764591" y="1844944"/>
                </a:lnTo>
                <a:lnTo>
                  <a:pt x="1749287" y="1892752"/>
                </a:lnTo>
                <a:lnTo>
                  <a:pt x="1732710" y="1939513"/>
                </a:lnTo>
                <a:lnTo>
                  <a:pt x="1714890" y="1985179"/>
                </a:lnTo>
                <a:lnTo>
                  <a:pt x="1695860" y="2029706"/>
                </a:lnTo>
                <a:lnTo>
                  <a:pt x="1675652" y="2073048"/>
                </a:lnTo>
                <a:lnTo>
                  <a:pt x="1654298" y="2115158"/>
                </a:lnTo>
                <a:lnTo>
                  <a:pt x="1631830" y="2155992"/>
                </a:lnTo>
                <a:lnTo>
                  <a:pt x="1608279" y="2195503"/>
                </a:lnTo>
                <a:lnTo>
                  <a:pt x="1583678" y="2233646"/>
                </a:lnTo>
                <a:lnTo>
                  <a:pt x="1558058" y="2270374"/>
                </a:lnTo>
                <a:lnTo>
                  <a:pt x="1531452" y="2305643"/>
                </a:lnTo>
                <a:lnTo>
                  <a:pt x="1503892" y="2339405"/>
                </a:lnTo>
                <a:lnTo>
                  <a:pt x="1475409" y="2371616"/>
                </a:lnTo>
                <a:lnTo>
                  <a:pt x="1446035" y="2402229"/>
                </a:lnTo>
                <a:lnTo>
                  <a:pt x="1415802" y="2431200"/>
                </a:lnTo>
                <a:lnTo>
                  <a:pt x="1384743" y="2458481"/>
                </a:lnTo>
                <a:lnTo>
                  <a:pt x="1352888" y="2484028"/>
                </a:lnTo>
                <a:lnTo>
                  <a:pt x="1320271" y="2507793"/>
                </a:lnTo>
                <a:lnTo>
                  <a:pt x="1286923" y="2529733"/>
                </a:lnTo>
                <a:lnTo>
                  <a:pt x="1252876" y="2549800"/>
                </a:lnTo>
                <a:lnTo>
                  <a:pt x="1218162" y="2567950"/>
                </a:lnTo>
                <a:lnTo>
                  <a:pt x="1182813" y="2584136"/>
                </a:lnTo>
                <a:lnTo>
                  <a:pt x="1146860" y="2598312"/>
                </a:lnTo>
                <a:lnTo>
                  <a:pt x="1110336" y="2610433"/>
                </a:lnTo>
                <a:lnTo>
                  <a:pt x="1073273" y="2620452"/>
                </a:lnTo>
                <a:lnTo>
                  <a:pt x="1035703" y="2628325"/>
                </a:lnTo>
                <a:lnTo>
                  <a:pt x="997657" y="2634005"/>
                </a:lnTo>
                <a:lnTo>
                  <a:pt x="959167" y="2637447"/>
                </a:lnTo>
                <a:lnTo>
                  <a:pt x="920267" y="2638605"/>
                </a:lnTo>
                <a:lnTo>
                  <a:pt x="881366" y="2637447"/>
                </a:lnTo>
                <a:lnTo>
                  <a:pt x="842876" y="2634005"/>
                </a:lnTo>
                <a:lnTo>
                  <a:pt x="804830" y="2628325"/>
                </a:lnTo>
                <a:lnTo>
                  <a:pt x="767260" y="2620452"/>
                </a:lnTo>
                <a:lnTo>
                  <a:pt x="730197" y="2610433"/>
                </a:lnTo>
                <a:lnTo>
                  <a:pt x="693673" y="2598312"/>
                </a:lnTo>
                <a:lnTo>
                  <a:pt x="657720" y="2584136"/>
                </a:lnTo>
                <a:lnTo>
                  <a:pt x="622371" y="2567950"/>
                </a:lnTo>
                <a:lnTo>
                  <a:pt x="587657" y="2549800"/>
                </a:lnTo>
                <a:lnTo>
                  <a:pt x="553610" y="2529733"/>
                </a:lnTo>
                <a:lnTo>
                  <a:pt x="520261" y="2507793"/>
                </a:lnTo>
                <a:lnTo>
                  <a:pt x="487644" y="2484028"/>
                </a:lnTo>
                <a:lnTo>
                  <a:pt x="455790" y="2458481"/>
                </a:lnTo>
                <a:lnTo>
                  <a:pt x="424731" y="2431200"/>
                </a:lnTo>
                <a:lnTo>
                  <a:pt x="394498" y="2402229"/>
                </a:lnTo>
                <a:lnTo>
                  <a:pt x="365124" y="2371616"/>
                </a:lnTo>
                <a:lnTo>
                  <a:pt x="336641" y="2339405"/>
                </a:lnTo>
                <a:lnTo>
                  <a:pt x="309081" y="2305643"/>
                </a:lnTo>
                <a:lnTo>
                  <a:pt x="282475" y="2270374"/>
                </a:lnTo>
                <a:lnTo>
                  <a:pt x="256855" y="2233646"/>
                </a:lnTo>
                <a:lnTo>
                  <a:pt x="232254" y="2195503"/>
                </a:lnTo>
                <a:lnTo>
                  <a:pt x="208703" y="2155992"/>
                </a:lnTo>
                <a:lnTo>
                  <a:pt x="186235" y="2115158"/>
                </a:lnTo>
                <a:lnTo>
                  <a:pt x="164881" y="2073048"/>
                </a:lnTo>
                <a:lnTo>
                  <a:pt x="144673" y="2029706"/>
                </a:lnTo>
                <a:lnTo>
                  <a:pt x="125643" y="1985179"/>
                </a:lnTo>
                <a:lnTo>
                  <a:pt x="107823" y="1939513"/>
                </a:lnTo>
                <a:lnTo>
                  <a:pt x="91245" y="1892752"/>
                </a:lnTo>
                <a:lnTo>
                  <a:pt x="75942" y="1844944"/>
                </a:lnTo>
                <a:lnTo>
                  <a:pt x="61944" y="1796134"/>
                </a:lnTo>
                <a:lnTo>
                  <a:pt x="49284" y="1746367"/>
                </a:lnTo>
                <a:lnTo>
                  <a:pt x="37994" y="1695690"/>
                </a:lnTo>
                <a:lnTo>
                  <a:pt x="28105" y="1644148"/>
                </a:lnTo>
                <a:lnTo>
                  <a:pt x="19651" y="1591788"/>
                </a:lnTo>
                <a:lnTo>
                  <a:pt x="12661" y="1538654"/>
                </a:lnTo>
                <a:lnTo>
                  <a:pt x="7170" y="1484792"/>
                </a:lnTo>
                <a:lnTo>
                  <a:pt x="3208" y="1430249"/>
                </a:lnTo>
                <a:lnTo>
                  <a:pt x="807" y="1375070"/>
                </a:lnTo>
                <a:lnTo>
                  <a:pt x="0" y="131930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924069" y="3202939"/>
            <a:ext cx="344170" cy="1205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𝑋</a:t>
            </a:r>
            <a:endParaRPr sz="3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dirty="0" sz="240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1560" y="4769611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0588" y="555904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03022" y="3169411"/>
            <a:ext cx="325120" cy="1769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𝑌</a:t>
            </a:r>
            <a:endParaRPr sz="3600">
              <a:latin typeface="Cambria Math"/>
              <a:cs typeface="Cambria Math"/>
            </a:endParaRPr>
          </a:p>
          <a:p>
            <a:pPr marL="35560" marR="77470" indent="-23495">
              <a:lnSpc>
                <a:spcPct val="152500"/>
              </a:lnSpc>
              <a:spcBef>
                <a:spcPts val="620"/>
              </a:spcBef>
            </a:pPr>
            <a:r>
              <a:rPr dirty="0" sz="2400">
                <a:latin typeface="Arial"/>
                <a:cs typeface="Arial"/>
              </a:rPr>
              <a:t>D  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8205" y="5068315"/>
            <a:ext cx="247015" cy="9950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" marR="5080" indent="-18415">
              <a:lnSpc>
                <a:spcPct val="1325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C  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87142" y="4157741"/>
            <a:ext cx="2537460" cy="85725"/>
          </a:xfrm>
          <a:custGeom>
            <a:avLst/>
            <a:gdLst/>
            <a:ahLst/>
            <a:cxnLst/>
            <a:rect l="l" t="t" r="r" b="b"/>
            <a:pathLst>
              <a:path w="2537460" h="85725">
                <a:moveTo>
                  <a:pt x="2509208" y="28326"/>
                </a:moveTo>
                <a:lnTo>
                  <a:pt x="2473434" y="28326"/>
                </a:lnTo>
                <a:lnTo>
                  <a:pt x="2479902" y="34650"/>
                </a:lnTo>
                <a:lnTo>
                  <a:pt x="2480077" y="50431"/>
                </a:lnTo>
                <a:lnTo>
                  <a:pt x="2473752" y="56899"/>
                </a:lnTo>
                <a:lnTo>
                  <a:pt x="2451579" y="57146"/>
                </a:lnTo>
                <a:lnTo>
                  <a:pt x="2451897" y="85719"/>
                </a:lnTo>
                <a:lnTo>
                  <a:pt x="2537139" y="41904"/>
                </a:lnTo>
                <a:lnTo>
                  <a:pt x="2509208" y="28326"/>
                </a:lnTo>
                <a:close/>
              </a:path>
              <a:path w="2537460" h="85725">
                <a:moveTo>
                  <a:pt x="2451260" y="28573"/>
                </a:moveTo>
                <a:lnTo>
                  <a:pt x="6324" y="55808"/>
                </a:lnTo>
                <a:lnTo>
                  <a:pt x="0" y="62276"/>
                </a:lnTo>
                <a:lnTo>
                  <a:pt x="175" y="78056"/>
                </a:lnTo>
                <a:lnTo>
                  <a:pt x="6643" y="84382"/>
                </a:lnTo>
                <a:lnTo>
                  <a:pt x="2451579" y="57146"/>
                </a:lnTo>
                <a:lnTo>
                  <a:pt x="2451260" y="28573"/>
                </a:lnTo>
                <a:close/>
              </a:path>
              <a:path w="2537460" h="85725">
                <a:moveTo>
                  <a:pt x="2473434" y="28326"/>
                </a:moveTo>
                <a:lnTo>
                  <a:pt x="2451260" y="28573"/>
                </a:lnTo>
                <a:lnTo>
                  <a:pt x="2451579" y="57146"/>
                </a:lnTo>
                <a:lnTo>
                  <a:pt x="2473752" y="56899"/>
                </a:lnTo>
                <a:lnTo>
                  <a:pt x="2480077" y="50431"/>
                </a:lnTo>
                <a:lnTo>
                  <a:pt x="2479902" y="34650"/>
                </a:lnTo>
                <a:lnTo>
                  <a:pt x="2473434" y="28326"/>
                </a:lnTo>
                <a:close/>
              </a:path>
              <a:path w="2537460" h="85725">
                <a:moveTo>
                  <a:pt x="2450942" y="0"/>
                </a:moveTo>
                <a:lnTo>
                  <a:pt x="2451260" y="28573"/>
                </a:lnTo>
                <a:lnTo>
                  <a:pt x="2473434" y="28326"/>
                </a:lnTo>
                <a:lnTo>
                  <a:pt x="2509208" y="28326"/>
                </a:lnTo>
                <a:lnTo>
                  <a:pt x="2450942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74090" y="4723726"/>
            <a:ext cx="2573655" cy="273050"/>
          </a:xfrm>
          <a:custGeom>
            <a:avLst/>
            <a:gdLst/>
            <a:ahLst/>
            <a:cxnLst/>
            <a:rect l="l" t="t" r="r" b="b"/>
            <a:pathLst>
              <a:path w="2573654" h="273050">
                <a:moveTo>
                  <a:pt x="2486908" y="28467"/>
                </a:moveTo>
                <a:lnTo>
                  <a:pt x="5817" y="244370"/>
                </a:lnTo>
                <a:lnTo>
                  <a:pt x="0" y="251298"/>
                </a:lnTo>
                <a:lnTo>
                  <a:pt x="1367" y="267020"/>
                </a:lnTo>
                <a:lnTo>
                  <a:pt x="8294" y="272839"/>
                </a:lnTo>
                <a:lnTo>
                  <a:pt x="2489385" y="56935"/>
                </a:lnTo>
                <a:lnTo>
                  <a:pt x="2486908" y="28467"/>
                </a:lnTo>
                <a:close/>
              </a:path>
              <a:path w="2573654" h="273050">
                <a:moveTo>
                  <a:pt x="2551501" y="26544"/>
                </a:moveTo>
                <a:lnTo>
                  <a:pt x="2509006" y="26544"/>
                </a:lnTo>
                <a:lnTo>
                  <a:pt x="2515934" y="32363"/>
                </a:lnTo>
                <a:lnTo>
                  <a:pt x="2517302" y="48084"/>
                </a:lnTo>
                <a:lnTo>
                  <a:pt x="2511484" y="55012"/>
                </a:lnTo>
                <a:lnTo>
                  <a:pt x="2489385" y="56935"/>
                </a:lnTo>
                <a:lnTo>
                  <a:pt x="2491863" y="85402"/>
                </a:lnTo>
                <a:lnTo>
                  <a:pt x="2573549" y="35270"/>
                </a:lnTo>
                <a:lnTo>
                  <a:pt x="2551501" y="26544"/>
                </a:lnTo>
                <a:close/>
              </a:path>
              <a:path w="2573654" h="273050">
                <a:moveTo>
                  <a:pt x="2509006" y="26544"/>
                </a:moveTo>
                <a:lnTo>
                  <a:pt x="2486908" y="28467"/>
                </a:lnTo>
                <a:lnTo>
                  <a:pt x="2489385" y="56935"/>
                </a:lnTo>
                <a:lnTo>
                  <a:pt x="2511484" y="55012"/>
                </a:lnTo>
                <a:lnTo>
                  <a:pt x="2517302" y="48084"/>
                </a:lnTo>
                <a:lnTo>
                  <a:pt x="2515934" y="32363"/>
                </a:lnTo>
                <a:lnTo>
                  <a:pt x="2509006" y="26544"/>
                </a:lnTo>
                <a:close/>
              </a:path>
              <a:path w="2573654" h="273050">
                <a:moveTo>
                  <a:pt x="2484431" y="0"/>
                </a:moveTo>
                <a:lnTo>
                  <a:pt x="2486908" y="28467"/>
                </a:lnTo>
                <a:lnTo>
                  <a:pt x="2509006" y="26544"/>
                </a:lnTo>
                <a:lnTo>
                  <a:pt x="2551501" y="26544"/>
                </a:lnTo>
                <a:lnTo>
                  <a:pt x="2484431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03416" y="5754349"/>
            <a:ext cx="2574290" cy="166370"/>
          </a:xfrm>
          <a:custGeom>
            <a:avLst/>
            <a:gdLst/>
            <a:ahLst/>
            <a:cxnLst/>
            <a:rect l="l" t="t" r="r" b="b"/>
            <a:pathLst>
              <a:path w="2574290" h="166370">
                <a:moveTo>
                  <a:pt x="2490351" y="80314"/>
                </a:moveTo>
                <a:lnTo>
                  <a:pt x="2489099" y="108862"/>
                </a:lnTo>
                <a:lnTo>
                  <a:pt x="2511256" y="109834"/>
                </a:lnTo>
                <a:lnTo>
                  <a:pt x="2517366" y="116504"/>
                </a:lnTo>
                <a:lnTo>
                  <a:pt x="2516675" y="132271"/>
                </a:lnTo>
                <a:lnTo>
                  <a:pt x="2510003" y="138381"/>
                </a:lnTo>
                <a:lnTo>
                  <a:pt x="2487804" y="138381"/>
                </a:lnTo>
                <a:lnTo>
                  <a:pt x="2486595" y="165957"/>
                </a:lnTo>
                <a:lnTo>
                  <a:pt x="2548377" y="138381"/>
                </a:lnTo>
                <a:lnTo>
                  <a:pt x="2510003" y="138381"/>
                </a:lnTo>
                <a:lnTo>
                  <a:pt x="2487847" y="137409"/>
                </a:lnTo>
                <a:lnTo>
                  <a:pt x="2550554" y="137409"/>
                </a:lnTo>
                <a:lnTo>
                  <a:pt x="2574117" y="126892"/>
                </a:lnTo>
                <a:lnTo>
                  <a:pt x="2490351" y="80314"/>
                </a:lnTo>
                <a:close/>
              </a:path>
              <a:path w="2574290" h="166370">
                <a:moveTo>
                  <a:pt x="2489099" y="108862"/>
                </a:moveTo>
                <a:lnTo>
                  <a:pt x="2487847" y="137409"/>
                </a:lnTo>
                <a:lnTo>
                  <a:pt x="2510003" y="138381"/>
                </a:lnTo>
                <a:lnTo>
                  <a:pt x="2516675" y="132271"/>
                </a:lnTo>
                <a:lnTo>
                  <a:pt x="2517366" y="116504"/>
                </a:lnTo>
                <a:lnTo>
                  <a:pt x="2511256" y="109834"/>
                </a:lnTo>
                <a:lnTo>
                  <a:pt x="2489099" y="108862"/>
                </a:lnTo>
                <a:close/>
              </a:path>
              <a:path w="2574290" h="166370">
                <a:moveTo>
                  <a:pt x="7362" y="0"/>
                </a:moveTo>
                <a:lnTo>
                  <a:pt x="692" y="6110"/>
                </a:lnTo>
                <a:lnTo>
                  <a:pt x="0" y="21876"/>
                </a:lnTo>
                <a:lnTo>
                  <a:pt x="6109" y="28547"/>
                </a:lnTo>
                <a:lnTo>
                  <a:pt x="2487847" y="137409"/>
                </a:lnTo>
                <a:lnTo>
                  <a:pt x="2489099" y="108862"/>
                </a:lnTo>
                <a:lnTo>
                  <a:pt x="7362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348762" y="3556508"/>
            <a:ext cx="2768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C00000"/>
                </a:solidFill>
                <a:latin typeface="Cambria Math"/>
                <a:cs typeface="Cambria Math"/>
              </a:rPr>
              <a:t>𝑓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185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6003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/>
              <a:t>Most </a:t>
            </a:r>
            <a:r>
              <a:rPr dirty="0" sz="3200" spc="-15"/>
              <a:t>expressive </a:t>
            </a:r>
            <a:r>
              <a:rPr dirty="0" sz="3200" spc="-5"/>
              <a:t>GNN should </a:t>
            </a:r>
            <a:r>
              <a:rPr dirty="0" sz="3200"/>
              <a:t>map </a:t>
            </a:r>
            <a:r>
              <a:rPr dirty="0" sz="3200" spc="-10"/>
              <a:t>subtrees </a:t>
            </a:r>
            <a:r>
              <a:rPr dirty="0" sz="3200" spc="-15"/>
              <a:t>to  </a:t>
            </a:r>
            <a:r>
              <a:rPr dirty="0" sz="3200"/>
              <a:t>the </a:t>
            </a:r>
            <a:r>
              <a:rPr dirty="0" sz="3200" spc="-5"/>
              <a:t>node embeddings</a:t>
            </a:r>
            <a:r>
              <a:rPr dirty="0" sz="3200" spc="-35"/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injectively</a:t>
            </a:r>
            <a:r>
              <a:rPr dirty="0" sz="3200" spc="-5"/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923" y="2632082"/>
            <a:ext cx="9031998" cy="40490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35680" y="44282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733033" y="5293867"/>
            <a:ext cx="548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670" algn="l"/>
              </a:tabLst>
            </a:pPr>
            <a:r>
              <a:rPr dirty="0" baseline="1543" sz="2700">
                <a:latin typeface="Arial"/>
                <a:cs typeface="Arial"/>
              </a:rPr>
              <a:t>2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2328" y="6235700"/>
            <a:ext cx="1550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  <a:tab pos="711835" algn="l"/>
                <a:tab pos="1061085" algn="l"/>
                <a:tab pos="1409700" algn="l"/>
              </a:tabLst>
            </a:pPr>
            <a:r>
              <a:rPr dirty="0" baseline="1543" sz="2700">
                <a:latin typeface="Arial"/>
                <a:cs typeface="Arial"/>
              </a:rPr>
              <a:t>1	5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2904" y="444957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1924" y="530301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33735" y="53121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84186" y="6244844"/>
            <a:ext cx="8464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0205" algn="l"/>
                <a:tab pos="706120" algn="l"/>
              </a:tabLst>
            </a:pPr>
            <a:r>
              <a:rPr dirty="0" sz="1800">
                <a:latin typeface="Arial"/>
                <a:cs typeface="Arial"/>
              </a:rPr>
              <a:t>2	5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24089" y="6250940"/>
            <a:ext cx="4991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8775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23994" y="44038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5360" y="52420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17334" y="622960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8817" y="44129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47837" y="52664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39649" y="52755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47837" y="6208267"/>
            <a:ext cx="488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980" algn="l"/>
              </a:tabLst>
            </a:pPr>
            <a:r>
              <a:rPr dirty="0" sz="1800">
                <a:latin typeface="Arial"/>
                <a:cs typeface="Arial"/>
              </a:rPr>
              <a:t>4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30002" y="6214364"/>
            <a:ext cx="4991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8775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3430" y="44038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32160" y="5266435"/>
            <a:ext cx="6216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1330" algn="l"/>
              </a:tabLst>
            </a:pPr>
            <a:r>
              <a:rPr dirty="0" sz="1800">
                <a:latin typeface="Arial"/>
                <a:cs typeface="Arial"/>
              </a:rPr>
              <a:t>1	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56659" y="621436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82809" y="524205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91172" y="6208267"/>
            <a:ext cx="1544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970" algn="l"/>
                <a:tab pos="717550" algn="l"/>
                <a:tab pos="1059815" algn="l"/>
                <a:tab pos="1403350" algn="l"/>
              </a:tabLst>
            </a:pPr>
            <a:r>
              <a:rPr dirty="0" sz="1800">
                <a:latin typeface="Arial"/>
                <a:cs typeface="Arial"/>
              </a:rPr>
              <a:t>5	</a:t>
            </a:r>
            <a:r>
              <a:rPr dirty="0" baseline="1543" sz="2700">
                <a:latin typeface="Arial"/>
                <a:cs typeface="Arial"/>
              </a:rPr>
              <a:t>1	</a:t>
            </a:r>
            <a:r>
              <a:rPr dirty="0" sz="1800">
                <a:latin typeface="Arial"/>
                <a:cs typeface="Arial"/>
              </a:rPr>
              <a:t>5	</a:t>
            </a:r>
            <a:r>
              <a:rPr dirty="0" baseline="1543" sz="2700">
                <a:latin typeface="Arial"/>
                <a:cs typeface="Arial"/>
              </a:rPr>
              <a:t>3	5</a:t>
            </a:r>
            <a:endParaRPr baseline="1543" sz="2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90366" y="2325116"/>
            <a:ext cx="1854835" cy="653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1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Embedding</a:t>
            </a:r>
            <a:r>
              <a:rPr dirty="0" sz="1800" spc="-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  <a:p>
            <a:pPr marL="482600">
              <a:lnSpc>
                <a:spcPts val="2830"/>
              </a:lnSpc>
            </a:pPr>
            <a:r>
              <a:rPr dirty="0" baseline="-20833" sz="3600" spc="322">
                <a:latin typeface="Cambria Math"/>
                <a:cs typeface="Cambria Math"/>
              </a:rPr>
              <a:t>ℝ</a:t>
            </a:r>
            <a:r>
              <a:rPr dirty="0" sz="1800" spc="215">
                <a:latin typeface="Cambria Math"/>
                <a:cs typeface="Cambria Math"/>
              </a:rPr>
              <a:t>"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60079" y="3943603"/>
            <a:ext cx="940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Subt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ees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185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4352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solidFill>
                  <a:srgbClr val="FF0066"/>
                </a:solidFill>
                <a:latin typeface="Calibri"/>
                <a:cs typeface="Calibri"/>
              </a:rPr>
              <a:t>Key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observation</a:t>
            </a:r>
            <a:r>
              <a:rPr dirty="0" sz="3200" spc="-10"/>
              <a:t>: Subtrees </a:t>
            </a:r>
            <a:r>
              <a:rPr dirty="0" sz="3200"/>
              <a:t>of the </a:t>
            </a:r>
            <a:r>
              <a:rPr dirty="0" sz="3200" spc="-5"/>
              <a:t>same depth  </a:t>
            </a:r>
            <a:r>
              <a:rPr dirty="0" sz="3200" spc="-10"/>
              <a:t>can </a:t>
            </a:r>
            <a:r>
              <a:rPr dirty="0" sz="3200"/>
              <a:t>be </a:t>
            </a:r>
            <a:r>
              <a:rPr dirty="0" sz="3200" spc="-15"/>
              <a:t>recursively </a:t>
            </a:r>
            <a:r>
              <a:rPr dirty="0" sz="3200" spc="-20"/>
              <a:t>characterized </a:t>
            </a:r>
            <a:r>
              <a:rPr dirty="0" sz="3200" spc="-15"/>
              <a:t>from </a:t>
            </a:r>
            <a:r>
              <a:rPr dirty="0" sz="3200"/>
              <a:t>the </a:t>
            </a:r>
            <a:r>
              <a:rPr dirty="0" sz="3200" spc="-5"/>
              <a:t>leaf  nodes </a:t>
            </a:r>
            <a:r>
              <a:rPr dirty="0" sz="3200" spc="-15"/>
              <a:t>to </a:t>
            </a:r>
            <a:r>
              <a:rPr dirty="0" sz="3200"/>
              <a:t>the </a:t>
            </a:r>
            <a:r>
              <a:rPr dirty="0" sz="3200" spc="-20"/>
              <a:t>root</a:t>
            </a:r>
            <a:r>
              <a:rPr dirty="0" sz="3200" spc="-35"/>
              <a:t> </a:t>
            </a:r>
            <a:r>
              <a:rPr dirty="0" sz="3200" spc="-5"/>
              <a:t>nodes.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82514" y="342900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42654" y="342544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66466" y="3724640"/>
            <a:ext cx="104775" cy="251460"/>
          </a:xfrm>
          <a:custGeom>
            <a:avLst/>
            <a:gdLst/>
            <a:ahLst/>
            <a:cxnLst/>
            <a:rect l="l" t="t" r="r" b="b"/>
            <a:pathLst>
              <a:path w="104775" h="251460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43613"/>
                </a:lnTo>
                <a:lnTo>
                  <a:pt x="42744" y="251432"/>
                </a:lnTo>
                <a:lnTo>
                  <a:pt x="62033" y="251432"/>
                </a:lnTo>
                <a:lnTo>
                  <a:pt x="69851" y="243613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51460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51460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79866" y="4283184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6"/>
                </a:lnTo>
                <a:lnTo>
                  <a:pt x="55819" y="28521"/>
                </a:lnTo>
                <a:lnTo>
                  <a:pt x="26305" y="60520"/>
                </a:lnTo>
                <a:lnTo>
                  <a:pt x="6950" y="101098"/>
                </a:lnTo>
                <a:lnTo>
                  <a:pt x="0" y="147821"/>
                </a:lnTo>
                <a:lnTo>
                  <a:pt x="6950" y="194544"/>
                </a:lnTo>
                <a:lnTo>
                  <a:pt x="26305" y="235122"/>
                </a:lnTo>
                <a:lnTo>
                  <a:pt x="55819" y="267121"/>
                </a:lnTo>
                <a:lnTo>
                  <a:pt x="93245" y="288105"/>
                </a:lnTo>
                <a:lnTo>
                  <a:pt x="136339" y="295642"/>
                </a:lnTo>
                <a:lnTo>
                  <a:pt x="179434" y="288105"/>
                </a:lnTo>
                <a:lnTo>
                  <a:pt x="216860" y="267121"/>
                </a:lnTo>
                <a:lnTo>
                  <a:pt x="246374" y="235122"/>
                </a:lnTo>
                <a:lnTo>
                  <a:pt x="265729" y="194544"/>
                </a:lnTo>
                <a:lnTo>
                  <a:pt x="272680" y="147821"/>
                </a:lnTo>
                <a:lnTo>
                  <a:pt x="265729" y="101098"/>
                </a:lnTo>
                <a:lnTo>
                  <a:pt x="246374" y="60520"/>
                </a:lnTo>
                <a:lnTo>
                  <a:pt x="216860" y="28521"/>
                </a:lnTo>
                <a:lnTo>
                  <a:pt x="179434" y="7536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74928" y="429240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6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8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6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840006" y="4291076"/>
            <a:ext cx="548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670" algn="l"/>
              </a:tabLst>
            </a:pPr>
            <a:r>
              <a:rPr dirty="0" baseline="1543" sz="2700">
                <a:latin typeface="Arial"/>
                <a:cs typeface="Arial"/>
              </a:rPr>
              <a:t>2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98867" y="4025502"/>
            <a:ext cx="220345" cy="275590"/>
          </a:xfrm>
          <a:custGeom>
            <a:avLst/>
            <a:gdLst/>
            <a:ahLst/>
            <a:cxnLst/>
            <a:rect l="l" t="t" r="r" b="b"/>
            <a:pathLst>
              <a:path w="220344" h="275589">
                <a:moveTo>
                  <a:pt x="141490" y="71564"/>
                </a:moveTo>
                <a:lnTo>
                  <a:pt x="3612" y="246887"/>
                </a:lnTo>
                <a:lnTo>
                  <a:pt x="489" y="253079"/>
                </a:lnTo>
                <a:lnTo>
                  <a:pt x="0" y="259755"/>
                </a:lnTo>
                <a:lnTo>
                  <a:pt x="2049" y="266128"/>
                </a:lnTo>
                <a:lnTo>
                  <a:pt x="6544" y="271409"/>
                </a:lnTo>
                <a:lnTo>
                  <a:pt x="12735" y="274532"/>
                </a:lnTo>
                <a:lnTo>
                  <a:pt x="19412" y="275021"/>
                </a:lnTo>
                <a:lnTo>
                  <a:pt x="25785" y="272971"/>
                </a:lnTo>
                <a:lnTo>
                  <a:pt x="31066" y="268476"/>
                </a:lnTo>
                <a:lnTo>
                  <a:pt x="168943" y="93153"/>
                </a:lnTo>
                <a:lnTo>
                  <a:pt x="141490" y="71564"/>
                </a:lnTo>
                <a:close/>
              </a:path>
              <a:path w="220344" h="275589">
                <a:moveTo>
                  <a:pt x="209440" y="51293"/>
                </a:moveTo>
                <a:lnTo>
                  <a:pt x="163938" y="51293"/>
                </a:lnTo>
                <a:lnTo>
                  <a:pt x="170615" y="51782"/>
                </a:lnTo>
                <a:lnTo>
                  <a:pt x="176806" y="54905"/>
                </a:lnTo>
                <a:lnTo>
                  <a:pt x="181300" y="60186"/>
                </a:lnTo>
                <a:lnTo>
                  <a:pt x="183350" y="66559"/>
                </a:lnTo>
                <a:lnTo>
                  <a:pt x="182861" y="73235"/>
                </a:lnTo>
                <a:lnTo>
                  <a:pt x="179738" y="79427"/>
                </a:lnTo>
                <a:lnTo>
                  <a:pt x="168943" y="93153"/>
                </a:lnTo>
                <a:lnTo>
                  <a:pt x="196395" y="114743"/>
                </a:lnTo>
                <a:lnTo>
                  <a:pt x="209440" y="51293"/>
                </a:lnTo>
                <a:close/>
              </a:path>
              <a:path w="220344" h="275589">
                <a:moveTo>
                  <a:pt x="163938" y="51293"/>
                </a:moveTo>
                <a:lnTo>
                  <a:pt x="157565" y="53343"/>
                </a:lnTo>
                <a:lnTo>
                  <a:pt x="152285" y="57838"/>
                </a:lnTo>
                <a:lnTo>
                  <a:pt x="141490" y="71564"/>
                </a:lnTo>
                <a:lnTo>
                  <a:pt x="168943" y="93153"/>
                </a:lnTo>
                <a:lnTo>
                  <a:pt x="179738" y="79427"/>
                </a:lnTo>
                <a:lnTo>
                  <a:pt x="182861" y="73235"/>
                </a:lnTo>
                <a:lnTo>
                  <a:pt x="183350" y="66559"/>
                </a:lnTo>
                <a:lnTo>
                  <a:pt x="181300" y="60186"/>
                </a:lnTo>
                <a:lnTo>
                  <a:pt x="176806" y="54905"/>
                </a:lnTo>
                <a:lnTo>
                  <a:pt x="170615" y="51782"/>
                </a:lnTo>
                <a:lnTo>
                  <a:pt x="163938" y="51293"/>
                </a:lnTo>
                <a:close/>
              </a:path>
              <a:path w="220344" h="275589">
                <a:moveTo>
                  <a:pt x="219984" y="0"/>
                </a:moveTo>
                <a:lnTo>
                  <a:pt x="114037" y="49974"/>
                </a:lnTo>
                <a:lnTo>
                  <a:pt x="141490" y="71564"/>
                </a:lnTo>
                <a:lnTo>
                  <a:pt x="152285" y="57838"/>
                </a:lnTo>
                <a:lnTo>
                  <a:pt x="157565" y="53343"/>
                </a:lnTo>
                <a:lnTo>
                  <a:pt x="163938" y="51293"/>
                </a:lnTo>
                <a:lnTo>
                  <a:pt x="209440" y="51293"/>
                </a:lnTo>
                <a:lnTo>
                  <a:pt x="2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18854" y="4025502"/>
            <a:ext cx="210185" cy="284480"/>
          </a:xfrm>
          <a:custGeom>
            <a:avLst/>
            <a:gdLst/>
            <a:ahLst/>
            <a:cxnLst/>
            <a:rect l="l" t="t" r="r" b="b"/>
            <a:pathLst>
              <a:path w="210185" h="284479">
                <a:moveTo>
                  <a:pt x="75437" y="74779"/>
                </a:moveTo>
                <a:lnTo>
                  <a:pt x="47107" y="95204"/>
                </a:lnTo>
                <a:lnTo>
                  <a:pt x="178249" y="277110"/>
                </a:lnTo>
                <a:lnTo>
                  <a:pt x="183337" y="281821"/>
                </a:lnTo>
                <a:lnTo>
                  <a:pt x="189619" y="284135"/>
                </a:lnTo>
                <a:lnTo>
                  <a:pt x="196310" y="283925"/>
                </a:lnTo>
                <a:lnTo>
                  <a:pt x="202627" y="281063"/>
                </a:lnTo>
                <a:lnTo>
                  <a:pt x="207338" y="275975"/>
                </a:lnTo>
                <a:lnTo>
                  <a:pt x="209652" y="269693"/>
                </a:lnTo>
                <a:lnTo>
                  <a:pt x="209441" y="263002"/>
                </a:lnTo>
                <a:lnTo>
                  <a:pt x="206579" y="256686"/>
                </a:lnTo>
                <a:lnTo>
                  <a:pt x="75437" y="74779"/>
                </a:lnTo>
                <a:close/>
              </a:path>
              <a:path w="210185" h="284479">
                <a:moveTo>
                  <a:pt x="0" y="0"/>
                </a:moveTo>
                <a:lnTo>
                  <a:pt x="18776" y="115628"/>
                </a:lnTo>
                <a:lnTo>
                  <a:pt x="47107" y="95204"/>
                </a:lnTo>
                <a:lnTo>
                  <a:pt x="36894" y="81038"/>
                </a:lnTo>
                <a:lnTo>
                  <a:pt x="34032" y="74722"/>
                </a:lnTo>
                <a:lnTo>
                  <a:pt x="53855" y="53589"/>
                </a:lnTo>
                <a:lnTo>
                  <a:pt x="102306" y="53589"/>
                </a:lnTo>
                <a:lnTo>
                  <a:pt x="0" y="0"/>
                </a:lnTo>
                <a:close/>
              </a:path>
              <a:path w="210185" h="284479">
                <a:moveTo>
                  <a:pt x="53855" y="53589"/>
                </a:moveTo>
                <a:lnTo>
                  <a:pt x="47164" y="53799"/>
                </a:lnTo>
                <a:lnTo>
                  <a:pt x="40848" y="56661"/>
                </a:lnTo>
                <a:lnTo>
                  <a:pt x="36136" y="61749"/>
                </a:lnTo>
                <a:lnTo>
                  <a:pt x="33822" y="68031"/>
                </a:lnTo>
                <a:lnTo>
                  <a:pt x="34032" y="74722"/>
                </a:lnTo>
                <a:lnTo>
                  <a:pt x="36894" y="81038"/>
                </a:lnTo>
                <a:lnTo>
                  <a:pt x="47107" y="95204"/>
                </a:lnTo>
                <a:lnTo>
                  <a:pt x="75437" y="74779"/>
                </a:lnTo>
                <a:lnTo>
                  <a:pt x="65225" y="60614"/>
                </a:lnTo>
                <a:lnTo>
                  <a:pt x="60137" y="55903"/>
                </a:lnTo>
                <a:lnTo>
                  <a:pt x="53855" y="53589"/>
                </a:lnTo>
                <a:close/>
              </a:path>
              <a:path w="210185" h="284479">
                <a:moveTo>
                  <a:pt x="102306" y="53589"/>
                </a:moveTo>
                <a:lnTo>
                  <a:pt x="53855" y="53589"/>
                </a:lnTo>
                <a:lnTo>
                  <a:pt x="60137" y="55903"/>
                </a:lnTo>
                <a:lnTo>
                  <a:pt x="65225" y="60614"/>
                </a:lnTo>
                <a:lnTo>
                  <a:pt x="75437" y="74779"/>
                </a:lnTo>
                <a:lnTo>
                  <a:pt x="103767" y="54354"/>
                </a:lnTo>
                <a:lnTo>
                  <a:pt x="102306" y="53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63820" y="4578825"/>
            <a:ext cx="104775" cy="247015"/>
          </a:xfrm>
          <a:custGeom>
            <a:avLst/>
            <a:gdLst/>
            <a:ahLst/>
            <a:cxnLst/>
            <a:rect l="l" t="t" r="r" b="b"/>
            <a:pathLst>
              <a:path w="104775" h="247014">
                <a:moveTo>
                  <a:pt x="62030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38935"/>
                </a:lnTo>
                <a:lnTo>
                  <a:pt x="42743" y="246753"/>
                </a:lnTo>
                <a:lnTo>
                  <a:pt x="62031" y="246753"/>
                </a:lnTo>
                <a:lnTo>
                  <a:pt x="69850" y="238935"/>
                </a:lnTo>
                <a:lnTo>
                  <a:pt x="69850" y="77668"/>
                </a:lnTo>
                <a:lnTo>
                  <a:pt x="62030" y="69850"/>
                </a:lnTo>
                <a:close/>
              </a:path>
              <a:path w="104775" h="247014">
                <a:moveTo>
                  <a:pt x="52386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47014">
                <a:moveTo>
                  <a:pt x="87312" y="69850"/>
                </a:moveTo>
                <a:lnTo>
                  <a:pt x="62030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58881" y="4588041"/>
            <a:ext cx="104775" cy="238125"/>
          </a:xfrm>
          <a:custGeom>
            <a:avLst/>
            <a:gdLst/>
            <a:ahLst/>
            <a:cxnLst/>
            <a:rect l="l" t="t" r="r" b="b"/>
            <a:pathLst>
              <a:path w="104775" h="238125">
                <a:moveTo>
                  <a:pt x="69850" y="104774"/>
                </a:moveTo>
                <a:lnTo>
                  <a:pt x="34925" y="104774"/>
                </a:lnTo>
                <a:lnTo>
                  <a:pt x="34926" y="229718"/>
                </a:lnTo>
                <a:lnTo>
                  <a:pt x="42744" y="237536"/>
                </a:lnTo>
                <a:lnTo>
                  <a:pt x="62033" y="237536"/>
                </a:lnTo>
                <a:lnTo>
                  <a:pt x="69851" y="229718"/>
                </a:lnTo>
                <a:lnTo>
                  <a:pt x="69850" y="104774"/>
                </a:lnTo>
                <a:close/>
              </a:path>
              <a:path w="104775" h="238125">
                <a:moveTo>
                  <a:pt x="52387" y="0"/>
                </a:moveTo>
                <a:lnTo>
                  <a:pt x="0" y="104775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812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104774"/>
                </a:lnTo>
                <a:lnTo>
                  <a:pt x="69850" y="104774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812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3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19161" y="522896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79866" y="522896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4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4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18625" y="522896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67690" y="5235262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6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8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6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16754" y="5235262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6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8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6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538039" y="4875009"/>
            <a:ext cx="378460" cy="371475"/>
          </a:xfrm>
          <a:custGeom>
            <a:avLst/>
            <a:gdLst/>
            <a:ahLst/>
            <a:cxnLst/>
            <a:rect l="l" t="t" r="r" b="b"/>
            <a:pathLst>
              <a:path w="378460" h="371475">
                <a:moveTo>
                  <a:pt x="291154" y="60920"/>
                </a:moveTo>
                <a:lnTo>
                  <a:pt x="5231" y="341492"/>
                </a:lnTo>
                <a:lnTo>
                  <a:pt x="1340" y="347233"/>
                </a:lnTo>
                <a:lnTo>
                  <a:pt x="0" y="353791"/>
                </a:lnTo>
                <a:lnTo>
                  <a:pt x="1216" y="360374"/>
                </a:lnTo>
                <a:lnTo>
                  <a:pt x="4998" y="366186"/>
                </a:lnTo>
                <a:lnTo>
                  <a:pt x="10738" y="370077"/>
                </a:lnTo>
                <a:lnTo>
                  <a:pt x="17296" y="371418"/>
                </a:lnTo>
                <a:lnTo>
                  <a:pt x="23879" y="370201"/>
                </a:lnTo>
                <a:lnTo>
                  <a:pt x="29691" y="366420"/>
                </a:lnTo>
                <a:lnTo>
                  <a:pt x="315616" y="85848"/>
                </a:lnTo>
                <a:lnTo>
                  <a:pt x="291154" y="60920"/>
                </a:lnTo>
                <a:close/>
              </a:path>
              <a:path w="378460" h="371475">
                <a:moveTo>
                  <a:pt x="363144" y="43692"/>
                </a:moveTo>
                <a:lnTo>
                  <a:pt x="316013" y="43692"/>
                </a:lnTo>
                <a:lnTo>
                  <a:pt x="322572" y="45032"/>
                </a:lnTo>
                <a:lnTo>
                  <a:pt x="328313" y="48922"/>
                </a:lnTo>
                <a:lnTo>
                  <a:pt x="332094" y="54735"/>
                </a:lnTo>
                <a:lnTo>
                  <a:pt x="333310" y="61318"/>
                </a:lnTo>
                <a:lnTo>
                  <a:pt x="331969" y="67877"/>
                </a:lnTo>
                <a:lnTo>
                  <a:pt x="328079" y="73618"/>
                </a:lnTo>
                <a:lnTo>
                  <a:pt x="315616" y="85848"/>
                </a:lnTo>
                <a:lnTo>
                  <a:pt x="340077" y="110775"/>
                </a:lnTo>
                <a:lnTo>
                  <a:pt x="363144" y="43692"/>
                </a:lnTo>
                <a:close/>
              </a:path>
              <a:path w="378460" h="371475">
                <a:moveTo>
                  <a:pt x="316013" y="43692"/>
                </a:moveTo>
                <a:lnTo>
                  <a:pt x="309430" y="44909"/>
                </a:lnTo>
                <a:lnTo>
                  <a:pt x="303618" y="48690"/>
                </a:lnTo>
                <a:lnTo>
                  <a:pt x="291154" y="60920"/>
                </a:lnTo>
                <a:lnTo>
                  <a:pt x="315616" y="85848"/>
                </a:lnTo>
                <a:lnTo>
                  <a:pt x="328079" y="73618"/>
                </a:lnTo>
                <a:lnTo>
                  <a:pt x="331969" y="67877"/>
                </a:lnTo>
                <a:lnTo>
                  <a:pt x="333310" y="61318"/>
                </a:lnTo>
                <a:lnTo>
                  <a:pt x="332094" y="54735"/>
                </a:lnTo>
                <a:lnTo>
                  <a:pt x="328313" y="48922"/>
                </a:lnTo>
                <a:lnTo>
                  <a:pt x="322572" y="45032"/>
                </a:lnTo>
                <a:lnTo>
                  <a:pt x="316013" y="43692"/>
                </a:lnTo>
                <a:close/>
              </a:path>
              <a:path w="378460" h="371475">
                <a:moveTo>
                  <a:pt x="378168" y="0"/>
                </a:moveTo>
                <a:lnTo>
                  <a:pt x="266693" y="35993"/>
                </a:lnTo>
                <a:lnTo>
                  <a:pt x="291154" y="60920"/>
                </a:lnTo>
                <a:lnTo>
                  <a:pt x="303618" y="48690"/>
                </a:lnTo>
                <a:lnTo>
                  <a:pt x="309430" y="44909"/>
                </a:lnTo>
                <a:lnTo>
                  <a:pt x="316013" y="43692"/>
                </a:lnTo>
                <a:lnTo>
                  <a:pt x="363144" y="43692"/>
                </a:lnTo>
                <a:lnTo>
                  <a:pt x="378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63820" y="4875009"/>
            <a:ext cx="104775" cy="371475"/>
          </a:xfrm>
          <a:custGeom>
            <a:avLst/>
            <a:gdLst/>
            <a:ahLst/>
            <a:cxnLst/>
            <a:rect l="l" t="t" r="r" b="b"/>
            <a:pathLst>
              <a:path w="104775" h="371475">
                <a:moveTo>
                  <a:pt x="34924" y="104775"/>
                </a:moveTo>
                <a:lnTo>
                  <a:pt x="34923" y="363600"/>
                </a:lnTo>
                <a:lnTo>
                  <a:pt x="42741" y="371419"/>
                </a:lnTo>
                <a:lnTo>
                  <a:pt x="62030" y="371419"/>
                </a:lnTo>
                <a:lnTo>
                  <a:pt x="69848" y="363600"/>
                </a:lnTo>
                <a:lnTo>
                  <a:pt x="69849" y="104775"/>
                </a:lnTo>
                <a:lnTo>
                  <a:pt x="34924" y="104775"/>
                </a:lnTo>
                <a:close/>
              </a:path>
              <a:path w="104775" h="371475">
                <a:moveTo>
                  <a:pt x="87312" y="69849"/>
                </a:moveTo>
                <a:lnTo>
                  <a:pt x="62031" y="69849"/>
                </a:lnTo>
                <a:lnTo>
                  <a:pt x="69848" y="77668"/>
                </a:lnTo>
                <a:lnTo>
                  <a:pt x="69849" y="104775"/>
                </a:lnTo>
                <a:lnTo>
                  <a:pt x="104775" y="104776"/>
                </a:lnTo>
                <a:lnTo>
                  <a:pt x="87312" y="69849"/>
                </a:lnTo>
                <a:close/>
              </a:path>
              <a:path w="104775" h="371475">
                <a:moveTo>
                  <a:pt x="62031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4" y="104775"/>
                </a:lnTo>
                <a:lnTo>
                  <a:pt x="69849" y="104775"/>
                </a:lnTo>
                <a:lnTo>
                  <a:pt x="69848" y="77668"/>
                </a:lnTo>
                <a:lnTo>
                  <a:pt x="62031" y="69849"/>
                </a:lnTo>
                <a:close/>
              </a:path>
              <a:path w="104775" h="371475">
                <a:moveTo>
                  <a:pt x="52387" y="0"/>
                </a:moveTo>
                <a:lnTo>
                  <a:pt x="0" y="104774"/>
                </a:lnTo>
                <a:lnTo>
                  <a:pt x="34924" y="104775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37719" y="4875009"/>
            <a:ext cx="109220" cy="371475"/>
          </a:xfrm>
          <a:custGeom>
            <a:avLst/>
            <a:gdLst/>
            <a:ahLst/>
            <a:cxnLst/>
            <a:rect l="l" t="t" r="r" b="b"/>
            <a:pathLst>
              <a:path w="109219" h="371475">
                <a:moveTo>
                  <a:pt x="39843" y="100731"/>
                </a:moveTo>
                <a:lnTo>
                  <a:pt x="0" y="351213"/>
                </a:lnTo>
                <a:lnTo>
                  <a:pt x="287" y="358141"/>
                </a:lnTo>
                <a:lnTo>
                  <a:pt x="3111" y="364211"/>
                </a:lnTo>
                <a:lnTo>
                  <a:pt x="8004" y="368779"/>
                </a:lnTo>
                <a:lnTo>
                  <a:pt x="14502" y="371201"/>
                </a:lnTo>
                <a:lnTo>
                  <a:pt x="21430" y="370914"/>
                </a:lnTo>
                <a:lnTo>
                  <a:pt x="27499" y="368090"/>
                </a:lnTo>
                <a:lnTo>
                  <a:pt x="32067" y="363197"/>
                </a:lnTo>
                <a:lnTo>
                  <a:pt x="34490" y="356699"/>
                </a:lnTo>
                <a:lnTo>
                  <a:pt x="74335" y="106217"/>
                </a:lnTo>
                <a:lnTo>
                  <a:pt x="39843" y="100731"/>
                </a:lnTo>
                <a:close/>
              </a:path>
              <a:path w="109219" h="371475">
                <a:moveTo>
                  <a:pt x="95334" y="68982"/>
                </a:moveTo>
                <a:lnTo>
                  <a:pt x="62576" y="68982"/>
                </a:lnTo>
                <a:lnTo>
                  <a:pt x="69073" y="71405"/>
                </a:lnTo>
                <a:lnTo>
                  <a:pt x="73967" y="75973"/>
                </a:lnTo>
                <a:lnTo>
                  <a:pt x="76791" y="82043"/>
                </a:lnTo>
                <a:lnTo>
                  <a:pt x="77078" y="88972"/>
                </a:lnTo>
                <a:lnTo>
                  <a:pt x="74335" y="106217"/>
                </a:lnTo>
                <a:lnTo>
                  <a:pt x="108826" y="111704"/>
                </a:lnTo>
                <a:lnTo>
                  <a:pt x="95334" y="68982"/>
                </a:lnTo>
                <a:close/>
              </a:path>
              <a:path w="109219" h="371475">
                <a:moveTo>
                  <a:pt x="62576" y="68982"/>
                </a:moveTo>
                <a:lnTo>
                  <a:pt x="39843" y="100731"/>
                </a:lnTo>
                <a:lnTo>
                  <a:pt x="74335" y="106217"/>
                </a:lnTo>
                <a:lnTo>
                  <a:pt x="77078" y="88972"/>
                </a:lnTo>
                <a:lnTo>
                  <a:pt x="76791" y="82043"/>
                </a:lnTo>
                <a:lnTo>
                  <a:pt x="73967" y="75973"/>
                </a:lnTo>
                <a:lnTo>
                  <a:pt x="69073" y="71405"/>
                </a:lnTo>
                <a:lnTo>
                  <a:pt x="62576" y="68982"/>
                </a:lnTo>
                <a:close/>
              </a:path>
              <a:path w="109219" h="371475">
                <a:moveTo>
                  <a:pt x="73549" y="0"/>
                </a:moveTo>
                <a:lnTo>
                  <a:pt x="5353" y="95244"/>
                </a:lnTo>
                <a:lnTo>
                  <a:pt x="39843" y="100731"/>
                </a:lnTo>
                <a:lnTo>
                  <a:pt x="42586" y="83485"/>
                </a:lnTo>
                <a:lnTo>
                  <a:pt x="45010" y="76988"/>
                </a:lnTo>
                <a:lnTo>
                  <a:pt x="49578" y="72094"/>
                </a:lnTo>
                <a:lnTo>
                  <a:pt x="55648" y="69270"/>
                </a:lnTo>
                <a:lnTo>
                  <a:pt x="62576" y="68982"/>
                </a:lnTo>
                <a:lnTo>
                  <a:pt x="95334" y="68982"/>
                </a:lnTo>
                <a:lnTo>
                  <a:pt x="73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11269" y="4875009"/>
            <a:ext cx="310515" cy="377825"/>
          </a:xfrm>
          <a:custGeom>
            <a:avLst/>
            <a:gdLst/>
            <a:ahLst/>
            <a:cxnLst/>
            <a:rect l="l" t="t" r="r" b="b"/>
            <a:pathLst>
              <a:path w="310514" h="377825">
                <a:moveTo>
                  <a:pt x="79629" y="70298"/>
                </a:moveTo>
                <a:lnTo>
                  <a:pt x="52525" y="92324"/>
                </a:lnTo>
                <a:lnTo>
                  <a:pt x="279208" y="371266"/>
                </a:lnTo>
                <a:lnTo>
                  <a:pt x="284559" y="375676"/>
                </a:lnTo>
                <a:lnTo>
                  <a:pt x="290964" y="377623"/>
                </a:lnTo>
                <a:lnTo>
                  <a:pt x="297632" y="377027"/>
                </a:lnTo>
                <a:lnTo>
                  <a:pt x="303772" y="373805"/>
                </a:lnTo>
                <a:lnTo>
                  <a:pt x="308181" y="368453"/>
                </a:lnTo>
                <a:lnTo>
                  <a:pt x="310129" y="362049"/>
                </a:lnTo>
                <a:lnTo>
                  <a:pt x="309532" y="355381"/>
                </a:lnTo>
                <a:lnTo>
                  <a:pt x="306311" y="349241"/>
                </a:lnTo>
                <a:lnTo>
                  <a:pt x="79629" y="70298"/>
                </a:lnTo>
                <a:close/>
              </a:path>
              <a:path w="310514" h="377825">
                <a:moveTo>
                  <a:pt x="0" y="0"/>
                </a:moveTo>
                <a:lnTo>
                  <a:pt x="25421" y="114350"/>
                </a:lnTo>
                <a:lnTo>
                  <a:pt x="52525" y="92324"/>
                </a:lnTo>
                <a:lnTo>
                  <a:pt x="41512" y="78773"/>
                </a:lnTo>
                <a:lnTo>
                  <a:pt x="38290" y="72632"/>
                </a:lnTo>
                <a:lnTo>
                  <a:pt x="56860" y="50389"/>
                </a:lnTo>
                <a:lnTo>
                  <a:pt x="104128" y="50389"/>
                </a:lnTo>
                <a:lnTo>
                  <a:pt x="106733" y="48272"/>
                </a:lnTo>
                <a:lnTo>
                  <a:pt x="0" y="0"/>
                </a:lnTo>
                <a:close/>
              </a:path>
              <a:path w="310514" h="377825">
                <a:moveTo>
                  <a:pt x="56860" y="50389"/>
                </a:moveTo>
                <a:lnTo>
                  <a:pt x="50192" y="50986"/>
                </a:lnTo>
                <a:lnTo>
                  <a:pt x="44051" y="54208"/>
                </a:lnTo>
                <a:lnTo>
                  <a:pt x="39641" y="59560"/>
                </a:lnTo>
                <a:lnTo>
                  <a:pt x="37694" y="65965"/>
                </a:lnTo>
                <a:lnTo>
                  <a:pt x="38290" y="72632"/>
                </a:lnTo>
                <a:lnTo>
                  <a:pt x="41512" y="78773"/>
                </a:lnTo>
                <a:lnTo>
                  <a:pt x="52525" y="92324"/>
                </a:lnTo>
                <a:lnTo>
                  <a:pt x="79629" y="70298"/>
                </a:lnTo>
                <a:lnTo>
                  <a:pt x="68616" y="56747"/>
                </a:lnTo>
                <a:lnTo>
                  <a:pt x="63265" y="52337"/>
                </a:lnTo>
                <a:lnTo>
                  <a:pt x="56860" y="50389"/>
                </a:lnTo>
                <a:close/>
              </a:path>
              <a:path w="310514" h="377825">
                <a:moveTo>
                  <a:pt x="104128" y="50389"/>
                </a:moveTo>
                <a:lnTo>
                  <a:pt x="56860" y="50389"/>
                </a:lnTo>
                <a:lnTo>
                  <a:pt x="63265" y="52337"/>
                </a:lnTo>
                <a:lnTo>
                  <a:pt x="68616" y="56747"/>
                </a:lnTo>
                <a:lnTo>
                  <a:pt x="79629" y="70298"/>
                </a:lnTo>
                <a:lnTo>
                  <a:pt x="104128" y="50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11269" y="4875009"/>
            <a:ext cx="659765" cy="377825"/>
          </a:xfrm>
          <a:custGeom>
            <a:avLst/>
            <a:gdLst/>
            <a:ahLst/>
            <a:cxnLst/>
            <a:rect l="l" t="t" r="r" b="b"/>
            <a:pathLst>
              <a:path w="659764" h="377825">
                <a:moveTo>
                  <a:pt x="99912" y="36056"/>
                </a:moveTo>
                <a:lnTo>
                  <a:pt x="82818" y="66511"/>
                </a:lnTo>
                <a:lnTo>
                  <a:pt x="633277" y="375481"/>
                </a:lnTo>
                <a:lnTo>
                  <a:pt x="639876" y="377611"/>
                </a:lnTo>
                <a:lnTo>
                  <a:pt x="646548" y="377064"/>
                </a:lnTo>
                <a:lnTo>
                  <a:pt x="652528" y="374055"/>
                </a:lnTo>
                <a:lnTo>
                  <a:pt x="657052" y="368800"/>
                </a:lnTo>
                <a:lnTo>
                  <a:pt x="659182" y="362201"/>
                </a:lnTo>
                <a:lnTo>
                  <a:pt x="658636" y="355529"/>
                </a:lnTo>
                <a:lnTo>
                  <a:pt x="655627" y="349549"/>
                </a:lnTo>
                <a:lnTo>
                  <a:pt x="650372" y="345025"/>
                </a:lnTo>
                <a:lnTo>
                  <a:pt x="99912" y="36056"/>
                </a:lnTo>
                <a:close/>
              </a:path>
              <a:path w="659764" h="377825">
                <a:moveTo>
                  <a:pt x="0" y="0"/>
                </a:moveTo>
                <a:lnTo>
                  <a:pt x="65723" y="96967"/>
                </a:lnTo>
                <a:lnTo>
                  <a:pt x="82818" y="66511"/>
                </a:lnTo>
                <a:lnTo>
                  <a:pt x="67590" y="57964"/>
                </a:lnTo>
                <a:lnTo>
                  <a:pt x="62335" y="53440"/>
                </a:lnTo>
                <a:lnTo>
                  <a:pt x="59326" y="47460"/>
                </a:lnTo>
                <a:lnTo>
                  <a:pt x="58780" y="40788"/>
                </a:lnTo>
                <a:lnTo>
                  <a:pt x="60910" y="34189"/>
                </a:lnTo>
                <a:lnTo>
                  <a:pt x="65434" y="28934"/>
                </a:lnTo>
                <a:lnTo>
                  <a:pt x="71414" y="25925"/>
                </a:lnTo>
                <a:lnTo>
                  <a:pt x="78086" y="25379"/>
                </a:lnTo>
                <a:lnTo>
                  <a:pt x="105906" y="25379"/>
                </a:lnTo>
                <a:lnTo>
                  <a:pt x="117007" y="5600"/>
                </a:lnTo>
                <a:lnTo>
                  <a:pt x="0" y="0"/>
                </a:lnTo>
                <a:close/>
              </a:path>
              <a:path w="659764" h="377825">
                <a:moveTo>
                  <a:pt x="78086" y="25379"/>
                </a:moveTo>
                <a:lnTo>
                  <a:pt x="71414" y="25925"/>
                </a:lnTo>
                <a:lnTo>
                  <a:pt x="65434" y="28934"/>
                </a:lnTo>
                <a:lnTo>
                  <a:pt x="60910" y="34189"/>
                </a:lnTo>
                <a:lnTo>
                  <a:pt x="58780" y="40788"/>
                </a:lnTo>
                <a:lnTo>
                  <a:pt x="59326" y="47460"/>
                </a:lnTo>
                <a:lnTo>
                  <a:pt x="62335" y="53440"/>
                </a:lnTo>
                <a:lnTo>
                  <a:pt x="67590" y="57964"/>
                </a:lnTo>
                <a:lnTo>
                  <a:pt x="82818" y="66511"/>
                </a:lnTo>
                <a:lnTo>
                  <a:pt x="99912" y="36056"/>
                </a:lnTo>
                <a:lnTo>
                  <a:pt x="84684" y="27509"/>
                </a:lnTo>
                <a:lnTo>
                  <a:pt x="78086" y="25379"/>
                </a:lnTo>
                <a:close/>
              </a:path>
              <a:path w="659764" h="377825">
                <a:moveTo>
                  <a:pt x="105906" y="25379"/>
                </a:moveTo>
                <a:lnTo>
                  <a:pt x="78086" y="25379"/>
                </a:lnTo>
                <a:lnTo>
                  <a:pt x="84684" y="27509"/>
                </a:lnTo>
                <a:lnTo>
                  <a:pt x="99912" y="36056"/>
                </a:lnTo>
                <a:lnTo>
                  <a:pt x="105906" y="25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982513" y="3958609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982513" y="3958609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79866" y="4808115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779866" y="4808115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74928" y="4808115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3"/>
                </a:lnTo>
                <a:lnTo>
                  <a:pt x="0" y="66893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74928" y="4808115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527829" y="4681220"/>
            <a:ext cx="1297305" cy="851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800" spc="-9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neighbors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1315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18680" y="3330955"/>
            <a:ext cx="1461135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(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neighbors</a:t>
            </a:r>
            <a:r>
              <a:rPr dirty="0" sz="1800" spc="-5" b="1"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neighbors</a:t>
            </a:r>
            <a:r>
              <a:rPr dirty="0" sz="1800" spc="-5" b="1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5267" y="4650740"/>
            <a:ext cx="1950085" cy="1510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800" spc="-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neighbors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986155">
              <a:lnSpc>
                <a:spcPct val="100000"/>
              </a:lnSpc>
              <a:tabLst>
                <a:tab pos="1346835" algn="l"/>
                <a:tab pos="1685925" algn="l"/>
              </a:tabLst>
            </a:pPr>
            <a:r>
              <a:rPr dirty="0" sz="1800">
                <a:latin typeface="Arial"/>
                <a:cs typeface="Arial"/>
              </a:rPr>
              <a:t>1	5	1</a:t>
            </a:r>
            <a:endParaRPr sz="1800">
              <a:latin typeface="Arial"/>
              <a:cs typeface="Arial"/>
            </a:endParaRPr>
          </a:p>
          <a:p>
            <a:pPr marL="539750" marR="5080">
              <a:lnSpc>
                <a:spcPts val="2090"/>
              </a:lnSpc>
              <a:spcBef>
                <a:spcPts val="865"/>
              </a:spcBef>
            </a:pPr>
            <a:r>
              <a:rPr dirty="0" sz="1800" spc="-5">
                <a:latin typeface="Arial"/>
                <a:cs typeface="Arial"/>
              </a:rPr>
              <a:t>Input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features  are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uniform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75713" y="4665979"/>
            <a:ext cx="1104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66"/>
                </a:solidFill>
                <a:latin typeface="Arial"/>
                <a:cs typeface="Arial"/>
              </a:rPr>
              <a:t>1</a:t>
            </a:r>
            <a:r>
              <a:rPr dirty="0" sz="1800" spc="-10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FF0066"/>
                </a:solidFill>
                <a:latin typeface="Arial"/>
                <a:cs typeface="Arial"/>
              </a:rPr>
              <a:t>neighbor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64882" y="4665979"/>
            <a:ext cx="1219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800" spc="-9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neighbors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696248" y="3417718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8" y="287242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755267" y="34163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779080" y="3712474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42911"/>
                </a:lnTo>
                <a:lnTo>
                  <a:pt x="42744" y="250729"/>
                </a:lnTo>
                <a:lnTo>
                  <a:pt x="62031" y="250729"/>
                </a:lnTo>
                <a:lnTo>
                  <a:pt x="69851" y="242911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50825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5082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495270" y="4269345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7" y="287240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554288" y="4266691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87080" y="4278533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9" y="287242"/>
                </a:lnTo>
                <a:lnTo>
                  <a:pt x="135219" y="294755"/>
                </a:lnTo>
                <a:lnTo>
                  <a:pt x="177958" y="287242"/>
                </a:lnTo>
                <a:lnTo>
                  <a:pt x="215077" y="266320"/>
                </a:lnTo>
                <a:lnTo>
                  <a:pt x="244348" y="234417"/>
                </a:lnTo>
                <a:lnTo>
                  <a:pt x="263544" y="193961"/>
                </a:lnTo>
                <a:lnTo>
                  <a:pt x="270437" y="147378"/>
                </a:lnTo>
                <a:lnTo>
                  <a:pt x="263544" y="100795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946100" y="427583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613154" y="4012434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40" h="274320">
                <a:moveTo>
                  <a:pt x="140001" y="71764"/>
                </a:moveTo>
                <a:lnTo>
                  <a:pt x="3580" y="246151"/>
                </a:lnTo>
                <a:lnTo>
                  <a:pt x="472" y="252350"/>
                </a:lnTo>
                <a:lnTo>
                  <a:pt x="0" y="259028"/>
                </a:lnTo>
                <a:lnTo>
                  <a:pt x="2065" y="265395"/>
                </a:lnTo>
                <a:lnTo>
                  <a:pt x="6573" y="270664"/>
                </a:lnTo>
                <a:lnTo>
                  <a:pt x="12773" y="273772"/>
                </a:lnTo>
                <a:lnTo>
                  <a:pt x="19450" y="274244"/>
                </a:lnTo>
                <a:lnTo>
                  <a:pt x="25818" y="272178"/>
                </a:lnTo>
                <a:lnTo>
                  <a:pt x="31087" y="267670"/>
                </a:lnTo>
                <a:lnTo>
                  <a:pt x="167509" y="93283"/>
                </a:lnTo>
                <a:lnTo>
                  <a:pt x="140001" y="71764"/>
                </a:lnTo>
                <a:close/>
              </a:path>
              <a:path w="218440" h="274320">
                <a:moveTo>
                  <a:pt x="207875" y="51436"/>
                </a:moveTo>
                <a:lnTo>
                  <a:pt x="162397" y="51436"/>
                </a:lnTo>
                <a:lnTo>
                  <a:pt x="169074" y="51909"/>
                </a:lnTo>
                <a:lnTo>
                  <a:pt x="175273" y="55016"/>
                </a:lnTo>
                <a:lnTo>
                  <a:pt x="179782" y="60285"/>
                </a:lnTo>
                <a:lnTo>
                  <a:pt x="181848" y="66653"/>
                </a:lnTo>
                <a:lnTo>
                  <a:pt x="181375" y="73330"/>
                </a:lnTo>
                <a:lnTo>
                  <a:pt x="178268" y="79529"/>
                </a:lnTo>
                <a:lnTo>
                  <a:pt x="167509" y="93283"/>
                </a:lnTo>
                <a:lnTo>
                  <a:pt x="195017" y="114802"/>
                </a:lnTo>
                <a:lnTo>
                  <a:pt x="207875" y="51436"/>
                </a:lnTo>
                <a:close/>
              </a:path>
              <a:path w="218440" h="274320">
                <a:moveTo>
                  <a:pt x="162397" y="51436"/>
                </a:moveTo>
                <a:lnTo>
                  <a:pt x="156029" y="53502"/>
                </a:lnTo>
                <a:lnTo>
                  <a:pt x="150760" y="58011"/>
                </a:lnTo>
                <a:lnTo>
                  <a:pt x="140001" y="71764"/>
                </a:lnTo>
                <a:lnTo>
                  <a:pt x="167509" y="93283"/>
                </a:lnTo>
                <a:lnTo>
                  <a:pt x="178268" y="79529"/>
                </a:lnTo>
                <a:lnTo>
                  <a:pt x="181375" y="73330"/>
                </a:lnTo>
                <a:lnTo>
                  <a:pt x="181848" y="66653"/>
                </a:lnTo>
                <a:lnTo>
                  <a:pt x="179782" y="60285"/>
                </a:lnTo>
                <a:lnTo>
                  <a:pt x="175273" y="55016"/>
                </a:lnTo>
                <a:lnTo>
                  <a:pt x="169074" y="51909"/>
                </a:lnTo>
                <a:lnTo>
                  <a:pt x="162397" y="51436"/>
                </a:lnTo>
                <a:close/>
              </a:path>
              <a:path w="218440" h="274320">
                <a:moveTo>
                  <a:pt x="218313" y="0"/>
                </a:moveTo>
                <a:lnTo>
                  <a:pt x="112492" y="50245"/>
                </a:lnTo>
                <a:lnTo>
                  <a:pt x="140001" y="71764"/>
                </a:lnTo>
                <a:lnTo>
                  <a:pt x="150760" y="58011"/>
                </a:lnTo>
                <a:lnTo>
                  <a:pt x="156029" y="53502"/>
                </a:lnTo>
                <a:lnTo>
                  <a:pt x="162397" y="51436"/>
                </a:lnTo>
                <a:lnTo>
                  <a:pt x="207875" y="51436"/>
                </a:lnTo>
                <a:lnTo>
                  <a:pt x="218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831467" y="4012434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79" h="283845">
                <a:moveTo>
                  <a:pt x="75250" y="74967"/>
                </a:moveTo>
                <a:lnTo>
                  <a:pt x="46869" y="95320"/>
                </a:lnTo>
                <a:lnTo>
                  <a:pt x="176640" y="276275"/>
                </a:lnTo>
                <a:lnTo>
                  <a:pt x="181716" y="280999"/>
                </a:lnTo>
                <a:lnTo>
                  <a:pt x="187992" y="283329"/>
                </a:lnTo>
                <a:lnTo>
                  <a:pt x="194683" y="283135"/>
                </a:lnTo>
                <a:lnTo>
                  <a:pt x="201006" y="280288"/>
                </a:lnTo>
                <a:lnTo>
                  <a:pt x="205731" y="275212"/>
                </a:lnTo>
                <a:lnTo>
                  <a:pt x="208061" y="268936"/>
                </a:lnTo>
                <a:lnTo>
                  <a:pt x="207867" y="262244"/>
                </a:lnTo>
                <a:lnTo>
                  <a:pt x="205021" y="255921"/>
                </a:lnTo>
                <a:lnTo>
                  <a:pt x="75250" y="74967"/>
                </a:lnTo>
                <a:close/>
              </a:path>
              <a:path w="208279" h="283845">
                <a:moveTo>
                  <a:pt x="0" y="0"/>
                </a:moveTo>
                <a:lnTo>
                  <a:pt x="18488" y="115674"/>
                </a:lnTo>
                <a:lnTo>
                  <a:pt x="46869" y="95320"/>
                </a:lnTo>
                <a:lnTo>
                  <a:pt x="36692" y="81130"/>
                </a:lnTo>
                <a:lnTo>
                  <a:pt x="33846" y="74806"/>
                </a:lnTo>
                <a:lnTo>
                  <a:pt x="53721" y="53723"/>
                </a:lnTo>
                <a:lnTo>
                  <a:pt x="101942" y="53723"/>
                </a:lnTo>
                <a:lnTo>
                  <a:pt x="0" y="0"/>
                </a:lnTo>
                <a:close/>
              </a:path>
              <a:path w="208279" h="283845">
                <a:moveTo>
                  <a:pt x="53721" y="53723"/>
                </a:moveTo>
                <a:lnTo>
                  <a:pt x="47029" y="53916"/>
                </a:lnTo>
                <a:lnTo>
                  <a:pt x="40706" y="56762"/>
                </a:lnTo>
                <a:lnTo>
                  <a:pt x="35982" y="61839"/>
                </a:lnTo>
                <a:lnTo>
                  <a:pt x="33652" y="68115"/>
                </a:lnTo>
                <a:lnTo>
                  <a:pt x="33846" y="74806"/>
                </a:lnTo>
                <a:lnTo>
                  <a:pt x="36692" y="81130"/>
                </a:lnTo>
                <a:lnTo>
                  <a:pt x="46869" y="95320"/>
                </a:lnTo>
                <a:lnTo>
                  <a:pt x="75250" y="74967"/>
                </a:lnTo>
                <a:lnTo>
                  <a:pt x="65073" y="60777"/>
                </a:lnTo>
                <a:lnTo>
                  <a:pt x="59997" y="56053"/>
                </a:lnTo>
                <a:lnTo>
                  <a:pt x="53721" y="53723"/>
                </a:lnTo>
                <a:close/>
              </a:path>
              <a:path w="208279" h="283845">
                <a:moveTo>
                  <a:pt x="101942" y="53723"/>
                </a:moveTo>
                <a:lnTo>
                  <a:pt x="53721" y="53723"/>
                </a:lnTo>
                <a:lnTo>
                  <a:pt x="59997" y="56053"/>
                </a:lnTo>
                <a:lnTo>
                  <a:pt x="65073" y="60777"/>
                </a:lnTo>
                <a:lnTo>
                  <a:pt x="75250" y="74967"/>
                </a:lnTo>
                <a:lnTo>
                  <a:pt x="103631" y="54613"/>
                </a:lnTo>
                <a:lnTo>
                  <a:pt x="101942" y="53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578100" y="4564099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38248"/>
                </a:lnTo>
                <a:lnTo>
                  <a:pt x="42743" y="246066"/>
                </a:lnTo>
                <a:lnTo>
                  <a:pt x="62031" y="246066"/>
                </a:lnTo>
                <a:lnTo>
                  <a:pt x="69850" y="238248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4637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969910" y="4573289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6" y="229059"/>
                </a:lnTo>
                <a:lnTo>
                  <a:pt x="42744" y="236877"/>
                </a:lnTo>
                <a:lnTo>
                  <a:pt x="62033" y="236877"/>
                </a:lnTo>
                <a:lnTo>
                  <a:pt x="69851" y="229059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748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748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495270" y="521229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60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20"/>
                </a:lnTo>
                <a:lnTo>
                  <a:pt x="244347" y="234417"/>
                </a:lnTo>
                <a:lnTo>
                  <a:pt x="263542" y="193961"/>
                </a:lnTo>
                <a:lnTo>
                  <a:pt x="270436" y="147378"/>
                </a:lnTo>
                <a:lnTo>
                  <a:pt x="263542" y="100795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831241" y="5212291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5"/>
                </a:lnTo>
                <a:lnTo>
                  <a:pt x="0" y="147378"/>
                </a:lnTo>
                <a:lnTo>
                  <a:pt x="6893" y="193961"/>
                </a:lnTo>
                <a:lnTo>
                  <a:pt x="26089" y="234417"/>
                </a:lnTo>
                <a:lnTo>
                  <a:pt x="55359" y="266320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20"/>
                </a:lnTo>
                <a:lnTo>
                  <a:pt x="244346" y="234417"/>
                </a:lnTo>
                <a:lnTo>
                  <a:pt x="263542" y="193961"/>
                </a:lnTo>
                <a:lnTo>
                  <a:pt x="270436" y="147378"/>
                </a:lnTo>
                <a:lnTo>
                  <a:pt x="263542" y="100795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77433" y="5218572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7" y="287240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523624" y="5218572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7" y="287240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046389" y="5071364"/>
            <a:ext cx="1689100" cy="112585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520065">
              <a:lnSpc>
                <a:spcPct val="100000"/>
              </a:lnSpc>
              <a:spcBef>
                <a:spcPts val="1225"/>
              </a:spcBef>
              <a:tabLst>
                <a:tab pos="855980" algn="l"/>
                <a:tab pos="1202690" algn="l"/>
                <a:tab pos="1548765" algn="l"/>
              </a:tabLst>
            </a:pPr>
            <a:r>
              <a:rPr dirty="0" baseline="1543" sz="2700">
                <a:latin typeface="Arial"/>
                <a:cs typeface="Arial"/>
              </a:rPr>
              <a:t>4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  <a:p>
            <a:pPr marL="12700" marR="271145">
              <a:lnSpc>
                <a:spcPts val="2090"/>
              </a:lnSpc>
              <a:spcBef>
                <a:spcPts val="1250"/>
              </a:spcBef>
            </a:pPr>
            <a:r>
              <a:rPr dirty="0" sz="1800" spc="-5">
                <a:latin typeface="Arial"/>
                <a:cs typeface="Arial"/>
              </a:rPr>
              <a:t>Input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features  are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uniform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578100" y="4859397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34924" y="104775"/>
                </a:moveTo>
                <a:lnTo>
                  <a:pt x="34923" y="362539"/>
                </a:lnTo>
                <a:lnTo>
                  <a:pt x="42741" y="370358"/>
                </a:lnTo>
                <a:lnTo>
                  <a:pt x="62030" y="370358"/>
                </a:lnTo>
                <a:lnTo>
                  <a:pt x="69848" y="362539"/>
                </a:lnTo>
                <a:lnTo>
                  <a:pt x="69849" y="104775"/>
                </a:lnTo>
                <a:lnTo>
                  <a:pt x="34924" y="104775"/>
                </a:lnTo>
                <a:close/>
              </a:path>
              <a:path w="104775" h="370839">
                <a:moveTo>
                  <a:pt x="87312" y="69850"/>
                </a:moveTo>
                <a:lnTo>
                  <a:pt x="52387" y="69850"/>
                </a:lnTo>
                <a:lnTo>
                  <a:pt x="62031" y="69851"/>
                </a:lnTo>
                <a:lnTo>
                  <a:pt x="69850" y="77669"/>
                </a:lnTo>
                <a:lnTo>
                  <a:pt x="69849" y="104775"/>
                </a:lnTo>
                <a:lnTo>
                  <a:pt x="104775" y="104776"/>
                </a:lnTo>
                <a:lnTo>
                  <a:pt x="87312" y="69850"/>
                </a:lnTo>
                <a:close/>
              </a:path>
              <a:path w="104775" h="370839">
                <a:moveTo>
                  <a:pt x="52387" y="69850"/>
                </a:moveTo>
                <a:lnTo>
                  <a:pt x="42741" y="69851"/>
                </a:lnTo>
                <a:lnTo>
                  <a:pt x="34925" y="77669"/>
                </a:lnTo>
                <a:lnTo>
                  <a:pt x="34924" y="104775"/>
                </a:lnTo>
                <a:lnTo>
                  <a:pt x="69849" y="104775"/>
                </a:lnTo>
                <a:lnTo>
                  <a:pt x="69850" y="77669"/>
                </a:lnTo>
                <a:lnTo>
                  <a:pt x="62031" y="69851"/>
                </a:lnTo>
                <a:lnTo>
                  <a:pt x="52387" y="69850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5" y="77669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949209" y="4859397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4" h="370204">
                <a:moveTo>
                  <a:pt x="39465" y="100759"/>
                </a:moveTo>
                <a:lnTo>
                  <a:pt x="0" y="350166"/>
                </a:lnTo>
                <a:lnTo>
                  <a:pt x="293" y="357094"/>
                </a:lnTo>
                <a:lnTo>
                  <a:pt x="3122" y="363162"/>
                </a:lnTo>
                <a:lnTo>
                  <a:pt x="8020" y="367726"/>
                </a:lnTo>
                <a:lnTo>
                  <a:pt x="14519" y="370144"/>
                </a:lnTo>
                <a:lnTo>
                  <a:pt x="21447" y="369850"/>
                </a:lnTo>
                <a:lnTo>
                  <a:pt x="27515" y="367021"/>
                </a:lnTo>
                <a:lnTo>
                  <a:pt x="32079" y="362124"/>
                </a:lnTo>
                <a:lnTo>
                  <a:pt x="34497" y="355625"/>
                </a:lnTo>
                <a:lnTo>
                  <a:pt x="73961" y="106217"/>
                </a:lnTo>
                <a:lnTo>
                  <a:pt x="39465" y="100759"/>
                </a:lnTo>
                <a:close/>
              </a:path>
              <a:path w="108584" h="370204">
                <a:moveTo>
                  <a:pt x="94938" y="68992"/>
                </a:moveTo>
                <a:lnTo>
                  <a:pt x="62171" y="68992"/>
                </a:lnTo>
                <a:lnTo>
                  <a:pt x="68671" y="71409"/>
                </a:lnTo>
                <a:lnTo>
                  <a:pt x="73568" y="75973"/>
                </a:lnTo>
                <a:lnTo>
                  <a:pt x="76397" y="82041"/>
                </a:lnTo>
                <a:lnTo>
                  <a:pt x="76690" y="88969"/>
                </a:lnTo>
                <a:lnTo>
                  <a:pt x="73961" y="106217"/>
                </a:lnTo>
                <a:lnTo>
                  <a:pt x="108456" y="111676"/>
                </a:lnTo>
                <a:lnTo>
                  <a:pt x="94938" y="68992"/>
                </a:lnTo>
                <a:close/>
              </a:path>
              <a:path w="108584" h="370204">
                <a:moveTo>
                  <a:pt x="62171" y="68992"/>
                </a:moveTo>
                <a:lnTo>
                  <a:pt x="39465" y="100759"/>
                </a:lnTo>
                <a:lnTo>
                  <a:pt x="73961" y="106217"/>
                </a:lnTo>
                <a:lnTo>
                  <a:pt x="76690" y="88969"/>
                </a:lnTo>
                <a:lnTo>
                  <a:pt x="76397" y="82041"/>
                </a:lnTo>
                <a:lnTo>
                  <a:pt x="73568" y="75973"/>
                </a:lnTo>
                <a:lnTo>
                  <a:pt x="68671" y="71409"/>
                </a:lnTo>
                <a:lnTo>
                  <a:pt x="62171" y="68992"/>
                </a:lnTo>
                <a:close/>
              </a:path>
              <a:path w="108584" h="370204">
                <a:moveTo>
                  <a:pt x="73088" y="0"/>
                </a:moveTo>
                <a:lnTo>
                  <a:pt x="4969" y="95300"/>
                </a:lnTo>
                <a:lnTo>
                  <a:pt x="39465" y="100759"/>
                </a:lnTo>
                <a:lnTo>
                  <a:pt x="42194" y="83511"/>
                </a:lnTo>
                <a:lnTo>
                  <a:pt x="44612" y="77011"/>
                </a:lnTo>
                <a:lnTo>
                  <a:pt x="49175" y="72114"/>
                </a:lnTo>
                <a:lnTo>
                  <a:pt x="55243" y="69285"/>
                </a:lnTo>
                <a:lnTo>
                  <a:pt x="62171" y="68992"/>
                </a:lnTo>
                <a:lnTo>
                  <a:pt x="94938" y="68992"/>
                </a:lnTo>
                <a:lnTo>
                  <a:pt x="73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022300" y="4859397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8" y="70503"/>
                </a:moveTo>
                <a:lnTo>
                  <a:pt x="52288" y="92459"/>
                </a:lnTo>
                <a:lnTo>
                  <a:pt x="276772" y="370152"/>
                </a:lnTo>
                <a:lnTo>
                  <a:pt x="282112" y="374575"/>
                </a:lnTo>
                <a:lnTo>
                  <a:pt x="288512" y="376539"/>
                </a:lnTo>
                <a:lnTo>
                  <a:pt x="295181" y="375960"/>
                </a:lnTo>
                <a:lnTo>
                  <a:pt x="301330" y="372755"/>
                </a:lnTo>
                <a:lnTo>
                  <a:pt x="305753" y="367414"/>
                </a:lnTo>
                <a:lnTo>
                  <a:pt x="307717" y="361014"/>
                </a:lnTo>
                <a:lnTo>
                  <a:pt x="307138" y="354345"/>
                </a:lnTo>
                <a:lnTo>
                  <a:pt x="303932" y="348195"/>
                </a:lnTo>
                <a:lnTo>
                  <a:pt x="79448" y="70503"/>
                </a:lnTo>
                <a:close/>
              </a:path>
              <a:path w="307975" h="376554">
                <a:moveTo>
                  <a:pt x="0" y="0"/>
                </a:moveTo>
                <a:lnTo>
                  <a:pt x="25128" y="114415"/>
                </a:lnTo>
                <a:lnTo>
                  <a:pt x="52288" y="92459"/>
                </a:lnTo>
                <a:lnTo>
                  <a:pt x="41310" y="78879"/>
                </a:lnTo>
                <a:lnTo>
                  <a:pt x="38104" y="72730"/>
                </a:lnTo>
                <a:lnTo>
                  <a:pt x="56730" y="50536"/>
                </a:lnTo>
                <a:lnTo>
                  <a:pt x="104147" y="50536"/>
                </a:lnTo>
                <a:lnTo>
                  <a:pt x="106608" y="48547"/>
                </a:lnTo>
                <a:lnTo>
                  <a:pt x="0" y="0"/>
                </a:lnTo>
                <a:close/>
              </a:path>
              <a:path w="307975" h="376554">
                <a:moveTo>
                  <a:pt x="56730" y="50536"/>
                </a:moveTo>
                <a:lnTo>
                  <a:pt x="50061" y="51115"/>
                </a:lnTo>
                <a:lnTo>
                  <a:pt x="43912" y="54321"/>
                </a:lnTo>
                <a:lnTo>
                  <a:pt x="39489" y="59661"/>
                </a:lnTo>
                <a:lnTo>
                  <a:pt x="37525" y="66061"/>
                </a:lnTo>
                <a:lnTo>
                  <a:pt x="38104" y="72730"/>
                </a:lnTo>
                <a:lnTo>
                  <a:pt x="41310" y="78879"/>
                </a:lnTo>
                <a:lnTo>
                  <a:pt x="52288" y="92459"/>
                </a:lnTo>
                <a:lnTo>
                  <a:pt x="79448" y="70503"/>
                </a:lnTo>
                <a:lnTo>
                  <a:pt x="68470" y="56923"/>
                </a:lnTo>
                <a:lnTo>
                  <a:pt x="63130" y="52500"/>
                </a:lnTo>
                <a:lnTo>
                  <a:pt x="56730" y="50536"/>
                </a:lnTo>
                <a:close/>
              </a:path>
              <a:path w="307975" h="376554">
                <a:moveTo>
                  <a:pt x="104147" y="50536"/>
                </a:moveTo>
                <a:lnTo>
                  <a:pt x="56730" y="50536"/>
                </a:lnTo>
                <a:lnTo>
                  <a:pt x="63130" y="52500"/>
                </a:lnTo>
                <a:lnTo>
                  <a:pt x="68470" y="56923"/>
                </a:lnTo>
                <a:lnTo>
                  <a:pt x="79448" y="70503"/>
                </a:lnTo>
                <a:lnTo>
                  <a:pt x="104147" y="50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022300" y="4859397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1" y="36281"/>
                </a:moveTo>
                <a:lnTo>
                  <a:pt x="82669" y="66697"/>
                </a:lnTo>
                <a:lnTo>
                  <a:pt x="627962" y="374383"/>
                </a:lnTo>
                <a:lnTo>
                  <a:pt x="634557" y="376528"/>
                </a:lnTo>
                <a:lnTo>
                  <a:pt x="641230" y="375996"/>
                </a:lnTo>
                <a:lnTo>
                  <a:pt x="647217" y="373001"/>
                </a:lnTo>
                <a:lnTo>
                  <a:pt x="651752" y="367756"/>
                </a:lnTo>
                <a:lnTo>
                  <a:pt x="653897" y="361161"/>
                </a:lnTo>
                <a:lnTo>
                  <a:pt x="653366" y="354488"/>
                </a:lnTo>
                <a:lnTo>
                  <a:pt x="650371" y="348501"/>
                </a:lnTo>
                <a:lnTo>
                  <a:pt x="645125" y="343965"/>
                </a:lnTo>
                <a:lnTo>
                  <a:pt x="99831" y="36281"/>
                </a:lnTo>
                <a:close/>
              </a:path>
              <a:path w="654050" h="376554">
                <a:moveTo>
                  <a:pt x="0" y="0"/>
                </a:moveTo>
                <a:lnTo>
                  <a:pt x="65506" y="97114"/>
                </a:lnTo>
                <a:lnTo>
                  <a:pt x="82669" y="66697"/>
                </a:lnTo>
                <a:lnTo>
                  <a:pt x="67461" y="58116"/>
                </a:lnTo>
                <a:lnTo>
                  <a:pt x="62215" y="53580"/>
                </a:lnTo>
                <a:lnTo>
                  <a:pt x="59220" y="47593"/>
                </a:lnTo>
                <a:lnTo>
                  <a:pt x="58688" y="40920"/>
                </a:lnTo>
                <a:lnTo>
                  <a:pt x="60834" y="34326"/>
                </a:lnTo>
                <a:lnTo>
                  <a:pt x="65369" y="29081"/>
                </a:lnTo>
                <a:lnTo>
                  <a:pt x="71356" y="26086"/>
                </a:lnTo>
                <a:lnTo>
                  <a:pt x="78029" y="25554"/>
                </a:lnTo>
                <a:lnTo>
                  <a:pt x="105884" y="25554"/>
                </a:lnTo>
                <a:lnTo>
                  <a:pt x="116994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9" y="25554"/>
                </a:moveTo>
                <a:lnTo>
                  <a:pt x="71356" y="26086"/>
                </a:lnTo>
                <a:lnTo>
                  <a:pt x="65369" y="29081"/>
                </a:lnTo>
                <a:lnTo>
                  <a:pt x="60834" y="34326"/>
                </a:lnTo>
                <a:lnTo>
                  <a:pt x="58688" y="40920"/>
                </a:lnTo>
                <a:lnTo>
                  <a:pt x="59220" y="47593"/>
                </a:lnTo>
                <a:lnTo>
                  <a:pt x="62215" y="53580"/>
                </a:lnTo>
                <a:lnTo>
                  <a:pt x="67461" y="58116"/>
                </a:lnTo>
                <a:lnTo>
                  <a:pt x="82669" y="66697"/>
                </a:lnTo>
                <a:lnTo>
                  <a:pt x="99831" y="36281"/>
                </a:lnTo>
                <a:lnTo>
                  <a:pt x="84623" y="27699"/>
                </a:lnTo>
                <a:lnTo>
                  <a:pt x="78029" y="25554"/>
                </a:lnTo>
                <a:close/>
              </a:path>
              <a:path w="654050" h="376554">
                <a:moveTo>
                  <a:pt x="105884" y="25554"/>
                </a:moveTo>
                <a:lnTo>
                  <a:pt x="78029" y="25554"/>
                </a:lnTo>
                <a:lnTo>
                  <a:pt x="84623" y="27699"/>
                </a:lnTo>
                <a:lnTo>
                  <a:pt x="99831" y="36281"/>
                </a:lnTo>
                <a:lnTo>
                  <a:pt x="105884" y="255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696247" y="3945741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6" y="0"/>
                </a:lnTo>
                <a:lnTo>
                  <a:pt x="270436" y="66694"/>
                </a:lnTo>
                <a:lnTo>
                  <a:pt x="0" y="666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696247" y="3945741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495270" y="4792704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6" y="0"/>
                </a:lnTo>
                <a:lnTo>
                  <a:pt x="270436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495270" y="4792704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887080" y="4792704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887080" y="4792704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5093261" y="3306571"/>
            <a:ext cx="1397000" cy="568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(</a:t>
            </a:r>
            <a:r>
              <a:rPr dirty="0" sz="1800" b="1">
                <a:solidFill>
                  <a:srgbClr val="FF0066"/>
                </a:solidFill>
                <a:latin typeface="Arial"/>
                <a:cs typeface="Arial"/>
              </a:rPr>
              <a:t>1</a:t>
            </a:r>
            <a:r>
              <a:rPr dirty="0" sz="1800" spc="-85" b="1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dirty="0" sz="1800" spc="-15" b="1">
                <a:solidFill>
                  <a:srgbClr val="FF0066"/>
                </a:solidFill>
                <a:latin typeface="Arial"/>
                <a:cs typeface="Arial"/>
              </a:rPr>
              <a:t>neighbor</a:t>
            </a:r>
            <a:r>
              <a:rPr dirty="0" sz="1800" spc="-15" b="1"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neighbors</a:t>
            </a:r>
            <a:r>
              <a:rPr dirty="0" sz="1800" spc="-5" b="1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81644" y="3019855"/>
            <a:ext cx="541655" cy="2812415"/>
          </a:xfrm>
          <a:custGeom>
            <a:avLst/>
            <a:gdLst/>
            <a:ahLst/>
            <a:cxnLst/>
            <a:rect l="l" t="t" r="r" b="b"/>
            <a:pathLst>
              <a:path w="541655" h="2812415">
                <a:moveTo>
                  <a:pt x="330024" y="270813"/>
                </a:moveTo>
                <a:lnTo>
                  <a:pt x="211607" y="270813"/>
                </a:lnTo>
                <a:lnTo>
                  <a:pt x="211607" y="2812110"/>
                </a:lnTo>
                <a:lnTo>
                  <a:pt x="330024" y="2812110"/>
                </a:lnTo>
                <a:lnTo>
                  <a:pt x="330024" y="270813"/>
                </a:lnTo>
                <a:close/>
              </a:path>
              <a:path w="541655" h="2812415">
                <a:moveTo>
                  <a:pt x="270817" y="0"/>
                </a:moveTo>
                <a:lnTo>
                  <a:pt x="0" y="270813"/>
                </a:lnTo>
                <a:lnTo>
                  <a:pt x="541632" y="270813"/>
                </a:lnTo>
                <a:lnTo>
                  <a:pt x="270817" y="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474510" y="3010665"/>
            <a:ext cx="541655" cy="2812415"/>
          </a:xfrm>
          <a:custGeom>
            <a:avLst/>
            <a:gdLst/>
            <a:ahLst/>
            <a:cxnLst/>
            <a:rect l="l" t="t" r="r" b="b"/>
            <a:pathLst>
              <a:path w="541654" h="2812415">
                <a:moveTo>
                  <a:pt x="330024" y="270813"/>
                </a:moveTo>
                <a:lnTo>
                  <a:pt x="211607" y="270813"/>
                </a:lnTo>
                <a:lnTo>
                  <a:pt x="211607" y="2812110"/>
                </a:lnTo>
                <a:lnTo>
                  <a:pt x="330024" y="2812110"/>
                </a:lnTo>
                <a:lnTo>
                  <a:pt x="330024" y="270813"/>
                </a:lnTo>
                <a:close/>
              </a:path>
              <a:path w="541654" h="2812415">
                <a:moveTo>
                  <a:pt x="270817" y="0"/>
                </a:moveTo>
                <a:lnTo>
                  <a:pt x="0" y="270813"/>
                </a:lnTo>
                <a:lnTo>
                  <a:pt x="541632" y="270813"/>
                </a:lnTo>
                <a:lnTo>
                  <a:pt x="270817" y="0"/>
                </a:lnTo>
                <a:close/>
              </a:path>
            </a:pathLst>
          </a:custGeom>
          <a:solidFill>
            <a:srgbClr val="D925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4204080" y="3151123"/>
            <a:ext cx="4813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Cambria Math"/>
                <a:cs typeface="Cambria Math"/>
              </a:rPr>
              <a:t>≠</a:t>
            </a:r>
            <a:endParaRPr sz="48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9" name="object 6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65" name="object 65"/>
          <p:cNvSpPr txBox="1"/>
          <p:nvPr/>
        </p:nvSpPr>
        <p:spPr>
          <a:xfrm>
            <a:off x="678558" y="2885948"/>
            <a:ext cx="12833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From</a:t>
            </a:r>
            <a:r>
              <a:rPr dirty="0" sz="1800" spc="-7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leaves 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to the</a:t>
            </a:r>
            <a:r>
              <a:rPr dirty="0" sz="1800" spc="-9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235865" y="2852420"/>
            <a:ext cx="12833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From</a:t>
            </a:r>
            <a:r>
              <a:rPr dirty="0" sz="1800" spc="-7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leaves  </a:t>
            </a: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to the</a:t>
            </a:r>
            <a:r>
              <a:rPr dirty="0" sz="1800" spc="-9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185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25080" cy="19735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/>
              <a:t>If </a:t>
            </a:r>
            <a:r>
              <a:rPr dirty="0" sz="3200" spc="-5"/>
              <a:t>each </a:t>
            </a:r>
            <a:r>
              <a:rPr dirty="0" sz="3200" spc="-25"/>
              <a:t>step </a:t>
            </a:r>
            <a:r>
              <a:rPr dirty="0" sz="3200" spc="-5"/>
              <a:t>of </a:t>
            </a:r>
            <a:r>
              <a:rPr dirty="0" sz="3200" spc="-45"/>
              <a:t>GNN’s </a:t>
            </a:r>
            <a:r>
              <a:rPr dirty="0" sz="3200" spc="-15"/>
              <a:t>aggregation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can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fully 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retain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the neighboring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information</a:t>
            </a:r>
            <a:r>
              <a:rPr dirty="0" sz="3200" spc="-15"/>
              <a:t>, </a:t>
            </a:r>
            <a:r>
              <a:rPr dirty="0" sz="3200"/>
              <a:t>the  </a:t>
            </a:r>
            <a:r>
              <a:rPr dirty="0" sz="3200" spc="-20"/>
              <a:t>generated </a:t>
            </a:r>
            <a:r>
              <a:rPr dirty="0" sz="3200"/>
              <a:t>node </a:t>
            </a:r>
            <a:r>
              <a:rPr dirty="0" sz="3200" spc="-5"/>
              <a:t>embeddings </a:t>
            </a:r>
            <a:r>
              <a:rPr dirty="0" sz="3200" spc="-15"/>
              <a:t>can </a:t>
            </a:r>
            <a:r>
              <a:rPr dirty="0" sz="3200" spc="-5"/>
              <a:t>distinguish  </a:t>
            </a:r>
            <a:r>
              <a:rPr dirty="0" sz="3200" spc="-25"/>
              <a:t>different </a:t>
            </a:r>
            <a:r>
              <a:rPr dirty="0" sz="3200" spc="-20"/>
              <a:t>rooted</a:t>
            </a:r>
            <a:r>
              <a:rPr dirty="0" sz="3200" spc="-15"/>
              <a:t> </a:t>
            </a:r>
            <a:r>
              <a:rPr dirty="0" sz="3200" spc="-10"/>
              <a:t>subtrees.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35362" y="3774094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6"/>
                </a:lnTo>
                <a:lnTo>
                  <a:pt x="55820" y="28520"/>
                </a:lnTo>
                <a:lnTo>
                  <a:pt x="26306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6" y="235121"/>
                </a:lnTo>
                <a:lnTo>
                  <a:pt x="55820" y="267120"/>
                </a:lnTo>
                <a:lnTo>
                  <a:pt x="93246" y="288104"/>
                </a:lnTo>
                <a:lnTo>
                  <a:pt x="136340" y="295640"/>
                </a:lnTo>
                <a:lnTo>
                  <a:pt x="179434" y="288104"/>
                </a:lnTo>
                <a:lnTo>
                  <a:pt x="216861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8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6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95503" y="37729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19315" y="4069735"/>
            <a:ext cx="104775" cy="251460"/>
          </a:xfrm>
          <a:custGeom>
            <a:avLst/>
            <a:gdLst/>
            <a:ahLst/>
            <a:cxnLst/>
            <a:rect l="l" t="t" r="r" b="b"/>
            <a:pathLst>
              <a:path w="104775" h="251460">
                <a:moveTo>
                  <a:pt x="69850" y="104775"/>
                </a:moveTo>
                <a:lnTo>
                  <a:pt x="34925" y="104775"/>
                </a:lnTo>
                <a:lnTo>
                  <a:pt x="34926" y="243613"/>
                </a:lnTo>
                <a:lnTo>
                  <a:pt x="42744" y="251432"/>
                </a:lnTo>
                <a:lnTo>
                  <a:pt x="62033" y="251432"/>
                </a:lnTo>
                <a:lnTo>
                  <a:pt x="69851" y="243613"/>
                </a:lnTo>
                <a:lnTo>
                  <a:pt x="69850" y="104775"/>
                </a:lnTo>
                <a:close/>
              </a:path>
              <a:path w="104775" h="251460">
                <a:moveTo>
                  <a:pt x="52387" y="0"/>
                </a:moveTo>
                <a:lnTo>
                  <a:pt x="0" y="104776"/>
                </a:lnTo>
                <a:lnTo>
                  <a:pt x="34925" y="104775"/>
                </a:lnTo>
                <a:lnTo>
                  <a:pt x="34926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51460">
                <a:moveTo>
                  <a:pt x="62031" y="69850"/>
                </a:moveTo>
                <a:lnTo>
                  <a:pt x="42743" y="69850"/>
                </a:lnTo>
                <a:lnTo>
                  <a:pt x="34926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51460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32716" y="4628279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27777" y="463749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2"/>
                </a:lnTo>
                <a:lnTo>
                  <a:pt x="26305" y="235120"/>
                </a:lnTo>
                <a:lnTo>
                  <a:pt x="55819" y="267119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19"/>
                </a:lnTo>
                <a:lnTo>
                  <a:pt x="246373" y="235120"/>
                </a:lnTo>
                <a:lnTo>
                  <a:pt x="265728" y="194542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92855" y="4635500"/>
            <a:ext cx="548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670" algn="l"/>
              </a:tabLst>
            </a:pPr>
            <a:r>
              <a:rPr dirty="0" baseline="1543" sz="2700">
                <a:latin typeface="Arial"/>
                <a:cs typeface="Arial"/>
              </a:rPr>
              <a:t>2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51716" y="4370598"/>
            <a:ext cx="220345" cy="275590"/>
          </a:xfrm>
          <a:custGeom>
            <a:avLst/>
            <a:gdLst/>
            <a:ahLst/>
            <a:cxnLst/>
            <a:rect l="l" t="t" r="r" b="b"/>
            <a:pathLst>
              <a:path w="220344" h="275589">
                <a:moveTo>
                  <a:pt x="141490" y="71562"/>
                </a:moveTo>
                <a:lnTo>
                  <a:pt x="3612" y="246886"/>
                </a:lnTo>
                <a:lnTo>
                  <a:pt x="489" y="253077"/>
                </a:lnTo>
                <a:lnTo>
                  <a:pt x="0" y="259754"/>
                </a:lnTo>
                <a:lnTo>
                  <a:pt x="2049" y="266127"/>
                </a:lnTo>
                <a:lnTo>
                  <a:pt x="6543" y="271407"/>
                </a:lnTo>
                <a:lnTo>
                  <a:pt x="12735" y="274530"/>
                </a:lnTo>
                <a:lnTo>
                  <a:pt x="19412" y="275020"/>
                </a:lnTo>
                <a:lnTo>
                  <a:pt x="25784" y="272971"/>
                </a:lnTo>
                <a:lnTo>
                  <a:pt x="31064" y="268476"/>
                </a:lnTo>
                <a:lnTo>
                  <a:pt x="168942" y="93152"/>
                </a:lnTo>
                <a:lnTo>
                  <a:pt x="141490" y="71562"/>
                </a:lnTo>
                <a:close/>
              </a:path>
              <a:path w="220344" h="275589">
                <a:moveTo>
                  <a:pt x="209440" y="51292"/>
                </a:moveTo>
                <a:lnTo>
                  <a:pt x="163938" y="51292"/>
                </a:lnTo>
                <a:lnTo>
                  <a:pt x="170615" y="51781"/>
                </a:lnTo>
                <a:lnTo>
                  <a:pt x="176806" y="54904"/>
                </a:lnTo>
                <a:lnTo>
                  <a:pt x="181300" y="60185"/>
                </a:lnTo>
                <a:lnTo>
                  <a:pt x="183350" y="66558"/>
                </a:lnTo>
                <a:lnTo>
                  <a:pt x="182861" y="73234"/>
                </a:lnTo>
                <a:lnTo>
                  <a:pt x="179737" y="79425"/>
                </a:lnTo>
                <a:lnTo>
                  <a:pt x="168942" y="93152"/>
                </a:lnTo>
                <a:lnTo>
                  <a:pt x="196396" y="114741"/>
                </a:lnTo>
                <a:lnTo>
                  <a:pt x="209440" y="51292"/>
                </a:lnTo>
                <a:close/>
              </a:path>
              <a:path w="220344" h="275589">
                <a:moveTo>
                  <a:pt x="163938" y="51292"/>
                </a:moveTo>
                <a:lnTo>
                  <a:pt x="157565" y="53342"/>
                </a:lnTo>
                <a:lnTo>
                  <a:pt x="152285" y="57837"/>
                </a:lnTo>
                <a:lnTo>
                  <a:pt x="141490" y="71562"/>
                </a:lnTo>
                <a:lnTo>
                  <a:pt x="168942" y="93152"/>
                </a:lnTo>
                <a:lnTo>
                  <a:pt x="179737" y="79425"/>
                </a:lnTo>
                <a:lnTo>
                  <a:pt x="182861" y="73234"/>
                </a:lnTo>
                <a:lnTo>
                  <a:pt x="183350" y="66558"/>
                </a:lnTo>
                <a:lnTo>
                  <a:pt x="181300" y="60185"/>
                </a:lnTo>
                <a:lnTo>
                  <a:pt x="176806" y="54904"/>
                </a:lnTo>
                <a:lnTo>
                  <a:pt x="170615" y="51781"/>
                </a:lnTo>
                <a:lnTo>
                  <a:pt x="163938" y="51292"/>
                </a:lnTo>
                <a:close/>
              </a:path>
              <a:path w="220344" h="275589">
                <a:moveTo>
                  <a:pt x="219985" y="0"/>
                </a:moveTo>
                <a:lnTo>
                  <a:pt x="114037" y="49973"/>
                </a:lnTo>
                <a:lnTo>
                  <a:pt x="141490" y="71562"/>
                </a:lnTo>
                <a:lnTo>
                  <a:pt x="152285" y="57837"/>
                </a:lnTo>
                <a:lnTo>
                  <a:pt x="157565" y="53342"/>
                </a:lnTo>
                <a:lnTo>
                  <a:pt x="163938" y="51292"/>
                </a:lnTo>
                <a:lnTo>
                  <a:pt x="209440" y="51292"/>
                </a:lnTo>
                <a:lnTo>
                  <a:pt x="2199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71703" y="4370598"/>
            <a:ext cx="210185" cy="284480"/>
          </a:xfrm>
          <a:custGeom>
            <a:avLst/>
            <a:gdLst/>
            <a:ahLst/>
            <a:cxnLst/>
            <a:rect l="l" t="t" r="r" b="b"/>
            <a:pathLst>
              <a:path w="210185" h="284479">
                <a:moveTo>
                  <a:pt x="75438" y="74778"/>
                </a:moveTo>
                <a:lnTo>
                  <a:pt x="47107" y="95203"/>
                </a:lnTo>
                <a:lnTo>
                  <a:pt x="178249" y="277110"/>
                </a:lnTo>
                <a:lnTo>
                  <a:pt x="183337" y="281821"/>
                </a:lnTo>
                <a:lnTo>
                  <a:pt x="189619" y="284135"/>
                </a:lnTo>
                <a:lnTo>
                  <a:pt x="196310" y="283924"/>
                </a:lnTo>
                <a:lnTo>
                  <a:pt x="202627" y="281062"/>
                </a:lnTo>
                <a:lnTo>
                  <a:pt x="207338" y="275974"/>
                </a:lnTo>
                <a:lnTo>
                  <a:pt x="209652" y="269692"/>
                </a:lnTo>
                <a:lnTo>
                  <a:pt x="209441" y="263002"/>
                </a:lnTo>
                <a:lnTo>
                  <a:pt x="206579" y="256686"/>
                </a:lnTo>
                <a:lnTo>
                  <a:pt x="75438" y="74778"/>
                </a:lnTo>
                <a:close/>
              </a:path>
              <a:path w="210185" h="284479">
                <a:moveTo>
                  <a:pt x="0" y="0"/>
                </a:moveTo>
                <a:lnTo>
                  <a:pt x="18776" y="115627"/>
                </a:lnTo>
                <a:lnTo>
                  <a:pt x="47107" y="95203"/>
                </a:lnTo>
                <a:lnTo>
                  <a:pt x="36894" y="81037"/>
                </a:lnTo>
                <a:lnTo>
                  <a:pt x="34032" y="74721"/>
                </a:lnTo>
                <a:lnTo>
                  <a:pt x="53855" y="53587"/>
                </a:lnTo>
                <a:lnTo>
                  <a:pt x="102303" y="53587"/>
                </a:lnTo>
                <a:lnTo>
                  <a:pt x="0" y="0"/>
                </a:lnTo>
                <a:close/>
              </a:path>
              <a:path w="210185" h="284479">
                <a:moveTo>
                  <a:pt x="53855" y="53587"/>
                </a:moveTo>
                <a:lnTo>
                  <a:pt x="47164" y="53797"/>
                </a:lnTo>
                <a:lnTo>
                  <a:pt x="40848" y="56659"/>
                </a:lnTo>
                <a:lnTo>
                  <a:pt x="36136" y="61748"/>
                </a:lnTo>
                <a:lnTo>
                  <a:pt x="33822" y="68029"/>
                </a:lnTo>
                <a:lnTo>
                  <a:pt x="34032" y="74721"/>
                </a:lnTo>
                <a:lnTo>
                  <a:pt x="36894" y="81037"/>
                </a:lnTo>
                <a:lnTo>
                  <a:pt x="47107" y="95203"/>
                </a:lnTo>
                <a:lnTo>
                  <a:pt x="75438" y="74778"/>
                </a:lnTo>
                <a:lnTo>
                  <a:pt x="65225" y="60613"/>
                </a:lnTo>
                <a:lnTo>
                  <a:pt x="60137" y="55902"/>
                </a:lnTo>
                <a:lnTo>
                  <a:pt x="53855" y="53587"/>
                </a:lnTo>
                <a:close/>
              </a:path>
              <a:path w="210185" h="284479">
                <a:moveTo>
                  <a:pt x="102303" y="53587"/>
                </a:moveTo>
                <a:lnTo>
                  <a:pt x="53855" y="53587"/>
                </a:lnTo>
                <a:lnTo>
                  <a:pt x="60137" y="55902"/>
                </a:lnTo>
                <a:lnTo>
                  <a:pt x="65225" y="60613"/>
                </a:lnTo>
                <a:lnTo>
                  <a:pt x="75438" y="74778"/>
                </a:lnTo>
                <a:lnTo>
                  <a:pt x="103767" y="54354"/>
                </a:lnTo>
                <a:lnTo>
                  <a:pt x="102303" y="53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16669" y="4923919"/>
            <a:ext cx="104775" cy="247015"/>
          </a:xfrm>
          <a:custGeom>
            <a:avLst/>
            <a:gdLst/>
            <a:ahLst/>
            <a:cxnLst/>
            <a:rect l="l" t="t" r="r" b="b"/>
            <a:pathLst>
              <a:path w="104775" h="247014">
                <a:moveTo>
                  <a:pt x="69848" y="104775"/>
                </a:moveTo>
                <a:lnTo>
                  <a:pt x="34923" y="104775"/>
                </a:lnTo>
                <a:lnTo>
                  <a:pt x="34925" y="238935"/>
                </a:lnTo>
                <a:lnTo>
                  <a:pt x="42743" y="246753"/>
                </a:lnTo>
                <a:lnTo>
                  <a:pt x="62031" y="246753"/>
                </a:lnTo>
                <a:lnTo>
                  <a:pt x="69850" y="238935"/>
                </a:lnTo>
                <a:lnTo>
                  <a:pt x="69848" y="104775"/>
                </a:lnTo>
                <a:close/>
              </a:path>
              <a:path w="104775" h="247014">
                <a:moveTo>
                  <a:pt x="52386" y="0"/>
                </a:moveTo>
                <a:lnTo>
                  <a:pt x="0" y="104776"/>
                </a:lnTo>
                <a:lnTo>
                  <a:pt x="34923" y="104775"/>
                </a:lnTo>
                <a:lnTo>
                  <a:pt x="34923" y="77668"/>
                </a:lnTo>
                <a:lnTo>
                  <a:pt x="42741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47014">
                <a:moveTo>
                  <a:pt x="62030" y="69850"/>
                </a:moveTo>
                <a:lnTo>
                  <a:pt x="42741" y="69850"/>
                </a:lnTo>
                <a:lnTo>
                  <a:pt x="34923" y="77668"/>
                </a:lnTo>
                <a:lnTo>
                  <a:pt x="34923" y="104775"/>
                </a:lnTo>
                <a:lnTo>
                  <a:pt x="69848" y="104775"/>
                </a:lnTo>
                <a:lnTo>
                  <a:pt x="69848" y="77668"/>
                </a:lnTo>
                <a:lnTo>
                  <a:pt x="62030" y="69850"/>
                </a:lnTo>
                <a:close/>
              </a:path>
              <a:path w="104775" h="247014">
                <a:moveTo>
                  <a:pt x="87312" y="69850"/>
                </a:moveTo>
                <a:lnTo>
                  <a:pt x="62030" y="69850"/>
                </a:lnTo>
                <a:lnTo>
                  <a:pt x="69848" y="77668"/>
                </a:lnTo>
                <a:lnTo>
                  <a:pt x="69848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11730" y="4933136"/>
            <a:ext cx="104775" cy="238125"/>
          </a:xfrm>
          <a:custGeom>
            <a:avLst/>
            <a:gdLst/>
            <a:ahLst/>
            <a:cxnLst/>
            <a:rect l="l" t="t" r="r" b="b"/>
            <a:pathLst>
              <a:path w="104775" h="23812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29718"/>
                </a:lnTo>
                <a:lnTo>
                  <a:pt x="42744" y="237536"/>
                </a:lnTo>
                <a:lnTo>
                  <a:pt x="62031" y="237536"/>
                </a:lnTo>
                <a:lnTo>
                  <a:pt x="69850" y="229718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8125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812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72009" y="557406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6"/>
                </a:lnTo>
                <a:lnTo>
                  <a:pt x="55820" y="28520"/>
                </a:lnTo>
                <a:lnTo>
                  <a:pt x="26306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6" y="235121"/>
                </a:lnTo>
                <a:lnTo>
                  <a:pt x="55820" y="267120"/>
                </a:lnTo>
                <a:lnTo>
                  <a:pt x="93246" y="288105"/>
                </a:lnTo>
                <a:lnTo>
                  <a:pt x="136340" y="295641"/>
                </a:lnTo>
                <a:lnTo>
                  <a:pt x="179434" y="288105"/>
                </a:lnTo>
                <a:lnTo>
                  <a:pt x="216861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8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6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32716" y="557406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6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8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6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71474" y="557406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6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8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6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20539" y="5580358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2"/>
                </a:lnTo>
                <a:lnTo>
                  <a:pt x="26305" y="235121"/>
                </a:lnTo>
                <a:lnTo>
                  <a:pt x="55819" y="267119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19"/>
                </a:lnTo>
                <a:lnTo>
                  <a:pt x="246373" y="235121"/>
                </a:lnTo>
                <a:lnTo>
                  <a:pt x="265728" y="194542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69602" y="5580358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5"/>
                </a:lnTo>
                <a:lnTo>
                  <a:pt x="55820" y="28520"/>
                </a:lnTo>
                <a:lnTo>
                  <a:pt x="26306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2"/>
                </a:lnTo>
                <a:lnTo>
                  <a:pt x="26306" y="235121"/>
                </a:lnTo>
                <a:lnTo>
                  <a:pt x="55820" y="267119"/>
                </a:lnTo>
                <a:lnTo>
                  <a:pt x="93246" y="288104"/>
                </a:lnTo>
                <a:lnTo>
                  <a:pt x="136340" y="295640"/>
                </a:lnTo>
                <a:lnTo>
                  <a:pt x="179434" y="288104"/>
                </a:lnTo>
                <a:lnTo>
                  <a:pt x="216861" y="267119"/>
                </a:lnTo>
                <a:lnTo>
                  <a:pt x="246374" y="235121"/>
                </a:lnTo>
                <a:lnTo>
                  <a:pt x="265729" y="194542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5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90888" y="5220105"/>
            <a:ext cx="378460" cy="371475"/>
          </a:xfrm>
          <a:custGeom>
            <a:avLst/>
            <a:gdLst/>
            <a:ahLst/>
            <a:cxnLst/>
            <a:rect l="l" t="t" r="r" b="b"/>
            <a:pathLst>
              <a:path w="378460" h="371475">
                <a:moveTo>
                  <a:pt x="291154" y="60919"/>
                </a:moveTo>
                <a:lnTo>
                  <a:pt x="5230" y="341491"/>
                </a:lnTo>
                <a:lnTo>
                  <a:pt x="1340" y="347232"/>
                </a:lnTo>
                <a:lnTo>
                  <a:pt x="0" y="353791"/>
                </a:lnTo>
                <a:lnTo>
                  <a:pt x="1216" y="360374"/>
                </a:lnTo>
                <a:lnTo>
                  <a:pt x="4998" y="366186"/>
                </a:lnTo>
                <a:lnTo>
                  <a:pt x="10737" y="370077"/>
                </a:lnTo>
                <a:lnTo>
                  <a:pt x="17296" y="371417"/>
                </a:lnTo>
                <a:lnTo>
                  <a:pt x="23879" y="370201"/>
                </a:lnTo>
                <a:lnTo>
                  <a:pt x="29692" y="366420"/>
                </a:lnTo>
                <a:lnTo>
                  <a:pt x="315615" y="85847"/>
                </a:lnTo>
                <a:lnTo>
                  <a:pt x="291154" y="60919"/>
                </a:lnTo>
                <a:close/>
              </a:path>
              <a:path w="378460" h="371475">
                <a:moveTo>
                  <a:pt x="363144" y="43691"/>
                </a:moveTo>
                <a:lnTo>
                  <a:pt x="316013" y="43691"/>
                </a:lnTo>
                <a:lnTo>
                  <a:pt x="322572" y="45032"/>
                </a:lnTo>
                <a:lnTo>
                  <a:pt x="328312" y="48922"/>
                </a:lnTo>
                <a:lnTo>
                  <a:pt x="332093" y="54735"/>
                </a:lnTo>
                <a:lnTo>
                  <a:pt x="333310" y="61318"/>
                </a:lnTo>
                <a:lnTo>
                  <a:pt x="331970" y="67877"/>
                </a:lnTo>
                <a:lnTo>
                  <a:pt x="328079" y="73616"/>
                </a:lnTo>
                <a:lnTo>
                  <a:pt x="315615" y="85847"/>
                </a:lnTo>
                <a:lnTo>
                  <a:pt x="340077" y="110775"/>
                </a:lnTo>
                <a:lnTo>
                  <a:pt x="363144" y="43691"/>
                </a:lnTo>
                <a:close/>
              </a:path>
              <a:path w="378460" h="371475">
                <a:moveTo>
                  <a:pt x="316013" y="43691"/>
                </a:moveTo>
                <a:lnTo>
                  <a:pt x="309431" y="44907"/>
                </a:lnTo>
                <a:lnTo>
                  <a:pt x="303618" y="48689"/>
                </a:lnTo>
                <a:lnTo>
                  <a:pt x="291154" y="60919"/>
                </a:lnTo>
                <a:lnTo>
                  <a:pt x="315615" y="85847"/>
                </a:lnTo>
                <a:lnTo>
                  <a:pt x="328079" y="73616"/>
                </a:lnTo>
                <a:lnTo>
                  <a:pt x="331970" y="67877"/>
                </a:lnTo>
                <a:lnTo>
                  <a:pt x="333310" y="61318"/>
                </a:lnTo>
                <a:lnTo>
                  <a:pt x="332093" y="54735"/>
                </a:lnTo>
                <a:lnTo>
                  <a:pt x="328312" y="48922"/>
                </a:lnTo>
                <a:lnTo>
                  <a:pt x="322572" y="45032"/>
                </a:lnTo>
                <a:lnTo>
                  <a:pt x="316013" y="43691"/>
                </a:lnTo>
                <a:close/>
              </a:path>
              <a:path w="378460" h="371475">
                <a:moveTo>
                  <a:pt x="378168" y="0"/>
                </a:moveTo>
                <a:lnTo>
                  <a:pt x="266693" y="35991"/>
                </a:lnTo>
                <a:lnTo>
                  <a:pt x="291154" y="60919"/>
                </a:lnTo>
                <a:lnTo>
                  <a:pt x="303618" y="48689"/>
                </a:lnTo>
                <a:lnTo>
                  <a:pt x="309431" y="44907"/>
                </a:lnTo>
                <a:lnTo>
                  <a:pt x="316013" y="43691"/>
                </a:lnTo>
                <a:lnTo>
                  <a:pt x="363144" y="43691"/>
                </a:lnTo>
                <a:lnTo>
                  <a:pt x="378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16669" y="5220105"/>
            <a:ext cx="104775" cy="371475"/>
          </a:xfrm>
          <a:custGeom>
            <a:avLst/>
            <a:gdLst/>
            <a:ahLst/>
            <a:cxnLst/>
            <a:rect l="l" t="t" r="r" b="b"/>
            <a:pathLst>
              <a:path w="104775" h="371475">
                <a:moveTo>
                  <a:pt x="62031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3" y="363599"/>
                </a:lnTo>
                <a:lnTo>
                  <a:pt x="42741" y="371418"/>
                </a:lnTo>
                <a:lnTo>
                  <a:pt x="62030" y="371418"/>
                </a:lnTo>
                <a:lnTo>
                  <a:pt x="69848" y="363599"/>
                </a:lnTo>
                <a:lnTo>
                  <a:pt x="69850" y="77668"/>
                </a:lnTo>
                <a:lnTo>
                  <a:pt x="62031" y="69849"/>
                </a:lnTo>
                <a:close/>
              </a:path>
              <a:path w="104775" h="371475">
                <a:moveTo>
                  <a:pt x="52387" y="0"/>
                </a:moveTo>
                <a:lnTo>
                  <a:pt x="0" y="104774"/>
                </a:lnTo>
                <a:lnTo>
                  <a:pt x="34924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371475">
                <a:moveTo>
                  <a:pt x="87312" y="69849"/>
                </a:moveTo>
                <a:lnTo>
                  <a:pt x="62031" y="69849"/>
                </a:lnTo>
                <a:lnTo>
                  <a:pt x="69850" y="77668"/>
                </a:lnTo>
                <a:lnTo>
                  <a:pt x="69849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90567" y="5220105"/>
            <a:ext cx="109220" cy="371475"/>
          </a:xfrm>
          <a:custGeom>
            <a:avLst/>
            <a:gdLst/>
            <a:ahLst/>
            <a:cxnLst/>
            <a:rect l="l" t="t" r="r" b="b"/>
            <a:pathLst>
              <a:path w="109219" h="371475">
                <a:moveTo>
                  <a:pt x="39844" y="100730"/>
                </a:moveTo>
                <a:lnTo>
                  <a:pt x="0" y="351212"/>
                </a:lnTo>
                <a:lnTo>
                  <a:pt x="288" y="358140"/>
                </a:lnTo>
                <a:lnTo>
                  <a:pt x="3112" y="364210"/>
                </a:lnTo>
                <a:lnTo>
                  <a:pt x="8006" y="368778"/>
                </a:lnTo>
                <a:lnTo>
                  <a:pt x="14503" y="371201"/>
                </a:lnTo>
                <a:lnTo>
                  <a:pt x="21431" y="370914"/>
                </a:lnTo>
                <a:lnTo>
                  <a:pt x="27500" y="368090"/>
                </a:lnTo>
                <a:lnTo>
                  <a:pt x="32068" y="363196"/>
                </a:lnTo>
                <a:lnTo>
                  <a:pt x="34491" y="356699"/>
                </a:lnTo>
                <a:lnTo>
                  <a:pt x="74336" y="106217"/>
                </a:lnTo>
                <a:lnTo>
                  <a:pt x="39844" y="100730"/>
                </a:lnTo>
                <a:close/>
              </a:path>
              <a:path w="109219" h="371475">
                <a:moveTo>
                  <a:pt x="95335" y="68982"/>
                </a:moveTo>
                <a:lnTo>
                  <a:pt x="62576" y="68982"/>
                </a:lnTo>
                <a:lnTo>
                  <a:pt x="69074" y="71405"/>
                </a:lnTo>
                <a:lnTo>
                  <a:pt x="73968" y="75973"/>
                </a:lnTo>
                <a:lnTo>
                  <a:pt x="76792" y="82043"/>
                </a:lnTo>
                <a:lnTo>
                  <a:pt x="77080" y="88971"/>
                </a:lnTo>
                <a:lnTo>
                  <a:pt x="74336" y="106217"/>
                </a:lnTo>
                <a:lnTo>
                  <a:pt x="108827" y="111704"/>
                </a:lnTo>
                <a:lnTo>
                  <a:pt x="95335" y="68982"/>
                </a:lnTo>
                <a:close/>
              </a:path>
              <a:path w="109219" h="371475">
                <a:moveTo>
                  <a:pt x="62576" y="68982"/>
                </a:moveTo>
                <a:lnTo>
                  <a:pt x="39844" y="100730"/>
                </a:lnTo>
                <a:lnTo>
                  <a:pt x="74336" y="106217"/>
                </a:lnTo>
                <a:lnTo>
                  <a:pt x="77080" y="88971"/>
                </a:lnTo>
                <a:lnTo>
                  <a:pt x="76792" y="82043"/>
                </a:lnTo>
                <a:lnTo>
                  <a:pt x="73968" y="75973"/>
                </a:lnTo>
                <a:lnTo>
                  <a:pt x="69074" y="71405"/>
                </a:lnTo>
                <a:lnTo>
                  <a:pt x="62576" y="68982"/>
                </a:lnTo>
                <a:close/>
              </a:path>
              <a:path w="109219" h="371475">
                <a:moveTo>
                  <a:pt x="73550" y="0"/>
                </a:moveTo>
                <a:lnTo>
                  <a:pt x="5353" y="95243"/>
                </a:lnTo>
                <a:lnTo>
                  <a:pt x="39844" y="100730"/>
                </a:lnTo>
                <a:lnTo>
                  <a:pt x="42588" y="83484"/>
                </a:lnTo>
                <a:lnTo>
                  <a:pt x="45011" y="76987"/>
                </a:lnTo>
                <a:lnTo>
                  <a:pt x="49579" y="72094"/>
                </a:lnTo>
                <a:lnTo>
                  <a:pt x="55648" y="69270"/>
                </a:lnTo>
                <a:lnTo>
                  <a:pt x="62576" y="68982"/>
                </a:lnTo>
                <a:lnTo>
                  <a:pt x="95335" y="68982"/>
                </a:lnTo>
                <a:lnTo>
                  <a:pt x="73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64118" y="5220105"/>
            <a:ext cx="310515" cy="377825"/>
          </a:xfrm>
          <a:custGeom>
            <a:avLst/>
            <a:gdLst/>
            <a:ahLst/>
            <a:cxnLst/>
            <a:rect l="l" t="t" r="r" b="b"/>
            <a:pathLst>
              <a:path w="310514" h="377825">
                <a:moveTo>
                  <a:pt x="79629" y="70298"/>
                </a:moveTo>
                <a:lnTo>
                  <a:pt x="52525" y="92324"/>
                </a:lnTo>
                <a:lnTo>
                  <a:pt x="279208" y="371265"/>
                </a:lnTo>
                <a:lnTo>
                  <a:pt x="284559" y="375675"/>
                </a:lnTo>
                <a:lnTo>
                  <a:pt x="290964" y="377622"/>
                </a:lnTo>
                <a:lnTo>
                  <a:pt x="297632" y="377026"/>
                </a:lnTo>
                <a:lnTo>
                  <a:pt x="303772" y="373804"/>
                </a:lnTo>
                <a:lnTo>
                  <a:pt x="308181" y="368452"/>
                </a:lnTo>
                <a:lnTo>
                  <a:pt x="310129" y="362047"/>
                </a:lnTo>
                <a:lnTo>
                  <a:pt x="309532" y="355380"/>
                </a:lnTo>
                <a:lnTo>
                  <a:pt x="306311" y="349239"/>
                </a:lnTo>
                <a:lnTo>
                  <a:pt x="79629" y="70298"/>
                </a:lnTo>
                <a:close/>
              </a:path>
              <a:path w="310514" h="377825">
                <a:moveTo>
                  <a:pt x="0" y="0"/>
                </a:moveTo>
                <a:lnTo>
                  <a:pt x="25421" y="114349"/>
                </a:lnTo>
                <a:lnTo>
                  <a:pt x="52525" y="92324"/>
                </a:lnTo>
                <a:lnTo>
                  <a:pt x="41512" y="78773"/>
                </a:lnTo>
                <a:lnTo>
                  <a:pt x="38290" y="72632"/>
                </a:lnTo>
                <a:lnTo>
                  <a:pt x="56859" y="50389"/>
                </a:lnTo>
                <a:lnTo>
                  <a:pt x="104128" y="50389"/>
                </a:lnTo>
                <a:lnTo>
                  <a:pt x="106733" y="48272"/>
                </a:lnTo>
                <a:lnTo>
                  <a:pt x="0" y="0"/>
                </a:lnTo>
                <a:close/>
              </a:path>
              <a:path w="310514" h="377825">
                <a:moveTo>
                  <a:pt x="56859" y="50389"/>
                </a:moveTo>
                <a:lnTo>
                  <a:pt x="50191" y="50985"/>
                </a:lnTo>
                <a:lnTo>
                  <a:pt x="44051" y="54207"/>
                </a:lnTo>
                <a:lnTo>
                  <a:pt x="39641" y="59559"/>
                </a:lnTo>
                <a:lnTo>
                  <a:pt x="37694" y="65963"/>
                </a:lnTo>
                <a:lnTo>
                  <a:pt x="38290" y="72632"/>
                </a:lnTo>
                <a:lnTo>
                  <a:pt x="41512" y="78773"/>
                </a:lnTo>
                <a:lnTo>
                  <a:pt x="52525" y="92324"/>
                </a:lnTo>
                <a:lnTo>
                  <a:pt x="79629" y="70298"/>
                </a:lnTo>
                <a:lnTo>
                  <a:pt x="68616" y="56746"/>
                </a:lnTo>
                <a:lnTo>
                  <a:pt x="63264" y="52336"/>
                </a:lnTo>
                <a:lnTo>
                  <a:pt x="56859" y="50389"/>
                </a:lnTo>
                <a:close/>
              </a:path>
              <a:path w="310514" h="377825">
                <a:moveTo>
                  <a:pt x="104128" y="50389"/>
                </a:moveTo>
                <a:lnTo>
                  <a:pt x="56859" y="50389"/>
                </a:lnTo>
                <a:lnTo>
                  <a:pt x="63264" y="52336"/>
                </a:lnTo>
                <a:lnTo>
                  <a:pt x="68616" y="56746"/>
                </a:lnTo>
                <a:lnTo>
                  <a:pt x="79629" y="70298"/>
                </a:lnTo>
                <a:lnTo>
                  <a:pt x="104128" y="50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664118" y="5220105"/>
            <a:ext cx="659765" cy="377825"/>
          </a:xfrm>
          <a:custGeom>
            <a:avLst/>
            <a:gdLst/>
            <a:ahLst/>
            <a:cxnLst/>
            <a:rect l="l" t="t" r="r" b="b"/>
            <a:pathLst>
              <a:path w="659764" h="377825">
                <a:moveTo>
                  <a:pt x="99913" y="36055"/>
                </a:moveTo>
                <a:lnTo>
                  <a:pt x="82818" y="66511"/>
                </a:lnTo>
                <a:lnTo>
                  <a:pt x="633277" y="375480"/>
                </a:lnTo>
                <a:lnTo>
                  <a:pt x="639876" y="377610"/>
                </a:lnTo>
                <a:lnTo>
                  <a:pt x="646548" y="377064"/>
                </a:lnTo>
                <a:lnTo>
                  <a:pt x="652528" y="374055"/>
                </a:lnTo>
                <a:lnTo>
                  <a:pt x="657052" y="368800"/>
                </a:lnTo>
                <a:lnTo>
                  <a:pt x="659182" y="362201"/>
                </a:lnTo>
                <a:lnTo>
                  <a:pt x="658636" y="355529"/>
                </a:lnTo>
                <a:lnTo>
                  <a:pt x="655627" y="349548"/>
                </a:lnTo>
                <a:lnTo>
                  <a:pt x="650372" y="345024"/>
                </a:lnTo>
                <a:lnTo>
                  <a:pt x="99913" y="36055"/>
                </a:lnTo>
                <a:close/>
              </a:path>
              <a:path w="659764" h="377825">
                <a:moveTo>
                  <a:pt x="0" y="0"/>
                </a:moveTo>
                <a:lnTo>
                  <a:pt x="65723" y="96967"/>
                </a:lnTo>
                <a:lnTo>
                  <a:pt x="82818" y="66511"/>
                </a:lnTo>
                <a:lnTo>
                  <a:pt x="67590" y="57964"/>
                </a:lnTo>
                <a:lnTo>
                  <a:pt x="62335" y="53440"/>
                </a:lnTo>
                <a:lnTo>
                  <a:pt x="59326" y="47459"/>
                </a:lnTo>
                <a:lnTo>
                  <a:pt x="58780" y="40787"/>
                </a:lnTo>
                <a:lnTo>
                  <a:pt x="60910" y="34188"/>
                </a:lnTo>
                <a:lnTo>
                  <a:pt x="65434" y="28932"/>
                </a:lnTo>
                <a:lnTo>
                  <a:pt x="71414" y="25924"/>
                </a:lnTo>
                <a:lnTo>
                  <a:pt x="78086" y="25377"/>
                </a:lnTo>
                <a:lnTo>
                  <a:pt x="105906" y="25377"/>
                </a:lnTo>
                <a:lnTo>
                  <a:pt x="117007" y="5600"/>
                </a:lnTo>
                <a:lnTo>
                  <a:pt x="0" y="0"/>
                </a:lnTo>
                <a:close/>
              </a:path>
              <a:path w="659764" h="377825">
                <a:moveTo>
                  <a:pt x="78086" y="25377"/>
                </a:moveTo>
                <a:lnTo>
                  <a:pt x="71414" y="25924"/>
                </a:lnTo>
                <a:lnTo>
                  <a:pt x="65434" y="28932"/>
                </a:lnTo>
                <a:lnTo>
                  <a:pt x="60910" y="34188"/>
                </a:lnTo>
                <a:lnTo>
                  <a:pt x="58780" y="40787"/>
                </a:lnTo>
                <a:lnTo>
                  <a:pt x="59326" y="47459"/>
                </a:lnTo>
                <a:lnTo>
                  <a:pt x="62335" y="53440"/>
                </a:lnTo>
                <a:lnTo>
                  <a:pt x="67590" y="57964"/>
                </a:lnTo>
                <a:lnTo>
                  <a:pt x="82818" y="66511"/>
                </a:lnTo>
                <a:lnTo>
                  <a:pt x="99913" y="36055"/>
                </a:lnTo>
                <a:lnTo>
                  <a:pt x="84684" y="27508"/>
                </a:lnTo>
                <a:lnTo>
                  <a:pt x="78086" y="25377"/>
                </a:lnTo>
                <a:close/>
              </a:path>
              <a:path w="659764" h="377825">
                <a:moveTo>
                  <a:pt x="105906" y="25377"/>
                </a:moveTo>
                <a:lnTo>
                  <a:pt x="78086" y="25377"/>
                </a:lnTo>
                <a:lnTo>
                  <a:pt x="84684" y="27508"/>
                </a:lnTo>
                <a:lnTo>
                  <a:pt x="99913" y="36055"/>
                </a:lnTo>
                <a:lnTo>
                  <a:pt x="105906" y="25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35362" y="4303703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35362" y="4303703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32716" y="5153210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32716" y="5153210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27777" y="5153210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527777" y="5153210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859157" y="3644900"/>
            <a:ext cx="1461135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(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neighbors</a:t>
            </a:r>
            <a:r>
              <a:rPr dirty="0" sz="1800" spc="-5" b="1"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neighbors</a:t>
            </a:r>
            <a:r>
              <a:rPr dirty="0" sz="1800" spc="-5" b="1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32150" y="5488940"/>
            <a:ext cx="1550670" cy="101600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72745" algn="l"/>
                <a:tab pos="711835" algn="l"/>
                <a:tab pos="1061085" algn="l"/>
                <a:tab pos="1409700" algn="l"/>
              </a:tabLst>
            </a:pPr>
            <a:r>
              <a:rPr dirty="0" baseline="1543" sz="2700">
                <a:latin typeface="Arial"/>
                <a:cs typeface="Arial"/>
              </a:rPr>
              <a:t>1	5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  <a:p>
            <a:pPr marL="135255" marR="9525">
              <a:lnSpc>
                <a:spcPts val="2090"/>
              </a:lnSpc>
              <a:spcBef>
                <a:spcPts val="819"/>
              </a:spcBef>
            </a:pPr>
            <a:r>
              <a:rPr dirty="0" sz="1800" spc="-5">
                <a:latin typeface="Arial"/>
                <a:cs typeface="Arial"/>
              </a:rPr>
              <a:t>Input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features  are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uniform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7823" y="4961913"/>
            <a:ext cx="8349615" cy="386715"/>
          </a:xfrm>
          <a:prstGeom prst="rect">
            <a:avLst/>
          </a:prstGeom>
          <a:ln w="25400">
            <a:solidFill>
              <a:srgbClr val="008000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260"/>
              </a:spcBef>
              <a:tabLst>
                <a:tab pos="2315845" algn="l"/>
                <a:tab pos="4930140" algn="l"/>
                <a:tab pos="7019290" algn="l"/>
              </a:tabLst>
            </a:pPr>
            <a:r>
              <a:rPr dirty="0" sz="180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 neighbors	</a:t>
            </a:r>
            <a:r>
              <a:rPr dirty="0" sz="180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800" spc="-5">
                <a:solidFill>
                  <a:srgbClr val="0000FF"/>
                </a:solidFill>
                <a:latin typeface="Arial"/>
                <a:cs typeface="Arial"/>
              </a:rPr>
              <a:t> neighbors	</a:t>
            </a:r>
            <a:r>
              <a:rPr dirty="0" baseline="-4629" sz="2700">
                <a:solidFill>
                  <a:srgbClr val="FF0066"/>
                </a:solidFill>
                <a:latin typeface="Arial"/>
                <a:cs typeface="Arial"/>
              </a:rPr>
              <a:t>1</a:t>
            </a:r>
            <a:r>
              <a:rPr dirty="0" baseline="-4629" sz="2700" spc="-7">
                <a:solidFill>
                  <a:srgbClr val="FF0066"/>
                </a:solidFill>
                <a:latin typeface="Arial"/>
                <a:cs typeface="Arial"/>
              </a:rPr>
              <a:t> neighbor	</a:t>
            </a:r>
            <a:r>
              <a:rPr dirty="0" baseline="-4629" sz="270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baseline="-4629" sz="2700" spc="-13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baseline="-4629" sz="2700" spc="-7">
                <a:solidFill>
                  <a:srgbClr val="0000FF"/>
                </a:solidFill>
                <a:latin typeface="Arial"/>
                <a:cs typeface="Arial"/>
              </a:rPr>
              <a:t>neighbors</a:t>
            </a:r>
            <a:endParaRPr baseline="-4629" sz="27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049098" y="3762814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7" y="287240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108116" y="376072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131929" y="4057568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1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5" y="242912"/>
                </a:lnTo>
                <a:lnTo>
                  <a:pt x="42744" y="250731"/>
                </a:lnTo>
                <a:lnTo>
                  <a:pt x="62031" y="250731"/>
                </a:lnTo>
                <a:lnTo>
                  <a:pt x="69850" y="242912"/>
                </a:lnTo>
                <a:lnTo>
                  <a:pt x="69850" y="77668"/>
                </a:lnTo>
                <a:lnTo>
                  <a:pt x="62031" y="69849"/>
                </a:lnTo>
                <a:close/>
              </a:path>
              <a:path w="104775" h="250825">
                <a:moveTo>
                  <a:pt x="52387" y="0"/>
                </a:moveTo>
                <a:lnTo>
                  <a:pt x="0" y="104774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250825">
                <a:moveTo>
                  <a:pt x="87312" y="69849"/>
                </a:moveTo>
                <a:lnTo>
                  <a:pt x="62031" y="69849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48119" y="4614439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39929" y="4623629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0"/>
                </a:lnTo>
                <a:lnTo>
                  <a:pt x="135219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907137" y="4620259"/>
            <a:ext cx="544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3860" algn="l"/>
              </a:tabLst>
            </a:pPr>
            <a:r>
              <a:rPr dirty="0" baseline="1543" sz="2700">
                <a:latin typeface="Arial"/>
                <a:cs typeface="Arial"/>
              </a:rPr>
              <a:t>3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66003" y="4357530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40" h="274320">
                <a:moveTo>
                  <a:pt x="140000" y="71763"/>
                </a:moveTo>
                <a:lnTo>
                  <a:pt x="3580" y="246150"/>
                </a:lnTo>
                <a:lnTo>
                  <a:pt x="472" y="252349"/>
                </a:lnTo>
                <a:lnTo>
                  <a:pt x="0" y="259026"/>
                </a:lnTo>
                <a:lnTo>
                  <a:pt x="2065" y="265394"/>
                </a:lnTo>
                <a:lnTo>
                  <a:pt x="6573" y="270663"/>
                </a:lnTo>
                <a:lnTo>
                  <a:pt x="12773" y="273771"/>
                </a:lnTo>
                <a:lnTo>
                  <a:pt x="19450" y="274243"/>
                </a:lnTo>
                <a:lnTo>
                  <a:pt x="25818" y="272177"/>
                </a:lnTo>
                <a:lnTo>
                  <a:pt x="31087" y="267669"/>
                </a:lnTo>
                <a:lnTo>
                  <a:pt x="167508" y="93282"/>
                </a:lnTo>
                <a:lnTo>
                  <a:pt x="140000" y="71763"/>
                </a:lnTo>
                <a:close/>
              </a:path>
              <a:path w="218440" h="274320">
                <a:moveTo>
                  <a:pt x="207875" y="51435"/>
                </a:moveTo>
                <a:lnTo>
                  <a:pt x="162397" y="51435"/>
                </a:lnTo>
                <a:lnTo>
                  <a:pt x="169074" y="51907"/>
                </a:lnTo>
                <a:lnTo>
                  <a:pt x="175273" y="55015"/>
                </a:lnTo>
                <a:lnTo>
                  <a:pt x="179782" y="60284"/>
                </a:lnTo>
                <a:lnTo>
                  <a:pt x="181848" y="66651"/>
                </a:lnTo>
                <a:lnTo>
                  <a:pt x="181375" y="73329"/>
                </a:lnTo>
                <a:lnTo>
                  <a:pt x="178268" y="79528"/>
                </a:lnTo>
                <a:lnTo>
                  <a:pt x="167508" y="93282"/>
                </a:lnTo>
                <a:lnTo>
                  <a:pt x="195017" y="114801"/>
                </a:lnTo>
                <a:lnTo>
                  <a:pt x="207875" y="51435"/>
                </a:lnTo>
                <a:close/>
              </a:path>
              <a:path w="218440" h="274320">
                <a:moveTo>
                  <a:pt x="162397" y="51435"/>
                </a:moveTo>
                <a:lnTo>
                  <a:pt x="156029" y="53501"/>
                </a:lnTo>
                <a:lnTo>
                  <a:pt x="150760" y="58009"/>
                </a:lnTo>
                <a:lnTo>
                  <a:pt x="140000" y="71763"/>
                </a:lnTo>
                <a:lnTo>
                  <a:pt x="167508" y="93282"/>
                </a:lnTo>
                <a:lnTo>
                  <a:pt x="178268" y="79528"/>
                </a:lnTo>
                <a:lnTo>
                  <a:pt x="181375" y="73329"/>
                </a:lnTo>
                <a:lnTo>
                  <a:pt x="181848" y="66651"/>
                </a:lnTo>
                <a:lnTo>
                  <a:pt x="179782" y="60284"/>
                </a:lnTo>
                <a:lnTo>
                  <a:pt x="175273" y="55015"/>
                </a:lnTo>
                <a:lnTo>
                  <a:pt x="169074" y="51907"/>
                </a:lnTo>
                <a:lnTo>
                  <a:pt x="162397" y="51435"/>
                </a:lnTo>
                <a:close/>
              </a:path>
              <a:path w="218440" h="274320">
                <a:moveTo>
                  <a:pt x="218313" y="0"/>
                </a:moveTo>
                <a:lnTo>
                  <a:pt x="112492" y="50245"/>
                </a:lnTo>
                <a:lnTo>
                  <a:pt x="140000" y="71763"/>
                </a:lnTo>
                <a:lnTo>
                  <a:pt x="150760" y="58009"/>
                </a:lnTo>
                <a:lnTo>
                  <a:pt x="156029" y="53501"/>
                </a:lnTo>
                <a:lnTo>
                  <a:pt x="162397" y="51435"/>
                </a:lnTo>
                <a:lnTo>
                  <a:pt x="207875" y="51435"/>
                </a:lnTo>
                <a:lnTo>
                  <a:pt x="218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84316" y="4357530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79" h="283845">
                <a:moveTo>
                  <a:pt x="75250" y="74967"/>
                </a:moveTo>
                <a:lnTo>
                  <a:pt x="46869" y="95320"/>
                </a:lnTo>
                <a:lnTo>
                  <a:pt x="176640" y="276274"/>
                </a:lnTo>
                <a:lnTo>
                  <a:pt x="181716" y="280998"/>
                </a:lnTo>
                <a:lnTo>
                  <a:pt x="187992" y="283328"/>
                </a:lnTo>
                <a:lnTo>
                  <a:pt x="194683" y="283134"/>
                </a:lnTo>
                <a:lnTo>
                  <a:pt x="201006" y="280289"/>
                </a:lnTo>
                <a:lnTo>
                  <a:pt x="205731" y="275212"/>
                </a:lnTo>
                <a:lnTo>
                  <a:pt x="208061" y="268936"/>
                </a:lnTo>
                <a:lnTo>
                  <a:pt x="207867" y="262244"/>
                </a:lnTo>
                <a:lnTo>
                  <a:pt x="205021" y="255921"/>
                </a:lnTo>
                <a:lnTo>
                  <a:pt x="75250" y="74967"/>
                </a:lnTo>
                <a:close/>
              </a:path>
              <a:path w="208279" h="283845">
                <a:moveTo>
                  <a:pt x="0" y="0"/>
                </a:moveTo>
                <a:lnTo>
                  <a:pt x="18488" y="115674"/>
                </a:lnTo>
                <a:lnTo>
                  <a:pt x="46869" y="95320"/>
                </a:lnTo>
                <a:lnTo>
                  <a:pt x="36692" y="81130"/>
                </a:lnTo>
                <a:lnTo>
                  <a:pt x="33846" y="74806"/>
                </a:lnTo>
                <a:lnTo>
                  <a:pt x="53721" y="53722"/>
                </a:lnTo>
                <a:lnTo>
                  <a:pt x="101940" y="53722"/>
                </a:lnTo>
                <a:lnTo>
                  <a:pt x="0" y="0"/>
                </a:lnTo>
                <a:close/>
              </a:path>
              <a:path w="208279" h="283845">
                <a:moveTo>
                  <a:pt x="53721" y="53722"/>
                </a:moveTo>
                <a:lnTo>
                  <a:pt x="47029" y="53916"/>
                </a:lnTo>
                <a:lnTo>
                  <a:pt x="40706" y="56762"/>
                </a:lnTo>
                <a:lnTo>
                  <a:pt x="35982" y="61838"/>
                </a:lnTo>
                <a:lnTo>
                  <a:pt x="33652" y="68114"/>
                </a:lnTo>
                <a:lnTo>
                  <a:pt x="33846" y="74806"/>
                </a:lnTo>
                <a:lnTo>
                  <a:pt x="36692" y="81130"/>
                </a:lnTo>
                <a:lnTo>
                  <a:pt x="46869" y="95320"/>
                </a:lnTo>
                <a:lnTo>
                  <a:pt x="75250" y="74967"/>
                </a:lnTo>
                <a:lnTo>
                  <a:pt x="65073" y="60775"/>
                </a:lnTo>
                <a:lnTo>
                  <a:pt x="59997" y="56052"/>
                </a:lnTo>
                <a:lnTo>
                  <a:pt x="53721" y="53722"/>
                </a:lnTo>
                <a:close/>
              </a:path>
              <a:path w="208279" h="283845">
                <a:moveTo>
                  <a:pt x="101940" y="53722"/>
                </a:moveTo>
                <a:lnTo>
                  <a:pt x="53721" y="53722"/>
                </a:lnTo>
                <a:lnTo>
                  <a:pt x="59997" y="56052"/>
                </a:lnTo>
                <a:lnTo>
                  <a:pt x="65073" y="60775"/>
                </a:lnTo>
                <a:lnTo>
                  <a:pt x="75250" y="74967"/>
                </a:lnTo>
                <a:lnTo>
                  <a:pt x="103631" y="54613"/>
                </a:lnTo>
                <a:lnTo>
                  <a:pt x="101940" y="53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30949" y="4909195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38248"/>
                </a:lnTo>
                <a:lnTo>
                  <a:pt x="42743" y="246066"/>
                </a:lnTo>
                <a:lnTo>
                  <a:pt x="62031" y="246066"/>
                </a:lnTo>
                <a:lnTo>
                  <a:pt x="69850" y="238248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4637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322760" y="4918383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2031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6" y="229061"/>
                </a:lnTo>
                <a:lnTo>
                  <a:pt x="42744" y="236879"/>
                </a:lnTo>
                <a:lnTo>
                  <a:pt x="62033" y="236879"/>
                </a:lnTo>
                <a:lnTo>
                  <a:pt x="69851" y="229061"/>
                </a:lnTo>
                <a:lnTo>
                  <a:pt x="69850" y="77668"/>
                </a:lnTo>
                <a:lnTo>
                  <a:pt x="62031" y="69849"/>
                </a:lnTo>
                <a:close/>
              </a:path>
              <a:path w="104775" h="237489">
                <a:moveTo>
                  <a:pt x="52387" y="0"/>
                </a:moveTo>
                <a:lnTo>
                  <a:pt x="0" y="104774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237489">
                <a:moveTo>
                  <a:pt x="87312" y="69849"/>
                </a:moveTo>
                <a:lnTo>
                  <a:pt x="62031" y="69849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848119" y="555738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84090" y="555738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59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530282" y="556366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876474" y="556366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6827781" y="5495035"/>
            <a:ext cx="1423035" cy="97345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625"/>
              </a:spcBef>
              <a:tabLst>
                <a:tab pos="427355" algn="l"/>
                <a:tab pos="774065" algn="l"/>
                <a:tab pos="1120140" algn="l"/>
              </a:tabLst>
            </a:pPr>
            <a:r>
              <a:rPr dirty="0" baseline="1543" sz="2700">
                <a:latin typeface="Arial"/>
                <a:cs typeface="Arial"/>
              </a:rPr>
              <a:t>4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090"/>
              </a:lnSpc>
              <a:spcBef>
                <a:spcPts val="650"/>
              </a:spcBef>
            </a:pPr>
            <a:r>
              <a:rPr dirty="0" sz="1800" spc="-5">
                <a:latin typeface="Arial"/>
                <a:cs typeface="Arial"/>
              </a:rPr>
              <a:t>Input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features  are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uniform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930949" y="5204493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3" y="362539"/>
                </a:lnTo>
                <a:lnTo>
                  <a:pt x="42741" y="370357"/>
                </a:lnTo>
                <a:lnTo>
                  <a:pt x="62030" y="370357"/>
                </a:lnTo>
                <a:lnTo>
                  <a:pt x="69848" y="362539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37083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02058" y="5204493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4" h="370204">
                <a:moveTo>
                  <a:pt x="39465" y="100757"/>
                </a:moveTo>
                <a:lnTo>
                  <a:pt x="0" y="350165"/>
                </a:lnTo>
                <a:lnTo>
                  <a:pt x="293" y="357093"/>
                </a:lnTo>
                <a:lnTo>
                  <a:pt x="3122" y="363161"/>
                </a:lnTo>
                <a:lnTo>
                  <a:pt x="8020" y="367725"/>
                </a:lnTo>
                <a:lnTo>
                  <a:pt x="14519" y="370142"/>
                </a:lnTo>
                <a:lnTo>
                  <a:pt x="21447" y="369849"/>
                </a:lnTo>
                <a:lnTo>
                  <a:pt x="27515" y="367021"/>
                </a:lnTo>
                <a:lnTo>
                  <a:pt x="32079" y="362123"/>
                </a:lnTo>
                <a:lnTo>
                  <a:pt x="34497" y="355624"/>
                </a:lnTo>
                <a:lnTo>
                  <a:pt x="73961" y="106216"/>
                </a:lnTo>
                <a:lnTo>
                  <a:pt x="39465" y="100757"/>
                </a:lnTo>
                <a:close/>
              </a:path>
              <a:path w="108584" h="370204">
                <a:moveTo>
                  <a:pt x="94938" y="68991"/>
                </a:moveTo>
                <a:lnTo>
                  <a:pt x="62171" y="68991"/>
                </a:lnTo>
                <a:lnTo>
                  <a:pt x="68671" y="71409"/>
                </a:lnTo>
                <a:lnTo>
                  <a:pt x="73568" y="75973"/>
                </a:lnTo>
                <a:lnTo>
                  <a:pt x="76397" y="82040"/>
                </a:lnTo>
                <a:lnTo>
                  <a:pt x="76690" y="88968"/>
                </a:lnTo>
                <a:lnTo>
                  <a:pt x="73961" y="106216"/>
                </a:lnTo>
                <a:lnTo>
                  <a:pt x="108456" y="111674"/>
                </a:lnTo>
                <a:lnTo>
                  <a:pt x="94938" y="68991"/>
                </a:lnTo>
                <a:close/>
              </a:path>
              <a:path w="108584" h="370204">
                <a:moveTo>
                  <a:pt x="62171" y="68991"/>
                </a:moveTo>
                <a:lnTo>
                  <a:pt x="39465" y="100757"/>
                </a:lnTo>
                <a:lnTo>
                  <a:pt x="73961" y="106216"/>
                </a:lnTo>
                <a:lnTo>
                  <a:pt x="76690" y="88968"/>
                </a:lnTo>
                <a:lnTo>
                  <a:pt x="76397" y="82040"/>
                </a:lnTo>
                <a:lnTo>
                  <a:pt x="73568" y="75973"/>
                </a:lnTo>
                <a:lnTo>
                  <a:pt x="68671" y="71409"/>
                </a:lnTo>
                <a:lnTo>
                  <a:pt x="62171" y="68991"/>
                </a:lnTo>
                <a:close/>
              </a:path>
              <a:path w="108584" h="370204">
                <a:moveTo>
                  <a:pt x="73088" y="0"/>
                </a:moveTo>
                <a:lnTo>
                  <a:pt x="4969" y="95299"/>
                </a:lnTo>
                <a:lnTo>
                  <a:pt x="39465" y="100757"/>
                </a:lnTo>
                <a:lnTo>
                  <a:pt x="42194" y="83510"/>
                </a:lnTo>
                <a:lnTo>
                  <a:pt x="44612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375149" y="5204493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8" y="70503"/>
                </a:moveTo>
                <a:lnTo>
                  <a:pt x="52287" y="92459"/>
                </a:lnTo>
                <a:lnTo>
                  <a:pt x="276771" y="370151"/>
                </a:lnTo>
                <a:lnTo>
                  <a:pt x="282111" y="374575"/>
                </a:lnTo>
                <a:lnTo>
                  <a:pt x="288511" y="376539"/>
                </a:lnTo>
                <a:lnTo>
                  <a:pt x="295180" y="375959"/>
                </a:lnTo>
                <a:lnTo>
                  <a:pt x="301329" y="372753"/>
                </a:lnTo>
                <a:lnTo>
                  <a:pt x="305752" y="367413"/>
                </a:lnTo>
                <a:lnTo>
                  <a:pt x="307716" y="361014"/>
                </a:lnTo>
                <a:lnTo>
                  <a:pt x="307137" y="354344"/>
                </a:lnTo>
                <a:lnTo>
                  <a:pt x="303931" y="348195"/>
                </a:lnTo>
                <a:lnTo>
                  <a:pt x="79448" y="70503"/>
                </a:lnTo>
                <a:close/>
              </a:path>
              <a:path w="307975" h="376554">
                <a:moveTo>
                  <a:pt x="0" y="0"/>
                </a:moveTo>
                <a:lnTo>
                  <a:pt x="25126" y="114415"/>
                </a:lnTo>
                <a:lnTo>
                  <a:pt x="52287" y="92459"/>
                </a:lnTo>
                <a:lnTo>
                  <a:pt x="41309" y="78878"/>
                </a:lnTo>
                <a:lnTo>
                  <a:pt x="38103" y="72730"/>
                </a:lnTo>
                <a:lnTo>
                  <a:pt x="56729" y="50535"/>
                </a:lnTo>
                <a:lnTo>
                  <a:pt x="104148" y="50535"/>
                </a:lnTo>
                <a:lnTo>
                  <a:pt x="106608" y="48547"/>
                </a:lnTo>
                <a:lnTo>
                  <a:pt x="0" y="0"/>
                </a:lnTo>
                <a:close/>
              </a:path>
              <a:path w="307975" h="376554">
                <a:moveTo>
                  <a:pt x="56729" y="50535"/>
                </a:moveTo>
                <a:lnTo>
                  <a:pt x="50060" y="51114"/>
                </a:lnTo>
                <a:lnTo>
                  <a:pt x="43911" y="54320"/>
                </a:lnTo>
                <a:lnTo>
                  <a:pt x="39488" y="59660"/>
                </a:lnTo>
                <a:lnTo>
                  <a:pt x="37524" y="66060"/>
                </a:lnTo>
                <a:lnTo>
                  <a:pt x="38103" y="72730"/>
                </a:lnTo>
                <a:lnTo>
                  <a:pt x="41309" y="78878"/>
                </a:lnTo>
                <a:lnTo>
                  <a:pt x="52287" y="92459"/>
                </a:lnTo>
                <a:lnTo>
                  <a:pt x="79448" y="70503"/>
                </a:lnTo>
                <a:lnTo>
                  <a:pt x="68469" y="56922"/>
                </a:lnTo>
                <a:lnTo>
                  <a:pt x="63129" y="52499"/>
                </a:lnTo>
                <a:lnTo>
                  <a:pt x="56729" y="50535"/>
                </a:lnTo>
                <a:close/>
              </a:path>
              <a:path w="307975" h="376554">
                <a:moveTo>
                  <a:pt x="104148" y="50535"/>
                </a:moveTo>
                <a:lnTo>
                  <a:pt x="56729" y="50535"/>
                </a:lnTo>
                <a:lnTo>
                  <a:pt x="63129" y="52499"/>
                </a:lnTo>
                <a:lnTo>
                  <a:pt x="68469" y="56922"/>
                </a:lnTo>
                <a:lnTo>
                  <a:pt x="79448" y="70503"/>
                </a:lnTo>
                <a:lnTo>
                  <a:pt x="104148" y="50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375149" y="5204493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1" y="36280"/>
                </a:moveTo>
                <a:lnTo>
                  <a:pt x="82668" y="66696"/>
                </a:lnTo>
                <a:lnTo>
                  <a:pt x="627961" y="374382"/>
                </a:lnTo>
                <a:lnTo>
                  <a:pt x="634556" y="376527"/>
                </a:lnTo>
                <a:lnTo>
                  <a:pt x="641229" y="375995"/>
                </a:lnTo>
                <a:lnTo>
                  <a:pt x="647216" y="373000"/>
                </a:lnTo>
                <a:lnTo>
                  <a:pt x="651751" y="367755"/>
                </a:lnTo>
                <a:lnTo>
                  <a:pt x="653896" y="361161"/>
                </a:lnTo>
                <a:lnTo>
                  <a:pt x="653365" y="354488"/>
                </a:lnTo>
                <a:lnTo>
                  <a:pt x="650370" y="348501"/>
                </a:lnTo>
                <a:lnTo>
                  <a:pt x="645124" y="343965"/>
                </a:lnTo>
                <a:lnTo>
                  <a:pt x="99831" y="36280"/>
                </a:lnTo>
                <a:close/>
              </a:path>
              <a:path w="654050" h="376554">
                <a:moveTo>
                  <a:pt x="0" y="0"/>
                </a:moveTo>
                <a:lnTo>
                  <a:pt x="65505" y="97114"/>
                </a:lnTo>
                <a:lnTo>
                  <a:pt x="82668" y="66696"/>
                </a:lnTo>
                <a:lnTo>
                  <a:pt x="67459" y="58115"/>
                </a:lnTo>
                <a:lnTo>
                  <a:pt x="62214" y="53580"/>
                </a:lnTo>
                <a:lnTo>
                  <a:pt x="59219" y="47593"/>
                </a:lnTo>
                <a:lnTo>
                  <a:pt x="58687" y="40920"/>
                </a:lnTo>
                <a:lnTo>
                  <a:pt x="60832" y="34325"/>
                </a:lnTo>
                <a:lnTo>
                  <a:pt x="65368" y="29079"/>
                </a:lnTo>
                <a:lnTo>
                  <a:pt x="71355" y="26084"/>
                </a:lnTo>
                <a:lnTo>
                  <a:pt x="78028" y="25553"/>
                </a:lnTo>
                <a:lnTo>
                  <a:pt x="105884" y="25553"/>
                </a:lnTo>
                <a:lnTo>
                  <a:pt x="116994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8" y="25553"/>
                </a:moveTo>
                <a:lnTo>
                  <a:pt x="71355" y="26084"/>
                </a:lnTo>
                <a:lnTo>
                  <a:pt x="65368" y="29079"/>
                </a:lnTo>
                <a:lnTo>
                  <a:pt x="60832" y="34325"/>
                </a:lnTo>
                <a:lnTo>
                  <a:pt x="58687" y="40920"/>
                </a:lnTo>
                <a:lnTo>
                  <a:pt x="59219" y="47593"/>
                </a:lnTo>
                <a:lnTo>
                  <a:pt x="62214" y="53580"/>
                </a:lnTo>
                <a:lnTo>
                  <a:pt x="67459" y="58115"/>
                </a:lnTo>
                <a:lnTo>
                  <a:pt x="82668" y="66696"/>
                </a:lnTo>
                <a:lnTo>
                  <a:pt x="99831" y="36280"/>
                </a:lnTo>
                <a:lnTo>
                  <a:pt x="84622" y="27698"/>
                </a:lnTo>
                <a:lnTo>
                  <a:pt x="78028" y="25553"/>
                </a:lnTo>
                <a:close/>
              </a:path>
              <a:path w="654050" h="376554">
                <a:moveTo>
                  <a:pt x="105884" y="25553"/>
                </a:moveTo>
                <a:lnTo>
                  <a:pt x="78028" y="25553"/>
                </a:lnTo>
                <a:lnTo>
                  <a:pt x="84622" y="27698"/>
                </a:lnTo>
                <a:lnTo>
                  <a:pt x="99831" y="36280"/>
                </a:lnTo>
                <a:lnTo>
                  <a:pt x="105884" y="25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049096" y="429083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6" y="0"/>
                </a:lnTo>
                <a:lnTo>
                  <a:pt x="270436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049096" y="429083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848119" y="5137798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6" y="0"/>
                </a:lnTo>
                <a:lnTo>
                  <a:pt x="270436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848119" y="5137798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239929" y="5137798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239929" y="5137798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5446110" y="3654044"/>
            <a:ext cx="1397000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(</a:t>
            </a:r>
            <a:r>
              <a:rPr dirty="0" sz="1800" b="1">
                <a:solidFill>
                  <a:srgbClr val="FF0066"/>
                </a:solidFill>
                <a:latin typeface="Arial"/>
                <a:cs typeface="Arial"/>
              </a:rPr>
              <a:t>1</a:t>
            </a:r>
            <a:r>
              <a:rPr dirty="0" sz="1800" spc="-85" b="1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dirty="0" sz="1800" spc="-15" b="1">
                <a:solidFill>
                  <a:srgbClr val="FF0066"/>
                </a:solidFill>
                <a:latin typeface="Arial"/>
                <a:cs typeface="Arial"/>
              </a:rPr>
              <a:t>neighbor</a:t>
            </a:r>
            <a:r>
              <a:rPr dirty="0" sz="1800" spc="-15" b="1"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b="1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8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00FF"/>
                </a:solidFill>
                <a:latin typeface="Arial"/>
                <a:cs typeface="Arial"/>
              </a:rPr>
              <a:t>neighbors</a:t>
            </a:r>
            <a:r>
              <a:rPr dirty="0" sz="1800" spc="-5" b="1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556929" y="3495547"/>
            <a:ext cx="4813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latin typeface="Cambria Math"/>
                <a:cs typeface="Cambria Math"/>
              </a:rPr>
              <a:t>≠</a:t>
            </a:r>
            <a:endParaRPr sz="48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088702" y="3643278"/>
            <a:ext cx="5439410" cy="844550"/>
          </a:xfrm>
          <a:custGeom>
            <a:avLst/>
            <a:gdLst/>
            <a:ahLst/>
            <a:cxnLst/>
            <a:rect l="l" t="t" r="r" b="b"/>
            <a:pathLst>
              <a:path w="5439409" h="844550">
                <a:moveTo>
                  <a:pt x="0" y="0"/>
                </a:moveTo>
                <a:lnTo>
                  <a:pt x="5438891" y="0"/>
                </a:lnTo>
                <a:lnTo>
                  <a:pt x="5438891" y="844512"/>
                </a:lnTo>
                <a:lnTo>
                  <a:pt x="0" y="844512"/>
                </a:lnTo>
                <a:lnTo>
                  <a:pt x="0" y="0"/>
                </a:lnTo>
                <a:close/>
              </a:path>
            </a:pathLst>
          </a:custGeom>
          <a:ln w="317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510383" y="3580891"/>
            <a:ext cx="13468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Fully 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retain  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n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ighboring  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62" name="object 62"/>
          <p:cNvSpPr txBox="1"/>
          <p:nvPr/>
        </p:nvSpPr>
        <p:spPr>
          <a:xfrm>
            <a:off x="173612" y="5461508"/>
            <a:ext cx="13468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Fully 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retain  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n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ighboring  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information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185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35595" cy="2002789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35433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/>
              <a:t>In </a:t>
            </a:r>
            <a:r>
              <a:rPr dirty="0" sz="3200" spc="-5"/>
              <a:t>other </a:t>
            </a:r>
            <a:r>
              <a:rPr dirty="0" sz="3200" spc="-15"/>
              <a:t>words, most expressive </a:t>
            </a:r>
            <a:r>
              <a:rPr dirty="0" sz="3200" spc="-5"/>
              <a:t>GNN </a:t>
            </a:r>
            <a:r>
              <a:rPr dirty="0" sz="3200" spc="-10"/>
              <a:t>would  </a:t>
            </a:r>
            <a:r>
              <a:rPr dirty="0" sz="3200" spc="-5"/>
              <a:t>use </a:t>
            </a:r>
            <a:r>
              <a:rPr dirty="0" sz="3200"/>
              <a:t>an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injective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neighbor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aggregation 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5"/>
              <a:t>function </a:t>
            </a:r>
            <a:r>
              <a:rPr dirty="0" sz="3200" spc="-15"/>
              <a:t>at </a:t>
            </a:r>
            <a:r>
              <a:rPr dirty="0" sz="3200" spc="-5"/>
              <a:t>each</a:t>
            </a:r>
            <a:r>
              <a:rPr dirty="0" sz="3200" spc="0"/>
              <a:t> </a:t>
            </a:r>
            <a:r>
              <a:rPr dirty="0" sz="3200" spc="-20"/>
              <a:t>step.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Maps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different</a:t>
            </a:r>
            <a:r>
              <a:rPr dirty="0" sz="2800" spc="85">
                <a:latin typeface="Calibri"/>
                <a:cs typeface="Calibri"/>
              </a:rPr>
              <a:t> </a:t>
            </a:r>
            <a:r>
              <a:rPr dirty="0" sz="2800" spc="-45">
                <a:latin typeface="Calibri"/>
                <a:cs typeface="Calibri"/>
              </a:rPr>
              <a:t>embeddings.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35362" y="3774094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6"/>
                </a:lnTo>
                <a:lnTo>
                  <a:pt x="55820" y="28520"/>
                </a:lnTo>
                <a:lnTo>
                  <a:pt x="26306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6" y="235121"/>
                </a:lnTo>
                <a:lnTo>
                  <a:pt x="55820" y="267120"/>
                </a:lnTo>
                <a:lnTo>
                  <a:pt x="93246" y="288104"/>
                </a:lnTo>
                <a:lnTo>
                  <a:pt x="136340" y="295640"/>
                </a:lnTo>
                <a:lnTo>
                  <a:pt x="179434" y="288104"/>
                </a:lnTo>
                <a:lnTo>
                  <a:pt x="216861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8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6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95503" y="377291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19315" y="4069735"/>
            <a:ext cx="104775" cy="251460"/>
          </a:xfrm>
          <a:custGeom>
            <a:avLst/>
            <a:gdLst/>
            <a:ahLst/>
            <a:cxnLst/>
            <a:rect l="l" t="t" r="r" b="b"/>
            <a:pathLst>
              <a:path w="104775" h="251460">
                <a:moveTo>
                  <a:pt x="69850" y="104775"/>
                </a:moveTo>
                <a:lnTo>
                  <a:pt x="34925" y="104775"/>
                </a:lnTo>
                <a:lnTo>
                  <a:pt x="34926" y="243613"/>
                </a:lnTo>
                <a:lnTo>
                  <a:pt x="42744" y="251432"/>
                </a:lnTo>
                <a:lnTo>
                  <a:pt x="62033" y="251432"/>
                </a:lnTo>
                <a:lnTo>
                  <a:pt x="69851" y="243613"/>
                </a:lnTo>
                <a:lnTo>
                  <a:pt x="69850" y="104775"/>
                </a:lnTo>
                <a:close/>
              </a:path>
              <a:path w="104775" h="251460">
                <a:moveTo>
                  <a:pt x="52387" y="0"/>
                </a:moveTo>
                <a:lnTo>
                  <a:pt x="0" y="104776"/>
                </a:lnTo>
                <a:lnTo>
                  <a:pt x="34925" y="104775"/>
                </a:lnTo>
                <a:lnTo>
                  <a:pt x="34926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51460">
                <a:moveTo>
                  <a:pt x="62031" y="69850"/>
                </a:moveTo>
                <a:lnTo>
                  <a:pt x="42743" y="69850"/>
                </a:lnTo>
                <a:lnTo>
                  <a:pt x="34926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51460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32716" y="4628279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27777" y="4637496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2"/>
                </a:lnTo>
                <a:lnTo>
                  <a:pt x="26305" y="235120"/>
                </a:lnTo>
                <a:lnTo>
                  <a:pt x="55819" y="267119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19"/>
                </a:lnTo>
                <a:lnTo>
                  <a:pt x="246373" y="235120"/>
                </a:lnTo>
                <a:lnTo>
                  <a:pt x="265728" y="194542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92855" y="4635500"/>
            <a:ext cx="548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670" algn="l"/>
              </a:tabLst>
            </a:pPr>
            <a:r>
              <a:rPr dirty="0" baseline="1543" sz="2700">
                <a:latin typeface="Arial"/>
                <a:cs typeface="Arial"/>
              </a:rPr>
              <a:t>2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51716" y="4370598"/>
            <a:ext cx="220345" cy="275590"/>
          </a:xfrm>
          <a:custGeom>
            <a:avLst/>
            <a:gdLst/>
            <a:ahLst/>
            <a:cxnLst/>
            <a:rect l="l" t="t" r="r" b="b"/>
            <a:pathLst>
              <a:path w="220344" h="275589">
                <a:moveTo>
                  <a:pt x="141490" y="71562"/>
                </a:moveTo>
                <a:lnTo>
                  <a:pt x="3612" y="246886"/>
                </a:lnTo>
                <a:lnTo>
                  <a:pt x="489" y="253077"/>
                </a:lnTo>
                <a:lnTo>
                  <a:pt x="0" y="259754"/>
                </a:lnTo>
                <a:lnTo>
                  <a:pt x="2049" y="266127"/>
                </a:lnTo>
                <a:lnTo>
                  <a:pt x="6543" y="271407"/>
                </a:lnTo>
                <a:lnTo>
                  <a:pt x="12735" y="274530"/>
                </a:lnTo>
                <a:lnTo>
                  <a:pt x="19412" y="275020"/>
                </a:lnTo>
                <a:lnTo>
                  <a:pt x="25784" y="272971"/>
                </a:lnTo>
                <a:lnTo>
                  <a:pt x="31064" y="268476"/>
                </a:lnTo>
                <a:lnTo>
                  <a:pt x="168942" y="93152"/>
                </a:lnTo>
                <a:lnTo>
                  <a:pt x="141490" y="71562"/>
                </a:lnTo>
                <a:close/>
              </a:path>
              <a:path w="220344" h="275589">
                <a:moveTo>
                  <a:pt x="209440" y="51292"/>
                </a:moveTo>
                <a:lnTo>
                  <a:pt x="163938" y="51292"/>
                </a:lnTo>
                <a:lnTo>
                  <a:pt x="170615" y="51781"/>
                </a:lnTo>
                <a:lnTo>
                  <a:pt x="176806" y="54904"/>
                </a:lnTo>
                <a:lnTo>
                  <a:pt x="181300" y="60185"/>
                </a:lnTo>
                <a:lnTo>
                  <a:pt x="183350" y="66558"/>
                </a:lnTo>
                <a:lnTo>
                  <a:pt x="182861" y="73234"/>
                </a:lnTo>
                <a:lnTo>
                  <a:pt x="179737" y="79425"/>
                </a:lnTo>
                <a:lnTo>
                  <a:pt x="168942" y="93152"/>
                </a:lnTo>
                <a:lnTo>
                  <a:pt x="196396" y="114741"/>
                </a:lnTo>
                <a:lnTo>
                  <a:pt x="209440" y="51292"/>
                </a:lnTo>
                <a:close/>
              </a:path>
              <a:path w="220344" h="275589">
                <a:moveTo>
                  <a:pt x="163938" y="51292"/>
                </a:moveTo>
                <a:lnTo>
                  <a:pt x="157565" y="53342"/>
                </a:lnTo>
                <a:lnTo>
                  <a:pt x="152285" y="57837"/>
                </a:lnTo>
                <a:lnTo>
                  <a:pt x="141490" y="71562"/>
                </a:lnTo>
                <a:lnTo>
                  <a:pt x="168942" y="93152"/>
                </a:lnTo>
                <a:lnTo>
                  <a:pt x="179737" y="79425"/>
                </a:lnTo>
                <a:lnTo>
                  <a:pt x="182861" y="73234"/>
                </a:lnTo>
                <a:lnTo>
                  <a:pt x="183350" y="66558"/>
                </a:lnTo>
                <a:lnTo>
                  <a:pt x="181300" y="60185"/>
                </a:lnTo>
                <a:lnTo>
                  <a:pt x="176806" y="54904"/>
                </a:lnTo>
                <a:lnTo>
                  <a:pt x="170615" y="51781"/>
                </a:lnTo>
                <a:lnTo>
                  <a:pt x="163938" y="51292"/>
                </a:lnTo>
                <a:close/>
              </a:path>
              <a:path w="220344" h="275589">
                <a:moveTo>
                  <a:pt x="219985" y="0"/>
                </a:moveTo>
                <a:lnTo>
                  <a:pt x="114037" y="49973"/>
                </a:lnTo>
                <a:lnTo>
                  <a:pt x="141490" y="71562"/>
                </a:lnTo>
                <a:lnTo>
                  <a:pt x="152285" y="57837"/>
                </a:lnTo>
                <a:lnTo>
                  <a:pt x="157565" y="53342"/>
                </a:lnTo>
                <a:lnTo>
                  <a:pt x="163938" y="51292"/>
                </a:lnTo>
                <a:lnTo>
                  <a:pt x="209440" y="51292"/>
                </a:lnTo>
                <a:lnTo>
                  <a:pt x="2199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71703" y="4370598"/>
            <a:ext cx="210185" cy="284480"/>
          </a:xfrm>
          <a:custGeom>
            <a:avLst/>
            <a:gdLst/>
            <a:ahLst/>
            <a:cxnLst/>
            <a:rect l="l" t="t" r="r" b="b"/>
            <a:pathLst>
              <a:path w="210185" h="284479">
                <a:moveTo>
                  <a:pt x="75438" y="74778"/>
                </a:moveTo>
                <a:lnTo>
                  <a:pt x="47107" y="95203"/>
                </a:lnTo>
                <a:lnTo>
                  <a:pt x="178249" y="277110"/>
                </a:lnTo>
                <a:lnTo>
                  <a:pt x="183337" y="281821"/>
                </a:lnTo>
                <a:lnTo>
                  <a:pt x="189619" y="284135"/>
                </a:lnTo>
                <a:lnTo>
                  <a:pt x="196310" y="283924"/>
                </a:lnTo>
                <a:lnTo>
                  <a:pt x="202627" y="281062"/>
                </a:lnTo>
                <a:lnTo>
                  <a:pt x="207338" y="275974"/>
                </a:lnTo>
                <a:lnTo>
                  <a:pt x="209652" y="269692"/>
                </a:lnTo>
                <a:lnTo>
                  <a:pt x="209441" y="263002"/>
                </a:lnTo>
                <a:lnTo>
                  <a:pt x="206579" y="256686"/>
                </a:lnTo>
                <a:lnTo>
                  <a:pt x="75438" y="74778"/>
                </a:lnTo>
                <a:close/>
              </a:path>
              <a:path w="210185" h="284479">
                <a:moveTo>
                  <a:pt x="0" y="0"/>
                </a:moveTo>
                <a:lnTo>
                  <a:pt x="18776" y="115627"/>
                </a:lnTo>
                <a:lnTo>
                  <a:pt x="47107" y="95203"/>
                </a:lnTo>
                <a:lnTo>
                  <a:pt x="36894" y="81037"/>
                </a:lnTo>
                <a:lnTo>
                  <a:pt x="34032" y="74721"/>
                </a:lnTo>
                <a:lnTo>
                  <a:pt x="53855" y="53587"/>
                </a:lnTo>
                <a:lnTo>
                  <a:pt x="102303" y="53587"/>
                </a:lnTo>
                <a:lnTo>
                  <a:pt x="0" y="0"/>
                </a:lnTo>
                <a:close/>
              </a:path>
              <a:path w="210185" h="284479">
                <a:moveTo>
                  <a:pt x="53855" y="53587"/>
                </a:moveTo>
                <a:lnTo>
                  <a:pt x="47164" y="53797"/>
                </a:lnTo>
                <a:lnTo>
                  <a:pt x="40848" y="56659"/>
                </a:lnTo>
                <a:lnTo>
                  <a:pt x="36136" y="61748"/>
                </a:lnTo>
                <a:lnTo>
                  <a:pt x="33822" y="68029"/>
                </a:lnTo>
                <a:lnTo>
                  <a:pt x="34032" y="74721"/>
                </a:lnTo>
                <a:lnTo>
                  <a:pt x="36894" y="81037"/>
                </a:lnTo>
                <a:lnTo>
                  <a:pt x="47107" y="95203"/>
                </a:lnTo>
                <a:lnTo>
                  <a:pt x="75438" y="74778"/>
                </a:lnTo>
                <a:lnTo>
                  <a:pt x="65225" y="60613"/>
                </a:lnTo>
                <a:lnTo>
                  <a:pt x="60137" y="55902"/>
                </a:lnTo>
                <a:lnTo>
                  <a:pt x="53855" y="53587"/>
                </a:lnTo>
                <a:close/>
              </a:path>
              <a:path w="210185" h="284479">
                <a:moveTo>
                  <a:pt x="102303" y="53587"/>
                </a:moveTo>
                <a:lnTo>
                  <a:pt x="53855" y="53587"/>
                </a:lnTo>
                <a:lnTo>
                  <a:pt x="60137" y="55902"/>
                </a:lnTo>
                <a:lnTo>
                  <a:pt x="65225" y="60613"/>
                </a:lnTo>
                <a:lnTo>
                  <a:pt x="75438" y="74778"/>
                </a:lnTo>
                <a:lnTo>
                  <a:pt x="103767" y="54354"/>
                </a:lnTo>
                <a:lnTo>
                  <a:pt x="102303" y="535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16669" y="4923919"/>
            <a:ext cx="104775" cy="247015"/>
          </a:xfrm>
          <a:custGeom>
            <a:avLst/>
            <a:gdLst/>
            <a:ahLst/>
            <a:cxnLst/>
            <a:rect l="l" t="t" r="r" b="b"/>
            <a:pathLst>
              <a:path w="104775" h="247014">
                <a:moveTo>
                  <a:pt x="69848" y="104775"/>
                </a:moveTo>
                <a:lnTo>
                  <a:pt x="34923" y="104775"/>
                </a:lnTo>
                <a:lnTo>
                  <a:pt x="34925" y="238935"/>
                </a:lnTo>
                <a:lnTo>
                  <a:pt x="42743" y="246753"/>
                </a:lnTo>
                <a:lnTo>
                  <a:pt x="62031" y="246753"/>
                </a:lnTo>
                <a:lnTo>
                  <a:pt x="69850" y="238935"/>
                </a:lnTo>
                <a:lnTo>
                  <a:pt x="69848" y="104775"/>
                </a:lnTo>
                <a:close/>
              </a:path>
              <a:path w="104775" h="247014">
                <a:moveTo>
                  <a:pt x="52386" y="0"/>
                </a:moveTo>
                <a:lnTo>
                  <a:pt x="0" y="104776"/>
                </a:lnTo>
                <a:lnTo>
                  <a:pt x="34923" y="104775"/>
                </a:lnTo>
                <a:lnTo>
                  <a:pt x="34923" y="77668"/>
                </a:lnTo>
                <a:lnTo>
                  <a:pt x="42741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47014">
                <a:moveTo>
                  <a:pt x="62030" y="69850"/>
                </a:moveTo>
                <a:lnTo>
                  <a:pt x="42741" y="69850"/>
                </a:lnTo>
                <a:lnTo>
                  <a:pt x="34923" y="77668"/>
                </a:lnTo>
                <a:lnTo>
                  <a:pt x="34923" y="104775"/>
                </a:lnTo>
                <a:lnTo>
                  <a:pt x="69848" y="104775"/>
                </a:lnTo>
                <a:lnTo>
                  <a:pt x="69848" y="77668"/>
                </a:lnTo>
                <a:lnTo>
                  <a:pt x="62030" y="69850"/>
                </a:lnTo>
                <a:close/>
              </a:path>
              <a:path w="104775" h="247014">
                <a:moveTo>
                  <a:pt x="87312" y="69850"/>
                </a:moveTo>
                <a:lnTo>
                  <a:pt x="62030" y="69850"/>
                </a:lnTo>
                <a:lnTo>
                  <a:pt x="69848" y="77668"/>
                </a:lnTo>
                <a:lnTo>
                  <a:pt x="69848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11730" y="4933136"/>
            <a:ext cx="104775" cy="238125"/>
          </a:xfrm>
          <a:custGeom>
            <a:avLst/>
            <a:gdLst/>
            <a:ahLst/>
            <a:cxnLst/>
            <a:rect l="l" t="t" r="r" b="b"/>
            <a:pathLst>
              <a:path w="104775" h="23812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29718"/>
                </a:lnTo>
                <a:lnTo>
                  <a:pt x="42744" y="237536"/>
                </a:lnTo>
                <a:lnTo>
                  <a:pt x="62031" y="237536"/>
                </a:lnTo>
                <a:lnTo>
                  <a:pt x="69850" y="229718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38125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3812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72009" y="557406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6"/>
                </a:lnTo>
                <a:lnTo>
                  <a:pt x="55820" y="28520"/>
                </a:lnTo>
                <a:lnTo>
                  <a:pt x="26306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6" y="235121"/>
                </a:lnTo>
                <a:lnTo>
                  <a:pt x="55820" y="267120"/>
                </a:lnTo>
                <a:lnTo>
                  <a:pt x="93246" y="288105"/>
                </a:lnTo>
                <a:lnTo>
                  <a:pt x="136340" y="295641"/>
                </a:lnTo>
                <a:lnTo>
                  <a:pt x="179434" y="288105"/>
                </a:lnTo>
                <a:lnTo>
                  <a:pt x="216861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8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6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32716" y="557406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6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60" y="267120"/>
                </a:lnTo>
                <a:lnTo>
                  <a:pt x="246374" y="235121"/>
                </a:lnTo>
                <a:lnTo>
                  <a:pt x="265729" y="194543"/>
                </a:lnTo>
                <a:lnTo>
                  <a:pt x="272680" y="147820"/>
                </a:lnTo>
                <a:lnTo>
                  <a:pt x="265729" y="101098"/>
                </a:lnTo>
                <a:lnTo>
                  <a:pt x="246374" y="60519"/>
                </a:lnTo>
                <a:lnTo>
                  <a:pt x="216860" y="28520"/>
                </a:lnTo>
                <a:lnTo>
                  <a:pt x="179433" y="7536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71474" y="5574060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6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8"/>
                </a:lnTo>
                <a:lnTo>
                  <a:pt x="0" y="147820"/>
                </a:lnTo>
                <a:lnTo>
                  <a:pt x="6950" y="194543"/>
                </a:lnTo>
                <a:lnTo>
                  <a:pt x="26305" y="235121"/>
                </a:lnTo>
                <a:lnTo>
                  <a:pt x="55819" y="267120"/>
                </a:lnTo>
                <a:lnTo>
                  <a:pt x="93245" y="288105"/>
                </a:lnTo>
                <a:lnTo>
                  <a:pt x="136339" y="295641"/>
                </a:lnTo>
                <a:lnTo>
                  <a:pt x="179433" y="288105"/>
                </a:lnTo>
                <a:lnTo>
                  <a:pt x="216859" y="267120"/>
                </a:lnTo>
                <a:lnTo>
                  <a:pt x="246373" y="235121"/>
                </a:lnTo>
                <a:lnTo>
                  <a:pt x="265728" y="194543"/>
                </a:lnTo>
                <a:lnTo>
                  <a:pt x="272679" y="147820"/>
                </a:lnTo>
                <a:lnTo>
                  <a:pt x="265728" y="101098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6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832150" y="5571235"/>
            <a:ext cx="8521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  <a:tab pos="711835" algn="l"/>
              </a:tabLst>
            </a:pPr>
            <a:r>
              <a:rPr dirty="0" sz="1800">
                <a:latin typeface="Arial"/>
                <a:cs typeface="Arial"/>
              </a:rPr>
              <a:t>1	5	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20539" y="5580358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39" y="0"/>
                </a:moveTo>
                <a:lnTo>
                  <a:pt x="93245" y="7535"/>
                </a:lnTo>
                <a:lnTo>
                  <a:pt x="55819" y="28520"/>
                </a:lnTo>
                <a:lnTo>
                  <a:pt x="26305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2"/>
                </a:lnTo>
                <a:lnTo>
                  <a:pt x="26305" y="235121"/>
                </a:lnTo>
                <a:lnTo>
                  <a:pt x="55819" y="267119"/>
                </a:lnTo>
                <a:lnTo>
                  <a:pt x="93245" y="288104"/>
                </a:lnTo>
                <a:lnTo>
                  <a:pt x="136339" y="295640"/>
                </a:lnTo>
                <a:lnTo>
                  <a:pt x="179433" y="288104"/>
                </a:lnTo>
                <a:lnTo>
                  <a:pt x="216859" y="267119"/>
                </a:lnTo>
                <a:lnTo>
                  <a:pt x="246373" y="235121"/>
                </a:lnTo>
                <a:lnTo>
                  <a:pt x="265728" y="194542"/>
                </a:lnTo>
                <a:lnTo>
                  <a:pt x="272679" y="147820"/>
                </a:lnTo>
                <a:lnTo>
                  <a:pt x="265728" y="101097"/>
                </a:lnTo>
                <a:lnTo>
                  <a:pt x="246373" y="60519"/>
                </a:lnTo>
                <a:lnTo>
                  <a:pt x="216859" y="28520"/>
                </a:lnTo>
                <a:lnTo>
                  <a:pt x="179433" y="7535"/>
                </a:lnTo>
                <a:lnTo>
                  <a:pt x="13633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69602" y="5580358"/>
            <a:ext cx="273050" cy="295910"/>
          </a:xfrm>
          <a:custGeom>
            <a:avLst/>
            <a:gdLst/>
            <a:ahLst/>
            <a:cxnLst/>
            <a:rect l="l" t="t" r="r" b="b"/>
            <a:pathLst>
              <a:path w="273050" h="295910">
                <a:moveTo>
                  <a:pt x="136340" y="0"/>
                </a:moveTo>
                <a:lnTo>
                  <a:pt x="93246" y="7535"/>
                </a:lnTo>
                <a:lnTo>
                  <a:pt x="55820" y="28520"/>
                </a:lnTo>
                <a:lnTo>
                  <a:pt x="26306" y="60519"/>
                </a:lnTo>
                <a:lnTo>
                  <a:pt x="6950" y="101097"/>
                </a:lnTo>
                <a:lnTo>
                  <a:pt x="0" y="147820"/>
                </a:lnTo>
                <a:lnTo>
                  <a:pt x="6950" y="194542"/>
                </a:lnTo>
                <a:lnTo>
                  <a:pt x="26306" y="235121"/>
                </a:lnTo>
                <a:lnTo>
                  <a:pt x="55820" y="267119"/>
                </a:lnTo>
                <a:lnTo>
                  <a:pt x="93246" y="288104"/>
                </a:lnTo>
                <a:lnTo>
                  <a:pt x="136340" y="295640"/>
                </a:lnTo>
                <a:lnTo>
                  <a:pt x="179434" y="288104"/>
                </a:lnTo>
                <a:lnTo>
                  <a:pt x="216861" y="267119"/>
                </a:lnTo>
                <a:lnTo>
                  <a:pt x="246374" y="235121"/>
                </a:lnTo>
                <a:lnTo>
                  <a:pt x="265729" y="194542"/>
                </a:lnTo>
                <a:lnTo>
                  <a:pt x="272680" y="147820"/>
                </a:lnTo>
                <a:lnTo>
                  <a:pt x="265729" y="101097"/>
                </a:lnTo>
                <a:lnTo>
                  <a:pt x="246374" y="60519"/>
                </a:lnTo>
                <a:lnTo>
                  <a:pt x="216861" y="28520"/>
                </a:lnTo>
                <a:lnTo>
                  <a:pt x="179434" y="7535"/>
                </a:lnTo>
                <a:lnTo>
                  <a:pt x="13634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880678" y="5577332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1315" algn="l"/>
              </a:tabLst>
            </a:pP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90888" y="5220105"/>
            <a:ext cx="378460" cy="371475"/>
          </a:xfrm>
          <a:custGeom>
            <a:avLst/>
            <a:gdLst/>
            <a:ahLst/>
            <a:cxnLst/>
            <a:rect l="l" t="t" r="r" b="b"/>
            <a:pathLst>
              <a:path w="378460" h="371475">
                <a:moveTo>
                  <a:pt x="291154" y="60919"/>
                </a:moveTo>
                <a:lnTo>
                  <a:pt x="5230" y="341491"/>
                </a:lnTo>
                <a:lnTo>
                  <a:pt x="1340" y="347232"/>
                </a:lnTo>
                <a:lnTo>
                  <a:pt x="0" y="353791"/>
                </a:lnTo>
                <a:lnTo>
                  <a:pt x="1216" y="360374"/>
                </a:lnTo>
                <a:lnTo>
                  <a:pt x="4998" y="366186"/>
                </a:lnTo>
                <a:lnTo>
                  <a:pt x="10737" y="370077"/>
                </a:lnTo>
                <a:lnTo>
                  <a:pt x="17296" y="371417"/>
                </a:lnTo>
                <a:lnTo>
                  <a:pt x="23879" y="370201"/>
                </a:lnTo>
                <a:lnTo>
                  <a:pt x="29692" y="366420"/>
                </a:lnTo>
                <a:lnTo>
                  <a:pt x="315615" y="85847"/>
                </a:lnTo>
                <a:lnTo>
                  <a:pt x="291154" y="60919"/>
                </a:lnTo>
                <a:close/>
              </a:path>
              <a:path w="378460" h="371475">
                <a:moveTo>
                  <a:pt x="363144" y="43691"/>
                </a:moveTo>
                <a:lnTo>
                  <a:pt x="316013" y="43691"/>
                </a:lnTo>
                <a:lnTo>
                  <a:pt x="322572" y="45032"/>
                </a:lnTo>
                <a:lnTo>
                  <a:pt x="328312" y="48922"/>
                </a:lnTo>
                <a:lnTo>
                  <a:pt x="332093" y="54735"/>
                </a:lnTo>
                <a:lnTo>
                  <a:pt x="333310" y="61318"/>
                </a:lnTo>
                <a:lnTo>
                  <a:pt x="331970" y="67877"/>
                </a:lnTo>
                <a:lnTo>
                  <a:pt x="328079" y="73616"/>
                </a:lnTo>
                <a:lnTo>
                  <a:pt x="315615" y="85847"/>
                </a:lnTo>
                <a:lnTo>
                  <a:pt x="340077" y="110775"/>
                </a:lnTo>
                <a:lnTo>
                  <a:pt x="363144" y="43691"/>
                </a:lnTo>
                <a:close/>
              </a:path>
              <a:path w="378460" h="371475">
                <a:moveTo>
                  <a:pt x="316013" y="43691"/>
                </a:moveTo>
                <a:lnTo>
                  <a:pt x="309431" y="44907"/>
                </a:lnTo>
                <a:lnTo>
                  <a:pt x="303618" y="48689"/>
                </a:lnTo>
                <a:lnTo>
                  <a:pt x="291154" y="60919"/>
                </a:lnTo>
                <a:lnTo>
                  <a:pt x="315615" y="85847"/>
                </a:lnTo>
                <a:lnTo>
                  <a:pt x="328079" y="73616"/>
                </a:lnTo>
                <a:lnTo>
                  <a:pt x="331970" y="67877"/>
                </a:lnTo>
                <a:lnTo>
                  <a:pt x="333310" y="61318"/>
                </a:lnTo>
                <a:lnTo>
                  <a:pt x="332093" y="54735"/>
                </a:lnTo>
                <a:lnTo>
                  <a:pt x="328312" y="48922"/>
                </a:lnTo>
                <a:lnTo>
                  <a:pt x="322572" y="45032"/>
                </a:lnTo>
                <a:lnTo>
                  <a:pt x="316013" y="43691"/>
                </a:lnTo>
                <a:close/>
              </a:path>
              <a:path w="378460" h="371475">
                <a:moveTo>
                  <a:pt x="378168" y="0"/>
                </a:moveTo>
                <a:lnTo>
                  <a:pt x="266693" y="35991"/>
                </a:lnTo>
                <a:lnTo>
                  <a:pt x="291154" y="60919"/>
                </a:lnTo>
                <a:lnTo>
                  <a:pt x="303618" y="48689"/>
                </a:lnTo>
                <a:lnTo>
                  <a:pt x="309431" y="44907"/>
                </a:lnTo>
                <a:lnTo>
                  <a:pt x="316013" y="43691"/>
                </a:lnTo>
                <a:lnTo>
                  <a:pt x="363144" y="43691"/>
                </a:lnTo>
                <a:lnTo>
                  <a:pt x="3781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16669" y="5220105"/>
            <a:ext cx="104775" cy="371475"/>
          </a:xfrm>
          <a:custGeom>
            <a:avLst/>
            <a:gdLst/>
            <a:ahLst/>
            <a:cxnLst/>
            <a:rect l="l" t="t" r="r" b="b"/>
            <a:pathLst>
              <a:path w="104775" h="371475">
                <a:moveTo>
                  <a:pt x="62031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3" y="363599"/>
                </a:lnTo>
                <a:lnTo>
                  <a:pt x="42741" y="371418"/>
                </a:lnTo>
                <a:lnTo>
                  <a:pt x="62030" y="371418"/>
                </a:lnTo>
                <a:lnTo>
                  <a:pt x="69848" y="363599"/>
                </a:lnTo>
                <a:lnTo>
                  <a:pt x="69850" y="77668"/>
                </a:lnTo>
                <a:lnTo>
                  <a:pt x="62031" y="69849"/>
                </a:lnTo>
                <a:close/>
              </a:path>
              <a:path w="104775" h="371475">
                <a:moveTo>
                  <a:pt x="52387" y="0"/>
                </a:moveTo>
                <a:lnTo>
                  <a:pt x="0" y="104774"/>
                </a:lnTo>
                <a:lnTo>
                  <a:pt x="34924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371475">
                <a:moveTo>
                  <a:pt x="87312" y="69849"/>
                </a:moveTo>
                <a:lnTo>
                  <a:pt x="62031" y="69849"/>
                </a:lnTo>
                <a:lnTo>
                  <a:pt x="69850" y="77668"/>
                </a:lnTo>
                <a:lnTo>
                  <a:pt x="69849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90567" y="5220105"/>
            <a:ext cx="109220" cy="371475"/>
          </a:xfrm>
          <a:custGeom>
            <a:avLst/>
            <a:gdLst/>
            <a:ahLst/>
            <a:cxnLst/>
            <a:rect l="l" t="t" r="r" b="b"/>
            <a:pathLst>
              <a:path w="109219" h="371475">
                <a:moveTo>
                  <a:pt x="39844" y="100730"/>
                </a:moveTo>
                <a:lnTo>
                  <a:pt x="0" y="351212"/>
                </a:lnTo>
                <a:lnTo>
                  <a:pt x="288" y="358140"/>
                </a:lnTo>
                <a:lnTo>
                  <a:pt x="3112" y="364210"/>
                </a:lnTo>
                <a:lnTo>
                  <a:pt x="8006" y="368778"/>
                </a:lnTo>
                <a:lnTo>
                  <a:pt x="14503" y="371201"/>
                </a:lnTo>
                <a:lnTo>
                  <a:pt x="21431" y="370914"/>
                </a:lnTo>
                <a:lnTo>
                  <a:pt x="27500" y="368090"/>
                </a:lnTo>
                <a:lnTo>
                  <a:pt x="32068" y="363196"/>
                </a:lnTo>
                <a:lnTo>
                  <a:pt x="34491" y="356699"/>
                </a:lnTo>
                <a:lnTo>
                  <a:pt x="74336" y="106217"/>
                </a:lnTo>
                <a:lnTo>
                  <a:pt x="39844" y="100730"/>
                </a:lnTo>
                <a:close/>
              </a:path>
              <a:path w="109219" h="371475">
                <a:moveTo>
                  <a:pt x="95335" y="68982"/>
                </a:moveTo>
                <a:lnTo>
                  <a:pt x="62576" y="68982"/>
                </a:lnTo>
                <a:lnTo>
                  <a:pt x="69074" y="71405"/>
                </a:lnTo>
                <a:lnTo>
                  <a:pt x="73968" y="75973"/>
                </a:lnTo>
                <a:lnTo>
                  <a:pt x="76792" y="82043"/>
                </a:lnTo>
                <a:lnTo>
                  <a:pt x="77080" y="88971"/>
                </a:lnTo>
                <a:lnTo>
                  <a:pt x="74336" y="106217"/>
                </a:lnTo>
                <a:lnTo>
                  <a:pt x="108827" y="111704"/>
                </a:lnTo>
                <a:lnTo>
                  <a:pt x="95335" y="68982"/>
                </a:lnTo>
                <a:close/>
              </a:path>
              <a:path w="109219" h="371475">
                <a:moveTo>
                  <a:pt x="62576" y="68982"/>
                </a:moveTo>
                <a:lnTo>
                  <a:pt x="39844" y="100730"/>
                </a:lnTo>
                <a:lnTo>
                  <a:pt x="74336" y="106217"/>
                </a:lnTo>
                <a:lnTo>
                  <a:pt x="77080" y="88971"/>
                </a:lnTo>
                <a:lnTo>
                  <a:pt x="76792" y="82043"/>
                </a:lnTo>
                <a:lnTo>
                  <a:pt x="73968" y="75973"/>
                </a:lnTo>
                <a:lnTo>
                  <a:pt x="69074" y="71405"/>
                </a:lnTo>
                <a:lnTo>
                  <a:pt x="62576" y="68982"/>
                </a:lnTo>
                <a:close/>
              </a:path>
              <a:path w="109219" h="371475">
                <a:moveTo>
                  <a:pt x="73550" y="0"/>
                </a:moveTo>
                <a:lnTo>
                  <a:pt x="5353" y="95243"/>
                </a:lnTo>
                <a:lnTo>
                  <a:pt x="39844" y="100730"/>
                </a:lnTo>
                <a:lnTo>
                  <a:pt x="42588" y="83484"/>
                </a:lnTo>
                <a:lnTo>
                  <a:pt x="45011" y="76987"/>
                </a:lnTo>
                <a:lnTo>
                  <a:pt x="49579" y="72094"/>
                </a:lnTo>
                <a:lnTo>
                  <a:pt x="55648" y="69270"/>
                </a:lnTo>
                <a:lnTo>
                  <a:pt x="62576" y="68982"/>
                </a:lnTo>
                <a:lnTo>
                  <a:pt x="95335" y="68982"/>
                </a:lnTo>
                <a:lnTo>
                  <a:pt x="73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64118" y="5220105"/>
            <a:ext cx="310515" cy="377825"/>
          </a:xfrm>
          <a:custGeom>
            <a:avLst/>
            <a:gdLst/>
            <a:ahLst/>
            <a:cxnLst/>
            <a:rect l="l" t="t" r="r" b="b"/>
            <a:pathLst>
              <a:path w="310514" h="377825">
                <a:moveTo>
                  <a:pt x="79629" y="70298"/>
                </a:moveTo>
                <a:lnTo>
                  <a:pt x="52525" y="92324"/>
                </a:lnTo>
                <a:lnTo>
                  <a:pt x="279208" y="371265"/>
                </a:lnTo>
                <a:lnTo>
                  <a:pt x="284559" y="375675"/>
                </a:lnTo>
                <a:lnTo>
                  <a:pt x="290964" y="377622"/>
                </a:lnTo>
                <a:lnTo>
                  <a:pt x="297632" y="377026"/>
                </a:lnTo>
                <a:lnTo>
                  <a:pt x="303772" y="373804"/>
                </a:lnTo>
                <a:lnTo>
                  <a:pt x="308181" y="368452"/>
                </a:lnTo>
                <a:lnTo>
                  <a:pt x="310129" y="362047"/>
                </a:lnTo>
                <a:lnTo>
                  <a:pt x="309532" y="355380"/>
                </a:lnTo>
                <a:lnTo>
                  <a:pt x="306311" y="349239"/>
                </a:lnTo>
                <a:lnTo>
                  <a:pt x="79629" y="70298"/>
                </a:lnTo>
                <a:close/>
              </a:path>
              <a:path w="310514" h="377825">
                <a:moveTo>
                  <a:pt x="0" y="0"/>
                </a:moveTo>
                <a:lnTo>
                  <a:pt x="25421" y="114349"/>
                </a:lnTo>
                <a:lnTo>
                  <a:pt x="52525" y="92324"/>
                </a:lnTo>
                <a:lnTo>
                  <a:pt x="41512" y="78773"/>
                </a:lnTo>
                <a:lnTo>
                  <a:pt x="38290" y="72632"/>
                </a:lnTo>
                <a:lnTo>
                  <a:pt x="56859" y="50389"/>
                </a:lnTo>
                <a:lnTo>
                  <a:pt x="104128" y="50389"/>
                </a:lnTo>
                <a:lnTo>
                  <a:pt x="106733" y="48272"/>
                </a:lnTo>
                <a:lnTo>
                  <a:pt x="0" y="0"/>
                </a:lnTo>
                <a:close/>
              </a:path>
              <a:path w="310514" h="377825">
                <a:moveTo>
                  <a:pt x="56859" y="50389"/>
                </a:moveTo>
                <a:lnTo>
                  <a:pt x="50191" y="50985"/>
                </a:lnTo>
                <a:lnTo>
                  <a:pt x="44051" y="54207"/>
                </a:lnTo>
                <a:lnTo>
                  <a:pt x="39641" y="59559"/>
                </a:lnTo>
                <a:lnTo>
                  <a:pt x="37694" y="65963"/>
                </a:lnTo>
                <a:lnTo>
                  <a:pt x="38290" y="72632"/>
                </a:lnTo>
                <a:lnTo>
                  <a:pt x="41512" y="78773"/>
                </a:lnTo>
                <a:lnTo>
                  <a:pt x="52525" y="92324"/>
                </a:lnTo>
                <a:lnTo>
                  <a:pt x="79629" y="70298"/>
                </a:lnTo>
                <a:lnTo>
                  <a:pt x="68616" y="56746"/>
                </a:lnTo>
                <a:lnTo>
                  <a:pt x="63264" y="52336"/>
                </a:lnTo>
                <a:lnTo>
                  <a:pt x="56859" y="50389"/>
                </a:lnTo>
                <a:close/>
              </a:path>
              <a:path w="310514" h="377825">
                <a:moveTo>
                  <a:pt x="104128" y="50389"/>
                </a:moveTo>
                <a:lnTo>
                  <a:pt x="56859" y="50389"/>
                </a:lnTo>
                <a:lnTo>
                  <a:pt x="63264" y="52336"/>
                </a:lnTo>
                <a:lnTo>
                  <a:pt x="68616" y="56746"/>
                </a:lnTo>
                <a:lnTo>
                  <a:pt x="79629" y="70298"/>
                </a:lnTo>
                <a:lnTo>
                  <a:pt x="104128" y="50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64118" y="5220105"/>
            <a:ext cx="659765" cy="377825"/>
          </a:xfrm>
          <a:custGeom>
            <a:avLst/>
            <a:gdLst/>
            <a:ahLst/>
            <a:cxnLst/>
            <a:rect l="l" t="t" r="r" b="b"/>
            <a:pathLst>
              <a:path w="659764" h="377825">
                <a:moveTo>
                  <a:pt x="99913" y="36055"/>
                </a:moveTo>
                <a:lnTo>
                  <a:pt x="82818" y="66511"/>
                </a:lnTo>
                <a:lnTo>
                  <a:pt x="633277" y="375480"/>
                </a:lnTo>
                <a:lnTo>
                  <a:pt x="639876" y="377610"/>
                </a:lnTo>
                <a:lnTo>
                  <a:pt x="646548" y="377064"/>
                </a:lnTo>
                <a:lnTo>
                  <a:pt x="652528" y="374055"/>
                </a:lnTo>
                <a:lnTo>
                  <a:pt x="657052" y="368800"/>
                </a:lnTo>
                <a:lnTo>
                  <a:pt x="659182" y="362201"/>
                </a:lnTo>
                <a:lnTo>
                  <a:pt x="658636" y="355529"/>
                </a:lnTo>
                <a:lnTo>
                  <a:pt x="655627" y="349548"/>
                </a:lnTo>
                <a:lnTo>
                  <a:pt x="650372" y="345024"/>
                </a:lnTo>
                <a:lnTo>
                  <a:pt x="99913" y="36055"/>
                </a:lnTo>
                <a:close/>
              </a:path>
              <a:path w="659764" h="377825">
                <a:moveTo>
                  <a:pt x="0" y="0"/>
                </a:moveTo>
                <a:lnTo>
                  <a:pt x="65723" y="96967"/>
                </a:lnTo>
                <a:lnTo>
                  <a:pt x="82818" y="66511"/>
                </a:lnTo>
                <a:lnTo>
                  <a:pt x="67590" y="57964"/>
                </a:lnTo>
                <a:lnTo>
                  <a:pt x="62335" y="53440"/>
                </a:lnTo>
                <a:lnTo>
                  <a:pt x="59326" y="47459"/>
                </a:lnTo>
                <a:lnTo>
                  <a:pt x="58780" y="40787"/>
                </a:lnTo>
                <a:lnTo>
                  <a:pt x="60910" y="34188"/>
                </a:lnTo>
                <a:lnTo>
                  <a:pt x="65434" y="28932"/>
                </a:lnTo>
                <a:lnTo>
                  <a:pt x="71414" y="25924"/>
                </a:lnTo>
                <a:lnTo>
                  <a:pt x="78086" y="25377"/>
                </a:lnTo>
                <a:lnTo>
                  <a:pt x="105906" y="25377"/>
                </a:lnTo>
                <a:lnTo>
                  <a:pt x="117007" y="5600"/>
                </a:lnTo>
                <a:lnTo>
                  <a:pt x="0" y="0"/>
                </a:lnTo>
                <a:close/>
              </a:path>
              <a:path w="659764" h="377825">
                <a:moveTo>
                  <a:pt x="78086" y="25377"/>
                </a:moveTo>
                <a:lnTo>
                  <a:pt x="71414" y="25924"/>
                </a:lnTo>
                <a:lnTo>
                  <a:pt x="65434" y="28932"/>
                </a:lnTo>
                <a:lnTo>
                  <a:pt x="60910" y="34188"/>
                </a:lnTo>
                <a:lnTo>
                  <a:pt x="58780" y="40787"/>
                </a:lnTo>
                <a:lnTo>
                  <a:pt x="59326" y="47459"/>
                </a:lnTo>
                <a:lnTo>
                  <a:pt x="62335" y="53440"/>
                </a:lnTo>
                <a:lnTo>
                  <a:pt x="67590" y="57964"/>
                </a:lnTo>
                <a:lnTo>
                  <a:pt x="82818" y="66511"/>
                </a:lnTo>
                <a:lnTo>
                  <a:pt x="99913" y="36055"/>
                </a:lnTo>
                <a:lnTo>
                  <a:pt x="84684" y="27508"/>
                </a:lnTo>
                <a:lnTo>
                  <a:pt x="78086" y="25377"/>
                </a:lnTo>
                <a:close/>
              </a:path>
              <a:path w="659764" h="377825">
                <a:moveTo>
                  <a:pt x="105906" y="25377"/>
                </a:moveTo>
                <a:lnTo>
                  <a:pt x="78086" y="25377"/>
                </a:lnTo>
                <a:lnTo>
                  <a:pt x="84684" y="27508"/>
                </a:lnTo>
                <a:lnTo>
                  <a:pt x="99913" y="36055"/>
                </a:lnTo>
                <a:lnTo>
                  <a:pt x="105906" y="25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35362" y="4303703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35362" y="4303703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32716" y="5153210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32716" y="5153210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527777" y="5153210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0" y="0"/>
                </a:lnTo>
                <a:lnTo>
                  <a:pt x="272680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527777" y="5153210"/>
            <a:ext cx="273050" cy="67310"/>
          </a:xfrm>
          <a:custGeom>
            <a:avLst/>
            <a:gdLst/>
            <a:ahLst/>
            <a:cxnLst/>
            <a:rect l="l" t="t" r="r" b="b"/>
            <a:pathLst>
              <a:path w="273050" h="67310">
                <a:moveTo>
                  <a:pt x="0" y="0"/>
                </a:moveTo>
                <a:lnTo>
                  <a:pt x="272681" y="0"/>
                </a:lnTo>
                <a:lnTo>
                  <a:pt x="272681" y="66894"/>
                </a:lnTo>
                <a:lnTo>
                  <a:pt x="0" y="6689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049098" y="3762814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0"/>
                </a:lnTo>
                <a:lnTo>
                  <a:pt x="135218" y="294754"/>
                </a:lnTo>
                <a:lnTo>
                  <a:pt x="177957" y="287240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131929" y="4057568"/>
            <a:ext cx="104775" cy="250825"/>
          </a:xfrm>
          <a:custGeom>
            <a:avLst/>
            <a:gdLst/>
            <a:ahLst/>
            <a:cxnLst/>
            <a:rect l="l" t="t" r="r" b="b"/>
            <a:pathLst>
              <a:path w="104775" h="250825">
                <a:moveTo>
                  <a:pt x="62031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5" y="242912"/>
                </a:lnTo>
                <a:lnTo>
                  <a:pt x="42744" y="250731"/>
                </a:lnTo>
                <a:lnTo>
                  <a:pt x="62031" y="250731"/>
                </a:lnTo>
                <a:lnTo>
                  <a:pt x="69850" y="242912"/>
                </a:lnTo>
                <a:lnTo>
                  <a:pt x="69850" y="77668"/>
                </a:lnTo>
                <a:lnTo>
                  <a:pt x="62031" y="69849"/>
                </a:lnTo>
                <a:close/>
              </a:path>
              <a:path w="104775" h="250825">
                <a:moveTo>
                  <a:pt x="52387" y="0"/>
                </a:moveTo>
                <a:lnTo>
                  <a:pt x="0" y="104774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250825">
                <a:moveTo>
                  <a:pt x="87312" y="69849"/>
                </a:moveTo>
                <a:lnTo>
                  <a:pt x="62031" y="69849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848119" y="4614439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2"/>
                </a:lnTo>
                <a:lnTo>
                  <a:pt x="135218" y="294755"/>
                </a:lnTo>
                <a:lnTo>
                  <a:pt x="177957" y="287242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59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239929" y="4623629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9" y="0"/>
                </a:moveTo>
                <a:lnTo>
                  <a:pt x="92479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59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9" y="287240"/>
                </a:lnTo>
                <a:lnTo>
                  <a:pt x="135219" y="294754"/>
                </a:lnTo>
                <a:lnTo>
                  <a:pt x="177958" y="287240"/>
                </a:lnTo>
                <a:lnTo>
                  <a:pt x="215077" y="266319"/>
                </a:lnTo>
                <a:lnTo>
                  <a:pt x="244348" y="234416"/>
                </a:lnTo>
                <a:lnTo>
                  <a:pt x="263544" y="193959"/>
                </a:lnTo>
                <a:lnTo>
                  <a:pt x="270437" y="147377"/>
                </a:lnTo>
                <a:lnTo>
                  <a:pt x="263544" y="100794"/>
                </a:lnTo>
                <a:lnTo>
                  <a:pt x="244348" y="60338"/>
                </a:lnTo>
                <a:lnTo>
                  <a:pt x="215077" y="28435"/>
                </a:lnTo>
                <a:lnTo>
                  <a:pt x="177958" y="7513"/>
                </a:lnTo>
                <a:lnTo>
                  <a:pt x="13521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966003" y="4357530"/>
            <a:ext cx="218440" cy="274320"/>
          </a:xfrm>
          <a:custGeom>
            <a:avLst/>
            <a:gdLst/>
            <a:ahLst/>
            <a:cxnLst/>
            <a:rect l="l" t="t" r="r" b="b"/>
            <a:pathLst>
              <a:path w="218440" h="274320">
                <a:moveTo>
                  <a:pt x="140000" y="71763"/>
                </a:moveTo>
                <a:lnTo>
                  <a:pt x="3580" y="246150"/>
                </a:lnTo>
                <a:lnTo>
                  <a:pt x="472" y="252349"/>
                </a:lnTo>
                <a:lnTo>
                  <a:pt x="0" y="259026"/>
                </a:lnTo>
                <a:lnTo>
                  <a:pt x="2065" y="265394"/>
                </a:lnTo>
                <a:lnTo>
                  <a:pt x="6573" y="270663"/>
                </a:lnTo>
                <a:lnTo>
                  <a:pt x="12773" y="273771"/>
                </a:lnTo>
                <a:lnTo>
                  <a:pt x="19450" y="274243"/>
                </a:lnTo>
                <a:lnTo>
                  <a:pt x="25818" y="272177"/>
                </a:lnTo>
                <a:lnTo>
                  <a:pt x="31087" y="267669"/>
                </a:lnTo>
                <a:lnTo>
                  <a:pt x="167508" y="93282"/>
                </a:lnTo>
                <a:lnTo>
                  <a:pt x="140000" y="71763"/>
                </a:lnTo>
                <a:close/>
              </a:path>
              <a:path w="218440" h="274320">
                <a:moveTo>
                  <a:pt x="207875" y="51435"/>
                </a:moveTo>
                <a:lnTo>
                  <a:pt x="162397" y="51435"/>
                </a:lnTo>
                <a:lnTo>
                  <a:pt x="169074" y="51907"/>
                </a:lnTo>
                <a:lnTo>
                  <a:pt x="175273" y="55015"/>
                </a:lnTo>
                <a:lnTo>
                  <a:pt x="179782" y="60284"/>
                </a:lnTo>
                <a:lnTo>
                  <a:pt x="181848" y="66651"/>
                </a:lnTo>
                <a:lnTo>
                  <a:pt x="181375" y="73329"/>
                </a:lnTo>
                <a:lnTo>
                  <a:pt x="178268" y="79528"/>
                </a:lnTo>
                <a:lnTo>
                  <a:pt x="167508" y="93282"/>
                </a:lnTo>
                <a:lnTo>
                  <a:pt x="195017" y="114801"/>
                </a:lnTo>
                <a:lnTo>
                  <a:pt x="207875" y="51435"/>
                </a:lnTo>
                <a:close/>
              </a:path>
              <a:path w="218440" h="274320">
                <a:moveTo>
                  <a:pt x="162397" y="51435"/>
                </a:moveTo>
                <a:lnTo>
                  <a:pt x="156029" y="53501"/>
                </a:lnTo>
                <a:lnTo>
                  <a:pt x="150760" y="58009"/>
                </a:lnTo>
                <a:lnTo>
                  <a:pt x="140000" y="71763"/>
                </a:lnTo>
                <a:lnTo>
                  <a:pt x="167508" y="93282"/>
                </a:lnTo>
                <a:lnTo>
                  <a:pt x="178268" y="79528"/>
                </a:lnTo>
                <a:lnTo>
                  <a:pt x="181375" y="73329"/>
                </a:lnTo>
                <a:lnTo>
                  <a:pt x="181848" y="66651"/>
                </a:lnTo>
                <a:lnTo>
                  <a:pt x="179782" y="60284"/>
                </a:lnTo>
                <a:lnTo>
                  <a:pt x="175273" y="55015"/>
                </a:lnTo>
                <a:lnTo>
                  <a:pt x="169074" y="51907"/>
                </a:lnTo>
                <a:lnTo>
                  <a:pt x="162397" y="51435"/>
                </a:lnTo>
                <a:close/>
              </a:path>
              <a:path w="218440" h="274320">
                <a:moveTo>
                  <a:pt x="218313" y="0"/>
                </a:moveTo>
                <a:lnTo>
                  <a:pt x="112492" y="50245"/>
                </a:lnTo>
                <a:lnTo>
                  <a:pt x="140000" y="71763"/>
                </a:lnTo>
                <a:lnTo>
                  <a:pt x="150760" y="58009"/>
                </a:lnTo>
                <a:lnTo>
                  <a:pt x="156029" y="53501"/>
                </a:lnTo>
                <a:lnTo>
                  <a:pt x="162397" y="51435"/>
                </a:lnTo>
                <a:lnTo>
                  <a:pt x="207875" y="51435"/>
                </a:lnTo>
                <a:lnTo>
                  <a:pt x="218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184316" y="4357530"/>
            <a:ext cx="208279" cy="283845"/>
          </a:xfrm>
          <a:custGeom>
            <a:avLst/>
            <a:gdLst/>
            <a:ahLst/>
            <a:cxnLst/>
            <a:rect l="l" t="t" r="r" b="b"/>
            <a:pathLst>
              <a:path w="208279" h="283845">
                <a:moveTo>
                  <a:pt x="75250" y="74967"/>
                </a:moveTo>
                <a:lnTo>
                  <a:pt x="46869" y="95320"/>
                </a:lnTo>
                <a:lnTo>
                  <a:pt x="176640" y="276274"/>
                </a:lnTo>
                <a:lnTo>
                  <a:pt x="181716" y="280998"/>
                </a:lnTo>
                <a:lnTo>
                  <a:pt x="187992" y="283328"/>
                </a:lnTo>
                <a:lnTo>
                  <a:pt x="194683" y="283134"/>
                </a:lnTo>
                <a:lnTo>
                  <a:pt x="201006" y="280289"/>
                </a:lnTo>
                <a:lnTo>
                  <a:pt x="205731" y="275212"/>
                </a:lnTo>
                <a:lnTo>
                  <a:pt x="208061" y="268936"/>
                </a:lnTo>
                <a:lnTo>
                  <a:pt x="207867" y="262244"/>
                </a:lnTo>
                <a:lnTo>
                  <a:pt x="205021" y="255921"/>
                </a:lnTo>
                <a:lnTo>
                  <a:pt x="75250" y="74967"/>
                </a:lnTo>
                <a:close/>
              </a:path>
              <a:path w="208279" h="283845">
                <a:moveTo>
                  <a:pt x="0" y="0"/>
                </a:moveTo>
                <a:lnTo>
                  <a:pt x="18488" y="115674"/>
                </a:lnTo>
                <a:lnTo>
                  <a:pt x="46869" y="95320"/>
                </a:lnTo>
                <a:lnTo>
                  <a:pt x="36692" y="81130"/>
                </a:lnTo>
                <a:lnTo>
                  <a:pt x="33846" y="74806"/>
                </a:lnTo>
                <a:lnTo>
                  <a:pt x="53721" y="53722"/>
                </a:lnTo>
                <a:lnTo>
                  <a:pt x="101940" y="53722"/>
                </a:lnTo>
                <a:lnTo>
                  <a:pt x="0" y="0"/>
                </a:lnTo>
                <a:close/>
              </a:path>
              <a:path w="208279" h="283845">
                <a:moveTo>
                  <a:pt x="53721" y="53722"/>
                </a:moveTo>
                <a:lnTo>
                  <a:pt x="47029" y="53916"/>
                </a:lnTo>
                <a:lnTo>
                  <a:pt x="40706" y="56762"/>
                </a:lnTo>
                <a:lnTo>
                  <a:pt x="35982" y="61838"/>
                </a:lnTo>
                <a:lnTo>
                  <a:pt x="33652" y="68114"/>
                </a:lnTo>
                <a:lnTo>
                  <a:pt x="33846" y="74806"/>
                </a:lnTo>
                <a:lnTo>
                  <a:pt x="36692" y="81130"/>
                </a:lnTo>
                <a:lnTo>
                  <a:pt x="46869" y="95320"/>
                </a:lnTo>
                <a:lnTo>
                  <a:pt x="75250" y="74967"/>
                </a:lnTo>
                <a:lnTo>
                  <a:pt x="65073" y="60775"/>
                </a:lnTo>
                <a:lnTo>
                  <a:pt x="59997" y="56052"/>
                </a:lnTo>
                <a:lnTo>
                  <a:pt x="53721" y="53722"/>
                </a:lnTo>
                <a:close/>
              </a:path>
              <a:path w="208279" h="283845">
                <a:moveTo>
                  <a:pt x="101940" y="53722"/>
                </a:moveTo>
                <a:lnTo>
                  <a:pt x="53721" y="53722"/>
                </a:lnTo>
                <a:lnTo>
                  <a:pt x="59997" y="56052"/>
                </a:lnTo>
                <a:lnTo>
                  <a:pt x="65073" y="60775"/>
                </a:lnTo>
                <a:lnTo>
                  <a:pt x="75250" y="74967"/>
                </a:lnTo>
                <a:lnTo>
                  <a:pt x="103631" y="54613"/>
                </a:lnTo>
                <a:lnTo>
                  <a:pt x="101940" y="53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930949" y="4909195"/>
            <a:ext cx="104775" cy="246379"/>
          </a:xfrm>
          <a:custGeom>
            <a:avLst/>
            <a:gdLst/>
            <a:ahLst/>
            <a:cxnLst/>
            <a:rect l="l" t="t" r="r" b="b"/>
            <a:pathLst>
              <a:path w="104775" h="24637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38248"/>
                </a:lnTo>
                <a:lnTo>
                  <a:pt x="42743" y="246066"/>
                </a:lnTo>
                <a:lnTo>
                  <a:pt x="62031" y="246066"/>
                </a:lnTo>
                <a:lnTo>
                  <a:pt x="69850" y="238248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46379">
                <a:moveTo>
                  <a:pt x="52387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4637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322760" y="4918383"/>
            <a:ext cx="104775" cy="237490"/>
          </a:xfrm>
          <a:custGeom>
            <a:avLst/>
            <a:gdLst/>
            <a:ahLst/>
            <a:cxnLst/>
            <a:rect l="l" t="t" r="r" b="b"/>
            <a:pathLst>
              <a:path w="104775" h="237489">
                <a:moveTo>
                  <a:pt x="62031" y="69849"/>
                </a:moveTo>
                <a:lnTo>
                  <a:pt x="42743" y="69849"/>
                </a:lnTo>
                <a:lnTo>
                  <a:pt x="34925" y="77668"/>
                </a:lnTo>
                <a:lnTo>
                  <a:pt x="34926" y="229061"/>
                </a:lnTo>
                <a:lnTo>
                  <a:pt x="42744" y="236879"/>
                </a:lnTo>
                <a:lnTo>
                  <a:pt x="62033" y="236879"/>
                </a:lnTo>
                <a:lnTo>
                  <a:pt x="69851" y="229061"/>
                </a:lnTo>
                <a:lnTo>
                  <a:pt x="69850" y="77668"/>
                </a:lnTo>
                <a:lnTo>
                  <a:pt x="62031" y="69849"/>
                </a:lnTo>
                <a:close/>
              </a:path>
              <a:path w="104775" h="237489">
                <a:moveTo>
                  <a:pt x="52387" y="0"/>
                </a:moveTo>
                <a:lnTo>
                  <a:pt x="0" y="104774"/>
                </a:lnTo>
                <a:lnTo>
                  <a:pt x="34925" y="104774"/>
                </a:lnTo>
                <a:lnTo>
                  <a:pt x="34925" y="77668"/>
                </a:lnTo>
                <a:lnTo>
                  <a:pt x="42743" y="69849"/>
                </a:lnTo>
                <a:lnTo>
                  <a:pt x="87312" y="69849"/>
                </a:lnTo>
                <a:lnTo>
                  <a:pt x="52387" y="0"/>
                </a:lnTo>
                <a:close/>
              </a:path>
              <a:path w="104775" h="237489">
                <a:moveTo>
                  <a:pt x="87312" y="69849"/>
                </a:moveTo>
                <a:lnTo>
                  <a:pt x="62031" y="69849"/>
                </a:lnTo>
                <a:lnTo>
                  <a:pt x="69850" y="77668"/>
                </a:lnTo>
                <a:lnTo>
                  <a:pt x="69850" y="104774"/>
                </a:lnTo>
                <a:lnTo>
                  <a:pt x="104775" y="104774"/>
                </a:lnTo>
                <a:lnTo>
                  <a:pt x="87312" y="69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848119" y="555738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184090" y="5557387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59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59" y="266319"/>
                </a:lnTo>
                <a:lnTo>
                  <a:pt x="92478" y="287241"/>
                </a:lnTo>
                <a:lnTo>
                  <a:pt x="135218" y="294754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530282" y="556366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6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6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876474" y="5563666"/>
            <a:ext cx="270510" cy="295275"/>
          </a:xfrm>
          <a:custGeom>
            <a:avLst/>
            <a:gdLst/>
            <a:ahLst/>
            <a:cxnLst/>
            <a:rect l="l" t="t" r="r" b="b"/>
            <a:pathLst>
              <a:path w="270509" h="295275">
                <a:moveTo>
                  <a:pt x="135218" y="0"/>
                </a:moveTo>
                <a:lnTo>
                  <a:pt x="92478" y="7513"/>
                </a:lnTo>
                <a:lnTo>
                  <a:pt x="55360" y="28435"/>
                </a:lnTo>
                <a:lnTo>
                  <a:pt x="26089" y="60338"/>
                </a:lnTo>
                <a:lnTo>
                  <a:pt x="6893" y="100794"/>
                </a:lnTo>
                <a:lnTo>
                  <a:pt x="0" y="147377"/>
                </a:lnTo>
                <a:lnTo>
                  <a:pt x="6893" y="193960"/>
                </a:lnTo>
                <a:lnTo>
                  <a:pt x="26089" y="234416"/>
                </a:lnTo>
                <a:lnTo>
                  <a:pt x="55360" y="266319"/>
                </a:lnTo>
                <a:lnTo>
                  <a:pt x="92478" y="287241"/>
                </a:lnTo>
                <a:lnTo>
                  <a:pt x="135218" y="294755"/>
                </a:lnTo>
                <a:lnTo>
                  <a:pt x="177957" y="287241"/>
                </a:lnTo>
                <a:lnTo>
                  <a:pt x="215076" y="266319"/>
                </a:lnTo>
                <a:lnTo>
                  <a:pt x="244347" y="234416"/>
                </a:lnTo>
                <a:lnTo>
                  <a:pt x="263542" y="193960"/>
                </a:lnTo>
                <a:lnTo>
                  <a:pt x="270436" y="147377"/>
                </a:lnTo>
                <a:lnTo>
                  <a:pt x="263542" y="100794"/>
                </a:lnTo>
                <a:lnTo>
                  <a:pt x="244347" y="60338"/>
                </a:lnTo>
                <a:lnTo>
                  <a:pt x="215076" y="28435"/>
                </a:lnTo>
                <a:lnTo>
                  <a:pt x="177957" y="7513"/>
                </a:lnTo>
                <a:lnTo>
                  <a:pt x="13521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907137" y="3760723"/>
            <a:ext cx="1181100" cy="2101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1849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3860" algn="l"/>
              </a:tabLst>
            </a:pPr>
            <a:r>
              <a:rPr dirty="0" baseline="1543" sz="2700">
                <a:latin typeface="Arial"/>
                <a:cs typeface="Arial"/>
              </a:rPr>
              <a:t>3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47980" algn="l"/>
                <a:tab pos="694690" algn="l"/>
                <a:tab pos="1040765" algn="l"/>
              </a:tabLst>
            </a:pPr>
            <a:r>
              <a:rPr dirty="0" baseline="1543" sz="2700">
                <a:latin typeface="Arial"/>
                <a:cs typeface="Arial"/>
              </a:rPr>
              <a:t>4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930949" y="5204493"/>
            <a:ext cx="104775" cy="370840"/>
          </a:xfrm>
          <a:custGeom>
            <a:avLst/>
            <a:gdLst/>
            <a:ahLst/>
            <a:cxnLst/>
            <a:rect l="l" t="t" r="r" b="b"/>
            <a:pathLst>
              <a:path w="104775" h="370839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3" y="362539"/>
                </a:lnTo>
                <a:lnTo>
                  <a:pt x="42741" y="370357"/>
                </a:lnTo>
                <a:lnTo>
                  <a:pt x="62030" y="370357"/>
                </a:lnTo>
                <a:lnTo>
                  <a:pt x="69848" y="362539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370839">
                <a:moveTo>
                  <a:pt x="52387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370839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302058" y="5204493"/>
            <a:ext cx="108585" cy="370205"/>
          </a:xfrm>
          <a:custGeom>
            <a:avLst/>
            <a:gdLst/>
            <a:ahLst/>
            <a:cxnLst/>
            <a:rect l="l" t="t" r="r" b="b"/>
            <a:pathLst>
              <a:path w="108584" h="370204">
                <a:moveTo>
                  <a:pt x="39465" y="100757"/>
                </a:moveTo>
                <a:lnTo>
                  <a:pt x="0" y="350165"/>
                </a:lnTo>
                <a:lnTo>
                  <a:pt x="293" y="357093"/>
                </a:lnTo>
                <a:lnTo>
                  <a:pt x="3122" y="363161"/>
                </a:lnTo>
                <a:lnTo>
                  <a:pt x="8020" y="367725"/>
                </a:lnTo>
                <a:lnTo>
                  <a:pt x="14519" y="370142"/>
                </a:lnTo>
                <a:lnTo>
                  <a:pt x="21447" y="369849"/>
                </a:lnTo>
                <a:lnTo>
                  <a:pt x="27515" y="367021"/>
                </a:lnTo>
                <a:lnTo>
                  <a:pt x="32079" y="362123"/>
                </a:lnTo>
                <a:lnTo>
                  <a:pt x="34497" y="355624"/>
                </a:lnTo>
                <a:lnTo>
                  <a:pt x="73961" y="106216"/>
                </a:lnTo>
                <a:lnTo>
                  <a:pt x="39465" y="100757"/>
                </a:lnTo>
                <a:close/>
              </a:path>
              <a:path w="108584" h="370204">
                <a:moveTo>
                  <a:pt x="94938" y="68991"/>
                </a:moveTo>
                <a:lnTo>
                  <a:pt x="62171" y="68991"/>
                </a:lnTo>
                <a:lnTo>
                  <a:pt x="68671" y="71409"/>
                </a:lnTo>
                <a:lnTo>
                  <a:pt x="73568" y="75973"/>
                </a:lnTo>
                <a:lnTo>
                  <a:pt x="76397" y="82040"/>
                </a:lnTo>
                <a:lnTo>
                  <a:pt x="76690" y="88968"/>
                </a:lnTo>
                <a:lnTo>
                  <a:pt x="73961" y="106216"/>
                </a:lnTo>
                <a:lnTo>
                  <a:pt x="108456" y="111674"/>
                </a:lnTo>
                <a:lnTo>
                  <a:pt x="94938" y="68991"/>
                </a:lnTo>
                <a:close/>
              </a:path>
              <a:path w="108584" h="370204">
                <a:moveTo>
                  <a:pt x="62171" y="68991"/>
                </a:moveTo>
                <a:lnTo>
                  <a:pt x="39465" y="100757"/>
                </a:lnTo>
                <a:lnTo>
                  <a:pt x="73961" y="106216"/>
                </a:lnTo>
                <a:lnTo>
                  <a:pt x="76690" y="88968"/>
                </a:lnTo>
                <a:lnTo>
                  <a:pt x="76397" y="82040"/>
                </a:lnTo>
                <a:lnTo>
                  <a:pt x="73568" y="75973"/>
                </a:lnTo>
                <a:lnTo>
                  <a:pt x="68671" y="71409"/>
                </a:lnTo>
                <a:lnTo>
                  <a:pt x="62171" y="68991"/>
                </a:lnTo>
                <a:close/>
              </a:path>
              <a:path w="108584" h="370204">
                <a:moveTo>
                  <a:pt x="73088" y="0"/>
                </a:moveTo>
                <a:lnTo>
                  <a:pt x="4969" y="95299"/>
                </a:lnTo>
                <a:lnTo>
                  <a:pt x="39465" y="100757"/>
                </a:lnTo>
                <a:lnTo>
                  <a:pt x="42194" y="83510"/>
                </a:lnTo>
                <a:lnTo>
                  <a:pt x="44612" y="77011"/>
                </a:lnTo>
                <a:lnTo>
                  <a:pt x="49175" y="72113"/>
                </a:lnTo>
                <a:lnTo>
                  <a:pt x="55243" y="69284"/>
                </a:lnTo>
                <a:lnTo>
                  <a:pt x="62171" y="68991"/>
                </a:lnTo>
                <a:lnTo>
                  <a:pt x="94938" y="68991"/>
                </a:lnTo>
                <a:lnTo>
                  <a:pt x="73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75149" y="5204493"/>
            <a:ext cx="307975" cy="376555"/>
          </a:xfrm>
          <a:custGeom>
            <a:avLst/>
            <a:gdLst/>
            <a:ahLst/>
            <a:cxnLst/>
            <a:rect l="l" t="t" r="r" b="b"/>
            <a:pathLst>
              <a:path w="307975" h="376554">
                <a:moveTo>
                  <a:pt x="79448" y="70503"/>
                </a:moveTo>
                <a:lnTo>
                  <a:pt x="52287" y="92459"/>
                </a:lnTo>
                <a:lnTo>
                  <a:pt x="276771" y="370151"/>
                </a:lnTo>
                <a:lnTo>
                  <a:pt x="282111" y="374575"/>
                </a:lnTo>
                <a:lnTo>
                  <a:pt x="288511" y="376539"/>
                </a:lnTo>
                <a:lnTo>
                  <a:pt x="295180" y="375959"/>
                </a:lnTo>
                <a:lnTo>
                  <a:pt x="301329" y="372753"/>
                </a:lnTo>
                <a:lnTo>
                  <a:pt x="305752" y="367413"/>
                </a:lnTo>
                <a:lnTo>
                  <a:pt x="307716" y="361014"/>
                </a:lnTo>
                <a:lnTo>
                  <a:pt x="307137" y="354344"/>
                </a:lnTo>
                <a:lnTo>
                  <a:pt x="303931" y="348195"/>
                </a:lnTo>
                <a:lnTo>
                  <a:pt x="79448" y="70503"/>
                </a:lnTo>
                <a:close/>
              </a:path>
              <a:path w="307975" h="376554">
                <a:moveTo>
                  <a:pt x="0" y="0"/>
                </a:moveTo>
                <a:lnTo>
                  <a:pt x="25126" y="114415"/>
                </a:lnTo>
                <a:lnTo>
                  <a:pt x="52287" y="92459"/>
                </a:lnTo>
                <a:lnTo>
                  <a:pt x="41309" y="78878"/>
                </a:lnTo>
                <a:lnTo>
                  <a:pt x="38103" y="72730"/>
                </a:lnTo>
                <a:lnTo>
                  <a:pt x="56729" y="50535"/>
                </a:lnTo>
                <a:lnTo>
                  <a:pt x="104148" y="50535"/>
                </a:lnTo>
                <a:lnTo>
                  <a:pt x="106608" y="48547"/>
                </a:lnTo>
                <a:lnTo>
                  <a:pt x="0" y="0"/>
                </a:lnTo>
                <a:close/>
              </a:path>
              <a:path w="307975" h="376554">
                <a:moveTo>
                  <a:pt x="56729" y="50535"/>
                </a:moveTo>
                <a:lnTo>
                  <a:pt x="50060" y="51114"/>
                </a:lnTo>
                <a:lnTo>
                  <a:pt x="43911" y="54320"/>
                </a:lnTo>
                <a:lnTo>
                  <a:pt x="39488" y="59660"/>
                </a:lnTo>
                <a:lnTo>
                  <a:pt x="37524" y="66060"/>
                </a:lnTo>
                <a:lnTo>
                  <a:pt x="38103" y="72730"/>
                </a:lnTo>
                <a:lnTo>
                  <a:pt x="41309" y="78878"/>
                </a:lnTo>
                <a:lnTo>
                  <a:pt x="52287" y="92459"/>
                </a:lnTo>
                <a:lnTo>
                  <a:pt x="79448" y="70503"/>
                </a:lnTo>
                <a:lnTo>
                  <a:pt x="68469" y="56922"/>
                </a:lnTo>
                <a:lnTo>
                  <a:pt x="63129" y="52499"/>
                </a:lnTo>
                <a:lnTo>
                  <a:pt x="56729" y="50535"/>
                </a:lnTo>
                <a:close/>
              </a:path>
              <a:path w="307975" h="376554">
                <a:moveTo>
                  <a:pt x="104148" y="50535"/>
                </a:moveTo>
                <a:lnTo>
                  <a:pt x="56729" y="50535"/>
                </a:lnTo>
                <a:lnTo>
                  <a:pt x="63129" y="52499"/>
                </a:lnTo>
                <a:lnTo>
                  <a:pt x="68469" y="56922"/>
                </a:lnTo>
                <a:lnTo>
                  <a:pt x="79448" y="70503"/>
                </a:lnTo>
                <a:lnTo>
                  <a:pt x="104148" y="505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375149" y="5204493"/>
            <a:ext cx="654050" cy="376555"/>
          </a:xfrm>
          <a:custGeom>
            <a:avLst/>
            <a:gdLst/>
            <a:ahLst/>
            <a:cxnLst/>
            <a:rect l="l" t="t" r="r" b="b"/>
            <a:pathLst>
              <a:path w="654050" h="376554">
                <a:moveTo>
                  <a:pt x="99831" y="36280"/>
                </a:moveTo>
                <a:lnTo>
                  <a:pt x="82668" y="66696"/>
                </a:lnTo>
                <a:lnTo>
                  <a:pt x="627961" y="374382"/>
                </a:lnTo>
                <a:lnTo>
                  <a:pt x="634556" y="376527"/>
                </a:lnTo>
                <a:lnTo>
                  <a:pt x="641229" y="375995"/>
                </a:lnTo>
                <a:lnTo>
                  <a:pt x="647216" y="373000"/>
                </a:lnTo>
                <a:lnTo>
                  <a:pt x="651751" y="367755"/>
                </a:lnTo>
                <a:lnTo>
                  <a:pt x="653896" y="361161"/>
                </a:lnTo>
                <a:lnTo>
                  <a:pt x="653365" y="354488"/>
                </a:lnTo>
                <a:lnTo>
                  <a:pt x="650370" y="348501"/>
                </a:lnTo>
                <a:lnTo>
                  <a:pt x="645124" y="343965"/>
                </a:lnTo>
                <a:lnTo>
                  <a:pt x="99831" y="36280"/>
                </a:lnTo>
                <a:close/>
              </a:path>
              <a:path w="654050" h="376554">
                <a:moveTo>
                  <a:pt x="0" y="0"/>
                </a:moveTo>
                <a:lnTo>
                  <a:pt x="65505" y="97114"/>
                </a:lnTo>
                <a:lnTo>
                  <a:pt x="82668" y="66696"/>
                </a:lnTo>
                <a:lnTo>
                  <a:pt x="67459" y="58115"/>
                </a:lnTo>
                <a:lnTo>
                  <a:pt x="62214" y="53580"/>
                </a:lnTo>
                <a:lnTo>
                  <a:pt x="59219" y="47593"/>
                </a:lnTo>
                <a:lnTo>
                  <a:pt x="58687" y="40920"/>
                </a:lnTo>
                <a:lnTo>
                  <a:pt x="60832" y="34325"/>
                </a:lnTo>
                <a:lnTo>
                  <a:pt x="65368" y="29079"/>
                </a:lnTo>
                <a:lnTo>
                  <a:pt x="71355" y="26084"/>
                </a:lnTo>
                <a:lnTo>
                  <a:pt x="78028" y="25553"/>
                </a:lnTo>
                <a:lnTo>
                  <a:pt x="105884" y="25553"/>
                </a:lnTo>
                <a:lnTo>
                  <a:pt x="116994" y="5863"/>
                </a:lnTo>
                <a:lnTo>
                  <a:pt x="0" y="0"/>
                </a:lnTo>
                <a:close/>
              </a:path>
              <a:path w="654050" h="376554">
                <a:moveTo>
                  <a:pt x="78028" y="25553"/>
                </a:moveTo>
                <a:lnTo>
                  <a:pt x="71355" y="26084"/>
                </a:lnTo>
                <a:lnTo>
                  <a:pt x="65368" y="29079"/>
                </a:lnTo>
                <a:lnTo>
                  <a:pt x="60832" y="34325"/>
                </a:lnTo>
                <a:lnTo>
                  <a:pt x="58687" y="40920"/>
                </a:lnTo>
                <a:lnTo>
                  <a:pt x="59219" y="47593"/>
                </a:lnTo>
                <a:lnTo>
                  <a:pt x="62214" y="53580"/>
                </a:lnTo>
                <a:lnTo>
                  <a:pt x="67459" y="58115"/>
                </a:lnTo>
                <a:lnTo>
                  <a:pt x="82668" y="66696"/>
                </a:lnTo>
                <a:lnTo>
                  <a:pt x="99831" y="36280"/>
                </a:lnTo>
                <a:lnTo>
                  <a:pt x="84622" y="27698"/>
                </a:lnTo>
                <a:lnTo>
                  <a:pt x="78028" y="25553"/>
                </a:lnTo>
                <a:close/>
              </a:path>
              <a:path w="654050" h="376554">
                <a:moveTo>
                  <a:pt x="105884" y="25553"/>
                </a:moveTo>
                <a:lnTo>
                  <a:pt x="78028" y="25553"/>
                </a:lnTo>
                <a:lnTo>
                  <a:pt x="84622" y="27698"/>
                </a:lnTo>
                <a:lnTo>
                  <a:pt x="99831" y="36280"/>
                </a:lnTo>
                <a:lnTo>
                  <a:pt x="105884" y="255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049096" y="429083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6" y="0"/>
                </a:lnTo>
                <a:lnTo>
                  <a:pt x="270436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049096" y="4290837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848119" y="5137798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6" y="0"/>
                </a:lnTo>
                <a:lnTo>
                  <a:pt x="270436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848119" y="5137798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239929" y="5137798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2"/>
                </a:lnTo>
                <a:lnTo>
                  <a:pt x="0" y="66692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239929" y="5137798"/>
            <a:ext cx="270510" cy="67310"/>
          </a:xfrm>
          <a:custGeom>
            <a:avLst/>
            <a:gdLst/>
            <a:ahLst/>
            <a:cxnLst/>
            <a:rect l="l" t="t" r="r" b="b"/>
            <a:pathLst>
              <a:path w="270509" h="67310">
                <a:moveTo>
                  <a:pt x="0" y="0"/>
                </a:moveTo>
                <a:lnTo>
                  <a:pt x="270437" y="0"/>
                </a:lnTo>
                <a:lnTo>
                  <a:pt x="270437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908351" y="4961913"/>
            <a:ext cx="5757545" cy="386715"/>
          </a:xfrm>
          <a:custGeom>
            <a:avLst/>
            <a:gdLst/>
            <a:ahLst/>
            <a:cxnLst/>
            <a:rect l="l" t="t" r="r" b="b"/>
            <a:pathLst>
              <a:path w="5757545" h="386714">
                <a:moveTo>
                  <a:pt x="0" y="0"/>
                </a:moveTo>
                <a:lnTo>
                  <a:pt x="5757150" y="0"/>
                </a:lnTo>
                <a:lnTo>
                  <a:pt x="5757150" y="386389"/>
                </a:lnTo>
                <a:lnTo>
                  <a:pt x="0" y="38638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088702" y="4187338"/>
            <a:ext cx="5439410" cy="300990"/>
          </a:xfrm>
          <a:custGeom>
            <a:avLst/>
            <a:gdLst/>
            <a:ahLst/>
            <a:cxnLst/>
            <a:rect l="l" t="t" r="r" b="b"/>
            <a:pathLst>
              <a:path w="5439409" h="300989">
                <a:moveTo>
                  <a:pt x="0" y="0"/>
                </a:moveTo>
                <a:lnTo>
                  <a:pt x="5438891" y="0"/>
                </a:lnTo>
                <a:lnTo>
                  <a:pt x="5438891" y="300451"/>
                </a:lnTo>
                <a:lnTo>
                  <a:pt x="0" y="300451"/>
                </a:lnTo>
                <a:lnTo>
                  <a:pt x="0" y="0"/>
                </a:lnTo>
                <a:close/>
              </a:path>
            </a:pathLst>
          </a:custGeom>
          <a:ln w="317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587600" y="3791203"/>
            <a:ext cx="133413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Injective  neighbor  a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gg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re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g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a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t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i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827781" y="5925122"/>
            <a:ext cx="1423035" cy="546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55"/>
              </a:spcBef>
            </a:pPr>
            <a:r>
              <a:rPr dirty="0" sz="1800" spc="-5">
                <a:latin typeface="Arial"/>
                <a:cs typeface="Arial"/>
              </a:rPr>
              <a:t>Input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features  are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uniform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954899" y="5961698"/>
            <a:ext cx="1423035" cy="546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55"/>
              </a:spcBef>
            </a:pPr>
            <a:r>
              <a:rPr dirty="0" sz="1800" spc="-5">
                <a:latin typeface="Arial"/>
                <a:cs typeface="Arial"/>
              </a:rPr>
              <a:t>Input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features  are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uniform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7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  <p:sp>
        <p:nvSpPr>
          <p:cNvPr id="58" name="object 58"/>
          <p:cNvSpPr txBox="1"/>
          <p:nvPr/>
        </p:nvSpPr>
        <p:spPr>
          <a:xfrm>
            <a:off x="357937" y="4940300"/>
            <a:ext cx="13341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Injective  neighbor  a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gg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re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g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a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t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i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185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5588"/>
            <a:ext cx="298513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Summary so</a:t>
            </a:r>
            <a:r>
              <a:rPr dirty="0" sz="3200" spc="-7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0000FF"/>
                </a:solidFill>
                <a:latin typeface="Calibri"/>
                <a:cs typeface="Calibri"/>
              </a:rPr>
              <a:t>far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847595"/>
            <a:ext cx="7288530" cy="13182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30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generate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embedding, GNNs </a:t>
            </a:r>
            <a:r>
              <a:rPr dirty="0" sz="2800">
                <a:latin typeface="Calibri"/>
                <a:cs typeface="Calibri"/>
              </a:rPr>
              <a:t>use a  </a:t>
            </a:r>
            <a:r>
              <a:rPr dirty="0" sz="2800" spc="-10">
                <a:latin typeface="Calibri"/>
                <a:cs typeface="Calibri"/>
              </a:rPr>
              <a:t>computational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10">
                <a:latin typeface="Calibri"/>
                <a:cs typeface="Calibri"/>
              </a:rPr>
              <a:t>corresponding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solidFill>
                  <a:srgbClr val="FF0066"/>
                </a:solidFill>
                <a:latin typeface="Calibri"/>
                <a:cs typeface="Calibri"/>
              </a:rPr>
              <a:t>subtree  </a:t>
            </a:r>
            <a:r>
              <a:rPr dirty="0" sz="2800" spc="-20">
                <a:solidFill>
                  <a:srgbClr val="FF0066"/>
                </a:solidFill>
                <a:latin typeface="Calibri"/>
                <a:cs typeface="Calibri"/>
              </a:rPr>
              <a:t>rooted </a:t>
            </a:r>
            <a:r>
              <a:rPr dirty="0" sz="2800" spc="-10">
                <a:solidFill>
                  <a:srgbClr val="FF0066"/>
                </a:solidFill>
                <a:latin typeface="Calibri"/>
                <a:cs typeface="Calibri"/>
              </a:rPr>
              <a:t>around </a:t>
            </a:r>
            <a:r>
              <a:rPr dirty="0" sz="2800" spc="-5">
                <a:solidFill>
                  <a:srgbClr val="FF0066"/>
                </a:solidFill>
                <a:latin typeface="Calibri"/>
                <a:cs typeface="Calibri"/>
              </a:rPr>
              <a:t>each</a:t>
            </a:r>
            <a:r>
              <a:rPr dirty="0" sz="280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FF0066"/>
                </a:solidFill>
                <a:latin typeface="Calibri"/>
                <a:cs typeface="Calibri"/>
              </a:rPr>
              <a:t>node.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5264403"/>
            <a:ext cx="6412230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GNN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5">
                <a:latin typeface="Calibri"/>
                <a:cs typeface="Calibri"/>
              </a:rPr>
              <a:t>fully </a:t>
            </a:r>
            <a:r>
              <a:rPr dirty="0" sz="2800" spc="-10">
                <a:latin typeface="Calibri"/>
                <a:cs typeface="Calibri"/>
              </a:rPr>
              <a:t>distinguish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95">
                <a:latin typeface="Calibri"/>
                <a:cs typeface="Calibri"/>
              </a:rPr>
              <a:t>subtree  </a:t>
            </a:r>
            <a:r>
              <a:rPr dirty="0" sz="2800" spc="-10">
                <a:latin typeface="Calibri"/>
                <a:cs typeface="Calibri"/>
              </a:rPr>
              <a:t>structures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0" b="1">
                <a:latin typeface="Calibri"/>
                <a:cs typeface="Calibri"/>
              </a:rPr>
              <a:t>every </a:t>
            </a:r>
            <a:r>
              <a:rPr dirty="0" sz="2800" spc="-20" b="1">
                <a:latin typeface="Calibri"/>
                <a:cs typeface="Calibri"/>
              </a:rPr>
              <a:t>step </a:t>
            </a:r>
            <a:r>
              <a:rPr dirty="0" sz="2800" spc="-5" b="1">
                <a:latin typeface="Calibri"/>
                <a:cs typeface="Calibri"/>
              </a:rPr>
              <a:t>of its</a:t>
            </a:r>
            <a:r>
              <a:rPr dirty="0" sz="2800" spc="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neighbor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37627" y="3861653"/>
            <a:ext cx="970280" cy="0"/>
          </a:xfrm>
          <a:custGeom>
            <a:avLst/>
            <a:gdLst/>
            <a:ahLst/>
            <a:cxnLst/>
            <a:rect l="l" t="t" r="r" b="b"/>
            <a:pathLst>
              <a:path w="970280" h="0">
                <a:moveTo>
                  <a:pt x="0" y="0"/>
                </a:moveTo>
                <a:lnTo>
                  <a:pt x="97004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88029" y="4020300"/>
            <a:ext cx="5080" cy="882015"/>
          </a:xfrm>
          <a:custGeom>
            <a:avLst/>
            <a:gdLst/>
            <a:ahLst/>
            <a:cxnLst/>
            <a:rect l="l" t="t" r="r" b="b"/>
            <a:pathLst>
              <a:path w="5080" h="882014">
                <a:moveTo>
                  <a:pt x="4836" y="0"/>
                </a:moveTo>
                <a:lnTo>
                  <a:pt x="0" y="8816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90391" y="3954112"/>
            <a:ext cx="1060450" cy="994410"/>
          </a:xfrm>
          <a:custGeom>
            <a:avLst/>
            <a:gdLst/>
            <a:ahLst/>
            <a:cxnLst/>
            <a:rect l="l" t="t" r="r" b="b"/>
            <a:pathLst>
              <a:path w="1060450" h="994410">
                <a:moveTo>
                  <a:pt x="1060433" y="0"/>
                </a:moveTo>
                <a:lnTo>
                  <a:pt x="0" y="99427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32792" y="5060567"/>
            <a:ext cx="931544" cy="0"/>
          </a:xfrm>
          <a:custGeom>
            <a:avLst/>
            <a:gdLst/>
            <a:ahLst/>
            <a:cxnLst/>
            <a:rect l="l" t="t" r="r" b="b"/>
            <a:pathLst>
              <a:path w="931544" h="0">
                <a:moveTo>
                  <a:pt x="0" y="1"/>
                </a:moveTo>
                <a:lnTo>
                  <a:pt x="93128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11201" y="4471002"/>
            <a:ext cx="650240" cy="477520"/>
          </a:xfrm>
          <a:custGeom>
            <a:avLst/>
            <a:gdLst/>
            <a:ahLst/>
            <a:cxnLst/>
            <a:rect l="l" t="t" r="r" b="b"/>
            <a:pathLst>
              <a:path w="650239" h="477520">
                <a:moveTo>
                  <a:pt x="0" y="477385"/>
                </a:moveTo>
                <a:lnTo>
                  <a:pt x="64968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48102" y="3703004"/>
            <a:ext cx="289560" cy="317500"/>
          </a:xfrm>
          <a:custGeom>
            <a:avLst/>
            <a:gdLst/>
            <a:ahLst/>
            <a:cxnLst/>
            <a:rect l="l" t="t" r="r" b="b"/>
            <a:pathLst>
              <a:path w="289559" h="317500">
                <a:moveTo>
                  <a:pt x="144763" y="0"/>
                </a:moveTo>
                <a:lnTo>
                  <a:pt x="99006" y="8087"/>
                </a:lnTo>
                <a:lnTo>
                  <a:pt x="59267" y="30609"/>
                </a:lnTo>
                <a:lnTo>
                  <a:pt x="27930" y="64952"/>
                </a:lnTo>
                <a:lnTo>
                  <a:pt x="7380" y="108502"/>
                </a:lnTo>
                <a:lnTo>
                  <a:pt x="0" y="158647"/>
                </a:lnTo>
                <a:lnTo>
                  <a:pt x="7380" y="208792"/>
                </a:lnTo>
                <a:lnTo>
                  <a:pt x="27930" y="252343"/>
                </a:lnTo>
                <a:lnTo>
                  <a:pt x="59267" y="286685"/>
                </a:lnTo>
                <a:lnTo>
                  <a:pt x="99006" y="309207"/>
                </a:lnTo>
                <a:lnTo>
                  <a:pt x="144763" y="317295"/>
                </a:lnTo>
                <a:lnTo>
                  <a:pt x="190519" y="309207"/>
                </a:lnTo>
                <a:lnTo>
                  <a:pt x="230258" y="286685"/>
                </a:lnTo>
                <a:lnTo>
                  <a:pt x="261595" y="252343"/>
                </a:lnTo>
                <a:lnTo>
                  <a:pt x="282146" y="208792"/>
                </a:lnTo>
                <a:lnTo>
                  <a:pt x="289526" y="158647"/>
                </a:lnTo>
                <a:lnTo>
                  <a:pt x="282146" y="108502"/>
                </a:lnTo>
                <a:lnTo>
                  <a:pt x="261595" y="64952"/>
                </a:lnTo>
                <a:lnTo>
                  <a:pt x="230258" y="30609"/>
                </a:lnTo>
                <a:lnTo>
                  <a:pt x="190519" y="8087"/>
                </a:lnTo>
                <a:lnTo>
                  <a:pt x="14476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24127" y="3679041"/>
            <a:ext cx="337820" cy="365760"/>
          </a:xfrm>
          <a:custGeom>
            <a:avLst/>
            <a:gdLst/>
            <a:ahLst/>
            <a:cxnLst/>
            <a:rect l="l" t="t" r="r" b="b"/>
            <a:pathLst>
              <a:path w="337819" h="365760">
                <a:moveTo>
                  <a:pt x="167411" y="0"/>
                </a:moveTo>
                <a:lnTo>
                  <a:pt x="116754" y="8821"/>
                </a:lnTo>
                <a:lnTo>
                  <a:pt x="72586" y="32495"/>
                </a:lnTo>
                <a:lnTo>
                  <a:pt x="27707" y="82273"/>
                </a:lnTo>
                <a:lnTo>
                  <a:pt x="7117" y="129952"/>
                </a:lnTo>
                <a:lnTo>
                  <a:pt x="0" y="183715"/>
                </a:lnTo>
                <a:lnTo>
                  <a:pt x="951" y="202142"/>
                </a:lnTo>
                <a:lnTo>
                  <a:pt x="13379" y="254021"/>
                </a:lnTo>
                <a:lnTo>
                  <a:pt x="47914" y="310169"/>
                </a:lnTo>
                <a:lnTo>
                  <a:pt x="88530" y="343335"/>
                </a:lnTo>
                <a:lnTo>
                  <a:pt x="135603" y="361707"/>
                </a:lnTo>
                <a:lnTo>
                  <a:pt x="170063" y="365222"/>
                </a:lnTo>
                <a:lnTo>
                  <a:pt x="187498" y="364111"/>
                </a:lnTo>
                <a:lnTo>
                  <a:pt x="236290" y="350015"/>
                </a:lnTo>
                <a:lnTo>
                  <a:pt x="259357" y="336466"/>
                </a:lnTo>
                <a:lnTo>
                  <a:pt x="168472" y="336466"/>
                </a:lnTo>
                <a:lnTo>
                  <a:pt x="154201" y="335647"/>
                </a:lnTo>
                <a:lnTo>
                  <a:pt x="114176" y="324336"/>
                </a:lnTo>
                <a:lnTo>
                  <a:pt x="79697" y="301318"/>
                </a:lnTo>
                <a:lnTo>
                  <a:pt x="52532" y="268425"/>
                </a:lnTo>
                <a:lnTo>
                  <a:pt x="35035" y="228268"/>
                </a:lnTo>
                <a:lnTo>
                  <a:pt x="28828" y="183715"/>
                </a:lnTo>
                <a:lnTo>
                  <a:pt x="28811" y="181507"/>
                </a:lnTo>
                <a:lnTo>
                  <a:pt x="29516" y="166611"/>
                </a:lnTo>
                <a:lnTo>
                  <a:pt x="39903" y="122378"/>
                </a:lnTo>
                <a:lnTo>
                  <a:pt x="70004" y="73590"/>
                </a:lnTo>
                <a:lnTo>
                  <a:pt x="102395" y="47106"/>
                </a:lnTo>
                <a:lnTo>
                  <a:pt x="140864" y="31807"/>
                </a:lnTo>
                <a:lnTo>
                  <a:pt x="169003" y="28756"/>
                </a:lnTo>
                <a:lnTo>
                  <a:pt x="259429" y="28756"/>
                </a:lnTo>
                <a:lnTo>
                  <a:pt x="248944" y="21887"/>
                </a:lnTo>
                <a:lnTo>
                  <a:pt x="234020" y="14155"/>
                </a:lnTo>
                <a:lnTo>
                  <a:pt x="218295" y="7995"/>
                </a:lnTo>
                <a:lnTo>
                  <a:pt x="201871" y="3515"/>
                </a:lnTo>
                <a:lnTo>
                  <a:pt x="184865" y="819"/>
                </a:lnTo>
                <a:lnTo>
                  <a:pt x="167411" y="0"/>
                </a:lnTo>
                <a:close/>
              </a:path>
              <a:path w="337819" h="365760">
                <a:moveTo>
                  <a:pt x="259429" y="28756"/>
                </a:moveTo>
                <a:lnTo>
                  <a:pt x="169003" y="28756"/>
                </a:lnTo>
                <a:lnTo>
                  <a:pt x="183274" y="29574"/>
                </a:lnTo>
                <a:lnTo>
                  <a:pt x="197120" y="31920"/>
                </a:lnTo>
                <a:lnTo>
                  <a:pt x="235499" y="47355"/>
                </a:lnTo>
                <a:lnTo>
                  <a:pt x="267471" y="73590"/>
                </a:lnTo>
                <a:lnTo>
                  <a:pt x="291829" y="109317"/>
                </a:lnTo>
                <a:lnTo>
                  <a:pt x="305886" y="151734"/>
                </a:lnTo>
                <a:lnTo>
                  <a:pt x="308663" y="183715"/>
                </a:lnTo>
                <a:lnTo>
                  <a:pt x="307958" y="198611"/>
                </a:lnTo>
                <a:lnTo>
                  <a:pt x="297571" y="242844"/>
                </a:lnTo>
                <a:lnTo>
                  <a:pt x="267471" y="291632"/>
                </a:lnTo>
                <a:lnTo>
                  <a:pt x="235079" y="318115"/>
                </a:lnTo>
                <a:lnTo>
                  <a:pt x="196610" y="333415"/>
                </a:lnTo>
                <a:lnTo>
                  <a:pt x="168472" y="336466"/>
                </a:lnTo>
                <a:lnTo>
                  <a:pt x="259357" y="336466"/>
                </a:lnTo>
                <a:lnTo>
                  <a:pt x="288843" y="310992"/>
                </a:lnTo>
                <a:lnTo>
                  <a:pt x="317999" y="267889"/>
                </a:lnTo>
                <a:lnTo>
                  <a:pt x="334330" y="217895"/>
                </a:lnTo>
                <a:lnTo>
                  <a:pt x="337474" y="181507"/>
                </a:lnTo>
                <a:lnTo>
                  <a:pt x="336523" y="163080"/>
                </a:lnTo>
                <a:lnTo>
                  <a:pt x="324095" y="111201"/>
                </a:lnTo>
                <a:lnTo>
                  <a:pt x="289561" y="55053"/>
                </a:lnTo>
                <a:lnTo>
                  <a:pt x="262976" y="31080"/>
                </a:lnTo>
                <a:lnTo>
                  <a:pt x="259429" y="28756"/>
                </a:lnTo>
                <a:close/>
              </a:path>
              <a:path w="337819" h="365760">
                <a:moveTo>
                  <a:pt x="169532" y="38341"/>
                </a:moveTo>
                <a:lnTo>
                  <a:pt x="131050" y="44461"/>
                </a:lnTo>
                <a:lnTo>
                  <a:pt x="96926" y="62195"/>
                </a:lnTo>
                <a:lnTo>
                  <a:pt x="61292" y="100891"/>
                </a:lnTo>
                <a:lnTo>
                  <a:pt x="44502" y="138723"/>
                </a:lnTo>
                <a:lnTo>
                  <a:pt x="38381" y="181507"/>
                </a:lnTo>
                <a:lnTo>
                  <a:pt x="38433" y="183715"/>
                </a:lnTo>
                <a:lnTo>
                  <a:pt x="44141" y="225226"/>
                </a:lnTo>
                <a:lnTo>
                  <a:pt x="60201" y="262651"/>
                </a:lnTo>
                <a:lnTo>
                  <a:pt x="85782" y="293894"/>
                </a:lnTo>
                <a:lnTo>
                  <a:pt x="117750" y="315427"/>
                </a:lnTo>
                <a:lnTo>
                  <a:pt x="154732" y="326062"/>
                </a:lnTo>
                <a:lnTo>
                  <a:pt x="167941" y="326881"/>
                </a:lnTo>
                <a:lnTo>
                  <a:pt x="181163" y="326237"/>
                </a:lnTo>
                <a:lnTo>
                  <a:pt x="194006" y="324176"/>
                </a:lnTo>
                <a:lnTo>
                  <a:pt x="206424" y="320761"/>
                </a:lnTo>
                <a:lnTo>
                  <a:pt x="215220" y="317295"/>
                </a:lnTo>
                <a:lnTo>
                  <a:pt x="167411" y="317295"/>
                </a:lnTo>
                <a:lnTo>
                  <a:pt x="155262" y="316476"/>
                </a:lnTo>
                <a:lnTo>
                  <a:pt x="110939" y="300887"/>
                </a:lnTo>
                <a:lnTo>
                  <a:pt x="67871" y="256877"/>
                </a:lnTo>
                <a:lnTo>
                  <a:pt x="50281" y="209102"/>
                </a:lnTo>
                <a:lnTo>
                  <a:pt x="47949" y="181507"/>
                </a:lnTo>
                <a:lnTo>
                  <a:pt x="48696" y="167495"/>
                </a:lnTo>
                <a:lnTo>
                  <a:pt x="58114" y="128460"/>
                </a:lnTo>
                <a:lnTo>
                  <a:pt x="84521" y="86229"/>
                </a:lnTo>
                <a:lnTo>
                  <a:pt x="123593" y="57654"/>
                </a:lnTo>
                <a:lnTo>
                  <a:pt x="170063" y="47927"/>
                </a:lnTo>
                <a:lnTo>
                  <a:pt x="215153" y="47927"/>
                </a:lnTo>
                <a:lnTo>
                  <a:pt x="207880" y="44955"/>
                </a:lnTo>
                <a:lnTo>
                  <a:pt x="195537" y="41389"/>
                </a:lnTo>
                <a:lnTo>
                  <a:pt x="182743" y="39160"/>
                </a:lnTo>
                <a:lnTo>
                  <a:pt x="169532" y="38341"/>
                </a:lnTo>
                <a:close/>
              </a:path>
              <a:path w="337819" h="365760">
                <a:moveTo>
                  <a:pt x="215153" y="47927"/>
                </a:moveTo>
                <a:lnTo>
                  <a:pt x="170063" y="47927"/>
                </a:lnTo>
                <a:lnTo>
                  <a:pt x="182212" y="48746"/>
                </a:lnTo>
                <a:lnTo>
                  <a:pt x="193953" y="50857"/>
                </a:lnTo>
                <a:lnTo>
                  <a:pt x="236375" y="71034"/>
                </a:lnTo>
                <a:lnTo>
                  <a:pt x="269603" y="108344"/>
                </a:lnTo>
                <a:lnTo>
                  <a:pt x="287194" y="156119"/>
                </a:lnTo>
                <a:lnTo>
                  <a:pt x="289526" y="183715"/>
                </a:lnTo>
                <a:lnTo>
                  <a:pt x="288825" y="196846"/>
                </a:lnTo>
                <a:lnTo>
                  <a:pt x="279359" y="236762"/>
                </a:lnTo>
                <a:lnTo>
                  <a:pt x="252953" y="278993"/>
                </a:lnTo>
                <a:lnTo>
                  <a:pt x="213881" y="307568"/>
                </a:lnTo>
                <a:lnTo>
                  <a:pt x="167411" y="317295"/>
                </a:lnTo>
                <a:lnTo>
                  <a:pt x="215220" y="317295"/>
                </a:lnTo>
                <a:lnTo>
                  <a:pt x="250657" y="294829"/>
                </a:lnTo>
                <a:lnTo>
                  <a:pt x="276183" y="264331"/>
                </a:lnTo>
                <a:lnTo>
                  <a:pt x="292972" y="226499"/>
                </a:lnTo>
                <a:lnTo>
                  <a:pt x="299093" y="183715"/>
                </a:lnTo>
                <a:lnTo>
                  <a:pt x="299041" y="181507"/>
                </a:lnTo>
                <a:lnTo>
                  <a:pt x="293333" y="139995"/>
                </a:lnTo>
                <a:lnTo>
                  <a:pt x="277273" y="102570"/>
                </a:lnTo>
                <a:lnTo>
                  <a:pt x="251692" y="71328"/>
                </a:lnTo>
                <a:lnTo>
                  <a:pt x="219725" y="49795"/>
                </a:lnTo>
                <a:lnTo>
                  <a:pt x="215153" y="479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16664" y="3711955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08424" y="3683281"/>
            <a:ext cx="289560" cy="317500"/>
          </a:xfrm>
          <a:custGeom>
            <a:avLst/>
            <a:gdLst/>
            <a:ahLst/>
            <a:cxnLst/>
            <a:rect l="l" t="t" r="r" b="b"/>
            <a:pathLst>
              <a:path w="289560" h="317500">
                <a:moveTo>
                  <a:pt x="144762" y="0"/>
                </a:moveTo>
                <a:lnTo>
                  <a:pt x="99006" y="8088"/>
                </a:lnTo>
                <a:lnTo>
                  <a:pt x="59267" y="30610"/>
                </a:lnTo>
                <a:lnTo>
                  <a:pt x="27930" y="64952"/>
                </a:lnTo>
                <a:lnTo>
                  <a:pt x="7380" y="108503"/>
                </a:lnTo>
                <a:lnTo>
                  <a:pt x="0" y="158648"/>
                </a:lnTo>
                <a:lnTo>
                  <a:pt x="7380" y="208793"/>
                </a:lnTo>
                <a:lnTo>
                  <a:pt x="27930" y="252343"/>
                </a:lnTo>
                <a:lnTo>
                  <a:pt x="59267" y="286685"/>
                </a:lnTo>
                <a:lnTo>
                  <a:pt x="99006" y="309207"/>
                </a:lnTo>
                <a:lnTo>
                  <a:pt x="144762" y="317295"/>
                </a:lnTo>
                <a:lnTo>
                  <a:pt x="190518" y="309207"/>
                </a:lnTo>
                <a:lnTo>
                  <a:pt x="230257" y="286685"/>
                </a:lnTo>
                <a:lnTo>
                  <a:pt x="261594" y="252343"/>
                </a:lnTo>
                <a:lnTo>
                  <a:pt x="282145" y="208793"/>
                </a:lnTo>
                <a:lnTo>
                  <a:pt x="289525" y="158648"/>
                </a:lnTo>
                <a:lnTo>
                  <a:pt x="282145" y="108503"/>
                </a:lnTo>
                <a:lnTo>
                  <a:pt x="261594" y="64952"/>
                </a:lnTo>
                <a:lnTo>
                  <a:pt x="230257" y="30610"/>
                </a:lnTo>
                <a:lnTo>
                  <a:pt x="190518" y="8088"/>
                </a:lnTo>
                <a:lnTo>
                  <a:pt x="14476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76986" y="36906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18481" y="4200171"/>
            <a:ext cx="289560" cy="317500"/>
          </a:xfrm>
          <a:custGeom>
            <a:avLst/>
            <a:gdLst/>
            <a:ahLst/>
            <a:cxnLst/>
            <a:rect l="l" t="t" r="r" b="b"/>
            <a:pathLst>
              <a:path w="289560" h="317500">
                <a:moveTo>
                  <a:pt x="144763" y="0"/>
                </a:moveTo>
                <a:lnTo>
                  <a:pt x="99007" y="8087"/>
                </a:lnTo>
                <a:lnTo>
                  <a:pt x="59268" y="30609"/>
                </a:lnTo>
                <a:lnTo>
                  <a:pt x="27931" y="64952"/>
                </a:lnTo>
                <a:lnTo>
                  <a:pt x="7380" y="108502"/>
                </a:lnTo>
                <a:lnTo>
                  <a:pt x="0" y="158648"/>
                </a:lnTo>
                <a:lnTo>
                  <a:pt x="7380" y="208793"/>
                </a:lnTo>
                <a:lnTo>
                  <a:pt x="27931" y="252343"/>
                </a:lnTo>
                <a:lnTo>
                  <a:pt x="59268" y="286685"/>
                </a:lnTo>
                <a:lnTo>
                  <a:pt x="99007" y="309207"/>
                </a:lnTo>
                <a:lnTo>
                  <a:pt x="144763" y="317295"/>
                </a:lnTo>
                <a:lnTo>
                  <a:pt x="190519" y="309207"/>
                </a:lnTo>
                <a:lnTo>
                  <a:pt x="230258" y="286685"/>
                </a:lnTo>
                <a:lnTo>
                  <a:pt x="261595" y="252343"/>
                </a:lnTo>
                <a:lnTo>
                  <a:pt x="282145" y="208793"/>
                </a:lnTo>
                <a:lnTo>
                  <a:pt x="289525" y="158648"/>
                </a:lnTo>
                <a:lnTo>
                  <a:pt x="282145" y="108502"/>
                </a:lnTo>
                <a:lnTo>
                  <a:pt x="261595" y="64952"/>
                </a:lnTo>
                <a:lnTo>
                  <a:pt x="230258" y="30609"/>
                </a:lnTo>
                <a:lnTo>
                  <a:pt x="190519" y="8087"/>
                </a:lnTo>
                <a:lnTo>
                  <a:pt x="14476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87043" y="420877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64074" y="4901919"/>
            <a:ext cx="289560" cy="317500"/>
          </a:xfrm>
          <a:custGeom>
            <a:avLst/>
            <a:gdLst/>
            <a:ahLst/>
            <a:cxnLst/>
            <a:rect l="l" t="t" r="r" b="b"/>
            <a:pathLst>
              <a:path w="289560" h="317500">
                <a:moveTo>
                  <a:pt x="144763" y="0"/>
                </a:moveTo>
                <a:lnTo>
                  <a:pt x="99007" y="8088"/>
                </a:lnTo>
                <a:lnTo>
                  <a:pt x="59268" y="30610"/>
                </a:lnTo>
                <a:lnTo>
                  <a:pt x="27931" y="64952"/>
                </a:lnTo>
                <a:lnTo>
                  <a:pt x="7380" y="108503"/>
                </a:lnTo>
                <a:lnTo>
                  <a:pt x="0" y="158648"/>
                </a:lnTo>
                <a:lnTo>
                  <a:pt x="7380" y="208793"/>
                </a:lnTo>
                <a:lnTo>
                  <a:pt x="27931" y="252343"/>
                </a:lnTo>
                <a:lnTo>
                  <a:pt x="59268" y="286686"/>
                </a:lnTo>
                <a:lnTo>
                  <a:pt x="99007" y="309208"/>
                </a:lnTo>
                <a:lnTo>
                  <a:pt x="144763" y="317296"/>
                </a:lnTo>
                <a:lnTo>
                  <a:pt x="190519" y="309208"/>
                </a:lnTo>
                <a:lnTo>
                  <a:pt x="230258" y="286686"/>
                </a:lnTo>
                <a:lnTo>
                  <a:pt x="261595" y="252343"/>
                </a:lnTo>
                <a:lnTo>
                  <a:pt x="282146" y="208793"/>
                </a:lnTo>
                <a:lnTo>
                  <a:pt x="289526" y="158648"/>
                </a:lnTo>
                <a:lnTo>
                  <a:pt x="282146" y="108503"/>
                </a:lnTo>
                <a:lnTo>
                  <a:pt x="261595" y="64952"/>
                </a:lnTo>
                <a:lnTo>
                  <a:pt x="230258" y="30610"/>
                </a:lnTo>
                <a:lnTo>
                  <a:pt x="190519" y="8088"/>
                </a:lnTo>
                <a:lnTo>
                  <a:pt x="14476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43266" y="4901920"/>
            <a:ext cx="289560" cy="317500"/>
          </a:xfrm>
          <a:custGeom>
            <a:avLst/>
            <a:gdLst/>
            <a:ahLst/>
            <a:cxnLst/>
            <a:rect l="l" t="t" r="r" b="b"/>
            <a:pathLst>
              <a:path w="289559" h="317500">
                <a:moveTo>
                  <a:pt x="144762" y="0"/>
                </a:moveTo>
                <a:lnTo>
                  <a:pt x="99006" y="8088"/>
                </a:lnTo>
                <a:lnTo>
                  <a:pt x="59267" y="30610"/>
                </a:lnTo>
                <a:lnTo>
                  <a:pt x="27930" y="64952"/>
                </a:lnTo>
                <a:lnTo>
                  <a:pt x="7380" y="108503"/>
                </a:lnTo>
                <a:lnTo>
                  <a:pt x="0" y="158648"/>
                </a:lnTo>
                <a:lnTo>
                  <a:pt x="7380" y="208793"/>
                </a:lnTo>
                <a:lnTo>
                  <a:pt x="27930" y="252343"/>
                </a:lnTo>
                <a:lnTo>
                  <a:pt x="59267" y="286686"/>
                </a:lnTo>
                <a:lnTo>
                  <a:pt x="99006" y="309208"/>
                </a:lnTo>
                <a:lnTo>
                  <a:pt x="144762" y="317296"/>
                </a:lnTo>
                <a:lnTo>
                  <a:pt x="190519" y="309208"/>
                </a:lnTo>
                <a:lnTo>
                  <a:pt x="230258" y="286686"/>
                </a:lnTo>
                <a:lnTo>
                  <a:pt x="261595" y="252343"/>
                </a:lnTo>
                <a:lnTo>
                  <a:pt x="282146" y="208793"/>
                </a:lnTo>
                <a:lnTo>
                  <a:pt x="289526" y="158648"/>
                </a:lnTo>
                <a:lnTo>
                  <a:pt x="282146" y="108503"/>
                </a:lnTo>
                <a:lnTo>
                  <a:pt x="261595" y="64952"/>
                </a:lnTo>
                <a:lnTo>
                  <a:pt x="230258" y="30610"/>
                </a:lnTo>
                <a:lnTo>
                  <a:pt x="190519" y="8088"/>
                </a:lnTo>
                <a:lnTo>
                  <a:pt x="14476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11828" y="4909820"/>
            <a:ext cx="1373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3170" algn="l"/>
              </a:tabLst>
            </a:pPr>
            <a:r>
              <a:rPr dirty="0" sz="1800">
                <a:latin typeface="Arial"/>
                <a:cs typeface="Arial"/>
              </a:rPr>
              <a:t>5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74367" y="3376372"/>
            <a:ext cx="243204" cy="259715"/>
          </a:xfrm>
          <a:custGeom>
            <a:avLst/>
            <a:gdLst/>
            <a:ahLst/>
            <a:cxnLst/>
            <a:rect l="l" t="t" r="r" b="b"/>
            <a:pathLst>
              <a:path w="243204" h="259714">
                <a:moveTo>
                  <a:pt x="121532" y="0"/>
                </a:moveTo>
                <a:lnTo>
                  <a:pt x="74226" y="10199"/>
                </a:lnTo>
                <a:lnTo>
                  <a:pt x="35596" y="38016"/>
                </a:lnTo>
                <a:lnTo>
                  <a:pt x="9550" y="79273"/>
                </a:lnTo>
                <a:lnTo>
                  <a:pt x="0" y="129796"/>
                </a:lnTo>
                <a:lnTo>
                  <a:pt x="9550" y="180318"/>
                </a:lnTo>
                <a:lnTo>
                  <a:pt x="35596" y="221575"/>
                </a:lnTo>
                <a:lnTo>
                  <a:pt x="74226" y="249391"/>
                </a:lnTo>
                <a:lnTo>
                  <a:pt x="121532" y="259591"/>
                </a:lnTo>
                <a:lnTo>
                  <a:pt x="168839" y="249391"/>
                </a:lnTo>
                <a:lnTo>
                  <a:pt x="207470" y="221575"/>
                </a:lnTo>
                <a:lnTo>
                  <a:pt x="233515" y="180318"/>
                </a:lnTo>
                <a:lnTo>
                  <a:pt x="243066" y="129796"/>
                </a:lnTo>
                <a:lnTo>
                  <a:pt x="233515" y="79273"/>
                </a:lnTo>
                <a:lnTo>
                  <a:pt x="207470" y="38016"/>
                </a:lnTo>
                <a:lnTo>
                  <a:pt x="168839" y="10199"/>
                </a:lnTo>
                <a:lnTo>
                  <a:pt x="12153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819700" y="335534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43512" y="3635964"/>
            <a:ext cx="104775" cy="223520"/>
          </a:xfrm>
          <a:custGeom>
            <a:avLst/>
            <a:gdLst/>
            <a:ahLst/>
            <a:cxnLst/>
            <a:rect l="l" t="t" r="r" b="b"/>
            <a:pathLst>
              <a:path w="104775" h="223520">
                <a:moveTo>
                  <a:pt x="69850" y="104775"/>
                </a:moveTo>
                <a:lnTo>
                  <a:pt x="34925" y="104775"/>
                </a:lnTo>
                <a:lnTo>
                  <a:pt x="34926" y="215084"/>
                </a:lnTo>
                <a:lnTo>
                  <a:pt x="42744" y="222902"/>
                </a:lnTo>
                <a:lnTo>
                  <a:pt x="62031" y="222902"/>
                </a:lnTo>
                <a:lnTo>
                  <a:pt x="69851" y="215084"/>
                </a:lnTo>
                <a:lnTo>
                  <a:pt x="69850" y="104775"/>
                </a:lnTo>
                <a:close/>
              </a:path>
              <a:path w="104775" h="223520">
                <a:moveTo>
                  <a:pt x="52387" y="0"/>
                </a:moveTo>
                <a:lnTo>
                  <a:pt x="0" y="104776"/>
                </a:lnTo>
                <a:lnTo>
                  <a:pt x="34925" y="104775"/>
                </a:lnTo>
                <a:lnTo>
                  <a:pt x="34926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223520">
                <a:moveTo>
                  <a:pt x="62031" y="69850"/>
                </a:moveTo>
                <a:lnTo>
                  <a:pt x="42743" y="69850"/>
                </a:lnTo>
                <a:lnTo>
                  <a:pt x="34926" y="77668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23520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93727" y="4126402"/>
            <a:ext cx="243204" cy="259715"/>
          </a:xfrm>
          <a:custGeom>
            <a:avLst/>
            <a:gdLst/>
            <a:ahLst/>
            <a:cxnLst/>
            <a:rect l="l" t="t" r="r" b="b"/>
            <a:pathLst>
              <a:path w="243204" h="259714">
                <a:moveTo>
                  <a:pt x="121533" y="0"/>
                </a:moveTo>
                <a:lnTo>
                  <a:pt x="74227" y="10199"/>
                </a:lnTo>
                <a:lnTo>
                  <a:pt x="35596" y="38016"/>
                </a:lnTo>
                <a:lnTo>
                  <a:pt x="9550" y="79273"/>
                </a:lnTo>
                <a:lnTo>
                  <a:pt x="0" y="129796"/>
                </a:lnTo>
                <a:lnTo>
                  <a:pt x="9550" y="180318"/>
                </a:lnTo>
                <a:lnTo>
                  <a:pt x="35596" y="221575"/>
                </a:lnTo>
                <a:lnTo>
                  <a:pt x="74227" y="249391"/>
                </a:lnTo>
                <a:lnTo>
                  <a:pt x="121533" y="259591"/>
                </a:lnTo>
                <a:lnTo>
                  <a:pt x="168840" y="249391"/>
                </a:lnTo>
                <a:lnTo>
                  <a:pt x="207471" y="221575"/>
                </a:lnTo>
                <a:lnTo>
                  <a:pt x="233517" y="180318"/>
                </a:lnTo>
                <a:lnTo>
                  <a:pt x="243067" y="129796"/>
                </a:lnTo>
                <a:lnTo>
                  <a:pt x="233517" y="79273"/>
                </a:lnTo>
                <a:lnTo>
                  <a:pt x="207471" y="38016"/>
                </a:lnTo>
                <a:lnTo>
                  <a:pt x="168840" y="10199"/>
                </a:lnTo>
                <a:lnTo>
                  <a:pt x="12153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45884" y="4134495"/>
            <a:ext cx="243204" cy="259715"/>
          </a:xfrm>
          <a:custGeom>
            <a:avLst/>
            <a:gdLst/>
            <a:ahLst/>
            <a:cxnLst/>
            <a:rect l="l" t="t" r="r" b="b"/>
            <a:pathLst>
              <a:path w="243204" h="259714">
                <a:moveTo>
                  <a:pt x="121533" y="0"/>
                </a:moveTo>
                <a:lnTo>
                  <a:pt x="74227" y="10199"/>
                </a:lnTo>
                <a:lnTo>
                  <a:pt x="35596" y="38016"/>
                </a:lnTo>
                <a:lnTo>
                  <a:pt x="9550" y="79273"/>
                </a:lnTo>
                <a:lnTo>
                  <a:pt x="0" y="129796"/>
                </a:lnTo>
                <a:lnTo>
                  <a:pt x="9550" y="180318"/>
                </a:lnTo>
                <a:lnTo>
                  <a:pt x="35596" y="221575"/>
                </a:lnTo>
                <a:lnTo>
                  <a:pt x="74227" y="249391"/>
                </a:lnTo>
                <a:lnTo>
                  <a:pt x="121533" y="259591"/>
                </a:lnTo>
                <a:lnTo>
                  <a:pt x="168839" y="249391"/>
                </a:lnTo>
                <a:lnTo>
                  <a:pt x="207470" y="221575"/>
                </a:lnTo>
                <a:lnTo>
                  <a:pt x="233515" y="180318"/>
                </a:lnTo>
                <a:lnTo>
                  <a:pt x="243066" y="129796"/>
                </a:lnTo>
                <a:lnTo>
                  <a:pt x="233515" y="79273"/>
                </a:lnTo>
                <a:lnTo>
                  <a:pt x="207470" y="38016"/>
                </a:lnTo>
                <a:lnTo>
                  <a:pt x="168839" y="10199"/>
                </a:lnTo>
                <a:lnTo>
                  <a:pt x="12153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639060" y="4114291"/>
            <a:ext cx="5048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4490" algn="l"/>
              </a:tabLst>
            </a:pPr>
            <a:r>
              <a:rPr dirty="0" baseline="1543" sz="2700">
                <a:latin typeface="Arial"/>
                <a:cs typeface="Arial"/>
              </a:rPr>
              <a:t>2	</a:t>
            </a:r>
            <a:r>
              <a:rPr dirty="0" sz="180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697907" y="3900142"/>
            <a:ext cx="198120" cy="243840"/>
          </a:xfrm>
          <a:custGeom>
            <a:avLst/>
            <a:gdLst/>
            <a:ahLst/>
            <a:cxnLst/>
            <a:rect l="l" t="t" r="r" b="b"/>
            <a:pathLst>
              <a:path w="198120" h="243839">
                <a:moveTo>
                  <a:pt x="118974" y="70984"/>
                </a:moveTo>
                <a:lnTo>
                  <a:pt x="3707" y="215365"/>
                </a:lnTo>
                <a:lnTo>
                  <a:pt x="538" y="221533"/>
                </a:lnTo>
                <a:lnTo>
                  <a:pt x="0" y="228206"/>
                </a:lnTo>
                <a:lnTo>
                  <a:pt x="2002" y="234594"/>
                </a:lnTo>
                <a:lnTo>
                  <a:pt x="6457" y="239908"/>
                </a:lnTo>
                <a:lnTo>
                  <a:pt x="12626" y="243076"/>
                </a:lnTo>
                <a:lnTo>
                  <a:pt x="19299" y="243614"/>
                </a:lnTo>
                <a:lnTo>
                  <a:pt x="25687" y="241611"/>
                </a:lnTo>
                <a:lnTo>
                  <a:pt x="31000" y="237155"/>
                </a:lnTo>
                <a:lnTo>
                  <a:pt x="146268" y="92775"/>
                </a:lnTo>
                <a:lnTo>
                  <a:pt x="118974" y="70984"/>
                </a:lnTo>
                <a:close/>
              </a:path>
              <a:path w="198120" h="243839">
                <a:moveTo>
                  <a:pt x="187142" y="50880"/>
                </a:moveTo>
                <a:lnTo>
                  <a:pt x="141571" y="50880"/>
                </a:lnTo>
                <a:lnTo>
                  <a:pt x="148243" y="51418"/>
                </a:lnTo>
                <a:lnTo>
                  <a:pt x="154411" y="54587"/>
                </a:lnTo>
                <a:lnTo>
                  <a:pt x="158867" y="59900"/>
                </a:lnTo>
                <a:lnTo>
                  <a:pt x="160870" y="66288"/>
                </a:lnTo>
                <a:lnTo>
                  <a:pt x="160332" y="72960"/>
                </a:lnTo>
                <a:lnTo>
                  <a:pt x="157163" y="79128"/>
                </a:lnTo>
                <a:lnTo>
                  <a:pt x="146268" y="92775"/>
                </a:lnTo>
                <a:lnTo>
                  <a:pt x="173562" y="114565"/>
                </a:lnTo>
                <a:lnTo>
                  <a:pt x="187142" y="50880"/>
                </a:lnTo>
                <a:close/>
              </a:path>
              <a:path w="198120" h="243839">
                <a:moveTo>
                  <a:pt x="141571" y="50880"/>
                </a:moveTo>
                <a:lnTo>
                  <a:pt x="135183" y="52882"/>
                </a:lnTo>
                <a:lnTo>
                  <a:pt x="129870" y="57337"/>
                </a:lnTo>
                <a:lnTo>
                  <a:pt x="118974" y="70984"/>
                </a:lnTo>
                <a:lnTo>
                  <a:pt x="146268" y="92775"/>
                </a:lnTo>
                <a:lnTo>
                  <a:pt x="157163" y="79128"/>
                </a:lnTo>
                <a:lnTo>
                  <a:pt x="160332" y="72960"/>
                </a:lnTo>
                <a:lnTo>
                  <a:pt x="160870" y="66288"/>
                </a:lnTo>
                <a:lnTo>
                  <a:pt x="158867" y="59900"/>
                </a:lnTo>
                <a:lnTo>
                  <a:pt x="154411" y="54587"/>
                </a:lnTo>
                <a:lnTo>
                  <a:pt x="148243" y="51418"/>
                </a:lnTo>
                <a:lnTo>
                  <a:pt x="141571" y="50880"/>
                </a:lnTo>
                <a:close/>
              </a:path>
              <a:path w="198120" h="243839">
                <a:moveTo>
                  <a:pt x="197993" y="0"/>
                </a:moveTo>
                <a:lnTo>
                  <a:pt x="91681" y="49194"/>
                </a:lnTo>
                <a:lnTo>
                  <a:pt x="118974" y="70984"/>
                </a:lnTo>
                <a:lnTo>
                  <a:pt x="129870" y="57337"/>
                </a:lnTo>
                <a:lnTo>
                  <a:pt x="135183" y="52882"/>
                </a:lnTo>
                <a:lnTo>
                  <a:pt x="141571" y="50880"/>
                </a:lnTo>
                <a:lnTo>
                  <a:pt x="187142" y="50880"/>
                </a:lnTo>
                <a:lnTo>
                  <a:pt x="1979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95900" y="3900142"/>
            <a:ext cx="189230" cy="252095"/>
          </a:xfrm>
          <a:custGeom>
            <a:avLst/>
            <a:gdLst/>
            <a:ahLst/>
            <a:cxnLst/>
            <a:rect l="l" t="t" r="r" b="b"/>
            <a:pathLst>
              <a:path w="189229" h="252095">
                <a:moveTo>
                  <a:pt x="75970" y="74236"/>
                </a:moveTo>
                <a:lnTo>
                  <a:pt x="47788" y="94862"/>
                </a:lnTo>
                <a:lnTo>
                  <a:pt x="157425" y="244666"/>
                </a:lnTo>
                <a:lnTo>
                  <a:pt x="162547" y="249341"/>
                </a:lnTo>
                <a:lnTo>
                  <a:pt x="168845" y="251610"/>
                </a:lnTo>
                <a:lnTo>
                  <a:pt x="175535" y="251352"/>
                </a:lnTo>
                <a:lnTo>
                  <a:pt x="181830" y="248445"/>
                </a:lnTo>
                <a:lnTo>
                  <a:pt x="186505" y="243323"/>
                </a:lnTo>
                <a:lnTo>
                  <a:pt x="188774" y="237025"/>
                </a:lnTo>
                <a:lnTo>
                  <a:pt x="188516" y="230336"/>
                </a:lnTo>
                <a:lnTo>
                  <a:pt x="185609" y="224040"/>
                </a:lnTo>
                <a:lnTo>
                  <a:pt x="75970" y="74236"/>
                </a:lnTo>
                <a:close/>
              </a:path>
              <a:path w="189229" h="252095">
                <a:moveTo>
                  <a:pt x="0" y="0"/>
                </a:moveTo>
                <a:lnTo>
                  <a:pt x="19604" y="115489"/>
                </a:lnTo>
                <a:lnTo>
                  <a:pt x="47788" y="94862"/>
                </a:lnTo>
                <a:lnTo>
                  <a:pt x="37475" y="80770"/>
                </a:lnTo>
                <a:lnTo>
                  <a:pt x="34568" y="74475"/>
                </a:lnTo>
                <a:lnTo>
                  <a:pt x="54238" y="53201"/>
                </a:lnTo>
                <a:lnTo>
                  <a:pt x="103361" y="53201"/>
                </a:lnTo>
                <a:lnTo>
                  <a:pt x="0" y="0"/>
                </a:lnTo>
                <a:close/>
              </a:path>
              <a:path w="189229" h="252095">
                <a:moveTo>
                  <a:pt x="54238" y="53201"/>
                </a:moveTo>
                <a:lnTo>
                  <a:pt x="47548" y="53459"/>
                </a:lnTo>
                <a:lnTo>
                  <a:pt x="41253" y="56366"/>
                </a:lnTo>
                <a:lnTo>
                  <a:pt x="36578" y="61488"/>
                </a:lnTo>
                <a:lnTo>
                  <a:pt x="34309" y="67786"/>
                </a:lnTo>
                <a:lnTo>
                  <a:pt x="34568" y="74475"/>
                </a:lnTo>
                <a:lnTo>
                  <a:pt x="37475" y="80770"/>
                </a:lnTo>
                <a:lnTo>
                  <a:pt x="47788" y="94862"/>
                </a:lnTo>
                <a:lnTo>
                  <a:pt x="75970" y="74236"/>
                </a:lnTo>
                <a:lnTo>
                  <a:pt x="65657" y="60144"/>
                </a:lnTo>
                <a:lnTo>
                  <a:pt x="60535" y="55470"/>
                </a:lnTo>
                <a:lnTo>
                  <a:pt x="54238" y="53201"/>
                </a:lnTo>
                <a:close/>
              </a:path>
              <a:path w="189229" h="252095">
                <a:moveTo>
                  <a:pt x="103361" y="53201"/>
                </a:moveTo>
                <a:lnTo>
                  <a:pt x="54238" y="53201"/>
                </a:lnTo>
                <a:lnTo>
                  <a:pt x="60535" y="55470"/>
                </a:lnTo>
                <a:lnTo>
                  <a:pt x="65657" y="60144"/>
                </a:lnTo>
                <a:lnTo>
                  <a:pt x="75970" y="74236"/>
                </a:lnTo>
                <a:lnTo>
                  <a:pt x="104153" y="53609"/>
                </a:lnTo>
                <a:lnTo>
                  <a:pt x="103361" y="532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662874" y="4385994"/>
            <a:ext cx="104775" cy="219075"/>
          </a:xfrm>
          <a:custGeom>
            <a:avLst/>
            <a:gdLst/>
            <a:ahLst/>
            <a:cxnLst/>
            <a:rect l="l" t="t" r="r" b="b"/>
            <a:pathLst>
              <a:path w="104775" h="219075">
                <a:moveTo>
                  <a:pt x="62030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10977"/>
                </a:lnTo>
                <a:lnTo>
                  <a:pt x="42743" y="218795"/>
                </a:lnTo>
                <a:lnTo>
                  <a:pt x="62031" y="218795"/>
                </a:lnTo>
                <a:lnTo>
                  <a:pt x="69850" y="210977"/>
                </a:lnTo>
                <a:lnTo>
                  <a:pt x="69850" y="77668"/>
                </a:lnTo>
                <a:lnTo>
                  <a:pt x="62030" y="69850"/>
                </a:lnTo>
                <a:close/>
              </a:path>
              <a:path w="104775" h="219075">
                <a:moveTo>
                  <a:pt x="52386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19075">
                <a:moveTo>
                  <a:pt x="87312" y="69850"/>
                </a:moveTo>
                <a:lnTo>
                  <a:pt x="62030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015031" y="4394086"/>
            <a:ext cx="104775" cy="210820"/>
          </a:xfrm>
          <a:custGeom>
            <a:avLst/>
            <a:gdLst/>
            <a:ahLst/>
            <a:cxnLst/>
            <a:rect l="l" t="t" r="r" b="b"/>
            <a:pathLst>
              <a:path w="104775" h="210820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5" y="202885"/>
                </a:lnTo>
                <a:lnTo>
                  <a:pt x="42743" y="210703"/>
                </a:lnTo>
                <a:lnTo>
                  <a:pt x="62031" y="210701"/>
                </a:lnTo>
                <a:lnTo>
                  <a:pt x="69848" y="202885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210820">
                <a:moveTo>
                  <a:pt x="52386" y="0"/>
                </a:moveTo>
                <a:lnTo>
                  <a:pt x="0" y="104775"/>
                </a:lnTo>
                <a:lnTo>
                  <a:pt x="34925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6" y="0"/>
                </a:lnTo>
                <a:close/>
              </a:path>
              <a:path w="104775" h="210820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272194" y="4956860"/>
            <a:ext cx="243204" cy="259715"/>
          </a:xfrm>
          <a:custGeom>
            <a:avLst/>
            <a:gdLst/>
            <a:ahLst/>
            <a:cxnLst/>
            <a:rect l="l" t="t" r="r" b="b"/>
            <a:pathLst>
              <a:path w="243204" h="259714">
                <a:moveTo>
                  <a:pt x="121532" y="0"/>
                </a:moveTo>
                <a:lnTo>
                  <a:pt x="74226" y="10199"/>
                </a:lnTo>
                <a:lnTo>
                  <a:pt x="35596" y="38016"/>
                </a:lnTo>
                <a:lnTo>
                  <a:pt x="9550" y="79273"/>
                </a:lnTo>
                <a:lnTo>
                  <a:pt x="0" y="129796"/>
                </a:lnTo>
                <a:lnTo>
                  <a:pt x="9550" y="180318"/>
                </a:lnTo>
                <a:lnTo>
                  <a:pt x="35596" y="221575"/>
                </a:lnTo>
                <a:lnTo>
                  <a:pt x="74226" y="249391"/>
                </a:lnTo>
                <a:lnTo>
                  <a:pt x="121532" y="259591"/>
                </a:lnTo>
                <a:lnTo>
                  <a:pt x="168839" y="249391"/>
                </a:lnTo>
                <a:lnTo>
                  <a:pt x="207470" y="221575"/>
                </a:lnTo>
                <a:lnTo>
                  <a:pt x="233515" y="180318"/>
                </a:lnTo>
                <a:lnTo>
                  <a:pt x="243066" y="129796"/>
                </a:lnTo>
                <a:lnTo>
                  <a:pt x="233515" y="79273"/>
                </a:lnTo>
                <a:lnTo>
                  <a:pt x="207470" y="38016"/>
                </a:lnTo>
                <a:lnTo>
                  <a:pt x="168839" y="10199"/>
                </a:lnTo>
                <a:lnTo>
                  <a:pt x="12153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93727" y="4956860"/>
            <a:ext cx="243204" cy="259715"/>
          </a:xfrm>
          <a:custGeom>
            <a:avLst/>
            <a:gdLst/>
            <a:ahLst/>
            <a:cxnLst/>
            <a:rect l="l" t="t" r="r" b="b"/>
            <a:pathLst>
              <a:path w="243204" h="259714">
                <a:moveTo>
                  <a:pt x="121533" y="0"/>
                </a:moveTo>
                <a:lnTo>
                  <a:pt x="74227" y="10199"/>
                </a:lnTo>
                <a:lnTo>
                  <a:pt x="35596" y="38016"/>
                </a:lnTo>
                <a:lnTo>
                  <a:pt x="9550" y="79273"/>
                </a:lnTo>
                <a:lnTo>
                  <a:pt x="0" y="129796"/>
                </a:lnTo>
                <a:lnTo>
                  <a:pt x="9550" y="180318"/>
                </a:lnTo>
                <a:lnTo>
                  <a:pt x="35596" y="221575"/>
                </a:lnTo>
                <a:lnTo>
                  <a:pt x="74227" y="249391"/>
                </a:lnTo>
                <a:lnTo>
                  <a:pt x="121533" y="259591"/>
                </a:lnTo>
                <a:lnTo>
                  <a:pt x="168840" y="249391"/>
                </a:lnTo>
                <a:lnTo>
                  <a:pt x="207471" y="221575"/>
                </a:lnTo>
                <a:lnTo>
                  <a:pt x="233517" y="180318"/>
                </a:lnTo>
                <a:lnTo>
                  <a:pt x="243067" y="129796"/>
                </a:lnTo>
                <a:lnTo>
                  <a:pt x="233517" y="79273"/>
                </a:lnTo>
                <a:lnTo>
                  <a:pt x="207471" y="38016"/>
                </a:lnTo>
                <a:lnTo>
                  <a:pt x="168840" y="10199"/>
                </a:lnTo>
                <a:lnTo>
                  <a:pt x="12153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95695" y="4956860"/>
            <a:ext cx="243204" cy="259715"/>
          </a:xfrm>
          <a:custGeom>
            <a:avLst/>
            <a:gdLst/>
            <a:ahLst/>
            <a:cxnLst/>
            <a:rect l="l" t="t" r="r" b="b"/>
            <a:pathLst>
              <a:path w="243204" h="259714">
                <a:moveTo>
                  <a:pt x="121533" y="0"/>
                </a:moveTo>
                <a:lnTo>
                  <a:pt x="74227" y="10199"/>
                </a:lnTo>
                <a:lnTo>
                  <a:pt x="35596" y="38016"/>
                </a:lnTo>
                <a:lnTo>
                  <a:pt x="9550" y="79273"/>
                </a:lnTo>
                <a:lnTo>
                  <a:pt x="0" y="129796"/>
                </a:lnTo>
                <a:lnTo>
                  <a:pt x="9550" y="180318"/>
                </a:lnTo>
                <a:lnTo>
                  <a:pt x="35596" y="221575"/>
                </a:lnTo>
                <a:lnTo>
                  <a:pt x="74227" y="249391"/>
                </a:lnTo>
                <a:lnTo>
                  <a:pt x="121533" y="259591"/>
                </a:lnTo>
                <a:lnTo>
                  <a:pt x="168840" y="249391"/>
                </a:lnTo>
                <a:lnTo>
                  <a:pt x="207471" y="221575"/>
                </a:lnTo>
                <a:lnTo>
                  <a:pt x="233517" y="180318"/>
                </a:lnTo>
                <a:lnTo>
                  <a:pt x="243067" y="129796"/>
                </a:lnTo>
                <a:lnTo>
                  <a:pt x="233517" y="79273"/>
                </a:lnTo>
                <a:lnTo>
                  <a:pt x="207471" y="38016"/>
                </a:lnTo>
                <a:lnTo>
                  <a:pt x="168840" y="10199"/>
                </a:lnTo>
                <a:lnTo>
                  <a:pt x="12153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06851" y="4962390"/>
            <a:ext cx="243204" cy="259715"/>
          </a:xfrm>
          <a:custGeom>
            <a:avLst/>
            <a:gdLst/>
            <a:ahLst/>
            <a:cxnLst/>
            <a:rect l="l" t="t" r="r" b="b"/>
            <a:pathLst>
              <a:path w="243204" h="259714">
                <a:moveTo>
                  <a:pt x="121533" y="0"/>
                </a:moveTo>
                <a:lnTo>
                  <a:pt x="74227" y="10199"/>
                </a:lnTo>
                <a:lnTo>
                  <a:pt x="35596" y="38016"/>
                </a:lnTo>
                <a:lnTo>
                  <a:pt x="9550" y="79273"/>
                </a:lnTo>
                <a:lnTo>
                  <a:pt x="0" y="129795"/>
                </a:lnTo>
                <a:lnTo>
                  <a:pt x="9550" y="180317"/>
                </a:lnTo>
                <a:lnTo>
                  <a:pt x="35596" y="221574"/>
                </a:lnTo>
                <a:lnTo>
                  <a:pt x="74227" y="249391"/>
                </a:lnTo>
                <a:lnTo>
                  <a:pt x="121533" y="259591"/>
                </a:lnTo>
                <a:lnTo>
                  <a:pt x="168839" y="249391"/>
                </a:lnTo>
                <a:lnTo>
                  <a:pt x="207470" y="221574"/>
                </a:lnTo>
                <a:lnTo>
                  <a:pt x="233515" y="180317"/>
                </a:lnTo>
                <a:lnTo>
                  <a:pt x="243066" y="129795"/>
                </a:lnTo>
                <a:lnTo>
                  <a:pt x="233515" y="79273"/>
                </a:lnTo>
                <a:lnTo>
                  <a:pt x="207470" y="38016"/>
                </a:lnTo>
                <a:lnTo>
                  <a:pt x="168839" y="10199"/>
                </a:lnTo>
                <a:lnTo>
                  <a:pt x="12153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18008" y="4962390"/>
            <a:ext cx="243204" cy="259715"/>
          </a:xfrm>
          <a:custGeom>
            <a:avLst/>
            <a:gdLst/>
            <a:ahLst/>
            <a:cxnLst/>
            <a:rect l="l" t="t" r="r" b="b"/>
            <a:pathLst>
              <a:path w="243204" h="259714">
                <a:moveTo>
                  <a:pt x="121532" y="0"/>
                </a:moveTo>
                <a:lnTo>
                  <a:pt x="74226" y="10199"/>
                </a:lnTo>
                <a:lnTo>
                  <a:pt x="35596" y="38016"/>
                </a:lnTo>
                <a:lnTo>
                  <a:pt x="9550" y="79273"/>
                </a:lnTo>
                <a:lnTo>
                  <a:pt x="0" y="129795"/>
                </a:lnTo>
                <a:lnTo>
                  <a:pt x="9550" y="180317"/>
                </a:lnTo>
                <a:lnTo>
                  <a:pt x="35596" y="221574"/>
                </a:lnTo>
                <a:lnTo>
                  <a:pt x="74226" y="249391"/>
                </a:lnTo>
                <a:lnTo>
                  <a:pt x="121532" y="259591"/>
                </a:lnTo>
                <a:lnTo>
                  <a:pt x="168839" y="249391"/>
                </a:lnTo>
                <a:lnTo>
                  <a:pt x="207470" y="221574"/>
                </a:lnTo>
                <a:lnTo>
                  <a:pt x="233515" y="180317"/>
                </a:lnTo>
                <a:lnTo>
                  <a:pt x="243066" y="129795"/>
                </a:lnTo>
                <a:lnTo>
                  <a:pt x="233515" y="79273"/>
                </a:lnTo>
                <a:lnTo>
                  <a:pt x="207470" y="38016"/>
                </a:lnTo>
                <a:lnTo>
                  <a:pt x="168839" y="10199"/>
                </a:lnTo>
                <a:lnTo>
                  <a:pt x="12153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317526" y="4943347"/>
            <a:ext cx="1398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4010" algn="l"/>
                <a:tab pos="635635" algn="l"/>
                <a:tab pos="946785" algn="l"/>
                <a:tab pos="1257935" algn="l"/>
              </a:tabLst>
            </a:pPr>
            <a:r>
              <a:rPr dirty="0" baseline="1543" sz="2700">
                <a:latin typeface="Arial"/>
                <a:cs typeface="Arial"/>
              </a:rPr>
              <a:t>1	5	1	</a:t>
            </a:r>
            <a:r>
              <a:rPr dirty="0" sz="1800">
                <a:latin typeface="Arial"/>
                <a:cs typeface="Arial"/>
              </a:rPr>
              <a:t>2	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376267" y="4646063"/>
            <a:ext cx="339090" cy="328295"/>
          </a:xfrm>
          <a:custGeom>
            <a:avLst/>
            <a:gdLst/>
            <a:ahLst/>
            <a:cxnLst/>
            <a:rect l="l" t="t" r="r" b="b"/>
            <a:pathLst>
              <a:path w="339089" h="328295">
                <a:moveTo>
                  <a:pt x="251523" y="60263"/>
                </a:moveTo>
                <a:lnTo>
                  <a:pt x="5324" y="298240"/>
                </a:lnTo>
                <a:lnTo>
                  <a:pt x="1390" y="303951"/>
                </a:lnTo>
                <a:lnTo>
                  <a:pt x="0" y="310499"/>
                </a:lnTo>
                <a:lnTo>
                  <a:pt x="1166" y="317091"/>
                </a:lnTo>
                <a:lnTo>
                  <a:pt x="4903" y="322931"/>
                </a:lnTo>
                <a:lnTo>
                  <a:pt x="10614" y="326865"/>
                </a:lnTo>
                <a:lnTo>
                  <a:pt x="17163" y="328255"/>
                </a:lnTo>
                <a:lnTo>
                  <a:pt x="23755" y="327089"/>
                </a:lnTo>
                <a:lnTo>
                  <a:pt x="29596" y="323352"/>
                </a:lnTo>
                <a:lnTo>
                  <a:pt x="275795" y="85374"/>
                </a:lnTo>
                <a:lnTo>
                  <a:pt x="251523" y="60263"/>
                </a:lnTo>
                <a:close/>
              </a:path>
              <a:path w="339089" h="328295">
                <a:moveTo>
                  <a:pt x="323766" y="43222"/>
                </a:moveTo>
                <a:lnTo>
                  <a:pt x="276512" y="43222"/>
                </a:lnTo>
                <a:lnTo>
                  <a:pt x="283060" y="44612"/>
                </a:lnTo>
                <a:lnTo>
                  <a:pt x="288771" y="48545"/>
                </a:lnTo>
                <a:lnTo>
                  <a:pt x="292508" y="54386"/>
                </a:lnTo>
                <a:lnTo>
                  <a:pt x="293674" y="60978"/>
                </a:lnTo>
                <a:lnTo>
                  <a:pt x="292284" y="67527"/>
                </a:lnTo>
                <a:lnTo>
                  <a:pt x="288351" y="73238"/>
                </a:lnTo>
                <a:lnTo>
                  <a:pt x="275795" y="85374"/>
                </a:lnTo>
                <a:lnTo>
                  <a:pt x="300068" y="110486"/>
                </a:lnTo>
                <a:lnTo>
                  <a:pt x="323766" y="43222"/>
                </a:lnTo>
                <a:close/>
              </a:path>
              <a:path w="339089" h="328295">
                <a:moveTo>
                  <a:pt x="276512" y="43222"/>
                </a:moveTo>
                <a:lnTo>
                  <a:pt x="269920" y="44389"/>
                </a:lnTo>
                <a:lnTo>
                  <a:pt x="264079" y="48126"/>
                </a:lnTo>
                <a:lnTo>
                  <a:pt x="251523" y="60263"/>
                </a:lnTo>
                <a:lnTo>
                  <a:pt x="275795" y="85374"/>
                </a:lnTo>
                <a:lnTo>
                  <a:pt x="288351" y="73238"/>
                </a:lnTo>
                <a:lnTo>
                  <a:pt x="292284" y="67527"/>
                </a:lnTo>
                <a:lnTo>
                  <a:pt x="293674" y="60978"/>
                </a:lnTo>
                <a:lnTo>
                  <a:pt x="292508" y="54386"/>
                </a:lnTo>
                <a:lnTo>
                  <a:pt x="288771" y="48545"/>
                </a:lnTo>
                <a:lnTo>
                  <a:pt x="283060" y="44612"/>
                </a:lnTo>
                <a:lnTo>
                  <a:pt x="276512" y="43222"/>
                </a:lnTo>
                <a:close/>
              </a:path>
              <a:path w="339089" h="328295">
                <a:moveTo>
                  <a:pt x="338993" y="0"/>
                </a:moveTo>
                <a:lnTo>
                  <a:pt x="227250" y="35151"/>
                </a:lnTo>
                <a:lnTo>
                  <a:pt x="251523" y="60263"/>
                </a:lnTo>
                <a:lnTo>
                  <a:pt x="264079" y="48126"/>
                </a:lnTo>
                <a:lnTo>
                  <a:pt x="269920" y="44389"/>
                </a:lnTo>
                <a:lnTo>
                  <a:pt x="276512" y="43222"/>
                </a:lnTo>
                <a:lnTo>
                  <a:pt x="323766" y="43222"/>
                </a:lnTo>
                <a:lnTo>
                  <a:pt x="3389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62874" y="4646063"/>
            <a:ext cx="104775" cy="328295"/>
          </a:xfrm>
          <a:custGeom>
            <a:avLst/>
            <a:gdLst/>
            <a:ahLst/>
            <a:cxnLst/>
            <a:rect l="l" t="t" r="r" b="b"/>
            <a:pathLst>
              <a:path w="104775" h="328295">
                <a:moveTo>
                  <a:pt x="62031" y="69850"/>
                </a:moveTo>
                <a:lnTo>
                  <a:pt x="42743" y="69850"/>
                </a:lnTo>
                <a:lnTo>
                  <a:pt x="34925" y="77668"/>
                </a:lnTo>
                <a:lnTo>
                  <a:pt x="34923" y="320440"/>
                </a:lnTo>
                <a:lnTo>
                  <a:pt x="42741" y="328258"/>
                </a:lnTo>
                <a:lnTo>
                  <a:pt x="62030" y="328258"/>
                </a:lnTo>
                <a:lnTo>
                  <a:pt x="69848" y="320440"/>
                </a:lnTo>
                <a:lnTo>
                  <a:pt x="69850" y="77668"/>
                </a:lnTo>
                <a:lnTo>
                  <a:pt x="62031" y="69850"/>
                </a:lnTo>
                <a:close/>
              </a:path>
              <a:path w="104775" h="328295">
                <a:moveTo>
                  <a:pt x="52387" y="0"/>
                </a:moveTo>
                <a:lnTo>
                  <a:pt x="0" y="104775"/>
                </a:lnTo>
                <a:lnTo>
                  <a:pt x="34924" y="104775"/>
                </a:lnTo>
                <a:lnTo>
                  <a:pt x="34925" y="77668"/>
                </a:lnTo>
                <a:lnTo>
                  <a:pt x="42743" y="69850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328295">
                <a:moveTo>
                  <a:pt x="87312" y="69850"/>
                </a:moveTo>
                <a:lnTo>
                  <a:pt x="62031" y="69850"/>
                </a:lnTo>
                <a:lnTo>
                  <a:pt x="69850" y="77668"/>
                </a:lnTo>
                <a:lnTo>
                  <a:pt x="69849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998998" y="4646063"/>
            <a:ext cx="103505" cy="328295"/>
          </a:xfrm>
          <a:custGeom>
            <a:avLst/>
            <a:gdLst/>
            <a:ahLst/>
            <a:cxnLst/>
            <a:rect l="l" t="t" r="r" b="b"/>
            <a:pathLst>
              <a:path w="103504" h="328295">
                <a:moveTo>
                  <a:pt x="34477" y="100651"/>
                </a:moveTo>
                <a:lnTo>
                  <a:pt x="991" y="308011"/>
                </a:lnTo>
                <a:lnTo>
                  <a:pt x="1263" y="314941"/>
                </a:lnTo>
                <a:lnTo>
                  <a:pt x="4072" y="321017"/>
                </a:lnTo>
                <a:lnTo>
                  <a:pt x="8955" y="325596"/>
                </a:lnTo>
                <a:lnTo>
                  <a:pt x="15447" y="328034"/>
                </a:lnTo>
                <a:lnTo>
                  <a:pt x="22376" y="327763"/>
                </a:lnTo>
                <a:lnTo>
                  <a:pt x="28452" y="324954"/>
                </a:lnTo>
                <a:lnTo>
                  <a:pt x="33031" y="320071"/>
                </a:lnTo>
                <a:lnTo>
                  <a:pt x="35469" y="313579"/>
                </a:lnTo>
                <a:lnTo>
                  <a:pt x="68955" y="106218"/>
                </a:lnTo>
                <a:lnTo>
                  <a:pt x="34477" y="100651"/>
                </a:lnTo>
                <a:close/>
              </a:path>
              <a:path w="103504" h="328295">
                <a:moveTo>
                  <a:pt x="90018" y="68957"/>
                </a:moveTo>
                <a:lnTo>
                  <a:pt x="57284" y="68957"/>
                </a:lnTo>
                <a:lnTo>
                  <a:pt x="63776" y="71395"/>
                </a:lnTo>
                <a:lnTo>
                  <a:pt x="68659" y="75974"/>
                </a:lnTo>
                <a:lnTo>
                  <a:pt x="71468" y="82050"/>
                </a:lnTo>
                <a:lnTo>
                  <a:pt x="71739" y="88980"/>
                </a:lnTo>
                <a:lnTo>
                  <a:pt x="68955" y="106218"/>
                </a:lnTo>
                <a:lnTo>
                  <a:pt x="103433" y="111786"/>
                </a:lnTo>
                <a:lnTo>
                  <a:pt x="90018" y="68957"/>
                </a:lnTo>
                <a:close/>
              </a:path>
              <a:path w="103504" h="328295">
                <a:moveTo>
                  <a:pt x="57284" y="68957"/>
                </a:moveTo>
                <a:lnTo>
                  <a:pt x="34477" y="100651"/>
                </a:lnTo>
                <a:lnTo>
                  <a:pt x="68955" y="106218"/>
                </a:lnTo>
                <a:lnTo>
                  <a:pt x="71739" y="88980"/>
                </a:lnTo>
                <a:lnTo>
                  <a:pt x="71468" y="82050"/>
                </a:lnTo>
                <a:lnTo>
                  <a:pt x="68659" y="75974"/>
                </a:lnTo>
                <a:lnTo>
                  <a:pt x="63776" y="71395"/>
                </a:lnTo>
                <a:lnTo>
                  <a:pt x="57284" y="68957"/>
                </a:lnTo>
                <a:close/>
              </a:path>
              <a:path w="103504" h="328295">
                <a:moveTo>
                  <a:pt x="68419" y="0"/>
                </a:moveTo>
                <a:lnTo>
                  <a:pt x="0" y="95083"/>
                </a:lnTo>
                <a:lnTo>
                  <a:pt x="34477" y="100651"/>
                </a:lnTo>
                <a:lnTo>
                  <a:pt x="37261" y="83412"/>
                </a:lnTo>
                <a:lnTo>
                  <a:pt x="39700" y="76920"/>
                </a:lnTo>
                <a:lnTo>
                  <a:pt x="44279" y="72037"/>
                </a:lnTo>
                <a:lnTo>
                  <a:pt x="50355" y="69228"/>
                </a:lnTo>
                <a:lnTo>
                  <a:pt x="57284" y="68957"/>
                </a:lnTo>
                <a:lnTo>
                  <a:pt x="90018" y="68957"/>
                </a:lnTo>
                <a:lnTo>
                  <a:pt x="684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67418" y="4646063"/>
            <a:ext cx="278765" cy="334010"/>
          </a:xfrm>
          <a:custGeom>
            <a:avLst/>
            <a:gdLst/>
            <a:ahLst/>
            <a:cxnLst/>
            <a:rect l="l" t="t" r="r" b="b"/>
            <a:pathLst>
              <a:path w="278764" h="334010">
                <a:moveTo>
                  <a:pt x="80147" y="69708"/>
                </a:moveTo>
                <a:lnTo>
                  <a:pt x="53206" y="91933"/>
                </a:lnTo>
                <a:lnTo>
                  <a:pt x="247497" y="327439"/>
                </a:lnTo>
                <a:lnTo>
                  <a:pt x="252881" y="331809"/>
                </a:lnTo>
                <a:lnTo>
                  <a:pt x="259300" y="333709"/>
                </a:lnTo>
                <a:lnTo>
                  <a:pt x="265963" y="333063"/>
                </a:lnTo>
                <a:lnTo>
                  <a:pt x="272079" y="329796"/>
                </a:lnTo>
                <a:lnTo>
                  <a:pt x="276449" y="324411"/>
                </a:lnTo>
                <a:lnTo>
                  <a:pt x="278349" y="317992"/>
                </a:lnTo>
                <a:lnTo>
                  <a:pt x="277704" y="311329"/>
                </a:lnTo>
                <a:lnTo>
                  <a:pt x="274436" y="305212"/>
                </a:lnTo>
                <a:lnTo>
                  <a:pt x="80147" y="69708"/>
                </a:lnTo>
                <a:close/>
              </a:path>
              <a:path w="278764" h="334010">
                <a:moveTo>
                  <a:pt x="0" y="0"/>
                </a:moveTo>
                <a:lnTo>
                  <a:pt x="26266" y="114159"/>
                </a:lnTo>
                <a:lnTo>
                  <a:pt x="53206" y="91933"/>
                </a:lnTo>
                <a:lnTo>
                  <a:pt x="42094" y="78463"/>
                </a:lnTo>
                <a:lnTo>
                  <a:pt x="38826" y="72347"/>
                </a:lnTo>
                <a:lnTo>
                  <a:pt x="57231" y="49967"/>
                </a:lnTo>
                <a:lnTo>
                  <a:pt x="104075" y="49967"/>
                </a:lnTo>
                <a:lnTo>
                  <a:pt x="107087" y="47482"/>
                </a:lnTo>
                <a:lnTo>
                  <a:pt x="0" y="0"/>
                </a:lnTo>
                <a:close/>
              </a:path>
              <a:path w="278764" h="334010">
                <a:moveTo>
                  <a:pt x="57231" y="49967"/>
                </a:moveTo>
                <a:lnTo>
                  <a:pt x="50567" y="50613"/>
                </a:lnTo>
                <a:lnTo>
                  <a:pt x="44451" y="53881"/>
                </a:lnTo>
                <a:lnTo>
                  <a:pt x="40081" y="59264"/>
                </a:lnTo>
                <a:lnTo>
                  <a:pt x="38181" y="65683"/>
                </a:lnTo>
                <a:lnTo>
                  <a:pt x="38826" y="72347"/>
                </a:lnTo>
                <a:lnTo>
                  <a:pt x="42094" y="78463"/>
                </a:lnTo>
                <a:lnTo>
                  <a:pt x="53206" y="91933"/>
                </a:lnTo>
                <a:lnTo>
                  <a:pt x="80147" y="69708"/>
                </a:lnTo>
                <a:lnTo>
                  <a:pt x="69034" y="56238"/>
                </a:lnTo>
                <a:lnTo>
                  <a:pt x="63650" y="51868"/>
                </a:lnTo>
                <a:lnTo>
                  <a:pt x="57231" y="49967"/>
                </a:lnTo>
                <a:close/>
              </a:path>
              <a:path w="278764" h="334010">
                <a:moveTo>
                  <a:pt x="104075" y="49967"/>
                </a:moveTo>
                <a:lnTo>
                  <a:pt x="57231" y="49967"/>
                </a:lnTo>
                <a:lnTo>
                  <a:pt x="63650" y="51868"/>
                </a:lnTo>
                <a:lnTo>
                  <a:pt x="69034" y="56238"/>
                </a:lnTo>
                <a:lnTo>
                  <a:pt x="80147" y="69708"/>
                </a:lnTo>
                <a:lnTo>
                  <a:pt x="104075" y="499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067418" y="4646063"/>
            <a:ext cx="589915" cy="334010"/>
          </a:xfrm>
          <a:custGeom>
            <a:avLst/>
            <a:gdLst/>
            <a:ahLst/>
            <a:cxnLst/>
            <a:rect l="l" t="t" r="r" b="b"/>
            <a:pathLst>
              <a:path w="589915" h="334010">
                <a:moveTo>
                  <a:pt x="100142" y="35414"/>
                </a:moveTo>
                <a:lnTo>
                  <a:pt x="83243" y="65979"/>
                </a:lnTo>
                <a:lnTo>
                  <a:pt x="563672" y="331608"/>
                </a:lnTo>
                <a:lnTo>
                  <a:pt x="570285" y="333696"/>
                </a:lnTo>
                <a:lnTo>
                  <a:pt x="576954" y="333106"/>
                </a:lnTo>
                <a:lnTo>
                  <a:pt x="582914" y="330059"/>
                </a:lnTo>
                <a:lnTo>
                  <a:pt x="587404" y="324775"/>
                </a:lnTo>
                <a:lnTo>
                  <a:pt x="589492" y="318163"/>
                </a:lnTo>
                <a:lnTo>
                  <a:pt x="588903" y="311494"/>
                </a:lnTo>
                <a:lnTo>
                  <a:pt x="585856" y="305533"/>
                </a:lnTo>
                <a:lnTo>
                  <a:pt x="580571" y="301043"/>
                </a:lnTo>
                <a:lnTo>
                  <a:pt x="100142" y="35414"/>
                </a:lnTo>
                <a:close/>
              </a:path>
              <a:path w="589915" h="334010">
                <a:moveTo>
                  <a:pt x="0" y="0"/>
                </a:moveTo>
                <a:lnTo>
                  <a:pt x="66344" y="96544"/>
                </a:lnTo>
                <a:lnTo>
                  <a:pt x="83243" y="65979"/>
                </a:lnTo>
                <a:lnTo>
                  <a:pt x="67961" y="57529"/>
                </a:lnTo>
                <a:lnTo>
                  <a:pt x="62676" y="53040"/>
                </a:lnTo>
                <a:lnTo>
                  <a:pt x="59630" y="47079"/>
                </a:lnTo>
                <a:lnTo>
                  <a:pt x="59041" y="40410"/>
                </a:lnTo>
                <a:lnTo>
                  <a:pt x="61128" y="33798"/>
                </a:lnTo>
                <a:lnTo>
                  <a:pt x="65619" y="28513"/>
                </a:lnTo>
                <a:lnTo>
                  <a:pt x="71580" y="25466"/>
                </a:lnTo>
                <a:lnTo>
                  <a:pt x="78248" y="24877"/>
                </a:lnTo>
                <a:lnTo>
                  <a:pt x="105968" y="24877"/>
                </a:lnTo>
                <a:lnTo>
                  <a:pt x="117041" y="4850"/>
                </a:lnTo>
                <a:lnTo>
                  <a:pt x="0" y="0"/>
                </a:lnTo>
                <a:close/>
              </a:path>
              <a:path w="589915" h="334010">
                <a:moveTo>
                  <a:pt x="78248" y="24877"/>
                </a:moveTo>
                <a:lnTo>
                  <a:pt x="71580" y="25466"/>
                </a:lnTo>
                <a:lnTo>
                  <a:pt x="65619" y="28513"/>
                </a:lnTo>
                <a:lnTo>
                  <a:pt x="61128" y="33798"/>
                </a:lnTo>
                <a:lnTo>
                  <a:pt x="59041" y="40410"/>
                </a:lnTo>
                <a:lnTo>
                  <a:pt x="59630" y="47079"/>
                </a:lnTo>
                <a:lnTo>
                  <a:pt x="62676" y="53040"/>
                </a:lnTo>
                <a:lnTo>
                  <a:pt x="67961" y="57529"/>
                </a:lnTo>
                <a:lnTo>
                  <a:pt x="83243" y="65979"/>
                </a:lnTo>
                <a:lnTo>
                  <a:pt x="100142" y="35414"/>
                </a:lnTo>
                <a:lnTo>
                  <a:pt x="84861" y="26965"/>
                </a:lnTo>
                <a:lnTo>
                  <a:pt x="78248" y="24877"/>
                </a:lnTo>
                <a:close/>
              </a:path>
              <a:path w="589915" h="334010">
                <a:moveTo>
                  <a:pt x="105968" y="24877"/>
                </a:moveTo>
                <a:lnTo>
                  <a:pt x="78248" y="24877"/>
                </a:lnTo>
                <a:lnTo>
                  <a:pt x="84861" y="26965"/>
                </a:lnTo>
                <a:lnTo>
                  <a:pt x="100142" y="35414"/>
                </a:lnTo>
                <a:lnTo>
                  <a:pt x="105968" y="248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774366" y="3841404"/>
            <a:ext cx="243204" cy="59055"/>
          </a:xfrm>
          <a:custGeom>
            <a:avLst/>
            <a:gdLst/>
            <a:ahLst/>
            <a:cxnLst/>
            <a:rect l="l" t="t" r="r" b="b"/>
            <a:pathLst>
              <a:path w="243204" h="59054">
                <a:moveTo>
                  <a:pt x="0" y="0"/>
                </a:moveTo>
                <a:lnTo>
                  <a:pt x="243067" y="0"/>
                </a:lnTo>
                <a:lnTo>
                  <a:pt x="243067" y="58737"/>
                </a:lnTo>
                <a:lnTo>
                  <a:pt x="0" y="58737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74366" y="3841404"/>
            <a:ext cx="243204" cy="59055"/>
          </a:xfrm>
          <a:custGeom>
            <a:avLst/>
            <a:gdLst/>
            <a:ahLst/>
            <a:cxnLst/>
            <a:rect l="l" t="t" r="r" b="b"/>
            <a:pathLst>
              <a:path w="243204" h="59054">
                <a:moveTo>
                  <a:pt x="0" y="0"/>
                </a:moveTo>
                <a:lnTo>
                  <a:pt x="243068" y="0"/>
                </a:lnTo>
                <a:lnTo>
                  <a:pt x="243068" y="58737"/>
                </a:lnTo>
                <a:lnTo>
                  <a:pt x="0" y="5873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593727" y="4587326"/>
            <a:ext cx="243204" cy="59055"/>
          </a:xfrm>
          <a:custGeom>
            <a:avLst/>
            <a:gdLst/>
            <a:ahLst/>
            <a:cxnLst/>
            <a:rect l="l" t="t" r="r" b="b"/>
            <a:pathLst>
              <a:path w="243204" h="59054">
                <a:moveTo>
                  <a:pt x="0" y="0"/>
                </a:moveTo>
                <a:lnTo>
                  <a:pt x="243067" y="0"/>
                </a:lnTo>
                <a:lnTo>
                  <a:pt x="243067" y="58737"/>
                </a:lnTo>
                <a:lnTo>
                  <a:pt x="0" y="58737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593727" y="4587326"/>
            <a:ext cx="243204" cy="59055"/>
          </a:xfrm>
          <a:custGeom>
            <a:avLst/>
            <a:gdLst/>
            <a:ahLst/>
            <a:cxnLst/>
            <a:rect l="l" t="t" r="r" b="b"/>
            <a:pathLst>
              <a:path w="243204" h="59054">
                <a:moveTo>
                  <a:pt x="0" y="0"/>
                </a:moveTo>
                <a:lnTo>
                  <a:pt x="243068" y="0"/>
                </a:lnTo>
                <a:lnTo>
                  <a:pt x="243068" y="58737"/>
                </a:lnTo>
                <a:lnTo>
                  <a:pt x="0" y="5873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45884" y="4587326"/>
            <a:ext cx="243204" cy="59055"/>
          </a:xfrm>
          <a:custGeom>
            <a:avLst/>
            <a:gdLst/>
            <a:ahLst/>
            <a:cxnLst/>
            <a:rect l="l" t="t" r="r" b="b"/>
            <a:pathLst>
              <a:path w="243204" h="59054">
                <a:moveTo>
                  <a:pt x="0" y="0"/>
                </a:moveTo>
                <a:lnTo>
                  <a:pt x="243067" y="0"/>
                </a:lnTo>
                <a:lnTo>
                  <a:pt x="243067" y="58737"/>
                </a:lnTo>
                <a:lnTo>
                  <a:pt x="0" y="58737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945884" y="4587326"/>
            <a:ext cx="243204" cy="59055"/>
          </a:xfrm>
          <a:custGeom>
            <a:avLst/>
            <a:gdLst/>
            <a:ahLst/>
            <a:cxnLst/>
            <a:rect l="l" t="t" r="r" b="b"/>
            <a:pathLst>
              <a:path w="243204" h="59054">
                <a:moveTo>
                  <a:pt x="0" y="0"/>
                </a:moveTo>
                <a:lnTo>
                  <a:pt x="243068" y="0"/>
                </a:lnTo>
                <a:lnTo>
                  <a:pt x="243068" y="58737"/>
                </a:lnTo>
                <a:lnTo>
                  <a:pt x="0" y="5873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162853" y="3232404"/>
            <a:ext cx="14230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latin typeface="Arial"/>
                <a:cs typeface="Arial"/>
              </a:rPr>
              <a:t>Input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graph</a:t>
            </a:r>
            <a:endParaRPr sz="2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92638" y="3245611"/>
            <a:ext cx="1625600" cy="111061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b="1">
                <a:latin typeface="Arial"/>
                <a:cs typeface="Arial"/>
              </a:rPr>
              <a:t>Comput</a:t>
            </a:r>
            <a:r>
              <a:rPr dirty="0" sz="1800" spc="-5" b="1">
                <a:latin typeface="Arial"/>
                <a:cs typeface="Arial"/>
              </a:rPr>
              <a:t>a</a:t>
            </a:r>
            <a:r>
              <a:rPr dirty="0" sz="1800" b="1">
                <a:latin typeface="Arial"/>
                <a:cs typeface="Arial"/>
              </a:rPr>
              <a:t>tion</a:t>
            </a:r>
            <a:r>
              <a:rPr dirty="0" sz="1800" spc="-5" b="1">
                <a:latin typeface="Arial"/>
                <a:cs typeface="Arial"/>
              </a:rPr>
              <a:t>a</a:t>
            </a:r>
            <a:r>
              <a:rPr dirty="0" sz="1800" b="1">
                <a:latin typeface="Arial"/>
                <a:cs typeface="Arial"/>
              </a:rPr>
              <a:t>l  </a:t>
            </a:r>
            <a:r>
              <a:rPr dirty="0" sz="1800" spc="-5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12700" marR="621030">
              <a:lnSpc>
                <a:spcPts val="2090"/>
              </a:lnSpc>
              <a:spcBef>
                <a:spcPts val="114"/>
              </a:spcBef>
            </a:pPr>
            <a:r>
              <a:rPr dirty="0" sz="1800" b="1">
                <a:latin typeface="Arial"/>
                <a:cs typeface="Arial"/>
              </a:rPr>
              <a:t>=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FF0066"/>
                </a:solidFill>
                <a:latin typeface="Arial"/>
                <a:cs typeface="Arial"/>
              </a:rPr>
              <a:t>Rooted  subtree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289851" y="3452876"/>
            <a:ext cx="1638935" cy="167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Using</a:t>
            </a:r>
            <a:r>
              <a:rPr dirty="0" sz="1800" spc="-50" b="1">
                <a:solidFill>
                  <a:srgbClr val="2F623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injective  neighbor  aggregation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90"/>
              </a:lnSpc>
            </a:pPr>
            <a:r>
              <a:rPr dirty="0" sz="1750" spc="780">
                <a:solidFill>
                  <a:srgbClr val="2F6231"/>
                </a:solidFill>
                <a:latin typeface="Arial"/>
                <a:cs typeface="Arial"/>
              </a:rPr>
              <a:t>à</a:t>
            </a:r>
            <a:r>
              <a:rPr dirty="0" sz="1750" spc="-45">
                <a:solidFill>
                  <a:srgbClr val="2F6231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distinguish</a:t>
            </a:r>
            <a:endParaRPr sz="1800">
              <a:latin typeface="Arial"/>
              <a:cs typeface="Arial"/>
            </a:endParaRPr>
          </a:p>
          <a:p>
            <a:pPr marL="12700" marR="665480">
              <a:lnSpc>
                <a:spcPct val="102200"/>
              </a:lnSpc>
            </a:pP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different  s</a:t>
            </a:r>
            <a:r>
              <a:rPr dirty="0" sz="1800" b="1">
                <a:solidFill>
                  <a:srgbClr val="2F6231"/>
                </a:solidFill>
                <a:latin typeface="Arial"/>
                <a:cs typeface="Arial"/>
              </a:rPr>
              <a:t>ubt</a:t>
            </a:r>
            <a:r>
              <a:rPr dirty="0" sz="1800" spc="-5" b="1">
                <a:solidFill>
                  <a:srgbClr val="2F6231"/>
                </a:solidFill>
                <a:latin typeface="Arial"/>
                <a:cs typeface="Arial"/>
              </a:rPr>
              <a:t>rees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017433" y="3868601"/>
            <a:ext cx="1210310" cy="582295"/>
          </a:xfrm>
          <a:custGeom>
            <a:avLst/>
            <a:gdLst/>
            <a:ahLst/>
            <a:cxnLst/>
            <a:rect l="l" t="t" r="r" b="b"/>
            <a:pathLst>
              <a:path w="1210309" h="582295">
                <a:moveTo>
                  <a:pt x="83622" y="25841"/>
                </a:moveTo>
                <a:lnTo>
                  <a:pt x="71425" y="51682"/>
                </a:lnTo>
                <a:lnTo>
                  <a:pt x="1194714" y="581846"/>
                </a:lnTo>
                <a:lnTo>
                  <a:pt x="1203229" y="578792"/>
                </a:lnTo>
                <a:lnTo>
                  <a:pt x="1209965" y="564520"/>
                </a:lnTo>
                <a:lnTo>
                  <a:pt x="1206911" y="556006"/>
                </a:lnTo>
                <a:lnTo>
                  <a:pt x="83622" y="25841"/>
                </a:lnTo>
                <a:close/>
              </a:path>
              <a:path w="1210309" h="582295">
                <a:moveTo>
                  <a:pt x="95818" y="0"/>
                </a:moveTo>
                <a:lnTo>
                  <a:pt x="0" y="2171"/>
                </a:lnTo>
                <a:lnTo>
                  <a:pt x="59228" y="77523"/>
                </a:lnTo>
                <a:lnTo>
                  <a:pt x="71425" y="51682"/>
                </a:lnTo>
                <a:lnTo>
                  <a:pt x="51368" y="42216"/>
                </a:lnTo>
                <a:lnTo>
                  <a:pt x="48314" y="33700"/>
                </a:lnTo>
                <a:lnTo>
                  <a:pt x="55050" y="19429"/>
                </a:lnTo>
                <a:lnTo>
                  <a:pt x="63566" y="16375"/>
                </a:lnTo>
                <a:lnTo>
                  <a:pt x="88090" y="16375"/>
                </a:lnTo>
                <a:lnTo>
                  <a:pt x="95818" y="0"/>
                </a:lnTo>
                <a:close/>
              </a:path>
              <a:path w="1210309" h="582295">
                <a:moveTo>
                  <a:pt x="63566" y="16375"/>
                </a:moveTo>
                <a:lnTo>
                  <a:pt x="55050" y="19429"/>
                </a:lnTo>
                <a:lnTo>
                  <a:pt x="48314" y="33700"/>
                </a:lnTo>
                <a:lnTo>
                  <a:pt x="51368" y="42216"/>
                </a:lnTo>
                <a:lnTo>
                  <a:pt x="71425" y="51682"/>
                </a:lnTo>
                <a:lnTo>
                  <a:pt x="83622" y="25841"/>
                </a:lnTo>
                <a:lnTo>
                  <a:pt x="63566" y="16375"/>
                </a:lnTo>
                <a:close/>
              </a:path>
              <a:path w="1210309" h="582295">
                <a:moveTo>
                  <a:pt x="88090" y="16375"/>
                </a:moveTo>
                <a:lnTo>
                  <a:pt x="63566" y="16375"/>
                </a:lnTo>
                <a:lnTo>
                  <a:pt x="83622" y="25841"/>
                </a:lnTo>
                <a:lnTo>
                  <a:pt x="88090" y="16375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88952" y="4418707"/>
            <a:ext cx="1038225" cy="225425"/>
          </a:xfrm>
          <a:custGeom>
            <a:avLst/>
            <a:gdLst/>
            <a:ahLst/>
            <a:cxnLst/>
            <a:rect l="l" t="t" r="r" b="b"/>
            <a:pathLst>
              <a:path w="1038225" h="225425">
                <a:moveTo>
                  <a:pt x="76855" y="140723"/>
                </a:moveTo>
                <a:lnTo>
                  <a:pt x="0" y="197989"/>
                </a:lnTo>
                <a:lnTo>
                  <a:pt x="91925" y="225113"/>
                </a:lnTo>
                <a:lnTo>
                  <a:pt x="87598" y="200882"/>
                </a:lnTo>
                <a:lnTo>
                  <a:pt x="65068" y="200882"/>
                </a:lnTo>
                <a:lnTo>
                  <a:pt x="57646" y="195709"/>
                </a:lnTo>
                <a:lnTo>
                  <a:pt x="54872" y="180173"/>
                </a:lnTo>
                <a:lnTo>
                  <a:pt x="60045" y="172751"/>
                </a:lnTo>
                <a:lnTo>
                  <a:pt x="81878" y="168852"/>
                </a:lnTo>
                <a:lnTo>
                  <a:pt x="76855" y="140723"/>
                </a:lnTo>
                <a:close/>
              </a:path>
              <a:path w="1038225" h="225425">
                <a:moveTo>
                  <a:pt x="81878" y="168852"/>
                </a:moveTo>
                <a:lnTo>
                  <a:pt x="60045" y="172751"/>
                </a:lnTo>
                <a:lnTo>
                  <a:pt x="54872" y="180173"/>
                </a:lnTo>
                <a:lnTo>
                  <a:pt x="57646" y="195709"/>
                </a:lnTo>
                <a:lnTo>
                  <a:pt x="65068" y="200882"/>
                </a:lnTo>
                <a:lnTo>
                  <a:pt x="86901" y="196983"/>
                </a:lnTo>
                <a:lnTo>
                  <a:pt x="81878" y="168852"/>
                </a:lnTo>
                <a:close/>
              </a:path>
              <a:path w="1038225" h="225425">
                <a:moveTo>
                  <a:pt x="86901" y="196983"/>
                </a:moveTo>
                <a:lnTo>
                  <a:pt x="65068" y="200882"/>
                </a:lnTo>
                <a:lnTo>
                  <a:pt x="87598" y="200882"/>
                </a:lnTo>
                <a:lnTo>
                  <a:pt x="86901" y="196983"/>
                </a:lnTo>
                <a:close/>
              </a:path>
              <a:path w="1038225" h="225425">
                <a:moveTo>
                  <a:pt x="1027414" y="0"/>
                </a:moveTo>
                <a:lnTo>
                  <a:pt x="81878" y="168852"/>
                </a:lnTo>
                <a:lnTo>
                  <a:pt x="86901" y="196983"/>
                </a:lnTo>
                <a:lnTo>
                  <a:pt x="1032437" y="28130"/>
                </a:lnTo>
                <a:lnTo>
                  <a:pt x="1037610" y="20708"/>
                </a:lnTo>
                <a:lnTo>
                  <a:pt x="1034836" y="5172"/>
                </a:lnTo>
                <a:lnTo>
                  <a:pt x="1027414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230883" y="6131811"/>
            <a:ext cx="5786120" cy="7334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25"/>
              </a:lnSpc>
            </a:pPr>
            <a:r>
              <a:rPr dirty="0" sz="2800" spc="-15" b="1">
                <a:latin typeface="Calibri"/>
                <a:cs typeface="Calibri"/>
              </a:rPr>
              <a:t>aggregation </a:t>
            </a:r>
            <a:r>
              <a:rPr dirty="0" sz="2800" spc="-5" b="1">
                <a:latin typeface="Calibri"/>
                <a:cs typeface="Calibri"/>
              </a:rPr>
              <a:t>is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injective.</a:t>
            </a:r>
            <a:endParaRPr sz="2800">
              <a:latin typeface="Calibri"/>
              <a:cs typeface="Calibri"/>
            </a:endParaRPr>
          </a:p>
          <a:p>
            <a:pPr marL="1455420">
              <a:lnSpc>
                <a:spcPct val="100000"/>
              </a:lnSpc>
              <a:spcBef>
                <a:spcPts val="120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47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0768" y="3008376"/>
            <a:ext cx="6897624" cy="19324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42823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8921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solidFill>
                  <a:srgbClr val="FF0066"/>
                </a:solidFill>
                <a:latin typeface="Calibri"/>
                <a:cs typeface="Calibri"/>
              </a:rPr>
              <a:t>Key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observation</a:t>
            </a:r>
            <a:r>
              <a:rPr dirty="0" sz="3200" spc="-10"/>
              <a:t>: </a:t>
            </a:r>
            <a:r>
              <a:rPr dirty="0" sz="3200" spc="-10" b="1">
                <a:latin typeface="Calibri"/>
                <a:cs typeface="Calibri"/>
              </a:rPr>
              <a:t>Expressive power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5" b="1">
                <a:latin typeface="Calibri"/>
                <a:cs typeface="Calibri"/>
              </a:rPr>
              <a:t>GNNs  </a:t>
            </a:r>
            <a:r>
              <a:rPr dirty="0" sz="3200" spc="-10" b="1">
                <a:latin typeface="Calibri"/>
                <a:cs typeface="Calibri"/>
              </a:rPr>
              <a:t>can </a:t>
            </a:r>
            <a:r>
              <a:rPr dirty="0" sz="3200" spc="-5" b="1">
                <a:latin typeface="Calibri"/>
                <a:cs typeface="Calibri"/>
              </a:rPr>
              <a:t>be </a:t>
            </a:r>
            <a:r>
              <a:rPr dirty="0" sz="3200" spc="-20" b="1">
                <a:latin typeface="Calibri"/>
                <a:cs typeface="Calibri"/>
              </a:rPr>
              <a:t>characterized </a:t>
            </a:r>
            <a:r>
              <a:rPr dirty="0" sz="3200" spc="-15" b="1">
                <a:latin typeface="Calibri"/>
                <a:cs typeface="Calibri"/>
              </a:rPr>
              <a:t>by </a:t>
            </a:r>
            <a:r>
              <a:rPr dirty="0" sz="3200" spc="-10" b="1">
                <a:latin typeface="Calibri"/>
                <a:cs typeface="Calibri"/>
              </a:rPr>
              <a:t>that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5" b="1">
                <a:latin typeface="Calibri"/>
                <a:cs typeface="Calibri"/>
              </a:rPr>
              <a:t>neighbor  </a:t>
            </a:r>
            <a:r>
              <a:rPr dirty="0" sz="3200" spc="-15" b="1">
                <a:latin typeface="Calibri"/>
                <a:cs typeface="Calibri"/>
              </a:rPr>
              <a:t>aggregation </a:t>
            </a:r>
            <a:r>
              <a:rPr dirty="0" sz="3200" spc="-5" b="1">
                <a:latin typeface="Calibri"/>
                <a:cs typeface="Calibri"/>
              </a:rPr>
              <a:t>functions </a:t>
            </a:r>
            <a:r>
              <a:rPr dirty="0" sz="3200" spc="-10" b="1">
                <a:latin typeface="Calibri"/>
                <a:cs typeface="Calibri"/>
              </a:rPr>
              <a:t>they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use.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899155"/>
            <a:ext cx="7818120" cy="32442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more expressive aggregation </a:t>
            </a:r>
            <a:r>
              <a:rPr dirty="0" sz="2800" spc="-5">
                <a:latin typeface="Calibri"/>
                <a:cs typeface="Calibri"/>
              </a:rPr>
              <a:t>function leads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65">
                <a:latin typeface="Calibri"/>
                <a:cs typeface="Calibri"/>
              </a:rPr>
              <a:t>a  </a:t>
            </a:r>
            <a:r>
              <a:rPr dirty="0" sz="2800" spc="-15">
                <a:latin typeface="Calibri"/>
                <a:cs typeface="Calibri"/>
              </a:rPr>
              <a:t>more expressive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GNN.</a:t>
            </a:r>
            <a:endParaRPr sz="2800">
              <a:latin typeface="Calibri"/>
              <a:cs typeface="Calibri"/>
            </a:endParaRPr>
          </a:p>
          <a:p>
            <a:pPr marL="625475" marR="29972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solidFill>
                  <a:srgbClr val="008000"/>
                </a:solidFill>
                <a:latin typeface="Calibri"/>
                <a:cs typeface="Calibri"/>
              </a:rPr>
              <a:t>Injective </a:t>
            </a:r>
            <a:r>
              <a:rPr dirty="0" sz="2800" spc="-15">
                <a:solidFill>
                  <a:srgbClr val="008000"/>
                </a:solidFill>
                <a:latin typeface="Calibri"/>
                <a:cs typeface="Calibri"/>
              </a:rPr>
              <a:t>aggregation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function </a:t>
            </a:r>
            <a:r>
              <a:rPr dirty="0" sz="2800" spc="-5">
                <a:latin typeface="Calibri"/>
                <a:cs typeface="Calibri"/>
              </a:rPr>
              <a:t>leads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5">
                <a:latin typeface="Calibri"/>
                <a:cs typeface="Calibri"/>
              </a:rPr>
              <a:t>most  </a:t>
            </a:r>
            <a:r>
              <a:rPr dirty="0" sz="2800" spc="-15">
                <a:latin typeface="Calibri"/>
                <a:cs typeface="Calibri"/>
              </a:rPr>
              <a:t>expressive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GNN.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Next:</a:t>
            </a:r>
            <a:endParaRPr sz="3200">
              <a:latin typeface="Calibri"/>
              <a:cs typeface="Calibri"/>
            </a:endParaRPr>
          </a:p>
          <a:p>
            <a:pPr lvl="1" marL="625475" marR="1209040" indent="-274320">
              <a:lnSpc>
                <a:spcPct val="100699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Theoretically </a:t>
            </a:r>
            <a:r>
              <a:rPr dirty="0" sz="2800" spc="-20">
                <a:latin typeface="Calibri"/>
                <a:cs typeface="Calibri"/>
              </a:rPr>
              <a:t>analyze </a:t>
            </a:r>
            <a:r>
              <a:rPr dirty="0" sz="2800" spc="-15">
                <a:latin typeface="Calibri"/>
                <a:cs typeface="Calibri"/>
              </a:rPr>
              <a:t>expressive power </a:t>
            </a:r>
            <a:r>
              <a:rPr dirty="0" sz="2800" spc="-295">
                <a:latin typeface="Calibri"/>
                <a:cs typeface="Calibri"/>
              </a:rPr>
              <a:t>of  </a:t>
            </a:r>
            <a:r>
              <a:rPr dirty="0" sz="2800" spc="-15">
                <a:latin typeface="Calibri"/>
                <a:cs typeface="Calibri"/>
              </a:rPr>
              <a:t>aggregation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functions.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4437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9427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Observation</a:t>
            </a:r>
            <a:r>
              <a:rPr dirty="0" sz="3200" spc="-10"/>
              <a:t>: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Neighbor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aggregation </a:t>
            </a:r>
            <a:r>
              <a:rPr dirty="0" sz="3200" spc="-10"/>
              <a:t>can </a:t>
            </a:r>
            <a:r>
              <a:rPr dirty="0" sz="3200"/>
              <a:t>be  </a:t>
            </a:r>
            <a:r>
              <a:rPr dirty="0" sz="3200" spc="-20"/>
              <a:t>abstracted </a:t>
            </a:r>
            <a:r>
              <a:rPr dirty="0" sz="3200"/>
              <a:t>as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function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over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multi-set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/>
              <a:t>(a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532" y="5248147"/>
            <a:ext cx="163893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Neighbor  aggrega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dirty="0" sz="2400" spc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68775" y="3738261"/>
            <a:ext cx="1537970" cy="741045"/>
          </a:xfrm>
          <a:custGeom>
            <a:avLst/>
            <a:gdLst/>
            <a:ahLst/>
            <a:cxnLst/>
            <a:rect l="l" t="t" r="r" b="b"/>
            <a:pathLst>
              <a:path w="1537970" h="741045">
                <a:moveTo>
                  <a:pt x="370356" y="0"/>
                </a:moveTo>
                <a:lnTo>
                  <a:pt x="0" y="370356"/>
                </a:lnTo>
                <a:lnTo>
                  <a:pt x="370356" y="740710"/>
                </a:lnTo>
                <a:lnTo>
                  <a:pt x="370356" y="477644"/>
                </a:lnTo>
                <a:lnTo>
                  <a:pt x="1430416" y="477644"/>
                </a:lnTo>
                <a:lnTo>
                  <a:pt x="1537704" y="370356"/>
                </a:lnTo>
                <a:lnTo>
                  <a:pt x="1430415" y="263066"/>
                </a:lnTo>
                <a:lnTo>
                  <a:pt x="370356" y="263066"/>
                </a:lnTo>
                <a:lnTo>
                  <a:pt x="370356" y="0"/>
                </a:lnTo>
                <a:close/>
              </a:path>
              <a:path w="1537970" h="741045">
                <a:moveTo>
                  <a:pt x="1430416" y="477644"/>
                </a:moveTo>
                <a:lnTo>
                  <a:pt x="1167350" y="477644"/>
                </a:lnTo>
                <a:lnTo>
                  <a:pt x="1167350" y="740710"/>
                </a:lnTo>
                <a:lnTo>
                  <a:pt x="1430416" y="477644"/>
                </a:lnTo>
                <a:close/>
              </a:path>
              <a:path w="1537970" h="741045">
                <a:moveTo>
                  <a:pt x="1167350" y="0"/>
                </a:moveTo>
                <a:lnTo>
                  <a:pt x="1167350" y="263066"/>
                </a:lnTo>
                <a:lnTo>
                  <a:pt x="1430415" y="263066"/>
                </a:lnTo>
                <a:lnTo>
                  <a:pt x="116735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038837" y="5315203"/>
            <a:ext cx="23304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Multi-set</a:t>
            </a:r>
            <a:r>
              <a:rPr dirty="0" sz="2400" spc="-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149" y="2327148"/>
            <a:ext cx="4867910" cy="1273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latin typeface="Calibri"/>
                <a:cs typeface="Calibri"/>
              </a:rPr>
              <a:t>set </a:t>
            </a:r>
            <a:r>
              <a:rPr dirty="0" sz="3200" spc="-5">
                <a:latin typeface="Calibri"/>
                <a:cs typeface="Calibri"/>
              </a:rPr>
              <a:t>with </a:t>
            </a:r>
            <a:r>
              <a:rPr dirty="0" sz="3200" spc="-10">
                <a:latin typeface="Calibri"/>
                <a:cs typeface="Calibri"/>
              </a:rPr>
              <a:t>repeating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elements).</a:t>
            </a:r>
            <a:endParaRPr sz="3200">
              <a:latin typeface="Calibri"/>
              <a:cs typeface="Calibri"/>
            </a:endParaRPr>
          </a:p>
          <a:p>
            <a:pPr marL="1216025">
              <a:lnSpc>
                <a:spcPct val="100000"/>
              </a:lnSpc>
              <a:spcBef>
                <a:spcPts val="3105"/>
              </a:spcBef>
            </a:pPr>
            <a:r>
              <a:rPr dirty="0" sz="2400" spc="-5">
                <a:solidFill>
                  <a:srgbClr val="D60093"/>
                </a:solidFill>
                <a:latin typeface="Arial"/>
                <a:cs typeface="Arial"/>
              </a:rPr>
              <a:t>Equivalent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1301" y="2751835"/>
            <a:ext cx="1704339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Examples</a:t>
            </a:r>
            <a:r>
              <a:rPr dirty="0" sz="2400" spc="-7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of 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multi-set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52651" y="4945261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5" y="0"/>
                </a:moveTo>
                <a:lnTo>
                  <a:pt x="142093" y="6397"/>
                </a:lnTo>
                <a:lnTo>
                  <a:pt x="95859" y="24453"/>
                </a:lnTo>
                <a:lnTo>
                  <a:pt x="56688" y="52458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8"/>
                </a:lnTo>
                <a:lnTo>
                  <a:pt x="142093" y="351813"/>
                </a:lnTo>
                <a:lnTo>
                  <a:pt x="193545" y="358211"/>
                </a:lnTo>
                <a:lnTo>
                  <a:pt x="244996" y="351813"/>
                </a:lnTo>
                <a:lnTo>
                  <a:pt x="291230" y="333758"/>
                </a:lnTo>
                <a:lnTo>
                  <a:pt x="330401" y="305752"/>
                </a:lnTo>
                <a:lnTo>
                  <a:pt x="360665" y="269503"/>
                </a:lnTo>
                <a:lnTo>
                  <a:pt x="380176" y="226719"/>
                </a:lnTo>
                <a:lnTo>
                  <a:pt x="387089" y="179105"/>
                </a:lnTo>
                <a:lnTo>
                  <a:pt x="380176" y="131492"/>
                </a:lnTo>
                <a:lnTo>
                  <a:pt x="360665" y="88707"/>
                </a:lnTo>
                <a:lnTo>
                  <a:pt x="330401" y="52458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64448" y="4945260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9" y="24453"/>
                </a:lnTo>
                <a:lnTo>
                  <a:pt x="56688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30" y="333758"/>
                </a:lnTo>
                <a:lnTo>
                  <a:pt x="330401" y="305752"/>
                </a:lnTo>
                <a:lnTo>
                  <a:pt x="360664" y="269503"/>
                </a:lnTo>
                <a:lnTo>
                  <a:pt x="380176" y="226719"/>
                </a:lnTo>
                <a:lnTo>
                  <a:pt x="387089" y="179105"/>
                </a:lnTo>
                <a:lnTo>
                  <a:pt x="380176" y="131492"/>
                </a:lnTo>
                <a:lnTo>
                  <a:pt x="360664" y="88707"/>
                </a:lnTo>
                <a:lnTo>
                  <a:pt x="330401" y="52459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95463" y="4945259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8" y="24453"/>
                </a:lnTo>
                <a:lnTo>
                  <a:pt x="56687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7" y="305752"/>
                </a:lnTo>
                <a:lnTo>
                  <a:pt x="95858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29" y="333758"/>
                </a:lnTo>
                <a:lnTo>
                  <a:pt x="330400" y="305752"/>
                </a:lnTo>
                <a:lnTo>
                  <a:pt x="360664" y="269503"/>
                </a:lnTo>
                <a:lnTo>
                  <a:pt x="380174" y="226719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4" y="88707"/>
                </a:lnTo>
                <a:lnTo>
                  <a:pt x="330400" y="52459"/>
                </a:lnTo>
                <a:lnTo>
                  <a:pt x="291229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92495" y="3872807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8" y="24453"/>
                </a:lnTo>
                <a:lnTo>
                  <a:pt x="56687" y="52458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7" y="305752"/>
                </a:lnTo>
                <a:lnTo>
                  <a:pt x="95858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29" y="333758"/>
                </a:lnTo>
                <a:lnTo>
                  <a:pt x="330400" y="305752"/>
                </a:lnTo>
                <a:lnTo>
                  <a:pt x="360664" y="269503"/>
                </a:lnTo>
                <a:lnTo>
                  <a:pt x="380174" y="226719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4" y="88707"/>
                </a:lnTo>
                <a:lnTo>
                  <a:pt x="330400" y="52458"/>
                </a:lnTo>
                <a:lnTo>
                  <a:pt x="291229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61867" y="3872806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8" y="24453"/>
                </a:lnTo>
                <a:lnTo>
                  <a:pt x="56687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7" y="305752"/>
                </a:lnTo>
                <a:lnTo>
                  <a:pt x="95858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5" y="351813"/>
                </a:lnTo>
                <a:lnTo>
                  <a:pt x="291229" y="333758"/>
                </a:lnTo>
                <a:lnTo>
                  <a:pt x="330400" y="305752"/>
                </a:lnTo>
                <a:lnTo>
                  <a:pt x="360663" y="269503"/>
                </a:lnTo>
                <a:lnTo>
                  <a:pt x="380174" y="226719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3" y="88707"/>
                </a:lnTo>
                <a:lnTo>
                  <a:pt x="330400" y="52459"/>
                </a:lnTo>
                <a:lnTo>
                  <a:pt x="291229" y="24453"/>
                </a:lnTo>
                <a:lnTo>
                  <a:pt x="244995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553200" y="2590800"/>
            <a:ext cx="0" cy="3962400"/>
          </a:xfrm>
          <a:custGeom>
            <a:avLst/>
            <a:gdLst/>
            <a:ahLst/>
            <a:cxnLst/>
            <a:rect l="l" t="t" r="r" b="b"/>
            <a:pathLst>
              <a:path w="0" h="3962400">
                <a:moveTo>
                  <a:pt x="0" y="0"/>
                </a:moveTo>
                <a:lnTo>
                  <a:pt x="1" y="39624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694706" y="6093459"/>
            <a:ext cx="225044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Same color indicates the  same</a:t>
            </a:r>
            <a:r>
              <a:rPr dirty="0" sz="1600" spc="-5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features.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1380" y="3146850"/>
            <a:ext cx="494665" cy="505459"/>
          </a:xfrm>
          <a:custGeom>
            <a:avLst/>
            <a:gdLst/>
            <a:ahLst/>
            <a:cxnLst/>
            <a:rect l="l" t="t" r="r" b="b"/>
            <a:pathLst>
              <a:path w="494665" h="505460">
                <a:moveTo>
                  <a:pt x="247082" y="0"/>
                </a:moveTo>
                <a:lnTo>
                  <a:pt x="202669" y="4068"/>
                </a:lnTo>
                <a:lnTo>
                  <a:pt x="160867" y="15796"/>
                </a:lnTo>
                <a:lnTo>
                  <a:pt x="122375" y="34472"/>
                </a:lnTo>
                <a:lnTo>
                  <a:pt x="87890" y="59383"/>
                </a:lnTo>
                <a:lnTo>
                  <a:pt x="58110" y="89815"/>
                </a:lnTo>
                <a:lnTo>
                  <a:pt x="33734" y="125055"/>
                </a:lnTo>
                <a:lnTo>
                  <a:pt x="15458" y="164391"/>
                </a:lnTo>
                <a:lnTo>
                  <a:pt x="3980" y="207108"/>
                </a:lnTo>
                <a:lnTo>
                  <a:pt x="0" y="252495"/>
                </a:lnTo>
                <a:lnTo>
                  <a:pt x="3980" y="297881"/>
                </a:lnTo>
                <a:lnTo>
                  <a:pt x="15458" y="340598"/>
                </a:lnTo>
                <a:lnTo>
                  <a:pt x="33734" y="379933"/>
                </a:lnTo>
                <a:lnTo>
                  <a:pt x="58110" y="415174"/>
                </a:lnTo>
                <a:lnTo>
                  <a:pt x="87890" y="445606"/>
                </a:lnTo>
                <a:lnTo>
                  <a:pt x="122375" y="470516"/>
                </a:lnTo>
                <a:lnTo>
                  <a:pt x="160867" y="489193"/>
                </a:lnTo>
                <a:lnTo>
                  <a:pt x="202669" y="500922"/>
                </a:lnTo>
                <a:lnTo>
                  <a:pt x="247082" y="504990"/>
                </a:lnTo>
                <a:lnTo>
                  <a:pt x="291496" y="500922"/>
                </a:lnTo>
                <a:lnTo>
                  <a:pt x="333298" y="489193"/>
                </a:lnTo>
                <a:lnTo>
                  <a:pt x="371790" y="470516"/>
                </a:lnTo>
                <a:lnTo>
                  <a:pt x="406275" y="445606"/>
                </a:lnTo>
                <a:lnTo>
                  <a:pt x="436055" y="415174"/>
                </a:lnTo>
                <a:lnTo>
                  <a:pt x="460431" y="379933"/>
                </a:lnTo>
                <a:lnTo>
                  <a:pt x="478707" y="340598"/>
                </a:lnTo>
                <a:lnTo>
                  <a:pt x="490185" y="297881"/>
                </a:lnTo>
                <a:lnTo>
                  <a:pt x="494166" y="252495"/>
                </a:lnTo>
                <a:lnTo>
                  <a:pt x="490185" y="207108"/>
                </a:lnTo>
                <a:lnTo>
                  <a:pt x="478707" y="164391"/>
                </a:lnTo>
                <a:lnTo>
                  <a:pt x="460431" y="125055"/>
                </a:lnTo>
                <a:lnTo>
                  <a:pt x="436055" y="89815"/>
                </a:lnTo>
                <a:lnTo>
                  <a:pt x="406275" y="59383"/>
                </a:lnTo>
                <a:lnTo>
                  <a:pt x="371790" y="34472"/>
                </a:lnTo>
                <a:lnTo>
                  <a:pt x="333298" y="15796"/>
                </a:lnTo>
                <a:lnTo>
                  <a:pt x="291496" y="4068"/>
                </a:lnTo>
                <a:lnTo>
                  <a:pt x="2470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56075" y="3651839"/>
            <a:ext cx="104775" cy="417195"/>
          </a:xfrm>
          <a:custGeom>
            <a:avLst/>
            <a:gdLst/>
            <a:ahLst/>
            <a:cxnLst/>
            <a:rect l="l" t="t" r="r" b="b"/>
            <a:pathLst>
              <a:path w="104775" h="417195">
                <a:moveTo>
                  <a:pt x="69850" y="104775"/>
                </a:moveTo>
                <a:lnTo>
                  <a:pt x="34925" y="104775"/>
                </a:lnTo>
                <a:lnTo>
                  <a:pt x="34925" y="409291"/>
                </a:lnTo>
                <a:lnTo>
                  <a:pt x="42744" y="417109"/>
                </a:lnTo>
                <a:lnTo>
                  <a:pt x="62032" y="417109"/>
                </a:lnTo>
                <a:lnTo>
                  <a:pt x="69850" y="409291"/>
                </a:lnTo>
                <a:lnTo>
                  <a:pt x="69850" y="104775"/>
                </a:lnTo>
                <a:close/>
              </a:path>
              <a:path w="104775" h="417195">
                <a:moveTo>
                  <a:pt x="52387" y="0"/>
                </a:moveTo>
                <a:lnTo>
                  <a:pt x="0" y="104776"/>
                </a:lnTo>
                <a:lnTo>
                  <a:pt x="34925" y="104775"/>
                </a:lnTo>
                <a:lnTo>
                  <a:pt x="34925" y="77669"/>
                </a:lnTo>
                <a:lnTo>
                  <a:pt x="42743" y="69851"/>
                </a:lnTo>
                <a:lnTo>
                  <a:pt x="87312" y="69850"/>
                </a:lnTo>
                <a:lnTo>
                  <a:pt x="52387" y="0"/>
                </a:lnTo>
                <a:close/>
              </a:path>
              <a:path w="104775" h="417195">
                <a:moveTo>
                  <a:pt x="62031" y="69850"/>
                </a:moveTo>
                <a:lnTo>
                  <a:pt x="42743" y="69851"/>
                </a:lnTo>
                <a:lnTo>
                  <a:pt x="34925" y="77669"/>
                </a:lnTo>
                <a:lnTo>
                  <a:pt x="34925" y="104775"/>
                </a:lnTo>
                <a:lnTo>
                  <a:pt x="69850" y="104775"/>
                </a:lnTo>
                <a:lnTo>
                  <a:pt x="69850" y="77669"/>
                </a:lnTo>
                <a:lnTo>
                  <a:pt x="62031" y="69850"/>
                </a:lnTo>
                <a:close/>
              </a:path>
              <a:path w="104775" h="417195">
                <a:moveTo>
                  <a:pt x="87312" y="69850"/>
                </a:moveTo>
                <a:lnTo>
                  <a:pt x="62031" y="69850"/>
                </a:lnTo>
                <a:lnTo>
                  <a:pt x="69850" y="77669"/>
                </a:lnTo>
                <a:lnTo>
                  <a:pt x="69850" y="104775"/>
                </a:lnTo>
                <a:lnTo>
                  <a:pt x="104775" y="104775"/>
                </a:lnTo>
                <a:lnTo>
                  <a:pt x="87312" y="69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4134" y="4605900"/>
            <a:ext cx="494665" cy="505459"/>
          </a:xfrm>
          <a:custGeom>
            <a:avLst/>
            <a:gdLst/>
            <a:ahLst/>
            <a:cxnLst/>
            <a:rect l="l" t="t" r="r" b="b"/>
            <a:pathLst>
              <a:path w="494665" h="505460">
                <a:moveTo>
                  <a:pt x="247083" y="0"/>
                </a:moveTo>
                <a:lnTo>
                  <a:pt x="202669" y="4068"/>
                </a:lnTo>
                <a:lnTo>
                  <a:pt x="160867" y="15796"/>
                </a:lnTo>
                <a:lnTo>
                  <a:pt x="122375" y="34473"/>
                </a:lnTo>
                <a:lnTo>
                  <a:pt x="87890" y="59383"/>
                </a:lnTo>
                <a:lnTo>
                  <a:pt x="58110" y="89815"/>
                </a:lnTo>
                <a:lnTo>
                  <a:pt x="33734" y="125056"/>
                </a:lnTo>
                <a:lnTo>
                  <a:pt x="15458" y="164391"/>
                </a:lnTo>
                <a:lnTo>
                  <a:pt x="3980" y="207108"/>
                </a:lnTo>
                <a:lnTo>
                  <a:pt x="0" y="252495"/>
                </a:lnTo>
                <a:lnTo>
                  <a:pt x="3980" y="297881"/>
                </a:lnTo>
                <a:lnTo>
                  <a:pt x="15458" y="340599"/>
                </a:lnTo>
                <a:lnTo>
                  <a:pt x="33734" y="379934"/>
                </a:lnTo>
                <a:lnTo>
                  <a:pt x="58110" y="415174"/>
                </a:lnTo>
                <a:lnTo>
                  <a:pt x="87890" y="445606"/>
                </a:lnTo>
                <a:lnTo>
                  <a:pt x="122375" y="470517"/>
                </a:lnTo>
                <a:lnTo>
                  <a:pt x="160867" y="489193"/>
                </a:lnTo>
                <a:lnTo>
                  <a:pt x="202669" y="500922"/>
                </a:lnTo>
                <a:lnTo>
                  <a:pt x="247083" y="504990"/>
                </a:lnTo>
                <a:lnTo>
                  <a:pt x="291496" y="500922"/>
                </a:lnTo>
                <a:lnTo>
                  <a:pt x="333298" y="489193"/>
                </a:lnTo>
                <a:lnTo>
                  <a:pt x="371790" y="470517"/>
                </a:lnTo>
                <a:lnTo>
                  <a:pt x="406275" y="445606"/>
                </a:lnTo>
                <a:lnTo>
                  <a:pt x="436055" y="415174"/>
                </a:lnTo>
                <a:lnTo>
                  <a:pt x="460431" y="379934"/>
                </a:lnTo>
                <a:lnTo>
                  <a:pt x="478707" y="340599"/>
                </a:lnTo>
                <a:lnTo>
                  <a:pt x="490185" y="297881"/>
                </a:lnTo>
                <a:lnTo>
                  <a:pt x="494166" y="252495"/>
                </a:lnTo>
                <a:lnTo>
                  <a:pt x="490185" y="207108"/>
                </a:lnTo>
                <a:lnTo>
                  <a:pt x="478707" y="164391"/>
                </a:lnTo>
                <a:lnTo>
                  <a:pt x="460431" y="125056"/>
                </a:lnTo>
                <a:lnTo>
                  <a:pt x="436055" y="89815"/>
                </a:lnTo>
                <a:lnTo>
                  <a:pt x="406275" y="59383"/>
                </a:lnTo>
                <a:lnTo>
                  <a:pt x="371790" y="34473"/>
                </a:lnTo>
                <a:lnTo>
                  <a:pt x="333298" y="15796"/>
                </a:lnTo>
                <a:lnTo>
                  <a:pt x="291496" y="4068"/>
                </a:lnTo>
                <a:lnTo>
                  <a:pt x="24708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10086" y="4621644"/>
            <a:ext cx="494665" cy="505459"/>
          </a:xfrm>
          <a:custGeom>
            <a:avLst/>
            <a:gdLst/>
            <a:ahLst/>
            <a:cxnLst/>
            <a:rect l="l" t="t" r="r" b="b"/>
            <a:pathLst>
              <a:path w="494665" h="505460">
                <a:moveTo>
                  <a:pt x="247082" y="0"/>
                </a:moveTo>
                <a:lnTo>
                  <a:pt x="202669" y="4068"/>
                </a:lnTo>
                <a:lnTo>
                  <a:pt x="160867" y="15796"/>
                </a:lnTo>
                <a:lnTo>
                  <a:pt x="122375" y="34472"/>
                </a:lnTo>
                <a:lnTo>
                  <a:pt x="87890" y="59383"/>
                </a:lnTo>
                <a:lnTo>
                  <a:pt x="58110" y="89815"/>
                </a:lnTo>
                <a:lnTo>
                  <a:pt x="33734" y="125055"/>
                </a:lnTo>
                <a:lnTo>
                  <a:pt x="15458" y="164391"/>
                </a:lnTo>
                <a:lnTo>
                  <a:pt x="3980" y="207108"/>
                </a:lnTo>
                <a:lnTo>
                  <a:pt x="0" y="252495"/>
                </a:lnTo>
                <a:lnTo>
                  <a:pt x="3980" y="297881"/>
                </a:lnTo>
                <a:lnTo>
                  <a:pt x="15458" y="340598"/>
                </a:lnTo>
                <a:lnTo>
                  <a:pt x="33734" y="379933"/>
                </a:lnTo>
                <a:lnTo>
                  <a:pt x="58110" y="415173"/>
                </a:lnTo>
                <a:lnTo>
                  <a:pt x="87890" y="445605"/>
                </a:lnTo>
                <a:lnTo>
                  <a:pt x="122375" y="470516"/>
                </a:lnTo>
                <a:lnTo>
                  <a:pt x="160867" y="489192"/>
                </a:lnTo>
                <a:lnTo>
                  <a:pt x="202669" y="500920"/>
                </a:lnTo>
                <a:lnTo>
                  <a:pt x="247082" y="504988"/>
                </a:lnTo>
                <a:lnTo>
                  <a:pt x="291496" y="500920"/>
                </a:lnTo>
                <a:lnTo>
                  <a:pt x="333298" y="489192"/>
                </a:lnTo>
                <a:lnTo>
                  <a:pt x="371790" y="470516"/>
                </a:lnTo>
                <a:lnTo>
                  <a:pt x="406275" y="445605"/>
                </a:lnTo>
                <a:lnTo>
                  <a:pt x="436055" y="415173"/>
                </a:lnTo>
                <a:lnTo>
                  <a:pt x="460432" y="379933"/>
                </a:lnTo>
                <a:lnTo>
                  <a:pt x="478708" y="340598"/>
                </a:lnTo>
                <a:lnTo>
                  <a:pt x="490185" y="297881"/>
                </a:lnTo>
                <a:lnTo>
                  <a:pt x="494166" y="252495"/>
                </a:lnTo>
                <a:lnTo>
                  <a:pt x="490185" y="207108"/>
                </a:lnTo>
                <a:lnTo>
                  <a:pt x="478708" y="164391"/>
                </a:lnTo>
                <a:lnTo>
                  <a:pt x="460432" y="125055"/>
                </a:lnTo>
                <a:lnTo>
                  <a:pt x="436055" y="89815"/>
                </a:lnTo>
                <a:lnTo>
                  <a:pt x="406275" y="59383"/>
                </a:lnTo>
                <a:lnTo>
                  <a:pt x="371790" y="34472"/>
                </a:lnTo>
                <a:lnTo>
                  <a:pt x="333298" y="15796"/>
                </a:lnTo>
                <a:lnTo>
                  <a:pt x="291496" y="4068"/>
                </a:lnTo>
                <a:lnTo>
                  <a:pt x="2470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23825" y="4165748"/>
            <a:ext cx="384810" cy="457834"/>
          </a:xfrm>
          <a:custGeom>
            <a:avLst/>
            <a:gdLst/>
            <a:ahLst/>
            <a:cxnLst/>
            <a:rect l="l" t="t" r="r" b="b"/>
            <a:pathLst>
              <a:path w="384809" h="457835">
                <a:moveTo>
                  <a:pt x="304105" y="69262"/>
                </a:moveTo>
                <a:lnTo>
                  <a:pt x="3983" y="428965"/>
                </a:lnTo>
                <a:lnTo>
                  <a:pt x="682" y="435063"/>
                </a:lnTo>
                <a:lnTo>
                  <a:pt x="0" y="441722"/>
                </a:lnTo>
                <a:lnTo>
                  <a:pt x="1864" y="448152"/>
                </a:lnTo>
                <a:lnTo>
                  <a:pt x="6204" y="453560"/>
                </a:lnTo>
                <a:lnTo>
                  <a:pt x="12302" y="456861"/>
                </a:lnTo>
                <a:lnTo>
                  <a:pt x="18962" y="457543"/>
                </a:lnTo>
                <a:lnTo>
                  <a:pt x="25391" y="455679"/>
                </a:lnTo>
                <a:lnTo>
                  <a:pt x="30800" y="451340"/>
                </a:lnTo>
                <a:lnTo>
                  <a:pt x="330922" y="91637"/>
                </a:lnTo>
                <a:lnTo>
                  <a:pt x="304105" y="69262"/>
                </a:lnTo>
                <a:close/>
              </a:path>
              <a:path w="384809" h="457835">
                <a:moveTo>
                  <a:pt x="372923" y="49650"/>
                </a:moveTo>
                <a:lnTo>
                  <a:pt x="327130" y="49650"/>
                </a:lnTo>
                <a:lnTo>
                  <a:pt x="333789" y="50332"/>
                </a:lnTo>
                <a:lnTo>
                  <a:pt x="339888" y="53633"/>
                </a:lnTo>
                <a:lnTo>
                  <a:pt x="344228" y="59041"/>
                </a:lnTo>
                <a:lnTo>
                  <a:pt x="346092" y="65471"/>
                </a:lnTo>
                <a:lnTo>
                  <a:pt x="345410" y="72131"/>
                </a:lnTo>
                <a:lnTo>
                  <a:pt x="342109" y="78229"/>
                </a:lnTo>
                <a:lnTo>
                  <a:pt x="330922" y="91637"/>
                </a:lnTo>
                <a:lnTo>
                  <a:pt x="357738" y="114011"/>
                </a:lnTo>
                <a:lnTo>
                  <a:pt x="372923" y="49650"/>
                </a:lnTo>
                <a:close/>
              </a:path>
              <a:path w="384809" h="457835">
                <a:moveTo>
                  <a:pt x="327130" y="49650"/>
                </a:moveTo>
                <a:lnTo>
                  <a:pt x="320700" y="51514"/>
                </a:lnTo>
                <a:lnTo>
                  <a:pt x="315292" y="55854"/>
                </a:lnTo>
                <a:lnTo>
                  <a:pt x="304105" y="69262"/>
                </a:lnTo>
                <a:lnTo>
                  <a:pt x="330922" y="91637"/>
                </a:lnTo>
                <a:lnTo>
                  <a:pt x="342109" y="78229"/>
                </a:lnTo>
                <a:lnTo>
                  <a:pt x="345410" y="72131"/>
                </a:lnTo>
                <a:lnTo>
                  <a:pt x="346092" y="65471"/>
                </a:lnTo>
                <a:lnTo>
                  <a:pt x="344228" y="59041"/>
                </a:lnTo>
                <a:lnTo>
                  <a:pt x="339888" y="53633"/>
                </a:lnTo>
                <a:lnTo>
                  <a:pt x="333789" y="50332"/>
                </a:lnTo>
                <a:lnTo>
                  <a:pt x="327130" y="49650"/>
                </a:lnTo>
                <a:close/>
              </a:path>
              <a:path w="384809" h="457835">
                <a:moveTo>
                  <a:pt x="384637" y="0"/>
                </a:moveTo>
                <a:lnTo>
                  <a:pt x="277288" y="46888"/>
                </a:lnTo>
                <a:lnTo>
                  <a:pt x="304105" y="69262"/>
                </a:lnTo>
                <a:lnTo>
                  <a:pt x="315292" y="55854"/>
                </a:lnTo>
                <a:lnTo>
                  <a:pt x="320700" y="51514"/>
                </a:lnTo>
                <a:lnTo>
                  <a:pt x="327130" y="49650"/>
                </a:lnTo>
                <a:lnTo>
                  <a:pt x="372923" y="49650"/>
                </a:lnTo>
                <a:lnTo>
                  <a:pt x="3846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08462" y="4165748"/>
            <a:ext cx="366395" cy="473709"/>
          </a:xfrm>
          <a:custGeom>
            <a:avLst/>
            <a:gdLst/>
            <a:ahLst/>
            <a:cxnLst/>
            <a:rect l="l" t="t" r="r" b="b"/>
            <a:pathLst>
              <a:path w="366394" h="473710">
                <a:moveTo>
                  <a:pt x="77524" y="72612"/>
                </a:moveTo>
                <a:lnTo>
                  <a:pt x="49784" y="93830"/>
                </a:lnTo>
                <a:lnTo>
                  <a:pt x="334832" y="466502"/>
                </a:lnTo>
                <a:lnTo>
                  <a:pt x="340052" y="471068"/>
                </a:lnTo>
                <a:lnTo>
                  <a:pt x="346396" y="473203"/>
                </a:lnTo>
                <a:lnTo>
                  <a:pt x="353079" y="472803"/>
                </a:lnTo>
                <a:lnTo>
                  <a:pt x="359311" y="469764"/>
                </a:lnTo>
                <a:lnTo>
                  <a:pt x="363877" y="464544"/>
                </a:lnTo>
                <a:lnTo>
                  <a:pt x="366012" y="458199"/>
                </a:lnTo>
                <a:lnTo>
                  <a:pt x="365612" y="451517"/>
                </a:lnTo>
                <a:lnTo>
                  <a:pt x="362573" y="445284"/>
                </a:lnTo>
                <a:lnTo>
                  <a:pt x="77524" y="72612"/>
                </a:lnTo>
                <a:close/>
              </a:path>
              <a:path w="366394" h="473710">
                <a:moveTo>
                  <a:pt x="0" y="0"/>
                </a:moveTo>
                <a:lnTo>
                  <a:pt x="22043" y="115049"/>
                </a:lnTo>
                <a:lnTo>
                  <a:pt x="49784" y="93830"/>
                </a:lnTo>
                <a:lnTo>
                  <a:pt x="39175" y="79960"/>
                </a:lnTo>
                <a:lnTo>
                  <a:pt x="36135" y="73728"/>
                </a:lnTo>
                <a:lnTo>
                  <a:pt x="55351" y="52042"/>
                </a:lnTo>
                <a:lnTo>
                  <a:pt x="104418" y="52042"/>
                </a:lnTo>
                <a:lnTo>
                  <a:pt x="105265" y="51394"/>
                </a:lnTo>
                <a:lnTo>
                  <a:pt x="0" y="0"/>
                </a:lnTo>
                <a:close/>
              </a:path>
              <a:path w="366394" h="473710">
                <a:moveTo>
                  <a:pt x="55351" y="52042"/>
                </a:moveTo>
                <a:lnTo>
                  <a:pt x="48669" y="52441"/>
                </a:lnTo>
                <a:lnTo>
                  <a:pt x="42436" y="55481"/>
                </a:lnTo>
                <a:lnTo>
                  <a:pt x="37871" y="60701"/>
                </a:lnTo>
                <a:lnTo>
                  <a:pt x="35736" y="67045"/>
                </a:lnTo>
                <a:lnTo>
                  <a:pt x="36135" y="73728"/>
                </a:lnTo>
                <a:lnTo>
                  <a:pt x="39175" y="79960"/>
                </a:lnTo>
                <a:lnTo>
                  <a:pt x="49784" y="93830"/>
                </a:lnTo>
                <a:lnTo>
                  <a:pt x="77524" y="72612"/>
                </a:lnTo>
                <a:lnTo>
                  <a:pt x="66915" y="58742"/>
                </a:lnTo>
                <a:lnTo>
                  <a:pt x="61696" y="54177"/>
                </a:lnTo>
                <a:lnTo>
                  <a:pt x="55351" y="52042"/>
                </a:lnTo>
                <a:close/>
              </a:path>
              <a:path w="366394" h="473710">
                <a:moveTo>
                  <a:pt x="104418" y="52042"/>
                </a:moveTo>
                <a:lnTo>
                  <a:pt x="55351" y="52042"/>
                </a:lnTo>
                <a:lnTo>
                  <a:pt x="61696" y="54177"/>
                </a:lnTo>
                <a:lnTo>
                  <a:pt x="66915" y="58742"/>
                </a:lnTo>
                <a:lnTo>
                  <a:pt x="77524" y="72612"/>
                </a:lnTo>
                <a:lnTo>
                  <a:pt x="104418" y="520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1378" y="4051486"/>
            <a:ext cx="494665" cy="114300"/>
          </a:xfrm>
          <a:custGeom>
            <a:avLst/>
            <a:gdLst/>
            <a:ahLst/>
            <a:cxnLst/>
            <a:rect l="l" t="t" r="r" b="b"/>
            <a:pathLst>
              <a:path w="494665" h="114300">
                <a:moveTo>
                  <a:pt x="0" y="0"/>
                </a:moveTo>
                <a:lnTo>
                  <a:pt x="494166" y="0"/>
                </a:lnTo>
                <a:lnTo>
                  <a:pt x="494166" y="114261"/>
                </a:lnTo>
                <a:lnTo>
                  <a:pt x="0" y="114261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61378" y="4051486"/>
            <a:ext cx="494665" cy="114300"/>
          </a:xfrm>
          <a:custGeom>
            <a:avLst/>
            <a:gdLst/>
            <a:ahLst/>
            <a:cxnLst/>
            <a:rect l="l" t="t" r="r" b="b"/>
            <a:pathLst>
              <a:path w="494665" h="114300">
                <a:moveTo>
                  <a:pt x="0" y="0"/>
                </a:moveTo>
                <a:lnTo>
                  <a:pt x="494166" y="0"/>
                </a:lnTo>
                <a:lnTo>
                  <a:pt x="494166" y="114262"/>
                </a:lnTo>
                <a:lnTo>
                  <a:pt x="0" y="114262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72000" y="4552713"/>
            <a:ext cx="494665" cy="505459"/>
          </a:xfrm>
          <a:custGeom>
            <a:avLst/>
            <a:gdLst/>
            <a:ahLst/>
            <a:cxnLst/>
            <a:rect l="l" t="t" r="r" b="b"/>
            <a:pathLst>
              <a:path w="494664" h="505460">
                <a:moveTo>
                  <a:pt x="247082" y="0"/>
                </a:moveTo>
                <a:lnTo>
                  <a:pt x="202669" y="4068"/>
                </a:lnTo>
                <a:lnTo>
                  <a:pt x="160867" y="15796"/>
                </a:lnTo>
                <a:lnTo>
                  <a:pt x="122375" y="34473"/>
                </a:lnTo>
                <a:lnTo>
                  <a:pt x="87890" y="59383"/>
                </a:lnTo>
                <a:lnTo>
                  <a:pt x="58110" y="89815"/>
                </a:lnTo>
                <a:lnTo>
                  <a:pt x="33734" y="125056"/>
                </a:lnTo>
                <a:lnTo>
                  <a:pt x="15458" y="164391"/>
                </a:lnTo>
                <a:lnTo>
                  <a:pt x="3980" y="207108"/>
                </a:lnTo>
                <a:lnTo>
                  <a:pt x="0" y="252495"/>
                </a:lnTo>
                <a:lnTo>
                  <a:pt x="3980" y="297881"/>
                </a:lnTo>
                <a:lnTo>
                  <a:pt x="15458" y="340599"/>
                </a:lnTo>
                <a:lnTo>
                  <a:pt x="33734" y="379934"/>
                </a:lnTo>
                <a:lnTo>
                  <a:pt x="58110" y="415174"/>
                </a:lnTo>
                <a:lnTo>
                  <a:pt x="87890" y="445606"/>
                </a:lnTo>
                <a:lnTo>
                  <a:pt x="122375" y="470517"/>
                </a:lnTo>
                <a:lnTo>
                  <a:pt x="160867" y="489193"/>
                </a:lnTo>
                <a:lnTo>
                  <a:pt x="202669" y="500922"/>
                </a:lnTo>
                <a:lnTo>
                  <a:pt x="247082" y="504990"/>
                </a:lnTo>
                <a:lnTo>
                  <a:pt x="291495" y="500922"/>
                </a:lnTo>
                <a:lnTo>
                  <a:pt x="333297" y="489193"/>
                </a:lnTo>
                <a:lnTo>
                  <a:pt x="371790" y="470517"/>
                </a:lnTo>
                <a:lnTo>
                  <a:pt x="406275" y="445606"/>
                </a:lnTo>
                <a:lnTo>
                  <a:pt x="436054" y="415174"/>
                </a:lnTo>
                <a:lnTo>
                  <a:pt x="460431" y="379934"/>
                </a:lnTo>
                <a:lnTo>
                  <a:pt x="478707" y="340599"/>
                </a:lnTo>
                <a:lnTo>
                  <a:pt x="490185" y="297881"/>
                </a:lnTo>
                <a:lnTo>
                  <a:pt x="494165" y="252495"/>
                </a:lnTo>
                <a:lnTo>
                  <a:pt x="490185" y="207108"/>
                </a:lnTo>
                <a:lnTo>
                  <a:pt x="478707" y="164391"/>
                </a:lnTo>
                <a:lnTo>
                  <a:pt x="460431" y="125056"/>
                </a:lnTo>
                <a:lnTo>
                  <a:pt x="436054" y="89815"/>
                </a:lnTo>
                <a:lnTo>
                  <a:pt x="406275" y="59383"/>
                </a:lnTo>
                <a:lnTo>
                  <a:pt x="371790" y="34473"/>
                </a:lnTo>
                <a:lnTo>
                  <a:pt x="333297" y="15796"/>
                </a:lnTo>
                <a:lnTo>
                  <a:pt x="291495" y="4068"/>
                </a:lnTo>
                <a:lnTo>
                  <a:pt x="2470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384089" y="4552713"/>
            <a:ext cx="494665" cy="505459"/>
          </a:xfrm>
          <a:custGeom>
            <a:avLst/>
            <a:gdLst/>
            <a:ahLst/>
            <a:cxnLst/>
            <a:rect l="l" t="t" r="r" b="b"/>
            <a:pathLst>
              <a:path w="494664" h="505460">
                <a:moveTo>
                  <a:pt x="247082" y="0"/>
                </a:moveTo>
                <a:lnTo>
                  <a:pt x="202668" y="4068"/>
                </a:lnTo>
                <a:lnTo>
                  <a:pt x="160867" y="15796"/>
                </a:lnTo>
                <a:lnTo>
                  <a:pt x="122374" y="34473"/>
                </a:lnTo>
                <a:lnTo>
                  <a:pt x="87890" y="59383"/>
                </a:lnTo>
                <a:lnTo>
                  <a:pt x="58110" y="89815"/>
                </a:lnTo>
                <a:lnTo>
                  <a:pt x="33733" y="125056"/>
                </a:lnTo>
                <a:lnTo>
                  <a:pt x="15458" y="164391"/>
                </a:lnTo>
                <a:lnTo>
                  <a:pt x="3980" y="207108"/>
                </a:lnTo>
                <a:lnTo>
                  <a:pt x="0" y="252495"/>
                </a:lnTo>
                <a:lnTo>
                  <a:pt x="3980" y="297881"/>
                </a:lnTo>
                <a:lnTo>
                  <a:pt x="15458" y="340599"/>
                </a:lnTo>
                <a:lnTo>
                  <a:pt x="33733" y="379934"/>
                </a:lnTo>
                <a:lnTo>
                  <a:pt x="58110" y="415174"/>
                </a:lnTo>
                <a:lnTo>
                  <a:pt x="87890" y="445606"/>
                </a:lnTo>
                <a:lnTo>
                  <a:pt x="122374" y="470517"/>
                </a:lnTo>
                <a:lnTo>
                  <a:pt x="160867" y="489193"/>
                </a:lnTo>
                <a:lnTo>
                  <a:pt x="202668" y="500922"/>
                </a:lnTo>
                <a:lnTo>
                  <a:pt x="247082" y="504990"/>
                </a:lnTo>
                <a:lnTo>
                  <a:pt x="291495" y="500922"/>
                </a:lnTo>
                <a:lnTo>
                  <a:pt x="333297" y="489193"/>
                </a:lnTo>
                <a:lnTo>
                  <a:pt x="371790" y="470517"/>
                </a:lnTo>
                <a:lnTo>
                  <a:pt x="406275" y="445606"/>
                </a:lnTo>
                <a:lnTo>
                  <a:pt x="436054" y="415174"/>
                </a:lnTo>
                <a:lnTo>
                  <a:pt x="460431" y="379934"/>
                </a:lnTo>
                <a:lnTo>
                  <a:pt x="478707" y="340599"/>
                </a:lnTo>
                <a:lnTo>
                  <a:pt x="490185" y="297881"/>
                </a:lnTo>
                <a:lnTo>
                  <a:pt x="494165" y="252495"/>
                </a:lnTo>
                <a:lnTo>
                  <a:pt x="490185" y="207108"/>
                </a:lnTo>
                <a:lnTo>
                  <a:pt x="478707" y="164391"/>
                </a:lnTo>
                <a:lnTo>
                  <a:pt x="460431" y="125056"/>
                </a:lnTo>
                <a:lnTo>
                  <a:pt x="436054" y="89815"/>
                </a:lnTo>
                <a:lnTo>
                  <a:pt x="406275" y="59383"/>
                </a:lnTo>
                <a:lnTo>
                  <a:pt x="371790" y="34473"/>
                </a:lnTo>
                <a:lnTo>
                  <a:pt x="333297" y="15796"/>
                </a:lnTo>
                <a:lnTo>
                  <a:pt x="291495" y="4068"/>
                </a:lnTo>
                <a:lnTo>
                  <a:pt x="2470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105751" y="3432169"/>
            <a:ext cx="2223135" cy="1297305"/>
          </a:xfrm>
          <a:custGeom>
            <a:avLst/>
            <a:gdLst/>
            <a:ahLst/>
            <a:cxnLst/>
            <a:rect l="l" t="t" r="r" b="b"/>
            <a:pathLst>
              <a:path w="2223135" h="1297304">
                <a:moveTo>
                  <a:pt x="0" y="1296989"/>
                </a:moveTo>
                <a:lnTo>
                  <a:pt x="727" y="1221360"/>
                </a:lnTo>
                <a:lnTo>
                  <a:pt x="2854" y="1148295"/>
                </a:lnTo>
                <a:lnTo>
                  <a:pt x="6300" y="1078278"/>
                </a:lnTo>
                <a:lnTo>
                  <a:pt x="10985" y="1011797"/>
                </a:lnTo>
                <a:lnTo>
                  <a:pt x="16826" y="949338"/>
                </a:lnTo>
                <a:lnTo>
                  <a:pt x="23743" y="891388"/>
                </a:lnTo>
                <a:lnTo>
                  <a:pt x="31655" y="838434"/>
                </a:lnTo>
                <a:lnTo>
                  <a:pt x="40480" y="790961"/>
                </a:lnTo>
                <a:lnTo>
                  <a:pt x="50138" y="749457"/>
                </a:lnTo>
                <a:lnTo>
                  <a:pt x="71627" y="686300"/>
                </a:lnTo>
                <a:lnTo>
                  <a:pt x="95473" y="652857"/>
                </a:lnTo>
                <a:lnTo>
                  <a:pt x="108077" y="648494"/>
                </a:lnTo>
                <a:lnTo>
                  <a:pt x="1003202" y="648494"/>
                </a:lnTo>
                <a:lnTo>
                  <a:pt x="1015806" y="644131"/>
                </a:lnTo>
                <a:lnTo>
                  <a:pt x="1039652" y="610687"/>
                </a:lnTo>
                <a:lnTo>
                  <a:pt x="1061141" y="547531"/>
                </a:lnTo>
                <a:lnTo>
                  <a:pt x="1070799" y="506027"/>
                </a:lnTo>
                <a:lnTo>
                  <a:pt x="1079624" y="458554"/>
                </a:lnTo>
                <a:lnTo>
                  <a:pt x="1087536" y="405600"/>
                </a:lnTo>
                <a:lnTo>
                  <a:pt x="1094453" y="347650"/>
                </a:lnTo>
                <a:lnTo>
                  <a:pt x="1100294" y="285191"/>
                </a:lnTo>
                <a:lnTo>
                  <a:pt x="1104979" y="218710"/>
                </a:lnTo>
                <a:lnTo>
                  <a:pt x="1108425" y="148693"/>
                </a:lnTo>
                <a:lnTo>
                  <a:pt x="1110552" y="75628"/>
                </a:lnTo>
                <a:lnTo>
                  <a:pt x="1111280" y="0"/>
                </a:lnTo>
                <a:lnTo>
                  <a:pt x="1112007" y="75628"/>
                </a:lnTo>
                <a:lnTo>
                  <a:pt x="1114134" y="148693"/>
                </a:lnTo>
                <a:lnTo>
                  <a:pt x="1117580" y="218710"/>
                </a:lnTo>
                <a:lnTo>
                  <a:pt x="1122265" y="285191"/>
                </a:lnTo>
                <a:lnTo>
                  <a:pt x="1128106" y="347650"/>
                </a:lnTo>
                <a:lnTo>
                  <a:pt x="1135023" y="405600"/>
                </a:lnTo>
                <a:lnTo>
                  <a:pt x="1142935" y="458554"/>
                </a:lnTo>
                <a:lnTo>
                  <a:pt x="1151760" y="506027"/>
                </a:lnTo>
                <a:lnTo>
                  <a:pt x="1161418" y="547531"/>
                </a:lnTo>
                <a:lnTo>
                  <a:pt x="1182907" y="610687"/>
                </a:lnTo>
                <a:lnTo>
                  <a:pt x="1206753" y="644131"/>
                </a:lnTo>
                <a:lnTo>
                  <a:pt x="1219358" y="648494"/>
                </a:lnTo>
                <a:lnTo>
                  <a:pt x="2114482" y="648494"/>
                </a:lnTo>
                <a:lnTo>
                  <a:pt x="2127086" y="652857"/>
                </a:lnTo>
                <a:lnTo>
                  <a:pt x="2150932" y="686300"/>
                </a:lnTo>
                <a:lnTo>
                  <a:pt x="2172421" y="749457"/>
                </a:lnTo>
                <a:lnTo>
                  <a:pt x="2182079" y="790961"/>
                </a:lnTo>
                <a:lnTo>
                  <a:pt x="2190904" y="838434"/>
                </a:lnTo>
                <a:lnTo>
                  <a:pt x="2198816" y="891388"/>
                </a:lnTo>
                <a:lnTo>
                  <a:pt x="2205733" y="949338"/>
                </a:lnTo>
                <a:lnTo>
                  <a:pt x="2211574" y="1011797"/>
                </a:lnTo>
                <a:lnTo>
                  <a:pt x="2216259" y="1078278"/>
                </a:lnTo>
                <a:lnTo>
                  <a:pt x="2219705" y="1148295"/>
                </a:lnTo>
                <a:lnTo>
                  <a:pt x="2221832" y="1221360"/>
                </a:lnTo>
                <a:lnTo>
                  <a:pt x="2222560" y="1296989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87491" y="3651839"/>
            <a:ext cx="1415415" cy="784860"/>
          </a:xfrm>
          <a:custGeom>
            <a:avLst/>
            <a:gdLst/>
            <a:ahLst/>
            <a:cxnLst/>
            <a:rect l="l" t="t" r="r" b="b"/>
            <a:pathLst>
              <a:path w="1415415" h="784860">
                <a:moveTo>
                  <a:pt x="0" y="130789"/>
                </a:moveTo>
                <a:lnTo>
                  <a:pt x="10278" y="79880"/>
                </a:lnTo>
                <a:lnTo>
                  <a:pt x="38307" y="38307"/>
                </a:lnTo>
                <a:lnTo>
                  <a:pt x="79880" y="10278"/>
                </a:lnTo>
                <a:lnTo>
                  <a:pt x="130789" y="0"/>
                </a:lnTo>
                <a:lnTo>
                  <a:pt x="1284502" y="0"/>
                </a:lnTo>
                <a:lnTo>
                  <a:pt x="1335411" y="10278"/>
                </a:lnTo>
                <a:lnTo>
                  <a:pt x="1376983" y="38307"/>
                </a:lnTo>
                <a:lnTo>
                  <a:pt x="1405013" y="79880"/>
                </a:lnTo>
                <a:lnTo>
                  <a:pt x="1415291" y="130789"/>
                </a:lnTo>
                <a:lnTo>
                  <a:pt x="1415291" y="653929"/>
                </a:lnTo>
                <a:lnTo>
                  <a:pt x="1405013" y="704838"/>
                </a:lnTo>
                <a:lnTo>
                  <a:pt x="1376983" y="746411"/>
                </a:lnTo>
                <a:lnTo>
                  <a:pt x="1335411" y="774440"/>
                </a:lnTo>
                <a:lnTo>
                  <a:pt x="1284502" y="784719"/>
                </a:lnTo>
                <a:lnTo>
                  <a:pt x="130789" y="784719"/>
                </a:lnTo>
                <a:lnTo>
                  <a:pt x="79880" y="774440"/>
                </a:lnTo>
                <a:lnTo>
                  <a:pt x="38307" y="746411"/>
                </a:lnTo>
                <a:lnTo>
                  <a:pt x="10278" y="704838"/>
                </a:lnTo>
                <a:lnTo>
                  <a:pt x="0" y="653929"/>
                </a:lnTo>
                <a:lnTo>
                  <a:pt x="0" y="13078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21616" y="4386649"/>
            <a:ext cx="1815464" cy="784860"/>
          </a:xfrm>
          <a:custGeom>
            <a:avLst/>
            <a:gdLst/>
            <a:ahLst/>
            <a:cxnLst/>
            <a:rect l="l" t="t" r="r" b="b"/>
            <a:pathLst>
              <a:path w="1815464" h="784860">
                <a:moveTo>
                  <a:pt x="0" y="130788"/>
                </a:moveTo>
                <a:lnTo>
                  <a:pt x="10278" y="79879"/>
                </a:lnTo>
                <a:lnTo>
                  <a:pt x="38307" y="38307"/>
                </a:lnTo>
                <a:lnTo>
                  <a:pt x="79879" y="10278"/>
                </a:lnTo>
                <a:lnTo>
                  <a:pt x="130788" y="0"/>
                </a:lnTo>
                <a:lnTo>
                  <a:pt x="1684473" y="0"/>
                </a:lnTo>
                <a:lnTo>
                  <a:pt x="1735381" y="10278"/>
                </a:lnTo>
                <a:lnTo>
                  <a:pt x="1776954" y="38307"/>
                </a:lnTo>
                <a:lnTo>
                  <a:pt x="1804983" y="79879"/>
                </a:lnTo>
                <a:lnTo>
                  <a:pt x="1815261" y="130788"/>
                </a:lnTo>
                <a:lnTo>
                  <a:pt x="1815261" y="653930"/>
                </a:lnTo>
                <a:lnTo>
                  <a:pt x="1804983" y="704839"/>
                </a:lnTo>
                <a:lnTo>
                  <a:pt x="1776954" y="746411"/>
                </a:lnTo>
                <a:lnTo>
                  <a:pt x="1735381" y="774440"/>
                </a:lnTo>
                <a:lnTo>
                  <a:pt x="1684473" y="784719"/>
                </a:lnTo>
                <a:lnTo>
                  <a:pt x="130788" y="784719"/>
                </a:lnTo>
                <a:lnTo>
                  <a:pt x="79879" y="774440"/>
                </a:lnTo>
                <a:lnTo>
                  <a:pt x="38307" y="746411"/>
                </a:lnTo>
                <a:lnTo>
                  <a:pt x="10278" y="704839"/>
                </a:lnTo>
                <a:lnTo>
                  <a:pt x="0" y="653930"/>
                </a:lnTo>
                <a:lnTo>
                  <a:pt x="0" y="13078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92605" y="4718531"/>
            <a:ext cx="1941830" cy="784860"/>
          </a:xfrm>
          <a:custGeom>
            <a:avLst/>
            <a:gdLst/>
            <a:ahLst/>
            <a:cxnLst/>
            <a:rect l="l" t="t" r="r" b="b"/>
            <a:pathLst>
              <a:path w="1941829" h="784860">
                <a:moveTo>
                  <a:pt x="0" y="130788"/>
                </a:moveTo>
                <a:lnTo>
                  <a:pt x="10278" y="79879"/>
                </a:lnTo>
                <a:lnTo>
                  <a:pt x="38307" y="38307"/>
                </a:lnTo>
                <a:lnTo>
                  <a:pt x="79879" y="10278"/>
                </a:lnTo>
                <a:lnTo>
                  <a:pt x="130788" y="0"/>
                </a:lnTo>
                <a:lnTo>
                  <a:pt x="1810530" y="0"/>
                </a:lnTo>
                <a:lnTo>
                  <a:pt x="1861438" y="10278"/>
                </a:lnTo>
                <a:lnTo>
                  <a:pt x="1903011" y="38307"/>
                </a:lnTo>
                <a:lnTo>
                  <a:pt x="1931040" y="79879"/>
                </a:lnTo>
                <a:lnTo>
                  <a:pt x="1941318" y="130788"/>
                </a:lnTo>
                <a:lnTo>
                  <a:pt x="1941318" y="653930"/>
                </a:lnTo>
                <a:lnTo>
                  <a:pt x="1931040" y="704839"/>
                </a:lnTo>
                <a:lnTo>
                  <a:pt x="1903011" y="746411"/>
                </a:lnTo>
                <a:lnTo>
                  <a:pt x="1861438" y="774440"/>
                </a:lnTo>
                <a:lnTo>
                  <a:pt x="1810530" y="784719"/>
                </a:lnTo>
                <a:lnTo>
                  <a:pt x="130788" y="784719"/>
                </a:lnTo>
                <a:lnTo>
                  <a:pt x="79879" y="774440"/>
                </a:lnTo>
                <a:lnTo>
                  <a:pt x="38307" y="746411"/>
                </a:lnTo>
                <a:lnTo>
                  <a:pt x="10278" y="704839"/>
                </a:lnTo>
                <a:lnTo>
                  <a:pt x="0" y="653930"/>
                </a:lnTo>
                <a:lnTo>
                  <a:pt x="0" y="13078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4437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2379" y="1348740"/>
            <a:ext cx="74485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Next</a:t>
            </a:r>
            <a:r>
              <a:rPr dirty="0" sz="3200" spc="-10"/>
              <a:t>: </a:t>
            </a:r>
            <a:r>
              <a:rPr dirty="0" sz="3200" spc="-60" b="1">
                <a:latin typeface="Calibri"/>
                <a:cs typeface="Calibri"/>
              </a:rPr>
              <a:t>We </a:t>
            </a:r>
            <a:r>
              <a:rPr dirty="0" sz="3200" spc="-15" b="1">
                <a:latin typeface="Calibri"/>
                <a:cs typeface="Calibri"/>
              </a:rPr>
              <a:t>analyze aggregation </a:t>
            </a:r>
            <a:r>
              <a:rPr dirty="0" sz="3200" spc="-5" b="1">
                <a:latin typeface="Calibri"/>
                <a:cs typeface="Calibri"/>
              </a:rPr>
              <a:t>functions </a:t>
            </a:r>
            <a:r>
              <a:rPr dirty="0" sz="3200" b="1">
                <a:latin typeface="Calibri"/>
                <a:cs typeface="Calibri"/>
              </a:rPr>
              <a:t>of  </a:t>
            </a:r>
            <a:r>
              <a:rPr dirty="0" sz="3200" spc="-10" b="1">
                <a:latin typeface="Calibri"/>
                <a:cs typeface="Calibri"/>
              </a:rPr>
              <a:t>two popular </a:t>
            </a:r>
            <a:r>
              <a:rPr dirty="0" sz="3200" spc="-5" b="1">
                <a:latin typeface="Calibri"/>
                <a:cs typeface="Calibri"/>
              </a:rPr>
              <a:t>GNN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models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92573" y="3748587"/>
            <a:ext cx="615315" cy="331470"/>
          </a:xfrm>
          <a:custGeom>
            <a:avLst/>
            <a:gdLst/>
            <a:ahLst/>
            <a:cxnLst/>
            <a:rect l="l" t="t" r="r" b="b"/>
            <a:pathLst>
              <a:path w="615314" h="331470">
                <a:moveTo>
                  <a:pt x="508976" y="0"/>
                </a:moveTo>
                <a:lnTo>
                  <a:pt x="504463" y="0"/>
                </a:lnTo>
                <a:lnTo>
                  <a:pt x="504463" y="13195"/>
                </a:lnTo>
                <a:lnTo>
                  <a:pt x="507067" y="13195"/>
                </a:lnTo>
                <a:lnTo>
                  <a:pt x="518972" y="14014"/>
                </a:lnTo>
                <a:lnTo>
                  <a:pt x="552711" y="33928"/>
                </a:lnTo>
                <a:lnTo>
                  <a:pt x="560720" y="69626"/>
                </a:lnTo>
                <a:lnTo>
                  <a:pt x="560503" y="76061"/>
                </a:lnTo>
                <a:lnTo>
                  <a:pt x="559851" y="83212"/>
                </a:lnTo>
                <a:lnTo>
                  <a:pt x="558766" y="91080"/>
                </a:lnTo>
                <a:lnTo>
                  <a:pt x="557246" y="99664"/>
                </a:lnTo>
                <a:lnTo>
                  <a:pt x="555727" y="107966"/>
                </a:lnTo>
                <a:lnTo>
                  <a:pt x="554642" y="114987"/>
                </a:lnTo>
                <a:lnTo>
                  <a:pt x="553991" y="120728"/>
                </a:lnTo>
                <a:lnTo>
                  <a:pt x="553774" y="125188"/>
                </a:lnTo>
                <a:lnTo>
                  <a:pt x="554317" y="132237"/>
                </a:lnTo>
                <a:lnTo>
                  <a:pt x="583117" y="163388"/>
                </a:lnTo>
                <a:lnTo>
                  <a:pt x="583117" y="166513"/>
                </a:lnTo>
                <a:lnTo>
                  <a:pt x="554317" y="197664"/>
                </a:lnTo>
                <a:lnTo>
                  <a:pt x="553774" y="204712"/>
                </a:lnTo>
                <a:lnTo>
                  <a:pt x="553991" y="209172"/>
                </a:lnTo>
                <a:lnTo>
                  <a:pt x="554642" y="214913"/>
                </a:lnTo>
                <a:lnTo>
                  <a:pt x="555727" y="221935"/>
                </a:lnTo>
                <a:lnTo>
                  <a:pt x="557246" y="230237"/>
                </a:lnTo>
                <a:lnTo>
                  <a:pt x="558766" y="238820"/>
                </a:lnTo>
                <a:lnTo>
                  <a:pt x="559851" y="246688"/>
                </a:lnTo>
                <a:lnTo>
                  <a:pt x="560503" y="253839"/>
                </a:lnTo>
                <a:lnTo>
                  <a:pt x="560720" y="260275"/>
                </a:lnTo>
                <a:lnTo>
                  <a:pt x="559830" y="274843"/>
                </a:lnTo>
                <a:lnTo>
                  <a:pt x="538679" y="310547"/>
                </a:lnTo>
                <a:lnTo>
                  <a:pt x="507067" y="317921"/>
                </a:lnTo>
                <a:lnTo>
                  <a:pt x="504463" y="317921"/>
                </a:lnTo>
                <a:lnTo>
                  <a:pt x="504463" y="331116"/>
                </a:lnTo>
                <a:lnTo>
                  <a:pt x="508976" y="331116"/>
                </a:lnTo>
                <a:lnTo>
                  <a:pt x="528093" y="329690"/>
                </a:lnTo>
                <a:lnTo>
                  <a:pt x="570009" y="312451"/>
                </a:lnTo>
                <a:lnTo>
                  <a:pt x="588973" y="274604"/>
                </a:lnTo>
                <a:lnTo>
                  <a:pt x="590237" y="257149"/>
                </a:lnTo>
                <a:lnTo>
                  <a:pt x="589982" y="249694"/>
                </a:lnTo>
                <a:lnTo>
                  <a:pt x="589217" y="241739"/>
                </a:lnTo>
                <a:lnTo>
                  <a:pt x="587942" y="233286"/>
                </a:lnTo>
                <a:lnTo>
                  <a:pt x="586157" y="224332"/>
                </a:lnTo>
                <a:lnTo>
                  <a:pt x="583436" y="212063"/>
                </a:lnTo>
                <a:lnTo>
                  <a:pt x="582076" y="203843"/>
                </a:lnTo>
                <a:lnTo>
                  <a:pt x="582076" y="191689"/>
                </a:lnTo>
                <a:lnTo>
                  <a:pt x="584826" y="185178"/>
                </a:lnTo>
                <a:lnTo>
                  <a:pt x="615240" y="172069"/>
                </a:lnTo>
                <a:lnTo>
                  <a:pt x="615240" y="157831"/>
                </a:lnTo>
                <a:lnTo>
                  <a:pt x="582076" y="138211"/>
                </a:lnTo>
                <a:lnTo>
                  <a:pt x="582076" y="126056"/>
                </a:lnTo>
                <a:lnTo>
                  <a:pt x="583436" y="117838"/>
                </a:lnTo>
                <a:lnTo>
                  <a:pt x="586157" y="105568"/>
                </a:lnTo>
                <a:lnTo>
                  <a:pt x="587942" y="96615"/>
                </a:lnTo>
                <a:lnTo>
                  <a:pt x="589217" y="88161"/>
                </a:lnTo>
                <a:lnTo>
                  <a:pt x="589982" y="80207"/>
                </a:lnTo>
                <a:lnTo>
                  <a:pt x="590237" y="72751"/>
                </a:lnTo>
                <a:lnTo>
                  <a:pt x="588973" y="55827"/>
                </a:lnTo>
                <a:lnTo>
                  <a:pt x="570009" y="18665"/>
                </a:lnTo>
                <a:lnTo>
                  <a:pt x="528093" y="1426"/>
                </a:lnTo>
                <a:lnTo>
                  <a:pt x="508976" y="0"/>
                </a:lnTo>
                <a:close/>
              </a:path>
              <a:path w="615314" h="331470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9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7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1"/>
                </a:lnTo>
                <a:lnTo>
                  <a:pt x="31803" y="211889"/>
                </a:lnTo>
                <a:lnTo>
                  <a:pt x="29084" y="224158"/>
                </a:lnTo>
                <a:lnTo>
                  <a:pt x="27299" y="233112"/>
                </a:lnTo>
                <a:lnTo>
                  <a:pt x="26023" y="241565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6"/>
                </a:lnTo>
                <a:lnTo>
                  <a:pt x="110778" y="331116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2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5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3"/>
                </a:lnTo>
                <a:lnTo>
                  <a:pt x="59512" y="221761"/>
                </a:lnTo>
                <a:lnTo>
                  <a:pt x="60598" y="214740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4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0"/>
                </a:lnTo>
                <a:lnTo>
                  <a:pt x="56474" y="90906"/>
                </a:lnTo>
                <a:lnTo>
                  <a:pt x="55388" y="83038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60353" y="5539287"/>
            <a:ext cx="615315" cy="331470"/>
          </a:xfrm>
          <a:custGeom>
            <a:avLst/>
            <a:gdLst/>
            <a:ahLst/>
            <a:cxnLst/>
            <a:rect l="l" t="t" r="r" b="b"/>
            <a:pathLst>
              <a:path w="615314" h="331470">
                <a:moveTo>
                  <a:pt x="508976" y="0"/>
                </a:moveTo>
                <a:lnTo>
                  <a:pt x="504463" y="0"/>
                </a:lnTo>
                <a:lnTo>
                  <a:pt x="504463" y="13195"/>
                </a:lnTo>
                <a:lnTo>
                  <a:pt x="507067" y="13195"/>
                </a:lnTo>
                <a:lnTo>
                  <a:pt x="518972" y="14014"/>
                </a:lnTo>
                <a:lnTo>
                  <a:pt x="552711" y="33928"/>
                </a:lnTo>
                <a:lnTo>
                  <a:pt x="560720" y="69626"/>
                </a:lnTo>
                <a:lnTo>
                  <a:pt x="560503" y="76061"/>
                </a:lnTo>
                <a:lnTo>
                  <a:pt x="559851" y="83212"/>
                </a:lnTo>
                <a:lnTo>
                  <a:pt x="558766" y="91080"/>
                </a:lnTo>
                <a:lnTo>
                  <a:pt x="557246" y="99664"/>
                </a:lnTo>
                <a:lnTo>
                  <a:pt x="555727" y="107966"/>
                </a:lnTo>
                <a:lnTo>
                  <a:pt x="554642" y="114987"/>
                </a:lnTo>
                <a:lnTo>
                  <a:pt x="553991" y="120728"/>
                </a:lnTo>
                <a:lnTo>
                  <a:pt x="553774" y="125188"/>
                </a:lnTo>
                <a:lnTo>
                  <a:pt x="554317" y="132237"/>
                </a:lnTo>
                <a:lnTo>
                  <a:pt x="583117" y="163387"/>
                </a:lnTo>
                <a:lnTo>
                  <a:pt x="583117" y="166513"/>
                </a:lnTo>
                <a:lnTo>
                  <a:pt x="554317" y="197664"/>
                </a:lnTo>
                <a:lnTo>
                  <a:pt x="553774" y="204712"/>
                </a:lnTo>
                <a:lnTo>
                  <a:pt x="553991" y="209172"/>
                </a:lnTo>
                <a:lnTo>
                  <a:pt x="554642" y="214913"/>
                </a:lnTo>
                <a:lnTo>
                  <a:pt x="555727" y="221934"/>
                </a:lnTo>
                <a:lnTo>
                  <a:pt x="557246" y="230236"/>
                </a:lnTo>
                <a:lnTo>
                  <a:pt x="558766" y="238820"/>
                </a:lnTo>
                <a:lnTo>
                  <a:pt x="559851" y="246688"/>
                </a:lnTo>
                <a:lnTo>
                  <a:pt x="560503" y="253839"/>
                </a:lnTo>
                <a:lnTo>
                  <a:pt x="560720" y="260274"/>
                </a:lnTo>
                <a:lnTo>
                  <a:pt x="559830" y="274843"/>
                </a:lnTo>
                <a:lnTo>
                  <a:pt x="538679" y="310547"/>
                </a:lnTo>
                <a:lnTo>
                  <a:pt x="507067" y="317921"/>
                </a:lnTo>
                <a:lnTo>
                  <a:pt x="504463" y="317921"/>
                </a:lnTo>
                <a:lnTo>
                  <a:pt x="504463" y="331117"/>
                </a:lnTo>
                <a:lnTo>
                  <a:pt x="508976" y="331117"/>
                </a:lnTo>
                <a:lnTo>
                  <a:pt x="528093" y="329690"/>
                </a:lnTo>
                <a:lnTo>
                  <a:pt x="570009" y="312451"/>
                </a:lnTo>
                <a:lnTo>
                  <a:pt x="588973" y="274605"/>
                </a:lnTo>
                <a:lnTo>
                  <a:pt x="590237" y="257149"/>
                </a:lnTo>
                <a:lnTo>
                  <a:pt x="589982" y="249694"/>
                </a:lnTo>
                <a:lnTo>
                  <a:pt x="589217" y="241739"/>
                </a:lnTo>
                <a:lnTo>
                  <a:pt x="587942" y="233285"/>
                </a:lnTo>
                <a:lnTo>
                  <a:pt x="586157" y="224333"/>
                </a:lnTo>
                <a:lnTo>
                  <a:pt x="583436" y="212062"/>
                </a:lnTo>
                <a:lnTo>
                  <a:pt x="582076" y="203844"/>
                </a:lnTo>
                <a:lnTo>
                  <a:pt x="582076" y="191689"/>
                </a:lnTo>
                <a:lnTo>
                  <a:pt x="584826" y="185178"/>
                </a:lnTo>
                <a:lnTo>
                  <a:pt x="615240" y="172069"/>
                </a:lnTo>
                <a:lnTo>
                  <a:pt x="615240" y="157831"/>
                </a:lnTo>
                <a:lnTo>
                  <a:pt x="582076" y="138211"/>
                </a:lnTo>
                <a:lnTo>
                  <a:pt x="582076" y="126056"/>
                </a:lnTo>
                <a:lnTo>
                  <a:pt x="583436" y="117838"/>
                </a:lnTo>
                <a:lnTo>
                  <a:pt x="586157" y="105568"/>
                </a:lnTo>
                <a:lnTo>
                  <a:pt x="587942" y="96615"/>
                </a:lnTo>
                <a:lnTo>
                  <a:pt x="589217" y="88161"/>
                </a:lnTo>
                <a:lnTo>
                  <a:pt x="589982" y="80206"/>
                </a:lnTo>
                <a:lnTo>
                  <a:pt x="590237" y="72751"/>
                </a:lnTo>
                <a:lnTo>
                  <a:pt x="588973" y="55827"/>
                </a:lnTo>
                <a:lnTo>
                  <a:pt x="570009" y="18665"/>
                </a:lnTo>
                <a:lnTo>
                  <a:pt x="528093" y="1426"/>
                </a:lnTo>
                <a:lnTo>
                  <a:pt x="508976" y="0"/>
                </a:lnTo>
                <a:close/>
              </a:path>
              <a:path w="615314" h="331470">
                <a:moveTo>
                  <a:pt x="110778" y="0"/>
                </a:moveTo>
                <a:lnTo>
                  <a:pt x="106263" y="0"/>
                </a:lnTo>
                <a:lnTo>
                  <a:pt x="87147" y="1426"/>
                </a:lnTo>
                <a:lnTo>
                  <a:pt x="45231" y="18665"/>
                </a:lnTo>
                <a:lnTo>
                  <a:pt x="26267" y="55730"/>
                </a:lnTo>
                <a:lnTo>
                  <a:pt x="25116" y="75887"/>
                </a:lnTo>
                <a:lnTo>
                  <a:pt x="25258" y="80033"/>
                </a:lnTo>
                <a:lnTo>
                  <a:pt x="26023" y="87987"/>
                </a:lnTo>
                <a:lnTo>
                  <a:pt x="27298" y="96441"/>
                </a:lnTo>
                <a:lnTo>
                  <a:pt x="29084" y="105394"/>
                </a:lnTo>
                <a:lnTo>
                  <a:pt x="31803" y="117664"/>
                </a:lnTo>
                <a:lnTo>
                  <a:pt x="33163" y="125883"/>
                </a:lnTo>
                <a:lnTo>
                  <a:pt x="33163" y="138037"/>
                </a:lnTo>
                <a:lnTo>
                  <a:pt x="30415" y="144548"/>
                </a:lnTo>
                <a:lnTo>
                  <a:pt x="0" y="157658"/>
                </a:lnTo>
                <a:lnTo>
                  <a:pt x="0" y="171895"/>
                </a:lnTo>
                <a:lnTo>
                  <a:pt x="33163" y="191516"/>
                </a:lnTo>
                <a:lnTo>
                  <a:pt x="33163" y="203670"/>
                </a:lnTo>
                <a:lnTo>
                  <a:pt x="31803" y="211889"/>
                </a:lnTo>
                <a:lnTo>
                  <a:pt x="29084" y="224159"/>
                </a:lnTo>
                <a:lnTo>
                  <a:pt x="27298" y="233112"/>
                </a:lnTo>
                <a:lnTo>
                  <a:pt x="26023" y="241566"/>
                </a:lnTo>
                <a:lnTo>
                  <a:pt x="25258" y="249520"/>
                </a:lnTo>
                <a:lnTo>
                  <a:pt x="25003" y="256975"/>
                </a:lnTo>
                <a:lnTo>
                  <a:pt x="26267" y="274507"/>
                </a:lnTo>
                <a:lnTo>
                  <a:pt x="45231" y="312451"/>
                </a:lnTo>
                <a:lnTo>
                  <a:pt x="87147" y="329690"/>
                </a:lnTo>
                <a:lnTo>
                  <a:pt x="106263" y="331117"/>
                </a:lnTo>
                <a:lnTo>
                  <a:pt x="110778" y="331117"/>
                </a:lnTo>
                <a:lnTo>
                  <a:pt x="110778" y="317921"/>
                </a:lnTo>
                <a:lnTo>
                  <a:pt x="108173" y="317921"/>
                </a:lnTo>
                <a:lnTo>
                  <a:pt x="96268" y="317101"/>
                </a:lnTo>
                <a:lnTo>
                  <a:pt x="62529" y="297101"/>
                </a:lnTo>
                <a:lnTo>
                  <a:pt x="54521" y="260101"/>
                </a:lnTo>
                <a:lnTo>
                  <a:pt x="54738" y="253666"/>
                </a:lnTo>
                <a:lnTo>
                  <a:pt x="55388" y="246514"/>
                </a:lnTo>
                <a:lnTo>
                  <a:pt x="56474" y="238646"/>
                </a:lnTo>
                <a:lnTo>
                  <a:pt x="57993" y="230062"/>
                </a:lnTo>
                <a:lnTo>
                  <a:pt x="59512" y="221761"/>
                </a:lnTo>
                <a:lnTo>
                  <a:pt x="60598" y="214739"/>
                </a:lnTo>
                <a:lnTo>
                  <a:pt x="61249" y="208999"/>
                </a:lnTo>
                <a:lnTo>
                  <a:pt x="61466" y="204538"/>
                </a:lnTo>
                <a:lnTo>
                  <a:pt x="60924" y="197490"/>
                </a:lnTo>
                <a:lnTo>
                  <a:pt x="32122" y="166339"/>
                </a:lnTo>
                <a:lnTo>
                  <a:pt x="32122" y="163214"/>
                </a:lnTo>
                <a:lnTo>
                  <a:pt x="60924" y="132063"/>
                </a:lnTo>
                <a:lnTo>
                  <a:pt x="61466" y="125015"/>
                </a:lnTo>
                <a:lnTo>
                  <a:pt x="61249" y="120554"/>
                </a:lnTo>
                <a:lnTo>
                  <a:pt x="60598" y="114814"/>
                </a:lnTo>
                <a:lnTo>
                  <a:pt x="59512" y="107792"/>
                </a:lnTo>
                <a:lnTo>
                  <a:pt x="57993" y="99491"/>
                </a:lnTo>
                <a:lnTo>
                  <a:pt x="56474" y="90907"/>
                </a:lnTo>
                <a:lnTo>
                  <a:pt x="55388" y="83039"/>
                </a:lnTo>
                <a:lnTo>
                  <a:pt x="54738" y="75887"/>
                </a:lnTo>
                <a:lnTo>
                  <a:pt x="54521" y="69452"/>
                </a:lnTo>
                <a:lnTo>
                  <a:pt x="55410" y="55491"/>
                </a:lnTo>
                <a:lnTo>
                  <a:pt x="76561" y="20569"/>
                </a:lnTo>
                <a:lnTo>
                  <a:pt x="108173" y="13195"/>
                </a:lnTo>
                <a:lnTo>
                  <a:pt x="110778" y="13195"/>
                </a:lnTo>
                <a:lnTo>
                  <a:pt x="11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51981" y="5688756"/>
            <a:ext cx="321310" cy="235585"/>
          </a:xfrm>
          <a:custGeom>
            <a:avLst/>
            <a:gdLst/>
            <a:ahLst/>
            <a:cxnLst/>
            <a:rect l="l" t="t" r="r" b="b"/>
            <a:pathLst>
              <a:path w="321310" h="235585">
                <a:moveTo>
                  <a:pt x="246150" y="0"/>
                </a:moveTo>
                <a:lnTo>
                  <a:pt x="242802" y="9549"/>
                </a:lnTo>
                <a:lnTo>
                  <a:pt x="256421" y="15460"/>
                </a:lnTo>
                <a:lnTo>
                  <a:pt x="268133" y="23642"/>
                </a:lnTo>
                <a:lnTo>
                  <a:pt x="291915" y="61566"/>
                </a:lnTo>
                <a:lnTo>
                  <a:pt x="299728" y="116457"/>
                </a:lnTo>
                <a:lnTo>
                  <a:pt x="298856" y="137208"/>
                </a:lnTo>
                <a:lnTo>
                  <a:pt x="285776" y="188019"/>
                </a:lnTo>
                <a:lnTo>
                  <a:pt x="256580" y="219785"/>
                </a:lnTo>
                <a:lnTo>
                  <a:pt x="243174" y="225722"/>
                </a:lnTo>
                <a:lnTo>
                  <a:pt x="246150" y="235272"/>
                </a:lnTo>
                <a:lnTo>
                  <a:pt x="291101" y="208564"/>
                </a:lnTo>
                <a:lnTo>
                  <a:pt x="316347" y="159261"/>
                </a:lnTo>
                <a:lnTo>
                  <a:pt x="321184" y="117698"/>
                </a:lnTo>
                <a:lnTo>
                  <a:pt x="319971" y="96129"/>
                </a:lnTo>
                <a:lnTo>
                  <a:pt x="310266" y="57899"/>
                </a:lnTo>
                <a:lnTo>
                  <a:pt x="278163" y="15084"/>
                </a:lnTo>
                <a:lnTo>
                  <a:pt x="263207" y="6158"/>
                </a:lnTo>
                <a:lnTo>
                  <a:pt x="246150" y="0"/>
                </a:lnTo>
                <a:close/>
              </a:path>
              <a:path w="321310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5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30833" y="2333921"/>
            <a:ext cx="7573645" cy="355663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GCN </a:t>
            </a:r>
            <a:r>
              <a:rPr dirty="0" sz="2800" spc="-5">
                <a:latin typeface="Calibri"/>
                <a:cs typeface="Calibri"/>
              </a:rPr>
              <a:t>(mean-pool) </a:t>
            </a:r>
            <a:r>
              <a:rPr dirty="0" sz="1600" spc="-10">
                <a:latin typeface="Calibri"/>
                <a:cs typeface="Calibri"/>
              </a:rPr>
              <a:t>[Kipf </a:t>
            </a:r>
            <a:r>
              <a:rPr dirty="0" sz="1600">
                <a:latin typeface="Calibri"/>
                <a:cs typeface="Calibri"/>
              </a:rPr>
              <a:t>&amp; </a:t>
            </a:r>
            <a:r>
              <a:rPr dirty="0" sz="1600" spc="-10">
                <a:latin typeface="Calibri"/>
                <a:cs typeface="Calibri"/>
              </a:rPr>
              <a:t>Welling, </a:t>
            </a:r>
            <a:r>
              <a:rPr dirty="0" sz="1600" spc="-5">
                <a:latin typeface="Calibri"/>
                <a:cs typeface="Calibri"/>
              </a:rPr>
              <a:t>ICLR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2017]</a:t>
            </a:r>
            <a:endParaRPr sz="16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520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Uses </a:t>
            </a:r>
            <a:r>
              <a:rPr dirty="0" sz="2400" spc="-10" b="1">
                <a:latin typeface="Calibri"/>
                <a:cs typeface="Calibri"/>
              </a:rPr>
              <a:t>element-wise </a:t>
            </a:r>
            <a:r>
              <a:rPr dirty="0" sz="2400" spc="-5">
                <a:latin typeface="Calibri"/>
                <a:cs typeface="Calibri"/>
              </a:rPr>
              <a:t>mean pooling </a:t>
            </a:r>
            <a:r>
              <a:rPr dirty="0" sz="2400" spc="-10">
                <a:latin typeface="Calibri"/>
                <a:cs typeface="Calibri"/>
              </a:rPr>
              <a:t>over </a:t>
            </a:r>
            <a:r>
              <a:rPr dirty="0" sz="2400" spc="-5">
                <a:latin typeface="Calibri"/>
                <a:cs typeface="Calibri"/>
              </a:rPr>
              <a:t>neighboring node  </a:t>
            </a:r>
            <a:r>
              <a:rPr dirty="0" sz="2400" spc="-15"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  <a:p>
            <a:pPr marL="1862455">
              <a:lnSpc>
                <a:spcPct val="100000"/>
              </a:lnSpc>
              <a:spcBef>
                <a:spcPts val="5"/>
              </a:spcBef>
              <a:tabLst>
                <a:tab pos="2982595" algn="l"/>
                <a:tab pos="3493135" algn="l"/>
              </a:tabLst>
            </a:pPr>
            <a:r>
              <a:rPr dirty="0" sz="2800" spc="-5">
                <a:latin typeface="Cambria Math"/>
                <a:cs typeface="Cambria Math"/>
              </a:rPr>
              <a:t>Mean(	</a:t>
            </a:r>
            <a:r>
              <a:rPr dirty="0" sz="2800" spc="340">
                <a:latin typeface="Cambria Math"/>
                <a:cs typeface="Cambria Math"/>
              </a:rPr>
              <a:t>𝑥</a:t>
            </a:r>
            <a:r>
              <a:rPr dirty="0" baseline="-16666" sz="3000" spc="509">
                <a:latin typeface="Cambria Math"/>
                <a:cs typeface="Cambria Math"/>
              </a:rPr>
              <a:t>!	</a:t>
            </a:r>
            <a:r>
              <a:rPr dirty="0" baseline="-16666" sz="3000" spc="135">
                <a:latin typeface="Cambria Math"/>
                <a:cs typeface="Cambria Math"/>
              </a:rPr>
              <a:t>!∈#(%)</a:t>
            </a:r>
            <a:r>
              <a:rPr dirty="0" sz="2800" spc="9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95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GraphSAGE </a:t>
            </a:r>
            <a:r>
              <a:rPr dirty="0" sz="2800" spc="-15">
                <a:latin typeface="Calibri"/>
                <a:cs typeface="Calibri"/>
              </a:rPr>
              <a:t>(max-pool) </a:t>
            </a:r>
            <a:r>
              <a:rPr dirty="0" sz="1600" spc="-5">
                <a:latin typeface="Calibri"/>
                <a:cs typeface="Calibri"/>
              </a:rPr>
              <a:t>[Hamilton et al. NeurIPS </a:t>
            </a:r>
            <a:r>
              <a:rPr dirty="0" sz="1600">
                <a:latin typeface="Calibri"/>
                <a:cs typeface="Calibri"/>
              </a:rPr>
              <a:t>2017]</a:t>
            </a:r>
            <a:endParaRPr sz="1600">
              <a:latin typeface="Calibri"/>
              <a:cs typeface="Calibri"/>
            </a:endParaRPr>
          </a:p>
          <a:p>
            <a:pPr lvl="1" marL="552450" marR="18859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Uses </a:t>
            </a:r>
            <a:r>
              <a:rPr dirty="0" sz="2400" spc="-10" b="1">
                <a:latin typeface="Calibri"/>
                <a:cs typeface="Calibri"/>
              </a:rPr>
              <a:t>element-wise </a:t>
            </a:r>
            <a:r>
              <a:rPr dirty="0" sz="2400" spc="-10">
                <a:latin typeface="Calibri"/>
                <a:cs typeface="Calibri"/>
              </a:rPr>
              <a:t>max </a:t>
            </a:r>
            <a:r>
              <a:rPr dirty="0" sz="2400" spc="-5">
                <a:latin typeface="Calibri"/>
                <a:cs typeface="Calibri"/>
              </a:rPr>
              <a:t>pooling </a:t>
            </a:r>
            <a:r>
              <a:rPr dirty="0" sz="2400" spc="-10">
                <a:latin typeface="Calibri"/>
                <a:cs typeface="Calibri"/>
              </a:rPr>
              <a:t>over </a:t>
            </a:r>
            <a:r>
              <a:rPr dirty="0" sz="2400" spc="-5">
                <a:latin typeface="Calibri"/>
                <a:cs typeface="Calibri"/>
              </a:rPr>
              <a:t>neighboring node  </a:t>
            </a:r>
            <a:r>
              <a:rPr dirty="0" sz="2400" spc="-15"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  <a:p>
            <a:pPr marL="1830070">
              <a:lnSpc>
                <a:spcPct val="100000"/>
              </a:lnSpc>
              <a:spcBef>
                <a:spcPts val="30"/>
              </a:spcBef>
              <a:tabLst>
                <a:tab pos="2750185" algn="l"/>
                <a:tab pos="3260725" algn="l"/>
              </a:tabLst>
            </a:pPr>
            <a:r>
              <a:rPr dirty="0" sz="2800" spc="-5">
                <a:latin typeface="Cambria Math"/>
                <a:cs typeface="Cambria Math"/>
              </a:rPr>
              <a:t>Max(	</a:t>
            </a:r>
            <a:r>
              <a:rPr dirty="0" sz="2800" spc="340">
                <a:latin typeface="Cambria Math"/>
                <a:cs typeface="Cambria Math"/>
              </a:rPr>
              <a:t>𝑥</a:t>
            </a:r>
            <a:r>
              <a:rPr dirty="0" baseline="-16666" sz="3000" spc="509">
                <a:latin typeface="Cambria Math"/>
                <a:cs typeface="Cambria Math"/>
              </a:rPr>
              <a:t>!	</a:t>
            </a:r>
            <a:r>
              <a:rPr dirty="0" baseline="-16666" sz="3000" spc="532">
                <a:latin typeface="Cambria Math"/>
                <a:cs typeface="Cambria Math"/>
              </a:rPr>
              <a:t>!∈# </a:t>
            </a:r>
            <a:r>
              <a:rPr dirty="0" baseline="-16666" sz="3000" spc="-975">
                <a:latin typeface="Cambria Math"/>
                <a:cs typeface="Cambria Math"/>
              </a:rPr>
              <a:t>%</a:t>
            </a:r>
            <a:r>
              <a:rPr dirty="0" baseline="-16666" sz="3000" spc="487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729728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7823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GCN (mean-pool) </a:t>
            </a:r>
            <a:r>
              <a:rPr dirty="0" spc="-5"/>
              <a:t>[Kipf </a:t>
            </a:r>
            <a:r>
              <a:rPr dirty="0"/>
              <a:t>&amp; </a:t>
            </a:r>
            <a:r>
              <a:rPr dirty="0" spc="-10"/>
              <a:t>Welling </a:t>
            </a:r>
            <a:r>
              <a:rPr dirty="0" spc="-5"/>
              <a:t>ICLR</a:t>
            </a:r>
            <a:r>
              <a:rPr dirty="0" spc="5"/>
              <a:t> </a:t>
            </a:r>
            <a:r>
              <a:rPr dirty="0" spc="-5"/>
              <a:t>2017]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6137148"/>
            <a:ext cx="13042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dirty="0" sz="3200" spc="-65" b="1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7665" y="5238406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7" y="0"/>
                </a:moveTo>
                <a:lnTo>
                  <a:pt x="129650" y="6353"/>
                </a:lnTo>
                <a:lnTo>
                  <a:pt x="87465" y="24283"/>
                </a:lnTo>
                <a:lnTo>
                  <a:pt x="51724" y="52093"/>
                </a:lnTo>
                <a:lnTo>
                  <a:pt x="24110" y="88090"/>
                </a:lnTo>
                <a:lnTo>
                  <a:pt x="6308" y="130577"/>
                </a:lnTo>
                <a:lnTo>
                  <a:pt x="0" y="177859"/>
                </a:lnTo>
                <a:lnTo>
                  <a:pt x="6308" y="225142"/>
                </a:lnTo>
                <a:lnTo>
                  <a:pt x="24110" y="267629"/>
                </a:lnTo>
                <a:lnTo>
                  <a:pt x="51724" y="303626"/>
                </a:lnTo>
                <a:lnTo>
                  <a:pt x="87465" y="331437"/>
                </a:lnTo>
                <a:lnTo>
                  <a:pt x="129650" y="349367"/>
                </a:lnTo>
                <a:lnTo>
                  <a:pt x="176597" y="355720"/>
                </a:lnTo>
                <a:lnTo>
                  <a:pt x="223543" y="349367"/>
                </a:lnTo>
                <a:lnTo>
                  <a:pt x="265728" y="331437"/>
                </a:lnTo>
                <a:lnTo>
                  <a:pt x="301469" y="303626"/>
                </a:lnTo>
                <a:lnTo>
                  <a:pt x="329082" y="267629"/>
                </a:lnTo>
                <a:lnTo>
                  <a:pt x="346885" y="225142"/>
                </a:lnTo>
                <a:lnTo>
                  <a:pt x="353193" y="177859"/>
                </a:lnTo>
                <a:lnTo>
                  <a:pt x="346885" y="130577"/>
                </a:lnTo>
                <a:lnTo>
                  <a:pt x="329082" y="88090"/>
                </a:lnTo>
                <a:lnTo>
                  <a:pt x="301469" y="52093"/>
                </a:lnTo>
                <a:lnTo>
                  <a:pt x="265728" y="24283"/>
                </a:lnTo>
                <a:lnTo>
                  <a:pt x="223543" y="6353"/>
                </a:lnTo>
                <a:lnTo>
                  <a:pt x="17659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68087" y="5238406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6" y="0"/>
                </a:moveTo>
                <a:lnTo>
                  <a:pt x="129649" y="6353"/>
                </a:lnTo>
                <a:lnTo>
                  <a:pt x="87464" y="24283"/>
                </a:lnTo>
                <a:lnTo>
                  <a:pt x="51723" y="52093"/>
                </a:lnTo>
                <a:lnTo>
                  <a:pt x="24110" y="88090"/>
                </a:lnTo>
                <a:lnTo>
                  <a:pt x="6308" y="130577"/>
                </a:lnTo>
                <a:lnTo>
                  <a:pt x="0" y="177859"/>
                </a:lnTo>
                <a:lnTo>
                  <a:pt x="6308" y="225142"/>
                </a:lnTo>
                <a:lnTo>
                  <a:pt x="24110" y="267629"/>
                </a:lnTo>
                <a:lnTo>
                  <a:pt x="51723" y="303626"/>
                </a:lnTo>
                <a:lnTo>
                  <a:pt x="87464" y="331437"/>
                </a:lnTo>
                <a:lnTo>
                  <a:pt x="129649" y="349367"/>
                </a:lnTo>
                <a:lnTo>
                  <a:pt x="176596" y="355720"/>
                </a:lnTo>
                <a:lnTo>
                  <a:pt x="223542" y="349367"/>
                </a:lnTo>
                <a:lnTo>
                  <a:pt x="265727" y="331437"/>
                </a:lnTo>
                <a:lnTo>
                  <a:pt x="301468" y="303626"/>
                </a:lnTo>
                <a:lnTo>
                  <a:pt x="329081" y="267629"/>
                </a:lnTo>
                <a:lnTo>
                  <a:pt x="346883" y="225142"/>
                </a:lnTo>
                <a:lnTo>
                  <a:pt x="353192" y="177859"/>
                </a:lnTo>
                <a:lnTo>
                  <a:pt x="346883" y="130577"/>
                </a:lnTo>
                <a:lnTo>
                  <a:pt x="329081" y="88090"/>
                </a:lnTo>
                <a:lnTo>
                  <a:pt x="301468" y="52093"/>
                </a:lnTo>
                <a:lnTo>
                  <a:pt x="265727" y="24283"/>
                </a:lnTo>
                <a:lnTo>
                  <a:pt x="223542" y="6353"/>
                </a:lnTo>
                <a:lnTo>
                  <a:pt x="17659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8711" y="5121428"/>
            <a:ext cx="1297940" cy="553085"/>
          </a:xfrm>
          <a:custGeom>
            <a:avLst/>
            <a:gdLst/>
            <a:ahLst/>
            <a:cxnLst/>
            <a:rect l="l" t="t" r="r" b="b"/>
            <a:pathLst>
              <a:path w="1297939" h="553085">
                <a:moveTo>
                  <a:pt x="0" y="92130"/>
                </a:moveTo>
                <a:lnTo>
                  <a:pt x="7240" y="56268"/>
                </a:lnTo>
                <a:lnTo>
                  <a:pt x="26984" y="26984"/>
                </a:lnTo>
                <a:lnTo>
                  <a:pt x="56268" y="7240"/>
                </a:lnTo>
                <a:lnTo>
                  <a:pt x="92129" y="0"/>
                </a:lnTo>
                <a:lnTo>
                  <a:pt x="1205282" y="0"/>
                </a:lnTo>
                <a:lnTo>
                  <a:pt x="1241143" y="7240"/>
                </a:lnTo>
                <a:lnTo>
                  <a:pt x="1270427" y="26984"/>
                </a:lnTo>
                <a:lnTo>
                  <a:pt x="1290171" y="56268"/>
                </a:lnTo>
                <a:lnTo>
                  <a:pt x="1297412" y="92130"/>
                </a:lnTo>
                <a:lnTo>
                  <a:pt x="1297412" y="460636"/>
                </a:lnTo>
                <a:lnTo>
                  <a:pt x="1290171" y="496497"/>
                </a:lnTo>
                <a:lnTo>
                  <a:pt x="1270427" y="525781"/>
                </a:lnTo>
                <a:lnTo>
                  <a:pt x="1241143" y="545525"/>
                </a:lnTo>
                <a:lnTo>
                  <a:pt x="1205282" y="552766"/>
                </a:lnTo>
                <a:lnTo>
                  <a:pt x="92129" y="552766"/>
                </a:lnTo>
                <a:lnTo>
                  <a:pt x="56268" y="545525"/>
                </a:lnTo>
                <a:lnTo>
                  <a:pt x="26984" y="525781"/>
                </a:lnTo>
                <a:lnTo>
                  <a:pt x="7240" y="496497"/>
                </a:lnTo>
                <a:lnTo>
                  <a:pt x="0" y="460636"/>
                </a:lnTo>
                <a:lnTo>
                  <a:pt x="0" y="9213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52128" y="5200600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5" y="267630"/>
                </a:lnTo>
                <a:lnTo>
                  <a:pt x="53964" y="303627"/>
                </a:lnTo>
                <a:lnTo>
                  <a:pt x="91253" y="331438"/>
                </a:lnTo>
                <a:lnTo>
                  <a:pt x="135266" y="349368"/>
                </a:lnTo>
                <a:lnTo>
                  <a:pt x="184246" y="355721"/>
                </a:lnTo>
                <a:lnTo>
                  <a:pt x="233226" y="349368"/>
                </a:lnTo>
                <a:lnTo>
                  <a:pt x="277238" y="331438"/>
                </a:lnTo>
                <a:lnTo>
                  <a:pt x="314527" y="303627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57691" y="5200600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5" y="267630"/>
                </a:lnTo>
                <a:lnTo>
                  <a:pt x="53964" y="303627"/>
                </a:lnTo>
                <a:lnTo>
                  <a:pt x="91253" y="331438"/>
                </a:lnTo>
                <a:lnTo>
                  <a:pt x="135266" y="349368"/>
                </a:lnTo>
                <a:lnTo>
                  <a:pt x="184246" y="355721"/>
                </a:lnTo>
                <a:lnTo>
                  <a:pt x="233226" y="349368"/>
                </a:lnTo>
                <a:lnTo>
                  <a:pt x="277239" y="331438"/>
                </a:lnTo>
                <a:lnTo>
                  <a:pt x="314528" y="303627"/>
                </a:lnTo>
                <a:lnTo>
                  <a:pt x="343337" y="267630"/>
                </a:lnTo>
                <a:lnTo>
                  <a:pt x="361911" y="225143"/>
                </a:lnTo>
                <a:lnTo>
                  <a:pt x="368493" y="177860"/>
                </a:lnTo>
                <a:lnTo>
                  <a:pt x="361911" y="130578"/>
                </a:lnTo>
                <a:lnTo>
                  <a:pt x="343337" y="88091"/>
                </a:lnTo>
                <a:lnTo>
                  <a:pt x="314528" y="52094"/>
                </a:lnTo>
                <a:lnTo>
                  <a:pt x="277239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65423" y="5083623"/>
            <a:ext cx="2667000" cy="553085"/>
          </a:xfrm>
          <a:custGeom>
            <a:avLst/>
            <a:gdLst/>
            <a:ahLst/>
            <a:cxnLst/>
            <a:rect l="l" t="t" r="r" b="b"/>
            <a:pathLst>
              <a:path w="2667000" h="553085">
                <a:moveTo>
                  <a:pt x="0" y="92128"/>
                </a:moveTo>
                <a:lnTo>
                  <a:pt x="7239" y="56267"/>
                </a:lnTo>
                <a:lnTo>
                  <a:pt x="26983" y="26983"/>
                </a:lnTo>
                <a:lnTo>
                  <a:pt x="56267" y="7239"/>
                </a:lnTo>
                <a:lnTo>
                  <a:pt x="92127" y="0"/>
                </a:lnTo>
                <a:lnTo>
                  <a:pt x="2574677" y="0"/>
                </a:lnTo>
                <a:lnTo>
                  <a:pt x="2610537" y="7239"/>
                </a:lnTo>
                <a:lnTo>
                  <a:pt x="2639821" y="26983"/>
                </a:lnTo>
                <a:lnTo>
                  <a:pt x="2659565" y="56267"/>
                </a:lnTo>
                <a:lnTo>
                  <a:pt x="2666805" y="92128"/>
                </a:lnTo>
                <a:lnTo>
                  <a:pt x="2666805" y="460637"/>
                </a:lnTo>
                <a:lnTo>
                  <a:pt x="2659565" y="496498"/>
                </a:lnTo>
                <a:lnTo>
                  <a:pt x="2639821" y="525782"/>
                </a:lnTo>
                <a:lnTo>
                  <a:pt x="2610537" y="545526"/>
                </a:lnTo>
                <a:lnTo>
                  <a:pt x="2574677" y="552766"/>
                </a:lnTo>
                <a:lnTo>
                  <a:pt x="92127" y="552766"/>
                </a:lnTo>
                <a:lnTo>
                  <a:pt x="56267" y="545526"/>
                </a:lnTo>
                <a:lnTo>
                  <a:pt x="26983" y="525782"/>
                </a:lnTo>
                <a:lnTo>
                  <a:pt x="7239" y="496498"/>
                </a:lnTo>
                <a:lnTo>
                  <a:pt x="0" y="460637"/>
                </a:lnTo>
                <a:lnTo>
                  <a:pt x="0" y="9212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15087" y="5182144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4" h="356235">
                <a:moveTo>
                  <a:pt x="184245" y="0"/>
                </a:moveTo>
                <a:lnTo>
                  <a:pt x="135265" y="6353"/>
                </a:lnTo>
                <a:lnTo>
                  <a:pt x="91252" y="24283"/>
                </a:lnTo>
                <a:lnTo>
                  <a:pt x="53964" y="52094"/>
                </a:lnTo>
                <a:lnTo>
                  <a:pt x="25154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4" y="267630"/>
                </a:lnTo>
                <a:lnTo>
                  <a:pt x="53964" y="303626"/>
                </a:lnTo>
                <a:lnTo>
                  <a:pt x="91252" y="331437"/>
                </a:lnTo>
                <a:lnTo>
                  <a:pt x="135265" y="349367"/>
                </a:lnTo>
                <a:lnTo>
                  <a:pt x="184245" y="355720"/>
                </a:lnTo>
                <a:lnTo>
                  <a:pt x="233225" y="349367"/>
                </a:lnTo>
                <a:lnTo>
                  <a:pt x="277237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7" y="24283"/>
                </a:lnTo>
                <a:lnTo>
                  <a:pt x="233225" y="6353"/>
                </a:lnTo>
                <a:lnTo>
                  <a:pt x="18424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48309" y="5182144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4" h="356235">
                <a:moveTo>
                  <a:pt x="184245" y="0"/>
                </a:moveTo>
                <a:lnTo>
                  <a:pt x="135265" y="6353"/>
                </a:lnTo>
                <a:lnTo>
                  <a:pt x="91252" y="24283"/>
                </a:lnTo>
                <a:lnTo>
                  <a:pt x="53964" y="52094"/>
                </a:lnTo>
                <a:lnTo>
                  <a:pt x="25154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4" y="267630"/>
                </a:lnTo>
                <a:lnTo>
                  <a:pt x="53964" y="303626"/>
                </a:lnTo>
                <a:lnTo>
                  <a:pt x="91252" y="331437"/>
                </a:lnTo>
                <a:lnTo>
                  <a:pt x="135265" y="349367"/>
                </a:lnTo>
                <a:lnTo>
                  <a:pt x="184245" y="355720"/>
                </a:lnTo>
                <a:lnTo>
                  <a:pt x="233225" y="349367"/>
                </a:lnTo>
                <a:lnTo>
                  <a:pt x="277237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7" y="24283"/>
                </a:lnTo>
                <a:lnTo>
                  <a:pt x="233225" y="6353"/>
                </a:lnTo>
                <a:lnTo>
                  <a:pt x="18424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46697" y="4514143"/>
            <a:ext cx="1643380" cy="783590"/>
          </a:xfrm>
          <a:custGeom>
            <a:avLst/>
            <a:gdLst/>
            <a:ahLst/>
            <a:cxnLst/>
            <a:rect l="l" t="t" r="r" b="b"/>
            <a:pathLst>
              <a:path w="1643379" h="783589">
                <a:moveTo>
                  <a:pt x="0" y="783527"/>
                </a:moveTo>
                <a:lnTo>
                  <a:pt x="1326" y="704573"/>
                </a:lnTo>
                <a:lnTo>
                  <a:pt x="5130" y="631035"/>
                </a:lnTo>
                <a:lnTo>
                  <a:pt x="11150" y="564488"/>
                </a:lnTo>
                <a:lnTo>
                  <a:pt x="19123" y="506508"/>
                </a:lnTo>
                <a:lnTo>
                  <a:pt x="28785" y="458671"/>
                </a:lnTo>
                <a:lnTo>
                  <a:pt x="52131" y="399723"/>
                </a:lnTo>
                <a:lnTo>
                  <a:pt x="65290" y="391763"/>
                </a:lnTo>
                <a:lnTo>
                  <a:pt x="756160" y="391763"/>
                </a:lnTo>
                <a:lnTo>
                  <a:pt x="769319" y="383804"/>
                </a:lnTo>
                <a:lnTo>
                  <a:pt x="792665" y="324856"/>
                </a:lnTo>
                <a:lnTo>
                  <a:pt x="802327" y="277018"/>
                </a:lnTo>
                <a:lnTo>
                  <a:pt x="810300" y="219038"/>
                </a:lnTo>
                <a:lnTo>
                  <a:pt x="816320" y="152492"/>
                </a:lnTo>
                <a:lnTo>
                  <a:pt x="820124" y="78954"/>
                </a:lnTo>
                <a:lnTo>
                  <a:pt x="821451" y="0"/>
                </a:lnTo>
                <a:lnTo>
                  <a:pt x="822777" y="78954"/>
                </a:lnTo>
                <a:lnTo>
                  <a:pt x="826581" y="152492"/>
                </a:lnTo>
                <a:lnTo>
                  <a:pt x="832601" y="219038"/>
                </a:lnTo>
                <a:lnTo>
                  <a:pt x="840574" y="277018"/>
                </a:lnTo>
                <a:lnTo>
                  <a:pt x="850236" y="324856"/>
                </a:lnTo>
                <a:lnTo>
                  <a:pt x="873583" y="383804"/>
                </a:lnTo>
                <a:lnTo>
                  <a:pt x="886741" y="391763"/>
                </a:lnTo>
                <a:lnTo>
                  <a:pt x="1577612" y="391763"/>
                </a:lnTo>
                <a:lnTo>
                  <a:pt x="1590770" y="399723"/>
                </a:lnTo>
                <a:lnTo>
                  <a:pt x="1614116" y="458671"/>
                </a:lnTo>
                <a:lnTo>
                  <a:pt x="1623779" y="506508"/>
                </a:lnTo>
                <a:lnTo>
                  <a:pt x="1631751" y="564488"/>
                </a:lnTo>
                <a:lnTo>
                  <a:pt x="1637771" y="631035"/>
                </a:lnTo>
                <a:lnTo>
                  <a:pt x="1641575" y="704573"/>
                </a:lnTo>
                <a:lnTo>
                  <a:pt x="1642902" y="783527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13391" y="4454881"/>
            <a:ext cx="2971165" cy="783590"/>
          </a:xfrm>
          <a:custGeom>
            <a:avLst/>
            <a:gdLst/>
            <a:ahLst/>
            <a:cxnLst/>
            <a:rect l="l" t="t" r="r" b="b"/>
            <a:pathLst>
              <a:path w="2971165" h="783589">
                <a:moveTo>
                  <a:pt x="0" y="783526"/>
                </a:moveTo>
                <a:lnTo>
                  <a:pt x="1326" y="704572"/>
                </a:lnTo>
                <a:lnTo>
                  <a:pt x="5130" y="631034"/>
                </a:lnTo>
                <a:lnTo>
                  <a:pt x="11150" y="564487"/>
                </a:lnTo>
                <a:lnTo>
                  <a:pt x="19123" y="506507"/>
                </a:lnTo>
                <a:lnTo>
                  <a:pt x="28786" y="458669"/>
                </a:lnTo>
                <a:lnTo>
                  <a:pt x="52132" y="399722"/>
                </a:lnTo>
                <a:lnTo>
                  <a:pt x="65291" y="391763"/>
                </a:lnTo>
                <a:lnTo>
                  <a:pt x="1420142" y="391763"/>
                </a:lnTo>
                <a:lnTo>
                  <a:pt x="1433300" y="383803"/>
                </a:lnTo>
                <a:lnTo>
                  <a:pt x="1456646" y="324856"/>
                </a:lnTo>
                <a:lnTo>
                  <a:pt x="1466309" y="277018"/>
                </a:lnTo>
                <a:lnTo>
                  <a:pt x="1474282" y="219038"/>
                </a:lnTo>
                <a:lnTo>
                  <a:pt x="1480302" y="152491"/>
                </a:lnTo>
                <a:lnTo>
                  <a:pt x="1484106" y="78953"/>
                </a:lnTo>
                <a:lnTo>
                  <a:pt x="1485433" y="0"/>
                </a:lnTo>
                <a:lnTo>
                  <a:pt x="1486759" y="78953"/>
                </a:lnTo>
                <a:lnTo>
                  <a:pt x="1490563" y="152491"/>
                </a:lnTo>
                <a:lnTo>
                  <a:pt x="1496583" y="219038"/>
                </a:lnTo>
                <a:lnTo>
                  <a:pt x="1504556" y="277018"/>
                </a:lnTo>
                <a:lnTo>
                  <a:pt x="1514219" y="324856"/>
                </a:lnTo>
                <a:lnTo>
                  <a:pt x="1537565" y="383803"/>
                </a:lnTo>
                <a:lnTo>
                  <a:pt x="1550724" y="391763"/>
                </a:lnTo>
                <a:lnTo>
                  <a:pt x="2905575" y="391763"/>
                </a:lnTo>
                <a:lnTo>
                  <a:pt x="2918733" y="399722"/>
                </a:lnTo>
                <a:lnTo>
                  <a:pt x="2942079" y="458669"/>
                </a:lnTo>
                <a:lnTo>
                  <a:pt x="2951742" y="506507"/>
                </a:lnTo>
                <a:lnTo>
                  <a:pt x="2959715" y="564487"/>
                </a:lnTo>
                <a:lnTo>
                  <a:pt x="2965735" y="631034"/>
                </a:lnTo>
                <a:lnTo>
                  <a:pt x="2969539" y="704572"/>
                </a:lnTo>
                <a:lnTo>
                  <a:pt x="2970866" y="783526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56563" y="1920747"/>
            <a:ext cx="7503159" cy="25819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73025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85">
                <a:latin typeface="Calibri"/>
                <a:cs typeface="Calibri"/>
              </a:rPr>
              <a:t>Take </a:t>
            </a:r>
            <a:r>
              <a:rPr dirty="0" sz="2800" spc="-10" b="1">
                <a:latin typeface="Calibri"/>
                <a:cs typeface="Calibri"/>
              </a:rPr>
              <a:t>element-wise </a:t>
            </a:r>
            <a:r>
              <a:rPr dirty="0" sz="2800" spc="-5" b="1">
                <a:latin typeface="Calibri"/>
                <a:cs typeface="Calibri"/>
              </a:rPr>
              <a:t>mean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20">
                <a:latin typeface="Calibri"/>
                <a:cs typeface="Calibri"/>
              </a:rPr>
              <a:t>followed </a:t>
            </a:r>
            <a:r>
              <a:rPr dirty="0" sz="2800" spc="-5">
                <a:latin typeface="Calibri"/>
                <a:cs typeface="Calibri"/>
              </a:rPr>
              <a:t>by </a:t>
            </a:r>
            <a:r>
              <a:rPr dirty="0" sz="2800" spc="-10">
                <a:latin typeface="Calibri"/>
                <a:cs typeface="Calibri"/>
              </a:rPr>
              <a:t>linear  </a:t>
            </a:r>
            <a:r>
              <a:rPr dirty="0" sz="2800" spc="-5">
                <a:latin typeface="Calibri"/>
                <a:cs typeface="Calibri"/>
              </a:rPr>
              <a:t>function and </a:t>
            </a:r>
            <a:r>
              <a:rPr dirty="0" sz="2800" spc="-30">
                <a:latin typeface="Calibri"/>
                <a:cs typeface="Calibri"/>
              </a:rPr>
              <a:t>ReLU </a:t>
            </a:r>
            <a:r>
              <a:rPr dirty="0" sz="2800" spc="-15">
                <a:latin typeface="Calibri"/>
                <a:cs typeface="Calibri"/>
              </a:rPr>
              <a:t>activation, </a:t>
            </a:r>
            <a:r>
              <a:rPr dirty="0" sz="2800" spc="-5">
                <a:latin typeface="Calibri"/>
                <a:cs typeface="Calibri"/>
              </a:rPr>
              <a:t>i.e., </a:t>
            </a:r>
            <a:r>
              <a:rPr dirty="0" sz="2800" spc="-5">
                <a:latin typeface="Cambria Math"/>
                <a:cs typeface="Cambria Math"/>
              </a:rPr>
              <a:t>max(0,</a:t>
            </a:r>
            <a:r>
              <a:rPr dirty="0" sz="2800" spc="-6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𝑥)</a:t>
            </a:r>
            <a:r>
              <a:rPr dirty="0" sz="2800" spc="2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Theorem </a:t>
            </a:r>
            <a:r>
              <a:rPr dirty="0" sz="1800" spc="-15">
                <a:latin typeface="Calibri"/>
                <a:cs typeface="Calibri"/>
              </a:rPr>
              <a:t>[Xu </a:t>
            </a:r>
            <a:r>
              <a:rPr dirty="0" sz="1800" spc="-5">
                <a:latin typeface="Calibri"/>
                <a:cs typeface="Calibri"/>
              </a:rPr>
              <a:t>et </a:t>
            </a:r>
            <a:r>
              <a:rPr dirty="0" sz="1800">
                <a:latin typeface="Calibri"/>
                <a:cs typeface="Calibri"/>
              </a:rPr>
              <a:t>al. </a:t>
            </a:r>
            <a:r>
              <a:rPr dirty="0" sz="1800" spc="-5">
                <a:latin typeface="Calibri"/>
                <a:cs typeface="Calibri"/>
              </a:rPr>
              <a:t>ICLR</a:t>
            </a:r>
            <a:r>
              <a:rPr dirty="0" sz="1800" spc="-22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2019]</a:t>
            </a:r>
            <a:endParaRPr sz="1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61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35">
                <a:latin typeface="Calibri"/>
                <a:cs typeface="Calibri"/>
              </a:rPr>
              <a:t>GCN’s </a:t>
            </a:r>
            <a:r>
              <a:rPr dirty="0" sz="2400" spc="-15">
                <a:latin typeface="Calibri"/>
                <a:cs typeface="Calibri"/>
              </a:rPr>
              <a:t>aggregation </a:t>
            </a:r>
            <a:r>
              <a:rPr dirty="0" sz="2400" spc="-5" b="1">
                <a:latin typeface="Calibri"/>
                <a:cs typeface="Calibri"/>
              </a:rPr>
              <a:t>function </a:t>
            </a:r>
            <a:r>
              <a:rPr dirty="0" sz="2400" spc="-10" b="1">
                <a:latin typeface="Calibri"/>
                <a:cs typeface="Calibri"/>
              </a:rPr>
              <a:t>cannot distinguish </a:t>
            </a:r>
            <a:r>
              <a:rPr dirty="0" sz="2400" spc="-15" b="1">
                <a:latin typeface="Calibri"/>
                <a:cs typeface="Calibri"/>
              </a:rPr>
              <a:t>different  </a:t>
            </a:r>
            <a:r>
              <a:rPr dirty="0" sz="2400" spc="-5" b="1">
                <a:latin typeface="Calibri"/>
                <a:cs typeface="Calibri"/>
              </a:rPr>
              <a:t>multi-sets with the same </a:t>
            </a:r>
            <a:r>
              <a:rPr dirty="0" sz="2400" spc="-10" b="1">
                <a:latin typeface="Calibri"/>
                <a:cs typeface="Calibri"/>
              </a:rPr>
              <a:t>color</a:t>
            </a:r>
            <a:r>
              <a:rPr dirty="0" sz="2400" spc="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proportion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90500">
              <a:lnSpc>
                <a:spcPct val="100000"/>
              </a:lnSpc>
              <a:spcBef>
                <a:spcPts val="70"/>
              </a:spcBef>
            </a:pP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Failure</a:t>
            </a:r>
            <a:r>
              <a:rPr dirty="0" sz="2400" spc="-9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4437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2379" y="1348740"/>
            <a:ext cx="717804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/>
              <a:t>For </a:t>
            </a:r>
            <a:r>
              <a:rPr dirty="0" sz="3200" spc="-25"/>
              <a:t>simplicity, </a:t>
            </a:r>
            <a:r>
              <a:rPr dirty="0" sz="3200" spc="-15"/>
              <a:t>we </a:t>
            </a:r>
            <a:r>
              <a:rPr dirty="0" sz="3200" spc="-5"/>
              <a:t>assume node </a:t>
            </a:r>
            <a:r>
              <a:rPr dirty="0" sz="3200" spc="-20"/>
              <a:t>colors are  represented </a:t>
            </a:r>
            <a:r>
              <a:rPr dirty="0" sz="3200" spc="-5"/>
              <a:t>by </a:t>
            </a:r>
            <a:r>
              <a:rPr dirty="0" sz="3200" spc="-5" b="1">
                <a:latin typeface="Calibri"/>
                <a:cs typeface="Calibri"/>
              </a:rPr>
              <a:t>one-hot</a:t>
            </a:r>
            <a:r>
              <a:rPr dirty="0" sz="320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encoding</a:t>
            </a:r>
            <a:r>
              <a:rPr dirty="0" sz="3200" spc="-5"/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833" y="2414523"/>
            <a:ext cx="61664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Example)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0">
                <a:latin typeface="Calibri"/>
                <a:cs typeface="Calibri"/>
              </a:rPr>
              <a:t>there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0">
                <a:latin typeface="Calibri"/>
                <a:cs typeface="Calibri"/>
              </a:rPr>
              <a:t>two </a:t>
            </a:r>
            <a:r>
              <a:rPr dirty="0" sz="2800" spc="-5">
                <a:latin typeface="Calibri"/>
                <a:cs typeface="Calibri"/>
              </a:rPr>
              <a:t>distinct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90">
                <a:latin typeface="Calibri"/>
                <a:cs typeface="Calibri"/>
              </a:rPr>
              <a:t>colors: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833" y="4459732"/>
            <a:ext cx="7512050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508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This assumption is </a:t>
            </a:r>
            <a:r>
              <a:rPr dirty="0" sz="2800" spc="-10">
                <a:latin typeface="Calibri"/>
                <a:cs typeface="Calibri"/>
              </a:rPr>
              <a:t>sufficient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20">
                <a:latin typeface="Calibri"/>
                <a:cs typeface="Calibri"/>
              </a:rPr>
              <a:t>illustrate </a:t>
            </a: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190">
                <a:latin typeface="Calibri"/>
                <a:cs typeface="Calibri"/>
              </a:rPr>
              <a:t>GCN  </a:t>
            </a:r>
            <a:r>
              <a:rPr dirty="0" sz="2800" spc="-15">
                <a:latin typeface="Calibri"/>
                <a:cs typeface="Calibri"/>
              </a:rPr>
              <a:t>fails.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67370" y="3511416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5" y="0"/>
                </a:moveTo>
                <a:lnTo>
                  <a:pt x="142093" y="6397"/>
                </a:lnTo>
                <a:lnTo>
                  <a:pt x="95859" y="24453"/>
                </a:lnTo>
                <a:lnTo>
                  <a:pt x="56688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8"/>
                </a:lnTo>
                <a:lnTo>
                  <a:pt x="142093" y="351813"/>
                </a:lnTo>
                <a:lnTo>
                  <a:pt x="193545" y="358211"/>
                </a:lnTo>
                <a:lnTo>
                  <a:pt x="244996" y="351813"/>
                </a:lnTo>
                <a:lnTo>
                  <a:pt x="291230" y="333758"/>
                </a:lnTo>
                <a:lnTo>
                  <a:pt x="330401" y="305752"/>
                </a:lnTo>
                <a:lnTo>
                  <a:pt x="360665" y="269503"/>
                </a:lnTo>
                <a:lnTo>
                  <a:pt x="380176" y="226719"/>
                </a:lnTo>
                <a:lnTo>
                  <a:pt x="387089" y="179105"/>
                </a:lnTo>
                <a:lnTo>
                  <a:pt x="380176" y="131492"/>
                </a:lnTo>
                <a:lnTo>
                  <a:pt x="360665" y="88707"/>
                </a:lnTo>
                <a:lnTo>
                  <a:pt x="330401" y="52459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36796" y="3511415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5" y="0"/>
                </a:moveTo>
                <a:lnTo>
                  <a:pt x="142093" y="6397"/>
                </a:lnTo>
                <a:lnTo>
                  <a:pt x="95859" y="24453"/>
                </a:lnTo>
                <a:lnTo>
                  <a:pt x="56688" y="52458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8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7"/>
                </a:lnTo>
                <a:lnTo>
                  <a:pt x="142093" y="351813"/>
                </a:lnTo>
                <a:lnTo>
                  <a:pt x="193545" y="358211"/>
                </a:lnTo>
                <a:lnTo>
                  <a:pt x="244996" y="351813"/>
                </a:lnTo>
                <a:lnTo>
                  <a:pt x="291230" y="333757"/>
                </a:lnTo>
                <a:lnTo>
                  <a:pt x="330401" y="305752"/>
                </a:lnTo>
                <a:lnTo>
                  <a:pt x="360665" y="269503"/>
                </a:lnTo>
                <a:lnTo>
                  <a:pt x="380176" y="226718"/>
                </a:lnTo>
                <a:lnTo>
                  <a:pt x="387089" y="179105"/>
                </a:lnTo>
                <a:lnTo>
                  <a:pt x="380176" y="131492"/>
                </a:lnTo>
                <a:lnTo>
                  <a:pt x="360665" y="88707"/>
                </a:lnTo>
                <a:lnTo>
                  <a:pt x="330401" y="52458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96791" y="3340176"/>
            <a:ext cx="560070" cy="803275"/>
          </a:xfrm>
          <a:custGeom>
            <a:avLst/>
            <a:gdLst/>
            <a:ahLst/>
            <a:cxnLst/>
            <a:rect l="l" t="t" r="r" b="b"/>
            <a:pathLst>
              <a:path w="560070" h="803275">
                <a:moveTo>
                  <a:pt x="416944" y="0"/>
                </a:moveTo>
                <a:lnTo>
                  <a:pt x="405434" y="13295"/>
                </a:lnTo>
                <a:lnTo>
                  <a:pt x="429444" y="39737"/>
                </a:lnTo>
                <a:lnTo>
                  <a:pt x="451273" y="72628"/>
                </a:lnTo>
                <a:lnTo>
                  <a:pt x="470918" y="111968"/>
                </a:lnTo>
                <a:lnTo>
                  <a:pt x="488381" y="157758"/>
                </a:lnTo>
                <a:lnTo>
                  <a:pt x="500168" y="198874"/>
                </a:lnTo>
                <a:lnTo>
                  <a:pt x="509336" y="243800"/>
                </a:lnTo>
                <a:lnTo>
                  <a:pt x="515884" y="292536"/>
                </a:lnTo>
                <a:lnTo>
                  <a:pt x="519813" y="345082"/>
                </a:lnTo>
                <a:lnTo>
                  <a:pt x="521123" y="401439"/>
                </a:lnTo>
                <a:lnTo>
                  <a:pt x="519813" y="457795"/>
                </a:lnTo>
                <a:lnTo>
                  <a:pt x="515884" y="510341"/>
                </a:lnTo>
                <a:lnTo>
                  <a:pt x="509336" y="559077"/>
                </a:lnTo>
                <a:lnTo>
                  <a:pt x="500168" y="604004"/>
                </a:lnTo>
                <a:lnTo>
                  <a:pt x="488381" y="645120"/>
                </a:lnTo>
                <a:lnTo>
                  <a:pt x="470918" y="690909"/>
                </a:lnTo>
                <a:lnTo>
                  <a:pt x="451273" y="730250"/>
                </a:lnTo>
                <a:lnTo>
                  <a:pt x="429444" y="763141"/>
                </a:lnTo>
                <a:lnTo>
                  <a:pt x="405434" y="789583"/>
                </a:lnTo>
                <a:lnTo>
                  <a:pt x="416944" y="802877"/>
                </a:lnTo>
                <a:lnTo>
                  <a:pt x="470621" y="743768"/>
                </a:lnTo>
                <a:lnTo>
                  <a:pt x="494706" y="703516"/>
                </a:lnTo>
                <a:lnTo>
                  <a:pt x="516956" y="656132"/>
                </a:lnTo>
                <a:lnTo>
                  <a:pt x="532315" y="613330"/>
                </a:lnTo>
                <a:lnTo>
                  <a:pt x="544261" y="566439"/>
                </a:lnTo>
                <a:lnTo>
                  <a:pt x="552793" y="515461"/>
                </a:lnTo>
                <a:lnTo>
                  <a:pt x="557913" y="460394"/>
                </a:lnTo>
                <a:lnTo>
                  <a:pt x="559619" y="401239"/>
                </a:lnTo>
                <a:lnTo>
                  <a:pt x="557913" y="342228"/>
                </a:lnTo>
                <a:lnTo>
                  <a:pt x="552793" y="287273"/>
                </a:lnTo>
                <a:lnTo>
                  <a:pt x="544261" y="236374"/>
                </a:lnTo>
                <a:lnTo>
                  <a:pt x="532315" y="189531"/>
                </a:lnTo>
                <a:lnTo>
                  <a:pt x="516956" y="146744"/>
                </a:lnTo>
                <a:lnTo>
                  <a:pt x="494706" y="99361"/>
                </a:lnTo>
                <a:lnTo>
                  <a:pt x="470621" y="59109"/>
                </a:lnTo>
                <a:lnTo>
                  <a:pt x="444700" y="25989"/>
                </a:lnTo>
                <a:lnTo>
                  <a:pt x="416944" y="0"/>
                </a:lnTo>
                <a:close/>
              </a:path>
              <a:path w="560070" h="803275">
                <a:moveTo>
                  <a:pt x="142671" y="0"/>
                </a:moveTo>
                <a:lnTo>
                  <a:pt x="88993" y="59109"/>
                </a:lnTo>
                <a:lnTo>
                  <a:pt x="64908" y="99361"/>
                </a:lnTo>
                <a:lnTo>
                  <a:pt x="42658" y="146744"/>
                </a:lnTo>
                <a:lnTo>
                  <a:pt x="27299" y="189531"/>
                </a:lnTo>
                <a:lnTo>
                  <a:pt x="15353" y="236374"/>
                </a:lnTo>
                <a:lnTo>
                  <a:pt x="6820" y="287273"/>
                </a:lnTo>
                <a:lnTo>
                  <a:pt x="1700" y="342228"/>
                </a:lnTo>
                <a:lnTo>
                  <a:pt x="0" y="401439"/>
                </a:lnTo>
                <a:lnTo>
                  <a:pt x="1700" y="460394"/>
                </a:lnTo>
                <a:lnTo>
                  <a:pt x="6820" y="515461"/>
                </a:lnTo>
                <a:lnTo>
                  <a:pt x="15353" y="566439"/>
                </a:lnTo>
                <a:lnTo>
                  <a:pt x="27299" y="613330"/>
                </a:lnTo>
                <a:lnTo>
                  <a:pt x="42658" y="656132"/>
                </a:lnTo>
                <a:lnTo>
                  <a:pt x="64908" y="703516"/>
                </a:lnTo>
                <a:lnTo>
                  <a:pt x="88993" y="743768"/>
                </a:lnTo>
                <a:lnTo>
                  <a:pt x="114914" y="776888"/>
                </a:lnTo>
                <a:lnTo>
                  <a:pt x="142671" y="802877"/>
                </a:lnTo>
                <a:lnTo>
                  <a:pt x="154181" y="789583"/>
                </a:lnTo>
                <a:lnTo>
                  <a:pt x="130170" y="763141"/>
                </a:lnTo>
                <a:lnTo>
                  <a:pt x="108342" y="730250"/>
                </a:lnTo>
                <a:lnTo>
                  <a:pt x="88696" y="690909"/>
                </a:lnTo>
                <a:lnTo>
                  <a:pt x="71233" y="645120"/>
                </a:lnTo>
                <a:lnTo>
                  <a:pt x="59446" y="604004"/>
                </a:lnTo>
                <a:lnTo>
                  <a:pt x="50279" y="559077"/>
                </a:lnTo>
                <a:lnTo>
                  <a:pt x="43730" y="510341"/>
                </a:lnTo>
                <a:lnTo>
                  <a:pt x="39801" y="457795"/>
                </a:lnTo>
                <a:lnTo>
                  <a:pt x="38496" y="401239"/>
                </a:lnTo>
                <a:lnTo>
                  <a:pt x="39801" y="345082"/>
                </a:lnTo>
                <a:lnTo>
                  <a:pt x="43730" y="292536"/>
                </a:lnTo>
                <a:lnTo>
                  <a:pt x="50279" y="243800"/>
                </a:lnTo>
                <a:lnTo>
                  <a:pt x="59446" y="198874"/>
                </a:lnTo>
                <a:lnTo>
                  <a:pt x="71233" y="157758"/>
                </a:lnTo>
                <a:lnTo>
                  <a:pt x="88696" y="111968"/>
                </a:lnTo>
                <a:lnTo>
                  <a:pt x="108342" y="72628"/>
                </a:lnTo>
                <a:lnTo>
                  <a:pt x="130170" y="39737"/>
                </a:lnTo>
                <a:lnTo>
                  <a:pt x="154181" y="13295"/>
                </a:lnTo>
                <a:lnTo>
                  <a:pt x="1426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451202" y="3040380"/>
            <a:ext cx="250825" cy="118364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3200">
                <a:latin typeface="Cambria Math"/>
                <a:cs typeface="Cambria Math"/>
              </a:rPr>
              <a:t>1</a:t>
            </a:r>
            <a:endParaRPr sz="3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3200">
                <a:latin typeface="Cambria Math"/>
                <a:cs typeface="Cambria Math"/>
              </a:rPr>
              <a:t>0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85562" y="3340176"/>
            <a:ext cx="560070" cy="803275"/>
          </a:xfrm>
          <a:custGeom>
            <a:avLst/>
            <a:gdLst/>
            <a:ahLst/>
            <a:cxnLst/>
            <a:rect l="l" t="t" r="r" b="b"/>
            <a:pathLst>
              <a:path w="560070" h="803275">
                <a:moveTo>
                  <a:pt x="416942" y="0"/>
                </a:moveTo>
                <a:lnTo>
                  <a:pt x="405434" y="13295"/>
                </a:lnTo>
                <a:lnTo>
                  <a:pt x="429444" y="39737"/>
                </a:lnTo>
                <a:lnTo>
                  <a:pt x="451273" y="72628"/>
                </a:lnTo>
                <a:lnTo>
                  <a:pt x="470918" y="111968"/>
                </a:lnTo>
                <a:lnTo>
                  <a:pt x="488380" y="157758"/>
                </a:lnTo>
                <a:lnTo>
                  <a:pt x="500167" y="198874"/>
                </a:lnTo>
                <a:lnTo>
                  <a:pt x="509335" y="243800"/>
                </a:lnTo>
                <a:lnTo>
                  <a:pt x="515883" y="292536"/>
                </a:lnTo>
                <a:lnTo>
                  <a:pt x="519812" y="345082"/>
                </a:lnTo>
                <a:lnTo>
                  <a:pt x="521122" y="401439"/>
                </a:lnTo>
                <a:lnTo>
                  <a:pt x="519812" y="457795"/>
                </a:lnTo>
                <a:lnTo>
                  <a:pt x="515883" y="510341"/>
                </a:lnTo>
                <a:lnTo>
                  <a:pt x="509335" y="559077"/>
                </a:lnTo>
                <a:lnTo>
                  <a:pt x="500167" y="604004"/>
                </a:lnTo>
                <a:lnTo>
                  <a:pt x="488380" y="645120"/>
                </a:lnTo>
                <a:lnTo>
                  <a:pt x="470918" y="690909"/>
                </a:lnTo>
                <a:lnTo>
                  <a:pt x="451273" y="730250"/>
                </a:lnTo>
                <a:lnTo>
                  <a:pt x="429444" y="763141"/>
                </a:lnTo>
                <a:lnTo>
                  <a:pt x="405434" y="789583"/>
                </a:lnTo>
                <a:lnTo>
                  <a:pt x="416942" y="802877"/>
                </a:lnTo>
                <a:lnTo>
                  <a:pt x="470620" y="743768"/>
                </a:lnTo>
                <a:lnTo>
                  <a:pt x="494705" y="703516"/>
                </a:lnTo>
                <a:lnTo>
                  <a:pt x="516955" y="656132"/>
                </a:lnTo>
                <a:lnTo>
                  <a:pt x="532314" y="613330"/>
                </a:lnTo>
                <a:lnTo>
                  <a:pt x="544260" y="566439"/>
                </a:lnTo>
                <a:lnTo>
                  <a:pt x="552793" y="515461"/>
                </a:lnTo>
                <a:lnTo>
                  <a:pt x="557913" y="460394"/>
                </a:lnTo>
                <a:lnTo>
                  <a:pt x="559619" y="401239"/>
                </a:lnTo>
                <a:lnTo>
                  <a:pt x="557913" y="342228"/>
                </a:lnTo>
                <a:lnTo>
                  <a:pt x="552793" y="287273"/>
                </a:lnTo>
                <a:lnTo>
                  <a:pt x="544260" y="236374"/>
                </a:lnTo>
                <a:lnTo>
                  <a:pt x="532314" y="189531"/>
                </a:lnTo>
                <a:lnTo>
                  <a:pt x="516955" y="146744"/>
                </a:lnTo>
                <a:lnTo>
                  <a:pt x="494705" y="99361"/>
                </a:lnTo>
                <a:lnTo>
                  <a:pt x="470620" y="59109"/>
                </a:lnTo>
                <a:lnTo>
                  <a:pt x="444699" y="25989"/>
                </a:lnTo>
                <a:lnTo>
                  <a:pt x="416942" y="0"/>
                </a:lnTo>
                <a:close/>
              </a:path>
              <a:path w="560070" h="803275">
                <a:moveTo>
                  <a:pt x="142671" y="0"/>
                </a:moveTo>
                <a:lnTo>
                  <a:pt x="88992" y="59109"/>
                </a:lnTo>
                <a:lnTo>
                  <a:pt x="64907" y="99361"/>
                </a:lnTo>
                <a:lnTo>
                  <a:pt x="42658" y="146744"/>
                </a:lnTo>
                <a:lnTo>
                  <a:pt x="27299" y="189531"/>
                </a:lnTo>
                <a:lnTo>
                  <a:pt x="15353" y="236374"/>
                </a:lnTo>
                <a:lnTo>
                  <a:pt x="6820" y="287273"/>
                </a:lnTo>
                <a:lnTo>
                  <a:pt x="1700" y="342228"/>
                </a:lnTo>
                <a:lnTo>
                  <a:pt x="0" y="401439"/>
                </a:lnTo>
                <a:lnTo>
                  <a:pt x="1700" y="460394"/>
                </a:lnTo>
                <a:lnTo>
                  <a:pt x="6820" y="515461"/>
                </a:lnTo>
                <a:lnTo>
                  <a:pt x="15353" y="566439"/>
                </a:lnTo>
                <a:lnTo>
                  <a:pt x="27299" y="613330"/>
                </a:lnTo>
                <a:lnTo>
                  <a:pt x="42658" y="656132"/>
                </a:lnTo>
                <a:lnTo>
                  <a:pt x="64907" y="703516"/>
                </a:lnTo>
                <a:lnTo>
                  <a:pt x="88992" y="743768"/>
                </a:lnTo>
                <a:lnTo>
                  <a:pt x="114914" y="776888"/>
                </a:lnTo>
                <a:lnTo>
                  <a:pt x="142671" y="802877"/>
                </a:lnTo>
                <a:lnTo>
                  <a:pt x="154179" y="789583"/>
                </a:lnTo>
                <a:lnTo>
                  <a:pt x="130169" y="763141"/>
                </a:lnTo>
                <a:lnTo>
                  <a:pt x="108340" y="730250"/>
                </a:lnTo>
                <a:lnTo>
                  <a:pt x="88695" y="690909"/>
                </a:lnTo>
                <a:lnTo>
                  <a:pt x="71233" y="645120"/>
                </a:lnTo>
                <a:lnTo>
                  <a:pt x="59446" y="604004"/>
                </a:lnTo>
                <a:lnTo>
                  <a:pt x="50278" y="559077"/>
                </a:lnTo>
                <a:lnTo>
                  <a:pt x="43729" y="510341"/>
                </a:lnTo>
                <a:lnTo>
                  <a:pt x="39800" y="457795"/>
                </a:lnTo>
                <a:lnTo>
                  <a:pt x="38495" y="401239"/>
                </a:lnTo>
                <a:lnTo>
                  <a:pt x="39800" y="345082"/>
                </a:lnTo>
                <a:lnTo>
                  <a:pt x="43729" y="292536"/>
                </a:lnTo>
                <a:lnTo>
                  <a:pt x="50278" y="243800"/>
                </a:lnTo>
                <a:lnTo>
                  <a:pt x="59446" y="198874"/>
                </a:lnTo>
                <a:lnTo>
                  <a:pt x="71233" y="157758"/>
                </a:lnTo>
                <a:lnTo>
                  <a:pt x="88695" y="111968"/>
                </a:lnTo>
                <a:lnTo>
                  <a:pt x="108340" y="72628"/>
                </a:lnTo>
                <a:lnTo>
                  <a:pt x="130169" y="39737"/>
                </a:lnTo>
                <a:lnTo>
                  <a:pt x="154179" y="13295"/>
                </a:lnTo>
                <a:lnTo>
                  <a:pt x="1426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39972" y="3040380"/>
            <a:ext cx="250825" cy="118364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3200">
                <a:latin typeface="Cambria Math"/>
                <a:cs typeface="Cambria Math"/>
              </a:rPr>
              <a:t>0</a:t>
            </a:r>
            <a:endParaRPr sz="3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3200">
                <a:latin typeface="Cambria Math"/>
                <a:cs typeface="Cambria Math"/>
              </a:rPr>
              <a:t>1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54505" y="3634055"/>
            <a:ext cx="284480" cy="34290"/>
          </a:xfrm>
          <a:custGeom>
            <a:avLst/>
            <a:gdLst/>
            <a:ahLst/>
            <a:cxnLst/>
            <a:rect l="l" t="t" r="r" b="b"/>
            <a:pathLst>
              <a:path w="284480" h="34289">
                <a:moveTo>
                  <a:pt x="0" y="0"/>
                </a:moveTo>
                <a:lnTo>
                  <a:pt x="284472" y="0"/>
                </a:lnTo>
                <a:lnTo>
                  <a:pt x="284472" y="33965"/>
                </a:lnTo>
                <a:lnTo>
                  <a:pt x="0" y="3396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54505" y="3744502"/>
            <a:ext cx="284480" cy="34290"/>
          </a:xfrm>
          <a:custGeom>
            <a:avLst/>
            <a:gdLst/>
            <a:ahLst/>
            <a:cxnLst/>
            <a:rect l="l" t="t" r="r" b="b"/>
            <a:pathLst>
              <a:path w="284480" h="34289">
                <a:moveTo>
                  <a:pt x="0" y="0"/>
                </a:moveTo>
                <a:lnTo>
                  <a:pt x="284472" y="0"/>
                </a:lnTo>
                <a:lnTo>
                  <a:pt x="284472" y="33966"/>
                </a:lnTo>
                <a:lnTo>
                  <a:pt x="0" y="3396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31301" y="3618311"/>
            <a:ext cx="284480" cy="34290"/>
          </a:xfrm>
          <a:custGeom>
            <a:avLst/>
            <a:gdLst/>
            <a:ahLst/>
            <a:cxnLst/>
            <a:rect l="l" t="t" r="r" b="b"/>
            <a:pathLst>
              <a:path w="284479" h="34289">
                <a:moveTo>
                  <a:pt x="0" y="0"/>
                </a:moveTo>
                <a:lnTo>
                  <a:pt x="284472" y="0"/>
                </a:lnTo>
                <a:lnTo>
                  <a:pt x="284472" y="33965"/>
                </a:lnTo>
                <a:lnTo>
                  <a:pt x="0" y="3396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431301" y="3728758"/>
            <a:ext cx="284480" cy="34290"/>
          </a:xfrm>
          <a:custGeom>
            <a:avLst/>
            <a:gdLst/>
            <a:ahLst/>
            <a:cxnLst/>
            <a:rect l="l" t="t" r="r" b="b"/>
            <a:pathLst>
              <a:path w="284479" h="34289">
                <a:moveTo>
                  <a:pt x="0" y="0"/>
                </a:moveTo>
                <a:lnTo>
                  <a:pt x="284472" y="0"/>
                </a:lnTo>
                <a:lnTo>
                  <a:pt x="284472" y="33966"/>
                </a:lnTo>
                <a:lnTo>
                  <a:pt x="0" y="33966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729728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578231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GCN </a:t>
            </a:r>
            <a:r>
              <a:rPr dirty="0" sz="3200" spc="-5" b="1">
                <a:latin typeface="Calibri"/>
                <a:cs typeface="Calibri"/>
              </a:rPr>
              <a:t>(mean-pool) </a:t>
            </a:r>
            <a:r>
              <a:rPr dirty="0" spc="-5"/>
              <a:t>[Kipf </a:t>
            </a:r>
            <a:r>
              <a:rPr dirty="0"/>
              <a:t>&amp; </a:t>
            </a:r>
            <a:r>
              <a:rPr dirty="0" spc="-10"/>
              <a:t>Welling </a:t>
            </a:r>
            <a:r>
              <a:rPr dirty="0" spc="-5"/>
              <a:t>ICLR</a:t>
            </a:r>
            <a:r>
              <a:rPr dirty="0" spc="5"/>
              <a:t> </a:t>
            </a:r>
            <a:r>
              <a:rPr dirty="0" spc="-5"/>
              <a:t>2017]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3864" y="4732030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7" y="0"/>
                </a:moveTo>
                <a:lnTo>
                  <a:pt x="129650" y="6353"/>
                </a:lnTo>
                <a:lnTo>
                  <a:pt x="87465" y="24283"/>
                </a:lnTo>
                <a:lnTo>
                  <a:pt x="51724" y="52093"/>
                </a:lnTo>
                <a:lnTo>
                  <a:pt x="24110" y="88090"/>
                </a:lnTo>
                <a:lnTo>
                  <a:pt x="6308" y="130577"/>
                </a:lnTo>
                <a:lnTo>
                  <a:pt x="0" y="177859"/>
                </a:lnTo>
                <a:lnTo>
                  <a:pt x="6308" y="225142"/>
                </a:lnTo>
                <a:lnTo>
                  <a:pt x="24110" y="267629"/>
                </a:lnTo>
                <a:lnTo>
                  <a:pt x="51724" y="303626"/>
                </a:lnTo>
                <a:lnTo>
                  <a:pt x="87465" y="331437"/>
                </a:lnTo>
                <a:lnTo>
                  <a:pt x="129650" y="349367"/>
                </a:lnTo>
                <a:lnTo>
                  <a:pt x="176597" y="355720"/>
                </a:lnTo>
                <a:lnTo>
                  <a:pt x="223543" y="349367"/>
                </a:lnTo>
                <a:lnTo>
                  <a:pt x="265728" y="331437"/>
                </a:lnTo>
                <a:lnTo>
                  <a:pt x="301469" y="303626"/>
                </a:lnTo>
                <a:lnTo>
                  <a:pt x="329082" y="267629"/>
                </a:lnTo>
                <a:lnTo>
                  <a:pt x="346885" y="225142"/>
                </a:lnTo>
                <a:lnTo>
                  <a:pt x="353193" y="177859"/>
                </a:lnTo>
                <a:lnTo>
                  <a:pt x="346885" y="130577"/>
                </a:lnTo>
                <a:lnTo>
                  <a:pt x="329082" y="88090"/>
                </a:lnTo>
                <a:lnTo>
                  <a:pt x="301469" y="52093"/>
                </a:lnTo>
                <a:lnTo>
                  <a:pt x="265728" y="24283"/>
                </a:lnTo>
                <a:lnTo>
                  <a:pt x="223543" y="6353"/>
                </a:lnTo>
                <a:lnTo>
                  <a:pt x="17659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44286" y="4732030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6" y="0"/>
                </a:moveTo>
                <a:lnTo>
                  <a:pt x="129649" y="6353"/>
                </a:lnTo>
                <a:lnTo>
                  <a:pt x="87464" y="24283"/>
                </a:lnTo>
                <a:lnTo>
                  <a:pt x="51723" y="52093"/>
                </a:lnTo>
                <a:lnTo>
                  <a:pt x="24110" y="88090"/>
                </a:lnTo>
                <a:lnTo>
                  <a:pt x="6308" y="130577"/>
                </a:lnTo>
                <a:lnTo>
                  <a:pt x="0" y="177859"/>
                </a:lnTo>
                <a:lnTo>
                  <a:pt x="6308" y="225142"/>
                </a:lnTo>
                <a:lnTo>
                  <a:pt x="24110" y="267629"/>
                </a:lnTo>
                <a:lnTo>
                  <a:pt x="51723" y="303626"/>
                </a:lnTo>
                <a:lnTo>
                  <a:pt x="87464" y="331437"/>
                </a:lnTo>
                <a:lnTo>
                  <a:pt x="129649" y="349367"/>
                </a:lnTo>
                <a:lnTo>
                  <a:pt x="176596" y="355720"/>
                </a:lnTo>
                <a:lnTo>
                  <a:pt x="223542" y="349367"/>
                </a:lnTo>
                <a:lnTo>
                  <a:pt x="265728" y="331437"/>
                </a:lnTo>
                <a:lnTo>
                  <a:pt x="301469" y="303626"/>
                </a:lnTo>
                <a:lnTo>
                  <a:pt x="329082" y="267629"/>
                </a:lnTo>
                <a:lnTo>
                  <a:pt x="346885" y="225142"/>
                </a:lnTo>
                <a:lnTo>
                  <a:pt x="353193" y="177859"/>
                </a:lnTo>
                <a:lnTo>
                  <a:pt x="346885" y="130577"/>
                </a:lnTo>
                <a:lnTo>
                  <a:pt x="329082" y="88090"/>
                </a:lnTo>
                <a:lnTo>
                  <a:pt x="301469" y="52093"/>
                </a:lnTo>
                <a:lnTo>
                  <a:pt x="265728" y="24283"/>
                </a:lnTo>
                <a:lnTo>
                  <a:pt x="223542" y="6353"/>
                </a:lnTo>
                <a:lnTo>
                  <a:pt x="17659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84909" y="4615051"/>
            <a:ext cx="1297940" cy="553085"/>
          </a:xfrm>
          <a:custGeom>
            <a:avLst/>
            <a:gdLst/>
            <a:ahLst/>
            <a:cxnLst/>
            <a:rect l="l" t="t" r="r" b="b"/>
            <a:pathLst>
              <a:path w="1297939" h="553085">
                <a:moveTo>
                  <a:pt x="0" y="92130"/>
                </a:moveTo>
                <a:lnTo>
                  <a:pt x="7240" y="56268"/>
                </a:lnTo>
                <a:lnTo>
                  <a:pt x="26984" y="26984"/>
                </a:lnTo>
                <a:lnTo>
                  <a:pt x="56268" y="7240"/>
                </a:lnTo>
                <a:lnTo>
                  <a:pt x="92129" y="0"/>
                </a:lnTo>
                <a:lnTo>
                  <a:pt x="1205282" y="0"/>
                </a:lnTo>
                <a:lnTo>
                  <a:pt x="1241143" y="7240"/>
                </a:lnTo>
                <a:lnTo>
                  <a:pt x="1270427" y="26984"/>
                </a:lnTo>
                <a:lnTo>
                  <a:pt x="1290171" y="56268"/>
                </a:lnTo>
                <a:lnTo>
                  <a:pt x="1297412" y="92130"/>
                </a:lnTo>
                <a:lnTo>
                  <a:pt x="1297412" y="460636"/>
                </a:lnTo>
                <a:lnTo>
                  <a:pt x="1290171" y="496497"/>
                </a:lnTo>
                <a:lnTo>
                  <a:pt x="1270427" y="525781"/>
                </a:lnTo>
                <a:lnTo>
                  <a:pt x="1241143" y="545525"/>
                </a:lnTo>
                <a:lnTo>
                  <a:pt x="1205282" y="552766"/>
                </a:lnTo>
                <a:lnTo>
                  <a:pt x="92129" y="552766"/>
                </a:lnTo>
                <a:lnTo>
                  <a:pt x="56268" y="545525"/>
                </a:lnTo>
                <a:lnTo>
                  <a:pt x="26984" y="525781"/>
                </a:lnTo>
                <a:lnTo>
                  <a:pt x="7240" y="496497"/>
                </a:lnTo>
                <a:lnTo>
                  <a:pt x="0" y="460636"/>
                </a:lnTo>
                <a:lnTo>
                  <a:pt x="0" y="9213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28328" y="4694223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5" y="0"/>
                </a:moveTo>
                <a:lnTo>
                  <a:pt x="135265" y="6353"/>
                </a:lnTo>
                <a:lnTo>
                  <a:pt x="91252" y="24283"/>
                </a:lnTo>
                <a:lnTo>
                  <a:pt x="53964" y="52094"/>
                </a:lnTo>
                <a:lnTo>
                  <a:pt x="25154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4" y="267630"/>
                </a:lnTo>
                <a:lnTo>
                  <a:pt x="53964" y="303627"/>
                </a:lnTo>
                <a:lnTo>
                  <a:pt x="91252" y="331438"/>
                </a:lnTo>
                <a:lnTo>
                  <a:pt x="135265" y="349368"/>
                </a:lnTo>
                <a:lnTo>
                  <a:pt x="184245" y="355721"/>
                </a:lnTo>
                <a:lnTo>
                  <a:pt x="233225" y="349368"/>
                </a:lnTo>
                <a:lnTo>
                  <a:pt x="277237" y="331438"/>
                </a:lnTo>
                <a:lnTo>
                  <a:pt x="314527" y="303627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7" y="24283"/>
                </a:lnTo>
                <a:lnTo>
                  <a:pt x="233225" y="6353"/>
                </a:lnTo>
                <a:lnTo>
                  <a:pt x="1842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33891" y="4694223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5" y="0"/>
                </a:moveTo>
                <a:lnTo>
                  <a:pt x="135265" y="6353"/>
                </a:lnTo>
                <a:lnTo>
                  <a:pt x="91252" y="24283"/>
                </a:lnTo>
                <a:lnTo>
                  <a:pt x="53964" y="52094"/>
                </a:lnTo>
                <a:lnTo>
                  <a:pt x="25154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4" y="267630"/>
                </a:lnTo>
                <a:lnTo>
                  <a:pt x="53964" y="303627"/>
                </a:lnTo>
                <a:lnTo>
                  <a:pt x="91252" y="331438"/>
                </a:lnTo>
                <a:lnTo>
                  <a:pt x="135265" y="349368"/>
                </a:lnTo>
                <a:lnTo>
                  <a:pt x="184245" y="355721"/>
                </a:lnTo>
                <a:lnTo>
                  <a:pt x="233225" y="349368"/>
                </a:lnTo>
                <a:lnTo>
                  <a:pt x="277237" y="331438"/>
                </a:lnTo>
                <a:lnTo>
                  <a:pt x="314527" y="303627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7" y="24283"/>
                </a:lnTo>
                <a:lnTo>
                  <a:pt x="233225" y="6353"/>
                </a:lnTo>
                <a:lnTo>
                  <a:pt x="184245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41622" y="4577245"/>
            <a:ext cx="2667000" cy="553085"/>
          </a:xfrm>
          <a:custGeom>
            <a:avLst/>
            <a:gdLst/>
            <a:ahLst/>
            <a:cxnLst/>
            <a:rect l="l" t="t" r="r" b="b"/>
            <a:pathLst>
              <a:path w="2667000" h="553085">
                <a:moveTo>
                  <a:pt x="0" y="92128"/>
                </a:moveTo>
                <a:lnTo>
                  <a:pt x="7239" y="56267"/>
                </a:lnTo>
                <a:lnTo>
                  <a:pt x="26983" y="26983"/>
                </a:lnTo>
                <a:lnTo>
                  <a:pt x="56267" y="7239"/>
                </a:lnTo>
                <a:lnTo>
                  <a:pt x="92127" y="0"/>
                </a:lnTo>
                <a:lnTo>
                  <a:pt x="2574677" y="0"/>
                </a:lnTo>
                <a:lnTo>
                  <a:pt x="2610537" y="7239"/>
                </a:lnTo>
                <a:lnTo>
                  <a:pt x="2639821" y="26983"/>
                </a:lnTo>
                <a:lnTo>
                  <a:pt x="2659565" y="56267"/>
                </a:lnTo>
                <a:lnTo>
                  <a:pt x="2666805" y="92128"/>
                </a:lnTo>
                <a:lnTo>
                  <a:pt x="2666805" y="460637"/>
                </a:lnTo>
                <a:lnTo>
                  <a:pt x="2659565" y="496498"/>
                </a:lnTo>
                <a:lnTo>
                  <a:pt x="2639821" y="525782"/>
                </a:lnTo>
                <a:lnTo>
                  <a:pt x="2610537" y="545526"/>
                </a:lnTo>
                <a:lnTo>
                  <a:pt x="2574677" y="552766"/>
                </a:lnTo>
                <a:lnTo>
                  <a:pt x="92127" y="552766"/>
                </a:lnTo>
                <a:lnTo>
                  <a:pt x="56267" y="545526"/>
                </a:lnTo>
                <a:lnTo>
                  <a:pt x="26983" y="525782"/>
                </a:lnTo>
                <a:lnTo>
                  <a:pt x="7239" y="496498"/>
                </a:lnTo>
                <a:lnTo>
                  <a:pt x="0" y="460637"/>
                </a:lnTo>
                <a:lnTo>
                  <a:pt x="0" y="9212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91286" y="4675767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4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5" y="267630"/>
                </a:lnTo>
                <a:lnTo>
                  <a:pt x="53964" y="303626"/>
                </a:lnTo>
                <a:lnTo>
                  <a:pt x="91253" y="331437"/>
                </a:lnTo>
                <a:lnTo>
                  <a:pt x="135266" y="349367"/>
                </a:lnTo>
                <a:lnTo>
                  <a:pt x="184246" y="355720"/>
                </a:lnTo>
                <a:lnTo>
                  <a:pt x="233226" y="349367"/>
                </a:lnTo>
                <a:lnTo>
                  <a:pt x="277238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24508" y="4675767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4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5" y="267630"/>
                </a:lnTo>
                <a:lnTo>
                  <a:pt x="53964" y="303626"/>
                </a:lnTo>
                <a:lnTo>
                  <a:pt x="91253" y="331437"/>
                </a:lnTo>
                <a:lnTo>
                  <a:pt x="135266" y="349367"/>
                </a:lnTo>
                <a:lnTo>
                  <a:pt x="184246" y="355720"/>
                </a:lnTo>
                <a:lnTo>
                  <a:pt x="233226" y="349367"/>
                </a:lnTo>
                <a:lnTo>
                  <a:pt x="277238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84953" y="5380647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7" y="0"/>
                </a:moveTo>
                <a:lnTo>
                  <a:pt x="303265" y="9972"/>
                </a:lnTo>
                <a:lnTo>
                  <a:pt x="321273" y="29803"/>
                </a:lnTo>
                <a:lnTo>
                  <a:pt x="337644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2"/>
                </a:lnTo>
                <a:lnTo>
                  <a:pt x="390031" y="301079"/>
                </a:lnTo>
                <a:lnTo>
                  <a:pt x="388497" y="353467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4" y="547687"/>
                </a:lnTo>
                <a:lnTo>
                  <a:pt x="303265" y="592187"/>
                </a:lnTo>
                <a:lnTo>
                  <a:pt x="311897" y="602158"/>
                </a:lnTo>
                <a:lnTo>
                  <a:pt x="352155" y="557826"/>
                </a:lnTo>
                <a:lnTo>
                  <a:pt x="386906" y="492100"/>
                </a:lnTo>
                <a:lnTo>
                  <a:pt x="400905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3"/>
                </a:lnTo>
                <a:lnTo>
                  <a:pt x="410904" y="195988"/>
                </a:lnTo>
                <a:lnTo>
                  <a:pt x="400905" y="150647"/>
                </a:lnTo>
                <a:lnTo>
                  <a:pt x="386906" y="110059"/>
                </a:lnTo>
                <a:lnTo>
                  <a:pt x="370219" y="74521"/>
                </a:lnTo>
                <a:lnTo>
                  <a:pt x="332714" y="19492"/>
                </a:lnTo>
                <a:lnTo>
                  <a:pt x="311897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9"/>
                </a:lnTo>
                <a:lnTo>
                  <a:pt x="17994" y="150647"/>
                </a:lnTo>
                <a:lnTo>
                  <a:pt x="7994" y="195988"/>
                </a:lnTo>
                <a:lnTo>
                  <a:pt x="1994" y="246083"/>
                </a:lnTo>
                <a:lnTo>
                  <a:pt x="0" y="301079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4" y="451493"/>
                </a:lnTo>
                <a:lnTo>
                  <a:pt x="31993" y="492100"/>
                </a:lnTo>
                <a:lnTo>
                  <a:pt x="48680" y="527637"/>
                </a:lnTo>
                <a:lnTo>
                  <a:pt x="86185" y="582667"/>
                </a:lnTo>
                <a:lnTo>
                  <a:pt x="107002" y="602158"/>
                </a:lnTo>
                <a:lnTo>
                  <a:pt x="115634" y="592187"/>
                </a:lnTo>
                <a:lnTo>
                  <a:pt x="97625" y="572356"/>
                </a:lnTo>
                <a:lnTo>
                  <a:pt x="81254" y="547687"/>
                </a:lnTo>
                <a:lnTo>
                  <a:pt x="53424" y="483840"/>
                </a:lnTo>
                <a:lnTo>
                  <a:pt x="42681" y="444847"/>
                </a:lnTo>
                <a:lnTo>
                  <a:pt x="35007" y="401389"/>
                </a:lnTo>
                <a:lnTo>
                  <a:pt x="30402" y="353467"/>
                </a:lnTo>
                <a:lnTo>
                  <a:pt x="28872" y="300930"/>
                </a:lnTo>
                <a:lnTo>
                  <a:pt x="30402" y="248692"/>
                </a:lnTo>
                <a:lnTo>
                  <a:pt x="35007" y="200769"/>
                </a:lnTo>
                <a:lnTo>
                  <a:pt x="42681" y="157311"/>
                </a:lnTo>
                <a:lnTo>
                  <a:pt x="53424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98427" y="5395357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7" y="0"/>
                </a:moveTo>
                <a:lnTo>
                  <a:pt x="303265" y="9972"/>
                </a:lnTo>
                <a:lnTo>
                  <a:pt x="321273" y="29803"/>
                </a:lnTo>
                <a:lnTo>
                  <a:pt x="337644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2"/>
                </a:lnTo>
                <a:lnTo>
                  <a:pt x="390031" y="301079"/>
                </a:lnTo>
                <a:lnTo>
                  <a:pt x="388497" y="353467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4" y="547687"/>
                </a:lnTo>
                <a:lnTo>
                  <a:pt x="303265" y="592187"/>
                </a:lnTo>
                <a:lnTo>
                  <a:pt x="311897" y="602158"/>
                </a:lnTo>
                <a:lnTo>
                  <a:pt x="352155" y="557826"/>
                </a:lnTo>
                <a:lnTo>
                  <a:pt x="386906" y="492100"/>
                </a:lnTo>
                <a:lnTo>
                  <a:pt x="400905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8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9" y="74520"/>
                </a:lnTo>
                <a:lnTo>
                  <a:pt x="332714" y="19491"/>
                </a:lnTo>
                <a:lnTo>
                  <a:pt x="311897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8"/>
                </a:lnTo>
                <a:lnTo>
                  <a:pt x="1994" y="246082"/>
                </a:lnTo>
                <a:lnTo>
                  <a:pt x="0" y="301079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4" y="451493"/>
                </a:lnTo>
                <a:lnTo>
                  <a:pt x="31993" y="492100"/>
                </a:lnTo>
                <a:lnTo>
                  <a:pt x="48680" y="527637"/>
                </a:lnTo>
                <a:lnTo>
                  <a:pt x="86185" y="582666"/>
                </a:lnTo>
                <a:lnTo>
                  <a:pt x="107002" y="602158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4" y="483840"/>
                </a:lnTo>
                <a:lnTo>
                  <a:pt x="42681" y="444847"/>
                </a:lnTo>
                <a:lnTo>
                  <a:pt x="35007" y="401389"/>
                </a:lnTo>
                <a:lnTo>
                  <a:pt x="30402" y="353467"/>
                </a:lnTo>
                <a:lnTo>
                  <a:pt x="28872" y="300930"/>
                </a:lnTo>
                <a:lnTo>
                  <a:pt x="30402" y="248692"/>
                </a:lnTo>
                <a:lnTo>
                  <a:pt x="35007" y="200769"/>
                </a:lnTo>
                <a:lnTo>
                  <a:pt x="42681" y="157311"/>
                </a:lnTo>
                <a:lnTo>
                  <a:pt x="53424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86506" y="5357331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0"/>
                </a:lnTo>
                <a:lnTo>
                  <a:pt x="321272" y="29802"/>
                </a:lnTo>
                <a:lnTo>
                  <a:pt x="337643" y="54470"/>
                </a:lnTo>
                <a:lnTo>
                  <a:pt x="365473" y="118318"/>
                </a:lnTo>
                <a:lnTo>
                  <a:pt x="376217" y="157310"/>
                </a:lnTo>
                <a:lnTo>
                  <a:pt x="383891" y="200768"/>
                </a:lnTo>
                <a:lnTo>
                  <a:pt x="388495" y="248691"/>
                </a:lnTo>
                <a:lnTo>
                  <a:pt x="390030" y="301078"/>
                </a:lnTo>
                <a:lnTo>
                  <a:pt x="388495" y="353466"/>
                </a:lnTo>
                <a:lnTo>
                  <a:pt x="383891" y="401388"/>
                </a:lnTo>
                <a:lnTo>
                  <a:pt x="376217" y="444846"/>
                </a:lnTo>
                <a:lnTo>
                  <a:pt x="365473" y="483839"/>
                </a:lnTo>
                <a:lnTo>
                  <a:pt x="337643" y="547686"/>
                </a:lnTo>
                <a:lnTo>
                  <a:pt x="303264" y="592186"/>
                </a:lnTo>
                <a:lnTo>
                  <a:pt x="311896" y="602158"/>
                </a:lnTo>
                <a:lnTo>
                  <a:pt x="352154" y="557825"/>
                </a:lnTo>
                <a:lnTo>
                  <a:pt x="386905" y="492099"/>
                </a:lnTo>
                <a:lnTo>
                  <a:pt x="400904" y="451492"/>
                </a:lnTo>
                <a:lnTo>
                  <a:pt x="410904" y="406095"/>
                </a:lnTo>
                <a:lnTo>
                  <a:pt x="416904" y="355907"/>
                </a:lnTo>
                <a:lnTo>
                  <a:pt x="418904" y="300929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4" y="150646"/>
                </a:lnTo>
                <a:lnTo>
                  <a:pt x="386905" y="110058"/>
                </a:lnTo>
                <a:lnTo>
                  <a:pt x="370218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7"/>
                </a:lnTo>
                <a:lnTo>
                  <a:pt x="7993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6"/>
                </a:lnTo>
                <a:lnTo>
                  <a:pt x="86184" y="582666"/>
                </a:lnTo>
                <a:lnTo>
                  <a:pt x="107002" y="602158"/>
                </a:lnTo>
                <a:lnTo>
                  <a:pt x="115633" y="592186"/>
                </a:lnTo>
                <a:lnTo>
                  <a:pt x="97625" y="572355"/>
                </a:lnTo>
                <a:lnTo>
                  <a:pt x="81254" y="547686"/>
                </a:lnTo>
                <a:lnTo>
                  <a:pt x="53423" y="483839"/>
                </a:lnTo>
                <a:lnTo>
                  <a:pt x="42679" y="444846"/>
                </a:lnTo>
                <a:lnTo>
                  <a:pt x="35005" y="401388"/>
                </a:lnTo>
                <a:lnTo>
                  <a:pt x="30401" y="353466"/>
                </a:lnTo>
                <a:lnTo>
                  <a:pt x="28871" y="300929"/>
                </a:lnTo>
                <a:lnTo>
                  <a:pt x="30401" y="248691"/>
                </a:lnTo>
                <a:lnTo>
                  <a:pt x="35005" y="200768"/>
                </a:lnTo>
                <a:lnTo>
                  <a:pt x="42679" y="157310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3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499122" y="5126228"/>
            <a:ext cx="194310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24971" y="5338316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3" y="118318"/>
                </a:lnTo>
                <a:lnTo>
                  <a:pt x="376217" y="157311"/>
                </a:lnTo>
                <a:lnTo>
                  <a:pt x="383891" y="200769"/>
                </a:lnTo>
                <a:lnTo>
                  <a:pt x="388495" y="248692"/>
                </a:lnTo>
                <a:lnTo>
                  <a:pt x="390030" y="301079"/>
                </a:lnTo>
                <a:lnTo>
                  <a:pt x="388495" y="353466"/>
                </a:lnTo>
                <a:lnTo>
                  <a:pt x="383891" y="401389"/>
                </a:lnTo>
                <a:lnTo>
                  <a:pt x="376217" y="444847"/>
                </a:lnTo>
                <a:lnTo>
                  <a:pt x="365473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8"/>
                </a:lnTo>
                <a:lnTo>
                  <a:pt x="352153" y="557826"/>
                </a:lnTo>
                <a:lnTo>
                  <a:pt x="386905" y="492100"/>
                </a:lnTo>
                <a:lnTo>
                  <a:pt x="400904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4" y="150646"/>
                </a:lnTo>
                <a:lnTo>
                  <a:pt x="386905" y="110058"/>
                </a:lnTo>
                <a:lnTo>
                  <a:pt x="370217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0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9"/>
                </a:lnTo>
                <a:lnTo>
                  <a:pt x="1994" y="355908"/>
                </a:lnTo>
                <a:lnTo>
                  <a:pt x="7993" y="406096"/>
                </a:lnTo>
                <a:lnTo>
                  <a:pt x="17993" y="451493"/>
                </a:lnTo>
                <a:lnTo>
                  <a:pt x="31992" y="492100"/>
                </a:lnTo>
                <a:lnTo>
                  <a:pt x="48679" y="527637"/>
                </a:lnTo>
                <a:lnTo>
                  <a:pt x="86183" y="582666"/>
                </a:lnTo>
                <a:lnTo>
                  <a:pt x="107000" y="602158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79" y="444847"/>
                </a:lnTo>
                <a:lnTo>
                  <a:pt x="35005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2"/>
                </a:lnTo>
                <a:lnTo>
                  <a:pt x="35005" y="200769"/>
                </a:lnTo>
                <a:lnTo>
                  <a:pt x="42679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3" y="9972"/>
                </a:lnTo>
                <a:lnTo>
                  <a:pt x="10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37587" y="5107940"/>
            <a:ext cx="194310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08551" y="5374352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5" y="9970"/>
                </a:lnTo>
                <a:lnTo>
                  <a:pt x="321273" y="29802"/>
                </a:lnTo>
                <a:lnTo>
                  <a:pt x="337644" y="54470"/>
                </a:lnTo>
                <a:lnTo>
                  <a:pt x="365475" y="118318"/>
                </a:lnTo>
                <a:lnTo>
                  <a:pt x="376218" y="157310"/>
                </a:lnTo>
                <a:lnTo>
                  <a:pt x="383892" y="200768"/>
                </a:lnTo>
                <a:lnTo>
                  <a:pt x="388497" y="248691"/>
                </a:lnTo>
                <a:lnTo>
                  <a:pt x="390031" y="301078"/>
                </a:lnTo>
                <a:lnTo>
                  <a:pt x="388497" y="353466"/>
                </a:lnTo>
                <a:lnTo>
                  <a:pt x="383892" y="401388"/>
                </a:lnTo>
                <a:lnTo>
                  <a:pt x="376218" y="444846"/>
                </a:lnTo>
                <a:lnTo>
                  <a:pt x="365475" y="483839"/>
                </a:lnTo>
                <a:lnTo>
                  <a:pt x="337644" y="547686"/>
                </a:lnTo>
                <a:lnTo>
                  <a:pt x="303265" y="592186"/>
                </a:lnTo>
                <a:lnTo>
                  <a:pt x="311896" y="602158"/>
                </a:lnTo>
                <a:lnTo>
                  <a:pt x="352155" y="557825"/>
                </a:lnTo>
                <a:lnTo>
                  <a:pt x="386906" y="492099"/>
                </a:lnTo>
                <a:lnTo>
                  <a:pt x="400905" y="451492"/>
                </a:lnTo>
                <a:lnTo>
                  <a:pt x="410904" y="406095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9" y="74520"/>
                </a:lnTo>
                <a:lnTo>
                  <a:pt x="332714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4" y="406095"/>
                </a:lnTo>
                <a:lnTo>
                  <a:pt x="17994" y="451492"/>
                </a:lnTo>
                <a:lnTo>
                  <a:pt x="31993" y="492099"/>
                </a:lnTo>
                <a:lnTo>
                  <a:pt x="48680" y="527637"/>
                </a:lnTo>
                <a:lnTo>
                  <a:pt x="86184" y="582666"/>
                </a:lnTo>
                <a:lnTo>
                  <a:pt x="107002" y="602158"/>
                </a:lnTo>
                <a:lnTo>
                  <a:pt x="115634" y="592186"/>
                </a:lnTo>
                <a:lnTo>
                  <a:pt x="97625" y="572355"/>
                </a:lnTo>
                <a:lnTo>
                  <a:pt x="81254" y="547686"/>
                </a:lnTo>
                <a:lnTo>
                  <a:pt x="53424" y="483839"/>
                </a:lnTo>
                <a:lnTo>
                  <a:pt x="42681" y="444846"/>
                </a:lnTo>
                <a:lnTo>
                  <a:pt x="35007" y="401388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7" y="200768"/>
                </a:lnTo>
                <a:lnTo>
                  <a:pt x="42681" y="157310"/>
                </a:lnTo>
                <a:lnTo>
                  <a:pt x="53424" y="118318"/>
                </a:lnTo>
                <a:lnTo>
                  <a:pt x="81254" y="54470"/>
                </a:lnTo>
                <a:lnTo>
                  <a:pt x="115634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92208" y="5378161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5" y="9972"/>
                </a:lnTo>
                <a:lnTo>
                  <a:pt x="321273" y="29803"/>
                </a:lnTo>
                <a:lnTo>
                  <a:pt x="337644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1"/>
                </a:lnTo>
                <a:lnTo>
                  <a:pt x="390031" y="301079"/>
                </a:lnTo>
                <a:lnTo>
                  <a:pt x="388497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4" y="547687"/>
                </a:lnTo>
                <a:lnTo>
                  <a:pt x="303265" y="592187"/>
                </a:lnTo>
                <a:lnTo>
                  <a:pt x="311896" y="602158"/>
                </a:lnTo>
                <a:lnTo>
                  <a:pt x="352155" y="557826"/>
                </a:lnTo>
                <a:lnTo>
                  <a:pt x="386906" y="492100"/>
                </a:lnTo>
                <a:lnTo>
                  <a:pt x="400905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9" y="74520"/>
                </a:lnTo>
                <a:lnTo>
                  <a:pt x="332714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9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4" y="451493"/>
                </a:lnTo>
                <a:lnTo>
                  <a:pt x="31993" y="492100"/>
                </a:lnTo>
                <a:lnTo>
                  <a:pt x="48680" y="527637"/>
                </a:lnTo>
                <a:lnTo>
                  <a:pt x="86184" y="582666"/>
                </a:lnTo>
                <a:lnTo>
                  <a:pt x="107002" y="602158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4" y="483840"/>
                </a:lnTo>
                <a:lnTo>
                  <a:pt x="42681" y="444847"/>
                </a:lnTo>
                <a:lnTo>
                  <a:pt x="35007" y="401389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7" y="200769"/>
                </a:lnTo>
                <a:lnTo>
                  <a:pt x="42681" y="157311"/>
                </a:lnTo>
                <a:lnTo>
                  <a:pt x="53424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078520" y="5242500"/>
          <a:ext cx="3956050" cy="811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62"/>
                <a:gridCol w="1556736"/>
                <a:gridCol w="1558171"/>
                <a:gridCol w="421197"/>
              </a:tblGrid>
              <a:tr h="393700">
                <a:tc>
                  <a:txBody>
                    <a:bodyPr/>
                    <a:lstStyle/>
                    <a:p>
                      <a:pPr marL="31750">
                        <a:lnSpc>
                          <a:spcPts val="2810"/>
                        </a:lnSpc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ts val="2785"/>
                        </a:lnSpc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27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760"/>
                        </a:lnSpc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3937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20955"/>
                </a:tc>
                <a:tc>
                  <a:txBody>
                    <a:bodyPr/>
                    <a:lstStyle/>
                    <a:p>
                      <a:pPr marL="2190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 algn="r" marR="212725">
                        <a:lnSpc>
                          <a:spcPts val="2835"/>
                        </a:lnSpc>
                        <a:spcBef>
                          <a:spcPts val="26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1430"/>
                </a:tc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2208567" y="3867104"/>
            <a:ext cx="649605" cy="602615"/>
          </a:xfrm>
          <a:custGeom>
            <a:avLst/>
            <a:gdLst/>
            <a:ahLst/>
            <a:cxnLst/>
            <a:rect l="l" t="t" r="r" b="b"/>
            <a:pathLst>
              <a:path w="649605" h="602614">
                <a:moveTo>
                  <a:pt x="542083" y="0"/>
                </a:moveTo>
                <a:lnTo>
                  <a:pt x="533452" y="9972"/>
                </a:lnTo>
                <a:lnTo>
                  <a:pt x="551460" y="29803"/>
                </a:lnTo>
                <a:lnTo>
                  <a:pt x="567831" y="54471"/>
                </a:lnTo>
                <a:lnTo>
                  <a:pt x="595662" y="118318"/>
                </a:lnTo>
                <a:lnTo>
                  <a:pt x="606406" y="157311"/>
                </a:lnTo>
                <a:lnTo>
                  <a:pt x="614080" y="200769"/>
                </a:lnTo>
                <a:lnTo>
                  <a:pt x="618684" y="248692"/>
                </a:lnTo>
                <a:lnTo>
                  <a:pt x="620219" y="301080"/>
                </a:lnTo>
                <a:lnTo>
                  <a:pt x="618684" y="353467"/>
                </a:lnTo>
                <a:lnTo>
                  <a:pt x="614080" y="401389"/>
                </a:lnTo>
                <a:lnTo>
                  <a:pt x="606406" y="444847"/>
                </a:lnTo>
                <a:lnTo>
                  <a:pt x="595662" y="483840"/>
                </a:lnTo>
                <a:lnTo>
                  <a:pt x="567831" y="547687"/>
                </a:lnTo>
                <a:lnTo>
                  <a:pt x="533452" y="592187"/>
                </a:lnTo>
                <a:lnTo>
                  <a:pt x="542083" y="602159"/>
                </a:lnTo>
                <a:lnTo>
                  <a:pt x="582342" y="557827"/>
                </a:lnTo>
                <a:lnTo>
                  <a:pt x="617093" y="492100"/>
                </a:lnTo>
                <a:lnTo>
                  <a:pt x="631093" y="451494"/>
                </a:lnTo>
                <a:lnTo>
                  <a:pt x="641092" y="406096"/>
                </a:lnTo>
                <a:lnTo>
                  <a:pt x="647091" y="355908"/>
                </a:lnTo>
                <a:lnTo>
                  <a:pt x="649091" y="300930"/>
                </a:lnTo>
                <a:lnTo>
                  <a:pt x="647091" y="246082"/>
                </a:lnTo>
                <a:lnTo>
                  <a:pt x="641092" y="195988"/>
                </a:lnTo>
                <a:lnTo>
                  <a:pt x="631093" y="150646"/>
                </a:lnTo>
                <a:lnTo>
                  <a:pt x="617093" y="110058"/>
                </a:lnTo>
                <a:lnTo>
                  <a:pt x="600406" y="74521"/>
                </a:lnTo>
                <a:lnTo>
                  <a:pt x="562901" y="19492"/>
                </a:lnTo>
                <a:lnTo>
                  <a:pt x="542083" y="0"/>
                </a:lnTo>
                <a:close/>
              </a:path>
              <a:path w="649605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8"/>
                </a:lnTo>
                <a:lnTo>
                  <a:pt x="1994" y="246082"/>
                </a:lnTo>
                <a:lnTo>
                  <a:pt x="0" y="301080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4" y="451494"/>
                </a:lnTo>
                <a:lnTo>
                  <a:pt x="31993" y="492100"/>
                </a:lnTo>
                <a:lnTo>
                  <a:pt x="48680" y="527638"/>
                </a:lnTo>
                <a:lnTo>
                  <a:pt x="86185" y="582667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4" y="483840"/>
                </a:lnTo>
                <a:lnTo>
                  <a:pt x="42680" y="444847"/>
                </a:lnTo>
                <a:lnTo>
                  <a:pt x="35007" y="401389"/>
                </a:lnTo>
                <a:lnTo>
                  <a:pt x="30402" y="353467"/>
                </a:lnTo>
                <a:lnTo>
                  <a:pt x="28872" y="300930"/>
                </a:lnTo>
                <a:lnTo>
                  <a:pt x="30402" y="248692"/>
                </a:lnTo>
                <a:lnTo>
                  <a:pt x="35007" y="200769"/>
                </a:lnTo>
                <a:lnTo>
                  <a:pt x="42680" y="157311"/>
                </a:lnTo>
                <a:lnTo>
                  <a:pt x="53424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321184" y="3635755"/>
            <a:ext cx="424815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 spc="-5">
                <a:latin typeface="Cambria Math"/>
                <a:cs typeface="Cambria Math"/>
              </a:rPr>
              <a:t>0.</a:t>
            </a:r>
            <a:r>
              <a:rPr dirty="0" sz="2400">
                <a:latin typeface="Cambria Math"/>
                <a:cs typeface="Cambria Math"/>
              </a:rPr>
              <a:t>5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 spc="-5">
                <a:latin typeface="Cambria Math"/>
                <a:cs typeface="Cambria Math"/>
              </a:rPr>
              <a:t>0.</a:t>
            </a:r>
            <a:r>
              <a:rPr dirty="0" sz="2400">
                <a:latin typeface="Cambria Math"/>
                <a:cs typeface="Cambria Math"/>
              </a:rPr>
              <a:t>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66620" y="3812625"/>
            <a:ext cx="649605" cy="602615"/>
          </a:xfrm>
          <a:custGeom>
            <a:avLst/>
            <a:gdLst/>
            <a:ahLst/>
            <a:cxnLst/>
            <a:rect l="l" t="t" r="r" b="b"/>
            <a:pathLst>
              <a:path w="649604" h="602614">
                <a:moveTo>
                  <a:pt x="542083" y="0"/>
                </a:moveTo>
                <a:lnTo>
                  <a:pt x="533451" y="9970"/>
                </a:lnTo>
                <a:lnTo>
                  <a:pt x="551460" y="29802"/>
                </a:lnTo>
                <a:lnTo>
                  <a:pt x="567831" y="54470"/>
                </a:lnTo>
                <a:lnTo>
                  <a:pt x="595662" y="118318"/>
                </a:lnTo>
                <a:lnTo>
                  <a:pt x="606405" y="157310"/>
                </a:lnTo>
                <a:lnTo>
                  <a:pt x="614079" y="200768"/>
                </a:lnTo>
                <a:lnTo>
                  <a:pt x="618684" y="248691"/>
                </a:lnTo>
                <a:lnTo>
                  <a:pt x="620219" y="301078"/>
                </a:lnTo>
                <a:lnTo>
                  <a:pt x="618684" y="353466"/>
                </a:lnTo>
                <a:lnTo>
                  <a:pt x="614079" y="401388"/>
                </a:lnTo>
                <a:lnTo>
                  <a:pt x="606405" y="444846"/>
                </a:lnTo>
                <a:lnTo>
                  <a:pt x="595662" y="483839"/>
                </a:lnTo>
                <a:lnTo>
                  <a:pt x="567831" y="547686"/>
                </a:lnTo>
                <a:lnTo>
                  <a:pt x="533451" y="592187"/>
                </a:lnTo>
                <a:lnTo>
                  <a:pt x="542083" y="602157"/>
                </a:lnTo>
                <a:lnTo>
                  <a:pt x="582342" y="557825"/>
                </a:lnTo>
                <a:lnTo>
                  <a:pt x="617093" y="492099"/>
                </a:lnTo>
                <a:lnTo>
                  <a:pt x="631093" y="451492"/>
                </a:lnTo>
                <a:lnTo>
                  <a:pt x="641092" y="406095"/>
                </a:lnTo>
                <a:lnTo>
                  <a:pt x="647091" y="355908"/>
                </a:lnTo>
                <a:lnTo>
                  <a:pt x="649091" y="300930"/>
                </a:lnTo>
                <a:lnTo>
                  <a:pt x="647091" y="246082"/>
                </a:lnTo>
                <a:lnTo>
                  <a:pt x="641092" y="195987"/>
                </a:lnTo>
                <a:lnTo>
                  <a:pt x="631093" y="150646"/>
                </a:lnTo>
                <a:lnTo>
                  <a:pt x="617093" y="110058"/>
                </a:lnTo>
                <a:lnTo>
                  <a:pt x="600406" y="74520"/>
                </a:lnTo>
                <a:lnTo>
                  <a:pt x="562901" y="19491"/>
                </a:lnTo>
                <a:lnTo>
                  <a:pt x="542083" y="0"/>
                </a:lnTo>
                <a:close/>
              </a:path>
              <a:path w="649604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4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6"/>
                </a:lnTo>
                <a:lnTo>
                  <a:pt x="86184" y="582666"/>
                </a:lnTo>
                <a:lnTo>
                  <a:pt x="107002" y="602157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6"/>
                </a:lnTo>
                <a:lnTo>
                  <a:pt x="53423" y="483839"/>
                </a:lnTo>
                <a:lnTo>
                  <a:pt x="42680" y="444846"/>
                </a:lnTo>
                <a:lnTo>
                  <a:pt x="35006" y="401388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6" y="200768"/>
                </a:lnTo>
                <a:lnTo>
                  <a:pt x="42680" y="157310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4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808435" y="3416300"/>
            <a:ext cx="1504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Linear </a:t>
            </a:r>
            <a:r>
              <a:rPr dirty="0" sz="1800">
                <a:latin typeface="Arial"/>
                <a:cs typeface="Arial"/>
              </a:rPr>
              <a:t>+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14430" y="3382771"/>
            <a:ext cx="1504950" cy="1095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35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Linear </a:t>
            </a:r>
            <a:r>
              <a:rPr dirty="0" sz="1800">
                <a:latin typeface="Arial"/>
                <a:cs typeface="Arial"/>
              </a:rPr>
              <a:t>+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ReLU</a:t>
            </a:r>
            <a:endParaRPr sz="1800">
              <a:latin typeface="Arial"/>
              <a:cs typeface="Arial"/>
            </a:endParaRPr>
          </a:p>
          <a:p>
            <a:pPr algn="ctr" marL="48895">
              <a:lnSpc>
                <a:spcPts val="2855"/>
              </a:lnSpc>
            </a:pPr>
            <a:r>
              <a:rPr dirty="0" sz="2400" spc="-5">
                <a:latin typeface="Cambria Math"/>
                <a:cs typeface="Cambria Math"/>
              </a:rPr>
              <a:t>0.5</a:t>
            </a:r>
            <a:endParaRPr sz="2400">
              <a:latin typeface="Cambria Math"/>
              <a:cs typeface="Cambria Math"/>
            </a:endParaRPr>
          </a:p>
          <a:p>
            <a:pPr algn="ctr" marL="48895">
              <a:lnSpc>
                <a:spcPct val="100000"/>
              </a:lnSpc>
              <a:spcBef>
                <a:spcPts val="550"/>
              </a:spcBef>
            </a:pPr>
            <a:r>
              <a:rPr dirty="0" sz="2400" spc="-5">
                <a:latin typeface="Cambria Math"/>
                <a:cs typeface="Cambria Math"/>
              </a:rPr>
              <a:t>0.5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49665" y="2990714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6" y="0"/>
                </a:moveTo>
                <a:lnTo>
                  <a:pt x="129649" y="6353"/>
                </a:lnTo>
                <a:lnTo>
                  <a:pt x="87464" y="24283"/>
                </a:lnTo>
                <a:lnTo>
                  <a:pt x="51723" y="52093"/>
                </a:lnTo>
                <a:lnTo>
                  <a:pt x="24110" y="88090"/>
                </a:lnTo>
                <a:lnTo>
                  <a:pt x="6308" y="130578"/>
                </a:lnTo>
                <a:lnTo>
                  <a:pt x="0" y="177860"/>
                </a:lnTo>
                <a:lnTo>
                  <a:pt x="6308" y="225143"/>
                </a:lnTo>
                <a:lnTo>
                  <a:pt x="24110" y="267630"/>
                </a:lnTo>
                <a:lnTo>
                  <a:pt x="51723" y="303626"/>
                </a:lnTo>
                <a:lnTo>
                  <a:pt x="87464" y="331437"/>
                </a:lnTo>
                <a:lnTo>
                  <a:pt x="129649" y="349367"/>
                </a:lnTo>
                <a:lnTo>
                  <a:pt x="176596" y="355720"/>
                </a:lnTo>
                <a:lnTo>
                  <a:pt x="223542" y="349367"/>
                </a:lnTo>
                <a:lnTo>
                  <a:pt x="265728" y="331437"/>
                </a:lnTo>
                <a:lnTo>
                  <a:pt x="301469" y="303626"/>
                </a:lnTo>
                <a:lnTo>
                  <a:pt x="329082" y="267630"/>
                </a:lnTo>
                <a:lnTo>
                  <a:pt x="346885" y="225143"/>
                </a:lnTo>
                <a:lnTo>
                  <a:pt x="353193" y="177860"/>
                </a:lnTo>
                <a:lnTo>
                  <a:pt x="346885" y="130578"/>
                </a:lnTo>
                <a:lnTo>
                  <a:pt x="329082" y="88090"/>
                </a:lnTo>
                <a:lnTo>
                  <a:pt x="301469" y="52093"/>
                </a:lnTo>
                <a:lnTo>
                  <a:pt x="265728" y="24283"/>
                </a:lnTo>
                <a:lnTo>
                  <a:pt x="223542" y="6353"/>
                </a:lnTo>
                <a:lnTo>
                  <a:pt x="176596" y="0"/>
                </a:lnTo>
                <a:close/>
              </a:path>
            </a:pathLst>
          </a:custGeom>
          <a:solidFill>
            <a:srgbClr val="5A63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096000" y="2959889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5" h="356235">
                <a:moveTo>
                  <a:pt x="176596" y="0"/>
                </a:moveTo>
                <a:lnTo>
                  <a:pt x="129649" y="6353"/>
                </a:lnTo>
                <a:lnTo>
                  <a:pt x="87464" y="24283"/>
                </a:lnTo>
                <a:lnTo>
                  <a:pt x="51723" y="52093"/>
                </a:lnTo>
                <a:lnTo>
                  <a:pt x="24110" y="88090"/>
                </a:lnTo>
                <a:lnTo>
                  <a:pt x="6308" y="130578"/>
                </a:lnTo>
                <a:lnTo>
                  <a:pt x="0" y="177860"/>
                </a:lnTo>
                <a:lnTo>
                  <a:pt x="6308" y="225143"/>
                </a:lnTo>
                <a:lnTo>
                  <a:pt x="24110" y="267630"/>
                </a:lnTo>
                <a:lnTo>
                  <a:pt x="51723" y="303626"/>
                </a:lnTo>
                <a:lnTo>
                  <a:pt x="87464" y="331437"/>
                </a:lnTo>
                <a:lnTo>
                  <a:pt x="129649" y="349367"/>
                </a:lnTo>
                <a:lnTo>
                  <a:pt x="176596" y="355720"/>
                </a:lnTo>
                <a:lnTo>
                  <a:pt x="223542" y="349367"/>
                </a:lnTo>
                <a:lnTo>
                  <a:pt x="265728" y="331437"/>
                </a:lnTo>
                <a:lnTo>
                  <a:pt x="301469" y="303626"/>
                </a:lnTo>
                <a:lnTo>
                  <a:pt x="329082" y="267630"/>
                </a:lnTo>
                <a:lnTo>
                  <a:pt x="346885" y="225143"/>
                </a:lnTo>
                <a:lnTo>
                  <a:pt x="353193" y="177860"/>
                </a:lnTo>
                <a:lnTo>
                  <a:pt x="346885" y="130578"/>
                </a:lnTo>
                <a:lnTo>
                  <a:pt x="329082" y="88090"/>
                </a:lnTo>
                <a:lnTo>
                  <a:pt x="301469" y="52093"/>
                </a:lnTo>
                <a:lnTo>
                  <a:pt x="265728" y="24283"/>
                </a:lnTo>
                <a:lnTo>
                  <a:pt x="223542" y="6353"/>
                </a:lnTo>
                <a:lnTo>
                  <a:pt x="176596" y="0"/>
                </a:lnTo>
                <a:close/>
              </a:path>
            </a:pathLst>
          </a:custGeom>
          <a:solidFill>
            <a:srgbClr val="5A63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53881" y="2919541"/>
            <a:ext cx="1537970" cy="498475"/>
          </a:xfrm>
          <a:custGeom>
            <a:avLst/>
            <a:gdLst/>
            <a:ahLst/>
            <a:cxnLst/>
            <a:rect l="l" t="t" r="r" b="b"/>
            <a:pathLst>
              <a:path w="1537970" h="498475">
                <a:moveTo>
                  <a:pt x="249031" y="0"/>
                </a:moveTo>
                <a:lnTo>
                  <a:pt x="0" y="249031"/>
                </a:lnTo>
                <a:lnTo>
                  <a:pt x="249031" y="498062"/>
                </a:lnTo>
                <a:lnTo>
                  <a:pt x="249031" y="321172"/>
                </a:lnTo>
                <a:lnTo>
                  <a:pt x="1465563" y="321172"/>
                </a:lnTo>
                <a:lnTo>
                  <a:pt x="1537704" y="249031"/>
                </a:lnTo>
                <a:lnTo>
                  <a:pt x="1465562" y="176889"/>
                </a:lnTo>
                <a:lnTo>
                  <a:pt x="249031" y="176889"/>
                </a:lnTo>
                <a:lnTo>
                  <a:pt x="249031" y="0"/>
                </a:lnTo>
                <a:close/>
              </a:path>
              <a:path w="1537970" h="498475">
                <a:moveTo>
                  <a:pt x="1465563" y="321172"/>
                </a:moveTo>
                <a:lnTo>
                  <a:pt x="1288672" y="321172"/>
                </a:lnTo>
                <a:lnTo>
                  <a:pt x="1288672" y="498062"/>
                </a:lnTo>
                <a:lnTo>
                  <a:pt x="1465563" y="321172"/>
                </a:lnTo>
                <a:close/>
              </a:path>
              <a:path w="1537970" h="498475">
                <a:moveTo>
                  <a:pt x="1288672" y="0"/>
                </a:moveTo>
                <a:lnTo>
                  <a:pt x="1288672" y="176889"/>
                </a:lnTo>
                <a:lnTo>
                  <a:pt x="1465562" y="176889"/>
                </a:lnTo>
                <a:lnTo>
                  <a:pt x="128867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956563" y="1676094"/>
            <a:ext cx="4443095" cy="1176655"/>
          </a:xfrm>
          <a:prstGeom prst="rect">
            <a:avLst/>
          </a:prstGeom>
        </p:spPr>
        <p:txBody>
          <a:bodyPr wrap="square" lIns="0" tIns="25717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20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solidFill>
                  <a:srgbClr val="0000FF"/>
                </a:solidFill>
                <a:latin typeface="Calibri"/>
                <a:cs typeface="Calibri"/>
              </a:rPr>
              <a:t>Failure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case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illustration</a:t>
            </a:r>
            <a:endParaRPr sz="2800">
              <a:latin typeface="Calibri"/>
              <a:cs typeface="Calibri"/>
            </a:endParaRPr>
          </a:p>
          <a:p>
            <a:pPr marL="2665730">
              <a:lnSpc>
                <a:spcPct val="100000"/>
              </a:lnSpc>
              <a:spcBef>
                <a:spcPts val="1375"/>
              </a:spcBef>
            </a:pPr>
            <a:r>
              <a:rPr dirty="0" sz="2000" spc="-5" b="1">
                <a:latin typeface="Arial"/>
                <a:cs typeface="Arial"/>
              </a:rPr>
              <a:t>Same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outputs!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30" name="object 30"/>
          <p:cNvSpPr txBox="1"/>
          <p:nvPr/>
        </p:nvSpPr>
        <p:spPr>
          <a:xfrm>
            <a:off x="227277" y="3894835"/>
            <a:ext cx="156210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Elemen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t-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wise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- 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mean-pool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729728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GraphSAGE </a:t>
            </a:r>
            <a:r>
              <a:rPr dirty="0" sz="3200" spc="-20" b="1">
                <a:latin typeface="Calibri"/>
                <a:cs typeface="Calibri"/>
              </a:rPr>
              <a:t>(max-pool) </a:t>
            </a:r>
            <a:r>
              <a:rPr dirty="0" spc="-5"/>
              <a:t>[Hamilton et </a:t>
            </a:r>
            <a:r>
              <a:rPr dirty="0"/>
              <a:t>al. </a:t>
            </a:r>
            <a:r>
              <a:rPr dirty="0" spc="-5"/>
              <a:t>NeurIPS</a:t>
            </a:r>
            <a:r>
              <a:rPr dirty="0" spc="75"/>
              <a:t> </a:t>
            </a:r>
            <a:r>
              <a:rPr dirty="0"/>
              <a:t>2017]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5716523"/>
            <a:ext cx="13042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dirty="0" sz="3200" spc="-65" b="1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6251" y="4919605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7" y="0"/>
                </a:moveTo>
                <a:lnTo>
                  <a:pt x="129650" y="6353"/>
                </a:lnTo>
                <a:lnTo>
                  <a:pt x="87465" y="24283"/>
                </a:lnTo>
                <a:lnTo>
                  <a:pt x="51724" y="52094"/>
                </a:lnTo>
                <a:lnTo>
                  <a:pt x="24110" y="88091"/>
                </a:lnTo>
                <a:lnTo>
                  <a:pt x="6308" y="130578"/>
                </a:lnTo>
                <a:lnTo>
                  <a:pt x="0" y="177860"/>
                </a:lnTo>
                <a:lnTo>
                  <a:pt x="6308" y="225143"/>
                </a:lnTo>
                <a:lnTo>
                  <a:pt x="24110" y="267630"/>
                </a:lnTo>
                <a:lnTo>
                  <a:pt x="51724" y="303627"/>
                </a:lnTo>
                <a:lnTo>
                  <a:pt x="87465" y="331438"/>
                </a:lnTo>
                <a:lnTo>
                  <a:pt x="129650" y="349368"/>
                </a:lnTo>
                <a:lnTo>
                  <a:pt x="176597" y="355721"/>
                </a:lnTo>
                <a:lnTo>
                  <a:pt x="223543" y="349368"/>
                </a:lnTo>
                <a:lnTo>
                  <a:pt x="265728" y="331438"/>
                </a:lnTo>
                <a:lnTo>
                  <a:pt x="301469" y="303627"/>
                </a:lnTo>
                <a:lnTo>
                  <a:pt x="329082" y="267630"/>
                </a:lnTo>
                <a:lnTo>
                  <a:pt x="346885" y="225143"/>
                </a:lnTo>
                <a:lnTo>
                  <a:pt x="353193" y="177860"/>
                </a:lnTo>
                <a:lnTo>
                  <a:pt x="346885" y="130578"/>
                </a:lnTo>
                <a:lnTo>
                  <a:pt x="329082" y="88091"/>
                </a:lnTo>
                <a:lnTo>
                  <a:pt x="301469" y="52094"/>
                </a:lnTo>
                <a:lnTo>
                  <a:pt x="265728" y="24283"/>
                </a:lnTo>
                <a:lnTo>
                  <a:pt x="223543" y="6353"/>
                </a:lnTo>
                <a:lnTo>
                  <a:pt x="17659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86673" y="4919605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6" y="0"/>
                </a:moveTo>
                <a:lnTo>
                  <a:pt x="129649" y="6353"/>
                </a:lnTo>
                <a:lnTo>
                  <a:pt x="87464" y="24283"/>
                </a:lnTo>
                <a:lnTo>
                  <a:pt x="51723" y="52094"/>
                </a:lnTo>
                <a:lnTo>
                  <a:pt x="24110" y="88091"/>
                </a:lnTo>
                <a:lnTo>
                  <a:pt x="6308" y="130578"/>
                </a:lnTo>
                <a:lnTo>
                  <a:pt x="0" y="177860"/>
                </a:lnTo>
                <a:lnTo>
                  <a:pt x="6308" y="225143"/>
                </a:lnTo>
                <a:lnTo>
                  <a:pt x="24110" y="267630"/>
                </a:lnTo>
                <a:lnTo>
                  <a:pt x="51723" y="303627"/>
                </a:lnTo>
                <a:lnTo>
                  <a:pt x="87464" y="331438"/>
                </a:lnTo>
                <a:lnTo>
                  <a:pt x="129649" y="349368"/>
                </a:lnTo>
                <a:lnTo>
                  <a:pt x="176596" y="355721"/>
                </a:lnTo>
                <a:lnTo>
                  <a:pt x="223542" y="349368"/>
                </a:lnTo>
                <a:lnTo>
                  <a:pt x="265727" y="331438"/>
                </a:lnTo>
                <a:lnTo>
                  <a:pt x="301468" y="303627"/>
                </a:lnTo>
                <a:lnTo>
                  <a:pt x="329081" y="267630"/>
                </a:lnTo>
                <a:lnTo>
                  <a:pt x="346883" y="225143"/>
                </a:lnTo>
                <a:lnTo>
                  <a:pt x="353192" y="177860"/>
                </a:lnTo>
                <a:lnTo>
                  <a:pt x="346883" y="130578"/>
                </a:lnTo>
                <a:lnTo>
                  <a:pt x="329081" y="88091"/>
                </a:lnTo>
                <a:lnTo>
                  <a:pt x="301468" y="52094"/>
                </a:lnTo>
                <a:lnTo>
                  <a:pt x="265727" y="24283"/>
                </a:lnTo>
                <a:lnTo>
                  <a:pt x="223542" y="6353"/>
                </a:lnTo>
                <a:lnTo>
                  <a:pt x="17659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27297" y="4802628"/>
            <a:ext cx="1297940" cy="553085"/>
          </a:xfrm>
          <a:custGeom>
            <a:avLst/>
            <a:gdLst/>
            <a:ahLst/>
            <a:cxnLst/>
            <a:rect l="l" t="t" r="r" b="b"/>
            <a:pathLst>
              <a:path w="1297939" h="553085">
                <a:moveTo>
                  <a:pt x="0" y="92130"/>
                </a:moveTo>
                <a:lnTo>
                  <a:pt x="7240" y="56268"/>
                </a:lnTo>
                <a:lnTo>
                  <a:pt x="26984" y="26984"/>
                </a:lnTo>
                <a:lnTo>
                  <a:pt x="56268" y="7240"/>
                </a:lnTo>
                <a:lnTo>
                  <a:pt x="92129" y="0"/>
                </a:lnTo>
                <a:lnTo>
                  <a:pt x="1205282" y="0"/>
                </a:lnTo>
                <a:lnTo>
                  <a:pt x="1241143" y="7240"/>
                </a:lnTo>
                <a:lnTo>
                  <a:pt x="1270427" y="26984"/>
                </a:lnTo>
                <a:lnTo>
                  <a:pt x="1290171" y="56268"/>
                </a:lnTo>
                <a:lnTo>
                  <a:pt x="1297412" y="92130"/>
                </a:lnTo>
                <a:lnTo>
                  <a:pt x="1297412" y="460636"/>
                </a:lnTo>
                <a:lnTo>
                  <a:pt x="1290171" y="496497"/>
                </a:lnTo>
                <a:lnTo>
                  <a:pt x="1270427" y="525781"/>
                </a:lnTo>
                <a:lnTo>
                  <a:pt x="1241143" y="545525"/>
                </a:lnTo>
                <a:lnTo>
                  <a:pt x="1205282" y="552766"/>
                </a:lnTo>
                <a:lnTo>
                  <a:pt x="92129" y="552766"/>
                </a:lnTo>
                <a:lnTo>
                  <a:pt x="56268" y="545525"/>
                </a:lnTo>
                <a:lnTo>
                  <a:pt x="26984" y="525781"/>
                </a:lnTo>
                <a:lnTo>
                  <a:pt x="7240" y="496497"/>
                </a:lnTo>
                <a:lnTo>
                  <a:pt x="0" y="460636"/>
                </a:lnTo>
                <a:lnTo>
                  <a:pt x="0" y="9213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80080" y="4955066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3"/>
                </a:lnTo>
                <a:lnTo>
                  <a:pt x="25155" y="88090"/>
                </a:lnTo>
                <a:lnTo>
                  <a:pt x="6581" y="130577"/>
                </a:lnTo>
                <a:lnTo>
                  <a:pt x="0" y="177859"/>
                </a:lnTo>
                <a:lnTo>
                  <a:pt x="6581" y="225142"/>
                </a:lnTo>
                <a:lnTo>
                  <a:pt x="25155" y="267629"/>
                </a:lnTo>
                <a:lnTo>
                  <a:pt x="53964" y="303626"/>
                </a:lnTo>
                <a:lnTo>
                  <a:pt x="91253" y="331437"/>
                </a:lnTo>
                <a:lnTo>
                  <a:pt x="135266" y="349367"/>
                </a:lnTo>
                <a:lnTo>
                  <a:pt x="184246" y="355720"/>
                </a:lnTo>
                <a:lnTo>
                  <a:pt x="233226" y="349367"/>
                </a:lnTo>
                <a:lnTo>
                  <a:pt x="277238" y="331437"/>
                </a:lnTo>
                <a:lnTo>
                  <a:pt x="314527" y="303626"/>
                </a:lnTo>
                <a:lnTo>
                  <a:pt x="343336" y="267629"/>
                </a:lnTo>
                <a:lnTo>
                  <a:pt x="361910" y="225142"/>
                </a:lnTo>
                <a:lnTo>
                  <a:pt x="368491" y="177859"/>
                </a:lnTo>
                <a:lnTo>
                  <a:pt x="361910" y="130577"/>
                </a:lnTo>
                <a:lnTo>
                  <a:pt x="343336" y="88090"/>
                </a:lnTo>
                <a:lnTo>
                  <a:pt x="314527" y="52093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85643" y="4955066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3"/>
                </a:lnTo>
                <a:lnTo>
                  <a:pt x="25155" y="88090"/>
                </a:lnTo>
                <a:lnTo>
                  <a:pt x="6581" y="130577"/>
                </a:lnTo>
                <a:lnTo>
                  <a:pt x="0" y="177859"/>
                </a:lnTo>
                <a:lnTo>
                  <a:pt x="6581" y="225142"/>
                </a:lnTo>
                <a:lnTo>
                  <a:pt x="25155" y="267629"/>
                </a:lnTo>
                <a:lnTo>
                  <a:pt x="53964" y="303626"/>
                </a:lnTo>
                <a:lnTo>
                  <a:pt x="91253" y="331437"/>
                </a:lnTo>
                <a:lnTo>
                  <a:pt x="135266" y="349367"/>
                </a:lnTo>
                <a:lnTo>
                  <a:pt x="184246" y="355720"/>
                </a:lnTo>
                <a:lnTo>
                  <a:pt x="233226" y="349367"/>
                </a:lnTo>
                <a:lnTo>
                  <a:pt x="277238" y="331437"/>
                </a:lnTo>
                <a:lnTo>
                  <a:pt x="314527" y="303626"/>
                </a:lnTo>
                <a:lnTo>
                  <a:pt x="343336" y="267629"/>
                </a:lnTo>
                <a:lnTo>
                  <a:pt x="361910" y="225142"/>
                </a:lnTo>
                <a:lnTo>
                  <a:pt x="368491" y="177859"/>
                </a:lnTo>
                <a:lnTo>
                  <a:pt x="361910" y="130577"/>
                </a:lnTo>
                <a:lnTo>
                  <a:pt x="343336" y="88090"/>
                </a:lnTo>
                <a:lnTo>
                  <a:pt x="314527" y="52093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93375" y="4838088"/>
            <a:ext cx="2667000" cy="553085"/>
          </a:xfrm>
          <a:custGeom>
            <a:avLst/>
            <a:gdLst/>
            <a:ahLst/>
            <a:cxnLst/>
            <a:rect l="l" t="t" r="r" b="b"/>
            <a:pathLst>
              <a:path w="2667000" h="553085">
                <a:moveTo>
                  <a:pt x="0" y="92128"/>
                </a:moveTo>
                <a:lnTo>
                  <a:pt x="7239" y="56267"/>
                </a:lnTo>
                <a:lnTo>
                  <a:pt x="26983" y="26983"/>
                </a:lnTo>
                <a:lnTo>
                  <a:pt x="56267" y="7239"/>
                </a:lnTo>
                <a:lnTo>
                  <a:pt x="92127" y="0"/>
                </a:lnTo>
                <a:lnTo>
                  <a:pt x="2574677" y="0"/>
                </a:lnTo>
                <a:lnTo>
                  <a:pt x="2610537" y="7239"/>
                </a:lnTo>
                <a:lnTo>
                  <a:pt x="2639821" y="26983"/>
                </a:lnTo>
                <a:lnTo>
                  <a:pt x="2659565" y="56267"/>
                </a:lnTo>
                <a:lnTo>
                  <a:pt x="2666805" y="92128"/>
                </a:lnTo>
                <a:lnTo>
                  <a:pt x="2666805" y="460637"/>
                </a:lnTo>
                <a:lnTo>
                  <a:pt x="2659565" y="496498"/>
                </a:lnTo>
                <a:lnTo>
                  <a:pt x="2639821" y="525782"/>
                </a:lnTo>
                <a:lnTo>
                  <a:pt x="2610537" y="545526"/>
                </a:lnTo>
                <a:lnTo>
                  <a:pt x="2574677" y="552766"/>
                </a:lnTo>
                <a:lnTo>
                  <a:pt x="92127" y="552766"/>
                </a:lnTo>
                <a:lnTo>
                  <a:pt x="56267" y="545526"/>
                </a:lnTo>
                <a:lnTo>
                  <a:pt x="26983" y="525782"/>
                </a:lnTo>
                <a:lnTo>
                  <a:pt x="7239" y="496498"/>
                </a:lnTo>
                <a:lnTo>
                  <a:pt x="0" y="460637"/>
                </a:lnTo>
                <a:lnTo>
                  <a:pt x="0" y="9212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43039" y="4936609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5" y="267630"/>
                </a:lnTo>
                <a:lnTo>
                  <a:pt x="53964" y="303627"/>
                </a:lnTo>
                <a:lnTo>
                  <a:pt x="91253" y="331438"/>
                </a:lnTo>
                <a:lnTo>
                  <a:pt x="135266" y="349368"/>
                </a:lnTo>
                <a:lnTo>
                  <a:pt x="184246" y="355721"/>
                </a:lnTo>
                <a:lnTo>
                  <a:pt x="233226" y="349368"/>
                </a:lnTo>
                <a:lnTo>
                  <a:pt x="277238" y="331438"/>
                </a:lnTo>
                <a:lnTo>
                  <a:pt x="314527" y="303627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76261" y="4936609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5" y="267630"/>
                </a:lnTo>
                <a:lnTo>
                  <a:pt x="53964" y="303627"/>
                </a:lnTo>
                <a:lnTo>
                  <a:pt x="91253" y="331438"/>
                </a:lnTo>
                <a:lnTo>
                  <a:pt x="135266" y="349368"/>
                </a:lnTo>
                <a:lnTo>
                  <a:pt x="184246" y="355721"/>
                </a:lnTo>
                <a:lnTo>
                  <a:pt x="233226" y="349368"/>
                </a:lnTo>
                <a:lnTo>
                  <a:pt x="277238" y="331438"/>
                </a:lnTo>
                <a:lnTo>
                  <a:pt x="314527" y="303627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65283" y="4195343"/>
            <a:ext cx="1643380" cy="783590"/>
          </a:xfrm>
          <a:custGeom>
            <a:avLst/>
            <a:gdLst/>
            <a:ahLst/>
            <a:cxnLst/>
            <a:rect l="l" t="t" r="r" b="b"/>
            <a:pathLst>
              <a:path w="1643380" h="783589">
                <a:moveTo>
                  <a:pt x="0" y="783527"/>
                </a:moveTo>
                <a:lnTo>
                  <a:pt x="1326" y="704573"/>
                </a:lnTo>
                <a:lnTo>
                  <a:pt x="5130" y="631035"/>
                </a:lnTo>
                <a:lnTo>
                  <a:pt x="11150" y="564488"/>
                </a:lnTo>
                <a:lnTo>
                  <a:pt x="19123" y="506508"/>
                </a:lnTo>
                <a:lnTo>
                  <a:pt x="28785" y="458671"/>
                </a:lnTo>
                <a:lnTo>
                  <a:pt x="52131" y="399723"/>
                </a:lnTo>
                <a:lnTo>
                  <a:pt x="65290" y="391763"/>
                </a:lnTo>
                <a:lnTo>
                  <a:pt x="756160" y="391763"/>
                </a:lnTo>
                <a:lnTo>
                  <a:pt x="769319" y="383804"/>
                </a:lnTo>
                <a:lnTo>
                  <a:pt x="792665" y="324856"/>
                </a:lnTo>
                <a:lnTo>
                  <a:pt x="802327" y="277018"/>
                </a:lnTo>
                <a:lnTo>
                  <a:pt x="810300" y="219038"/>
                </a:lnTo>
                <a:lnTo>
                  <a:pt x="816320" y="152492"/>
                </a:lnTo>
                <a:lnTo>
                  <a:pt x="820124" y="78954"/>
                </a:lnTo>
                <a:lnTo>
                  <a:pt x="821451" y="0"/>
                </a:lnTo>
                <a:lnTo>
                  <a:pt x="822777" y="78954"/>
                </a:lnTo>
                <a:lnTo>
                  <a:pt x="826581" y="152492"/>
                </a:lnTo>
                <a:lnTo>
                  <a:pt x="832601" y="219038"/>
                </a:lnTo>
                <a:lnTo>
                  <a:pt x="840574" y="277018"/>
                </a:lnTo>
                <a:lnTo>
                  <a:pt x="850236" y="324856"/>
                </a:lnTo>
                <a:lnTo>
                  <a:pt x="873583" y="383804"/>
                </a:lnTo>
                <a:lnTo>
                  <a:pt x="886741" y="391763"/>
                </a:lnTo>
                <a:lnTo>
                  <a:pt x="1577612" y="391763"/>
                </a:lnTo>
                <a:lnTo>
                  <a:pt x="1590770" y="399723"/>
                </a:lnTo>
                <a:lnTo>
                  <a:pt x="1614116" y="458671"/>
                </a:lnTo>
                <a:lnTo>
                  <a:pt x="1623779" y="506508"/>
                </a:lnTo>
                <a:lnTo>
                  <a:pt x="1631751" y="564488"/>
                </a:lnTo>
                <a:lnTo>
                  <a:pt x="1637771" y="631035"/>
                </a:lnTo>
                <a:lnTo>
                  <a:pt x="1641575" y="704573"/>
                </a:lnTo>
                <a:lnTo>
                  <a:pt x="1642902" y="783527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41343" y="4209345"/>
            <a:ext cx="2971165" cy="783590"/>
          </a:xfrm>
          <a:custGeom>
            <a:avLst/>
            <a:gdLst/>
            <a:ahLst/>
            <a:cxnLst/>
            <a:rect l="l" t="t" r="r" b="b"/>
            <a:pathLst>
              <a:path w="2971165" h="783589">
                <a:moveTo>
                  <a:pt x="0" y="783526"/>
                </a:moveTo>
                <a:lnTo>
                  <a:pt x="1326" y="704572"/>
                </a:lnTo>
                <a:lnTo>
                  <a:pt x="5130" y="631034"/>
                </a:lnTo>
                <a:lnTo>
                  <a:pt x="11150" y="564487"/>
                </a:lnTo>
                <a:lnTo>
                  <a:pt x="19123" y="506507"/>
                </a:lnTo>
                <a:lnTo>
                  <a:pt x="28786" y="458669"/>
                </a:lnTo>
                <a:lnTo>
                  <a:pt x="52132" y="399722"/>
                </a:lnTo>
                <a:lnTo>
                  <a:pt x="65291" y="391763"/>
                </a:lnTo>
                <a:lnTo>
                  <a:pt x="1420142" y="391763"/>
                </a:lnTo>
                <a:lnTo>
                  <a:pt x="1433300" y="383803"/>
                </a:lnTo>
                <a:lnTo>
                  <a:pt x="1456646" y="324856"/>
                </a:lnTo>
                <a:lnTo>
                  <a:pt x="1466309" y="277018"/>
                </a:lnTo>
                <a:lnTo>
                  <a:pt x="1474282" y="219038"/>
                </a:lnTo>
                <a:lnTo>
                  <a:pt x="1480302" y="152491"/>
                </a:lnTo>
                <a:lnTo>
                  <a:pt x="1484106" y="78953"/>
                </a:lnTo>
                <a:lnTo>
                  <a:pt x="1485433" y="0"/>
                </a:lnTo>
                <a:lnTo>
                  <a:pt x="1486759" y="78953"/>
                </a:lnTo>
                <a:lnTo>
                  <a:pt x="1490563" y="152491"/>
                </a:lnTo>
                <a:lnTo>
                  <a:pt x="1496583" y="219038"/>
                </a:lnTo>
                <a:lnTo>
                  <a:pt x="1504556" y="277018"/>
                </a:lnTo>
                <a:lnTo>
                  <a:pt x="1514219" y="324856"/>
                </a:lnTo>
                <a:lnTo>
                  <a:pt x="1537565" y="383803"/>
                </a:lnTo>
                <a:lnTo>
                  <a:pt x="1550724" y="391763"/>
                </a:lnTo>
                <a:lnTo>
                  <a:pt x="2905575" y="391763"/>
                </a:lnTo>
                <a:lnTo>
                  <a:pt x="2918733" y="399722"/>
                </a:lnTo>
                <a:lnTo>
                  <a:pt x="2942079" y="458669"/>
                </a:lnTo>
                <a:lnTo>
                  <a:pt x="2951742" y="506507"/>
                </a:lnTo>
                <a:lnTo>
                  <a:pt x="2959715" y="564487"/>
                </a:lnTo>
                <a:lnTo>
                  <a:pt x="2965735" y="631034"/>
                </a:lnTo>
                <a:lnTo>
                  <a:pt x="2969539" y="704572"/>
                </a:lnTo>
                <a:lnTo>
                  <a:pt x="2970866" y="783526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56563" y="1826259"/>
            <a:ext cx="7557134" cy="22618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Apply an </a:t>
            </a:r>
            <a:r>
              <a:rPr dirty="0" sz="2800" spc="-90">
                <a:latin typeface="Calibri"/>
                <a:cs typeface="Calibri"/>
              </a:rPr>
              <a:t>MLP, </a:t>
            </a:r>
            <a:r>
              <a:rPr dirty="0" sz="2800" spc="-5">
                <a:latin typeface="Calibri"/>
                <a:cs typeface="Calibri"/>
              </a:rPr>
              <a:t>then </a:t>
            </a:r>
            <a:r>
              <a:rPr dirty="0" sz="2800" spc="-35">
                <a:latin typeface="Calibri"/>
                <a:cs typeface="Calibri"/>
              </a:rPr>
              <a:t>take </a:t>
            </a:r>
            <a:r>
              <a:rPr dirty="0" sz="2800" spc="-10" b="1">
                <a:latin typeface="Calibri"/>
                <a:cs typeface="Calibri"/>
              </a:rPr>
              <a:t>element-wise</a:t>
            </a:r>
            <a:r>
              <a:rPr dirty="0" sz="2800" spc="114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max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Theorem </a:t>
            </a:r>
            <a:r>
              <a:rPr dirty="0" sz="1800" spc="-15">
                <a:latin typeface="Calibri"/>
                <a:cs typeface="Calibri"/>
              </a:rPr>
              <a:t>[Xu </a:t>
            </a:r>
            <a:r>
              <a:rPr dirty="0" sz="1800" spc="-5">
                <a:latin typeface="Calibri"/>
                <a:cs typeface="Calibri"/>
              </a:rPr>
              <a:t>et </a:t>
            </a:r>
            <a:r>
              <a:rPr dirty="0" sz="1800">
                <a:latin typeface="Calibri"/>
                <a:cs typeface="Calibri"/>
              </a:rPr>
              <a:t>al. </a:t>
            </a:r>
            <a:r>
              <a:rPr dirty="0" sz="1800" spc="-5">
                <a:latin typeface="Calibri"/>
                <a:cs typeface="Calibri"/>
              </a:rPr>
              <a:t>ICLR</a:t>
            </a:r>
            <a:r>
              <a:rPr dirty="0" sz="1800" spc="-22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2019]</a:t>
            </a:r>
            <a:endParaRPr sz="1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495"/>
              </a:spcBef>
              <a:buClr>
                <a:srgbClr val="E66C7D"/>
              </a:buClr>
              <a:buFont typeface="Arial"/>
              <a:buChar char="▪"/>
              <a:tabLst>
                <a:tab pos="552450" algn="l"/>
              </a:tabLst>
            </a:pPr>
            <a:r>
              <a:rPr dirty="0" sz="2400" spc="-25">
                <a:latin typeface="Calibri"/>
                <a:cs typeface="Calibri"/>
              </a:rPr>
              <a:t>GraphSAGE’s </a:t>
            </a:r>
            <a:r>
              <a:rPr dirty="0" sz="2400" spc="-15">
                <a:latin typeface="Calibri"/>
                <a:cs typeface="Calibri"/>
              </a:rPr>
              <a:t>aggregation </a:t>
            </a:r>
            <a:r>
              <a:rPr dirty="0" sz="2400" spc="-5" b="1">
                <a:latin typeface="Calibri"/>
                <a:cs typeface="Calibri"/>
              </a:rPr>
              <a:t>function </a:t>
            </a:r>
            <a:r>
              <a:rPr dirty="0" sz="2400" spc="-10" b="1">
                <a:latin typeface="Calibri"/>
                <a:cs typeface="Calibri"/>
              </a:rPr>
              <a:t>cannot distinguish  </a:t>
            </a:r>
            <a:r>
              <a:rPr dirty="0" sz="2400" spc="-15" b="1">
                <a:latin typeface="Calibri"/>
                <a:cs typeface="Calibri"/>
              </a:rPr>
              <a:t>different </a:t>
            </a:r>
            <a:r>
              <a:rPr dirty="0" sz="2400" spc="-5" b="1">
                <a:latin typeface="Calibri"/>
                <a:cs typeface="Calibri"/>
              </a:rPr>
              <a:t>multi-sets with the same set of </a:t>
            </a:r>
            <a:r>
              <a:rPr dirty="0" sz="2400" spc="-10" b="1">
                <a:latin typeface="Calibri"/>
                <a:cs typeface="Calibri"/>
              </a:rPr>
              <a:t>distinct</a:t>
            </a:r>
            <a:r>
              <a:rPr dirty="0" sz="2400" spc="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colors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79070">
              <a:lnSpc>
                <a:spcPct val="100000"/>
              </a:lnSpc>
              <a:spcBef>
                <a:spcPts val="215"/>
              </a:spcBef>
            </a:pP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Failure</a:t>
            </a:r>
            <a:r>
              <a:rPr dirty="0" sz="2400" spc="-9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45467" y="4935322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8" y="0"/>
                </a:moveTo>
                <a:lnTo>
                  <a:pt x="131978" y="6353"/>
                </a:lnTo>
                <a:lnTo>
                  <a:pt x="89035" y="24283"/>
                </a:lnTo>
                <a:lnTo>
                  <a:pt x="52652" y="52093"/>
                </a:lnTo>
                <a:lnTo>
                  <a:pt x="24543" y="88090"/>
                </a:lnTo>
                <a:lnTo>
                  <a:pt x="6421" y="130578"/>
                </a:lnTo>
                <a:lnTo>
                  <a:pt x="0" y="177860"/>
                </a:lnTo>
                <a:lnTo>
                  <a:pt x="6421" y="225143"/>
                </a:lnTo>
                <a:lnTo>
                  <a:pt x="24543" y="267630"/>
                </a:lnTo>
                <a:lnTo>
                  <a:pt x="52652" y="303626"/>
                </a:lnTo>
                <a:lnTo>
                  <a:pt x="89035" y="331437"/>
                </a:lnTo>
                <a:lnTo>
                  <a:pt x="131978" y="349367"/>
                </a:lnTo>
                <a:lnTo>
                  <a:pt x="179768" y="355720"/>
                </a:lnTo>
                <a:lnTo>
                  <a:pt x="227558" y="349367"/>
                </a:lnTo>
                <a:lnTo>
                  <a:pt x="270502" y="331437"/>
                </a:lnTo>
                <a:lnTo>
                  <a:pt x="306885" y="303626"/>
                </a:lnTo>
                <a:lnTo>
                  <a:pt x="334994" y="267630"/>
                </a:lnTo>
                <a:lnTo>
                  <a:pt x="353116" y="225143"/>
                </a:lnTo>
                <a:lnTo>
                  <a:pt x="359538" y="177860"/>
                </a:lnTo>
                <a:lnTo>
                  <a:pt x="353116" y="130578"/>
                </a:lnTo>
                <a:lnTo>
                  <a:pt x="334994" y="88090"/>
                </a:lnTo>
                <a:lnTo>
                  <a:pt x="306885" y="52093"/>
                </a:lnTo>
                <a:lnTo>
                  <a:pt x="270502" y="24283"/>
                </a:lnTo>
                <a:lnTo>
                  <a:pt x="227558" y="6353"/>
                </a:lnTo>
                <a:lnTo>
                  <a:pt x="17976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436315" y="4935322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8" y="0"/>
                </a:moveTo>
                <a:lnTo>
                  <a:pt x="131978" y="6353"/>
                </a:lnTo>
                <a:lnTo>
                  <a:pt x="89035" y="24283"/>
                </a:lnTo>
                <a:lnTo>
                  <a:pt x="52652" y="52093"/>
                </a:lnTo>
                <a:lnTo>
                  <a:pt x="24543" y="88090"/>
                </a:lnTo>
                <a:lnTo>
                  <a:pt x="6421" y="130578"/>
                </a:lnTo>
                <a:lnTo>
                  <a:pt x="0" y="177860"/>
                </a:lnTo>
                <a:lnTo>
                  <a:pt x="6421" y="225143"/>
                </a:lnTo>
                <a:lnTo>
                  <a:pt x="24543" y="267630"/>
                </a:lnTo>
                <a:lnTo>
                  <a:pt x="52652" y="303626"/>
                </a:lnTo>
                <a:lnTo>
                  <a:pt x="89035" y="331437"/>
                </a:lnTo>
                <a:lnTo>
                  <a:pt x="131978" y="349367"/>
                </a:lnTo>
                <a:lnTo>
                  <a:pt x="179768" y="355720"/>
                </a:lnTo>
                <a:lnTo>
                  <a:pt x="227558" y="349367"/>
                </a:lnTo>
                <a:lnTo>
                  <a:pt x="270502" y="331437"/>
                </a:lnTo>
                <a:lnTo>
                  <a:pt x="306885" y="303626"/>
                </a:lnTo>
                <a:lnTo>
                  <a:pt x="334994" y="267630"/>
                </a:lnTo>
                <a:lnTo>
                  <a:pt x="353116" y="225143"/>
                </a:lnTo>
                <a:lnTo>
                  <a:pt x="359538" y="177860"/>
                </a:lnTo>
                <a:lnTo>
                  <a:pt x="353116" y="130578"/>
                </a:lnTo>
                <a:lnTo>
                  <a:pt x="334994" y="88090"/>
                </a:lnTo>
                <a:lnTo>
                  <a:pt x="306885" y="52093"/>
                </a:lnTo>
                <a:lnTo>
                  <a:pt x="270502" y="24283"/>
                </a:lnTo>
                <a:lnTo>
                  <a:pt x="227558" y="6353"/>
                </a:lnTo>
                <a:lnTo>
                  <a:pt x="17976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663300" y="4818344"/>
            <a:ext cx="1972945" cy="553085"/>
          </a:xfrm>
          <a:custGeom>
            <a:avLst/>
            <a:gdLst/>
            <a:ahLst/>
            <a:cxnLst/>
            <a:rect l="l" t="t" r="r" b="b"/>
            <a:pathLst>
              <a:path w="1972945" h="553085">
                <a:moveTo>
                  <a:pt x="0" y="92129"/>
                </a:moveTo>
                <a:lnTo>
                  <a:pt x="7240" y="56268"/>
                </a:lnTo>
                <a:lnTo>
                  <a:pt x="26984" y="26984"/>
                </a:lnTo>
                <a:lnTo>
                  <a:pt x="56268" y="7240"/>
                </a:lnTo>
                <a:lnTo>
                  <a:pt x="92129" y="0"/>
                </a:lnTo>
                <a:lnTo>
                  <a:pt x="1880182" y="0"/>
                </a:lnTo>
                <a:lnTo>
                  <a:pt x="1916043" y="7240"/>
                </a:lnTo>
                <a:lnTo>
                  <a:pt x="1945327" y="26984"/>
                </a:lnTo>
                <a:lnTo>
                  <a:pt x="1965071" y="56268"/>
                </a:lnTo>
                <a:lnTo>
                  <a:pt x="1972312" y="92129"/>
                </a:lnTo>
                <a:lnTo>
                  <a:pt x="1972312" y="460636"/>
                </a:lnTo>
                <a:lnTo>
                  <a:pt x="1965071" y="496497"/>
                </a:lnTo>
                <a:lnTo>
                  <a:pt x="1945327" y="525781"/>
                </a:lnTo>
                <a:lnTo>
                  <a:pt x="1916043" y="545525"/>
                </a:lnTo>
                <a:lnTo>
                  <a:pt x="1880182" y="552766"/>
                </a:lnTo>
                <a:lnTo>
                  <a:pt x="92129" y="552766"/>
                </a:lnTo>
                <a:lnTo>
                  <a:pt x="56268" y="545525"/>
                </a:lnTo>
                <a:lnTo>
                  <a:pt x="26984" y="525781"/>
                </a:lnTo>
                <a:lnTo>
                  <a:pt x="7240" y="496497"/>
                </a:lnTo>
                <a:lnTo>
                  <a:pt x="0" y="460636"/>
                </a:lnTo>
                <a:lnTo>
                  <a:pt x="0" y="9212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077737" y="4916867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8" y="0"/>
                </a:moveTo>
                <a:lnTo>
                  <a:pt x="131978" y="6353"/>
                </a:lnTo>
                <a:lnTo>
                  <a:pt x="89035" y="24283"/>
                </a:lnTo>
                <a:lnTo>
                  <a:pt x="52652" y="52093"/>
                </a:lnTo>
                <a:lnTo>
                  <a:pt x="24543" y="88090"/>
                </a:lnTo>
                <a:lnTo>
                  <a:pt x="6421" y="130577"/>
                </a:lnTo>
                <a:lnTo>
                  <a:pt x="0" y="177859"/>
                </a:lnTo>
                <a:lnTo>
                  <a:pt x="6421" y="225142"/>
                </a:lnTo>
                <a:lnTo>
                  <a:pt x="24543" y="267629"/>
                </a:lnTo>
                <a:lnTo>
                  <a:pt x="52652" y="303626"/>
                </a:lnTo>
                <a:lnTo>
                  <a:pt x="89035" y="331437"/>
                </a:lnTo>
                <a:lnTo>
                  <a:pt x="131978" y="349367"/>
                </a:lnTo>
                <a:lnTo>
                  <a:pt x="179768" y="355720"/>
                </a:lnTo>
                <a:lnTo>
                  <a:pt x="227558" y="349367"/>
                </a:lnTo>
                <a:lnTo>
                  <a:pt x="270501" y="331437"/>
                </a:lnTo>
                <a:lnTo>
                  <a:pt x="306884" y="303626"/>
                </a:lnTo>
                <a:lnTo>
                  <a:pt x="334994" y="267629"/>
                </a:lnTo>
                <a:lnTo>
                  <a:pt x="353116" y="225142"/>
                </a:lnTo>
                <a:lnTo>
                  <a:pt x="359538" y="177859"/>
                </a:lnTo>
                <a:lnTo>
                  <a:pt x="353116" y="130577"/>
                </a:lnTo>
                <a:lnTo>
                  <a:pt x="334994" y="88090"/>
                </a:lnTo>
                <a:lnTo>
                  <a:pt x="306884" y="52093"/>
                </a:lnTo>
                <a:lnTo>
                  <a:pt x="270501" y="24283"/>
                </a:lnTo>
                <a:lnTo>
                  <a:pt x="227558" y="6353"/>
                </a:lnTo>
                <a:lnTo>
                  <a:pt x="179768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12698" y="4195341"/>
            <a:ext cx="2250440" cy="783590"/>
          </a:xfrm>
          <a:custGeom>
            <a:avLst/>
            <a:gdLst/>
            <a:ahLst/>
            <a:cxnLst/>
            <a:rect l="l" t="t" r="r" b="b"/>
            <a:pathLst>
              <a:path w="2250440" h="783589">
                <a:moveTo>
                  <a:pt x="0" y="783528"/>
                </a:moveTo>
                <a:lnTo>
                  <a:pt x="1326" y="704574"/>
                </a:lnTo>
                <a:lnTo>
                  <a:pt x="5130" y="631036"/>
                </a:lnTo>
                <a:lnTo>
                  <a:pt x="11150" y="564489"/>
                </a:lnTo>
                <a:lnTo>
                  <a:pt x="19123" y="506509"/>
                </a:lnTo>
                <a:lnTo>
                  <a:pt x="28786" y="458671"/>
                </a:lnTo>
                <a:lnTo>
                  <a:pt x="52133" y="399723"/>
                </a:lnTo>
                <a:lnTo>
                  <a:pt x="65291" y="391764"/>
                </a:lnTo>
                <a:lnTo>
                  <a:pt x="1059861" y="391764"/>
                </a:lnTo>
                <a:lnTo>
                  <a:pt x="1073019" y="383805"/>
                </a:lnTo>
                <a:lnTo>
                  <a:pt x="1096366" y="324857"/>
                </a:lnTo>
                <a:lnTo>
                  <a:pt x="1106029" y="277019"/>
                </a:lnTo>
                <a:lnTo>
                  <a:pt x="1114001" y="219039"/>
                </a:lnTo>
                <a:lnTo>
                  <a:pt x="1120021" y="152492"/>
                </a:lnTo>
                <a:lnTo>
                  <a:pt x="1123826" y="78954"/>
                </a:lnTo>
                <a:lnTo>
                  <a:pt x="1125153" y="0"/>
                </a:lnTo>
                <a:lnTo>
                  <a:pt x="1126479" y="78954"/>
                </a:lnTo>
                <a:lnTo>
                  <a:pt x="1130283" y="152492"/>
                </a:lnTo>
                <a:lnTo>
                  <a:pt x="1136303" y="219039"/>
                </a:lnTo>
                <a:lnTo>
                  <a:pt x="1144276" y="277019"/>
                </a:lnTo>
                <a:lnTo>
                  <a:pt x="1153939" y="324857"/>
                </a:lnTo>
                <a:lnTo>
                  <a:pt x="1177285" y="383805"/>
                </a:lnTo>
                <a:lnTo>
                  <a:pt x="1190444" y="391764"/>
                </a:lnTo>
                <a:lnTo>
                  <a:pt x="2185013" y="391764"/>
                </a:lnTo>
                <a:lnTo>
                  <a:pt x="2198171" y="399723"/>
                </a:lnTo>
                <a:lnTo>
                  <a:pt x="2221518" y="458671"/>
                </a:lnTo>
                <a:lnTo>
                  <a:pt x="2231181" y="506509"/>
                </a:lnTo>
                <a:lnTo>
                  <a:pt x="2239154" y="564489"/>
                </a:lnTo>
                <a:lnTo>
                  <a:pt x="2245174" y="631036"/>
                </a:lnTo>
                <a:lnTo>
                  <a:pt x="2248978" y="704574"/>
                </a:lnTo>
                <a:lnTo>
                  <a:pt x="2250305" y="783528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729728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GraphSAGE </a:t>
            </a:r>
            <a:r>
              <a:rPr dirty="0" sz="3200" spc="-20" b="1">
                <a:latin typeface="Calibri"/>
                <a:cs typeface="Calibri"/>
              </a:rPr>
              <a:t>(max-pool) </a:t>
            </a:r>
            <a:r>
              <a:rPr dirty="0" spc="-5"/>
              <a:t>[Hamilton et </a:t>
            </a:r>
            <a:r>
              <a:rPr dirty="0"/>
              <a:t>al. </a:t>
            </a:r>
            <a:r>
              <a:rPr dirty="0" spc="-5"/>
              <a:t>NeurIPS</a:t>
            </a:r>
            <a:r>
              <a:rPr dirty="0" spc="75"/>
              <a:t> </a:t>
            </a:r>
            <a:r>
              <a:rPr dirty="0"/>
              <a:t>2017]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12958" y="6043445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7" y="0"/>
                </a:moveTo>
                <a:lnTo>
                  <a:pt x="129650" y="6353"/>
                </a:lnTo>
                <a:lnTo>
                  <a:pt x="87465" y="24283"/>
                </a:lnTo>
                <a:lnTo>
                  <a:pt x="51724" y="52094"/>
                </a:lnTo>
                <a:lnTo>
                  <a:pt x="24110" y="88090"/>
                </a:lnTo>
                <a:lnTo>
                  <a:pt x="6308" y="130578"/>
                </a:lnTo>
                <a:lnTo>
                  <a:pt x="0" y="177860"/>
                </a:lnTo>
                <a:lnTo>
                  <a:pt x="6308" y="225142"/>
                </a:lnTo>
                <a:lnTo>
                  <a:pt x="24110" y="267630"/>
                </a:lnTo>
                <a:lnTo>
                  <a:pt x="51724" y="303626"/>
                </a:lnTo>
                <a:lnTo>
                  <a:pt x="87465" y="331437"/>
                </a:lnTo>
                <a:lnTo>
                  <a:pt x="129650" y="349367"/>
                </a:lnTo>
                <a:lnTo>
                  <a:pt x="176597" y="355721"/>
                </a:lnTo>
                <a:lnTo>
                  <a:pt x="223543" y="349367"/>
                </a:lnTo>
                <a:lnTo>
                  <a:pt x="265728" y="331437"/>
                </a:lnTo>
                <a:lnTo>
                  <a:pt x="301469" y="303626"/>
                </a:lnTo>
                <a:lnTo>
                  <a:pt x="329082" y="267630"/>
                </a:lnTo>
                <a:lnTo>
                  <a:pt x="346885" y="225142"/>
                </a:lnTo>
                <a:lnTo>
                  <a:pt x="353193" y="177860"/>
                </a:lnTo>
                <a:lnTo>
                  <a:pt x="346885" y="130578"/>
                </a:lnTo>
                <a:lnTo>
                  <a:pt x="329082" y="88090"/>
                </a:lnTo>
                <a:lnTo>
                  <a:pt x="301469" y="52094"/>
                </a:lnTo>
                <a:lnTo>
                  <a:pt x="265728" y="24283"/>
                </a:lnTo>
                <a:lnTo>
                  <a:pt x="223543" y="6353"/>
                </a:lnTo>
                <a:lnTo>
                  <a:pt x="176597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93380" y="6043445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6" y="0"/>
                </a:moveTo>
                <a:lnTo>
                  <a:pt x="129649" y="6353"/>
                </a:lnTo>
                <a:lnTo>
                  <a:pt x="87464" y="24283"/>
                </a:lnTo>
                <a:lnTo>
                  <a:pt x="51723" y="52094"/>
                </a:lnTo>
                <a:lnTo>
                  <a:pt x="24110" y="88090"/>
                </a:lnTo>
                <a:lnTo>
                  <a:pt x="6308" y="130578"/>
                </a:lnTo>
                <a:lnTo>
                  <a:pt x="0" y="177860"/>
                </a:lnTo>
                <a:lnTo>
                  <a:pt x="6308" y="225142"/>
                </a:lnTo>
                <a:lnTo>
                  <a:pt x="24110" y="267630"/>
                </a:lnTo>
                <a:lnTo>
                  <a:pt x="51723" y="303626"/>
                </a:lnTo>
                <a:lnTo>
                  <a:pt x="87464" y="331437"/>
                </a:lnTo>
                <a:lnTo>
                  <a:pt x="129649" y="349367"/>
                </a:lnTo>
                <a:lnTo>
                  <a:pt x="176596" y="355721"/>
                </a:lnTo>
                <a:lnTo>
                  <a:pt x="223542" y="349367"/>
                </a:lnTo>
                <a:lnTo>
                  <a:pt x="265727" y="331437"/>
                </a:lnTo>
                <a:lnTo>
                  <a:pt x="301468" y="303626"/>
                </a:lnTo>
                <a:lnTo>
                  <a:pt x="329081" y="267630"/>
                </a:lnTo>
                <a:lnTo>
                  <a:pt x="346883" y="225142"/>
                </a:lnTo>
                <a:lnTo>
                  <a:pt x="353192" y="177860"/>
                </a:lnTo>
                <a:lnTo>
                  <a:pt x="346883" y="130578"/>
                </a:lnTo>
                <a:lnTo>
                  <a:pt x="329081" y="88090"/>
                </a:lnTo>
                <a:lnTo>
                  <a:pt x="301468" y="52094"/>
                </a:lnTo>
                <a:lnTo>
                  <a:pt x="265727" y="24283"/>
                </a:lnTo>
                <a:lnTo>
                  <a:pt x="223542" y="6353"/>
                </a:lnTo>
                <a:lnTo>
                  <a:pt x="17659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34004" y="5926467"/>
            <a:ext cx="1297940" cy="553085"/>
          </a:xfrm>
          <a:custGeom>
            <a:avLst/>
            <a:gdLst/>
            <a:ahLst/>
            <a:cxnLst/>
            <a:rect l="l" t="t" r="r" b="b"/>
            <a:pathLst>
              <a:path w="1297939" h="553085">
                <a:moveTo>
                  <a:pt x="0" y="92130"/>
                </a:moveTo>
                <a:lnTo>
                  <a:pt x="7240" y="56268"/>
                </a:lnTo>
                <a:lnTo>
                  <a:pt x="26984" y="26984"/>
                </a:lnTo>
                <a:lnTo>
                  <a:pt x="56268" y="7240"/>
                </a:lnTo>
                <a:lnTo>
                  <a:pt x="92129" y="0"/>
                </a:lnTo>
                <a:lnTo>
                  <a:pt x="1205282" y="0"/>
                </a:lnTo>
                <a:lnTo>
                  <a:pt x="1241143" y="7240"/>
                </a:lnTo>
                <a:lnTo>
                  <a:pt x="1270427" y="26984"/>
                </a:lnTo>
                <a:lnTo>
                  <a:pt x="1290171" y="56268"/>
                </a:lnTo>
                <a:lnTo>
                  <a:pt x="1297412" y="92130"/>
                </a:lnTo>
                <a:lnTo>
                  <a:pt x="1297412" y="460636"/>
                </a:lnTo>
                <a:lnTo>
                  <a:pt x="1290171" y="496497"/>
                </a:lnTo>
                <a:lnTo>
                  <a:pt x="1270427" y="525781"/>
                </a:lnTo>
                <a:lnTo>
                  <a:pt x="1241143" y="545525"/>
                </a:lnTo>
                <a:lnTo>
                  <a:pt x="1205282" y="552766"/>
                </a:lnTo>
                <a:lnTo>
                  <a:pt x="92129" y="552766"/>
                </a:lnTo>
                <a:lnTo>
                  <a:pt x="56268" y="545525"/>
                </a:lnTo>
                <a:lnTo>
                  <a:pt x="26984" y="525781"/>
                </a:lnTo>
                <a:lnTo>
                  <a:pt x="7240" y="496497"/>
                </a:lnTo>
                <a:lnTo>
                  <a:pt x="0" y="460636"/>
                </a:lnTo>
                <a:lnTo>
                  <a:pt x="0" y="9213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23499" y="6068019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0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2"/>
                </a:lnTo>
                <a:lnTo>
                  <a:pt x="25155" y="267630"/>
                </a:lnTo>
                <a:lnTo>
                  <a:pt x="53964" y="303626"/>
                </a:lnTo>
                <a:lnTo>
                  <a:pt x="91253" y="331437"/>
                </a:lnTo>
                <a:lnTo>
                  <a:pt x="135266" y="349367"/>
                </a:lnTo>
                <a:lnTo>
                  <a:pt x="184246" y="355720"/>
                </a:lnTo>
                <a:lnTo>
                  <a:pt x="233226" y="349367"/>
                </a:lnTo>
                <a:lnTo>
                  <a:pt x="277238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2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0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29062" y="6068019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0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2"/>
                </a:lnTo>
                <a:lnTo>
                  <a:pt x="25155" y="267630"/>
                </a:lnTo>
                <a:lnTo>
                  <a:pt x="53964" y="303626"/>
                </a:lnTo>
                <a:lnTo>
                  <a:pt x="91253" y="331437"/>
                </a:lnTo>
                <a:lnTo>
                  <a:pt x="135266" y="349367"/>
                </a:lnTo>
                <a:lnTo>
                  <a:pt x="184246" y="355720"/>
                </a:lnTo>
                <a:lnTo>
                  <a:pt x="233226" y="349367"/>
                </a:lnTo>
                <a:lnTo>
                  <a:pt x="277239" y="331437"/>
                </a:lnTo>
                <a:lnTo>
                  <a:pt x="314528" y="303626"/>
                </a:lnTo>
                <a:lnTo>
                  <a:pt x="343337" y="267630"/>
                </a:lnTo>
                <a:lnTo>
                  <a:pt x="361911" y="225142"/>
                </a:lnTo>
                <a:lnTo>
                  <a:pt x="368493" y="177860"/>
                </a:lnTo>
                <a:lnTo>
                  <a:pt x="361911" y="130578"/>
                </a:lnTo>
                <a:lnTo>
                  <a:pt x="343337" y="88090"/>
                </a:lnTo>
                <a:lnTo>
                  <a:pt x="314528" y="52094"/>
                </a:lnTo>
                <a:lnTo>
                  <a:pt x="277239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36793" y="5951042"/>
            <a:ext cx="2667000" cy="553085"/>
          </a:xfrm>
          <a:custGeom>
            <a:avLst/>
            <a:gdLst/>
            <a:ahLst/>
            <a:cxnLst/>
            <a:rect l="l" t="t" r="r" b="b"/>
            <a:pathLst>
              <a:path w="2667000" h="553084">
                <a:moveTo>
                  <a:pt x="0" y="92128"/>
                </a:moveTo>
                <a:lnTo>
                  <a:pt x="7239" y="56267"/>
                </a:lnTo>
                <a:lnTo>
                  <a:pt x="26983" y="26983"/>
                </a:lnTo>
                <a:lnTo>
                  <a:pt x="56267" y="7239"/>
                </a:lnTo>
                <a:lnTo>
                  <a:pt x="92127" y="0"/>
                </a:lnTo>
                <a:lnTo>
                  <a:pt x="2574677" y="0"/>
                </a:lnTo>
                <a:lnTo>
                  <a:pt x="2610537" y="7239"/>
                </a:lnTo>
                <a:lnTo>
                  <a:pt x="2639821" y="26983"/>
                </a:lnTo>
                <a:lnTo>
                  <a:pt x="2659565" y="56267"/>
                </a:lnTo>
                <a:lnTo>
                  <a:pt x="2666805" y="92128"/>
                </a:lnTo>
                <a:lnTo>
                  <a:pt x="2666805" y="460637"/>
                </a:lnTo>
                <a:lnTo>
                  <a:pt x="2659565" y="496498"/>
                </a:lnTo>
                <a:lnTo>
                  <a:pt x="2639821" y="525782"/>
                </a:lnTo>
                <a:lnTo>
                  <a:pt x="2610537" y="545526"/>
                </a:lnTo>
                <a:lnTo>
                  <a:pt x="2574677" y="552766"/>
                </a:lnTo>
                <a:lnTo>
                  <a:pt x="92127" y="552766"/>
                </a:lnTo>
                <a:lnTo>
                  <a:pt x="56267" y="545526"/>
                </a:lnTo>
                <a:lnTo>
                  <a:pt x="26983" y="525782"/>
                </a:lnTo>
                <a:lnTo>
                  <a:pt x="7239" y="496498"/>
                </a:lnTo>
                <a:lnTo>
                  <a:pt x="0" y="460637"/>
                </a:lnTo>
                <a:lnTo>
                  <a:pt x="0" y="9212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286458" y="6049564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0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2"/>
                </a:lnTo>
                <a:lnTo>
                  <a:pt x="25155" y="267630"/>
                </a:lnTo>
                <a:lnTo>
                  <a:pt x="53964" y="303626"/>
                </a:lnTo>
                <a:lnTo>
                  <a:pt x="91253" y="331437"/>
                </a:lnTo>
                <a:lnTo>
                  <a:pt x="135266" y="349367"/>
                </a:lnTo>
                <a:lnTo>
                  <a:pt x="184246" y="355721"/>
                </a:lnTo>
                <a:lnTo>
                  <a:pt x="233226" y="349367"/>
                </a:lnTo>
                <a:lnTo>
                  <a:pt x="277238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2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0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19680" y="6049564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0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2"/>
                </a:lnTo>
                <a:lnTo>
                  <a:pt x="25155" y="267630"/>
                </a:lnTo>
                <a:lnTo>
                  <a:pt x="53964" y="303626"/>
                </a:lnTo>
                <a:lnTo>
                  <a:pt x="91253" y="331437"/>
                </a:lnTo>
                <a:lnTo>
                  <a:pt x="135266" y="349367"/>
                </a:lnTo>
                <a:lnTo>
                  <a:pt x="184246" y="355721"/>
                </a:lnTo>
                <a:lnTo>
                  <a:pt x="233226" y="349367"/>
                </a:lnTo>
                <a:lnTo>
                  <a:pt x="277238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2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0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09606" y="6068019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8" y="0"/>
                </a:moveTo>
                <a:lnTo>
                  <a:pt x="131978" y="6353"/>
                </a:lnTo>
                <a:lnTo>
                  <a:pt x="89035" y="24283"/>
                </a:lnTo>
                <a:lnTo>
                  <a:pt x="52652" y="52094"/>
                </a:lnTo>
                <a:lnTo>
                  <a:pt x="24543" y="88090"/>
                </a:lnTo>
                <a:lnTo>
                  <a:pt x="6421" y="130578"/>
                </a:lnTo>
                <a:lnTo>
                  <a:pt x="0" y="177860"/>
                </a:lnTo>
                <a:lnTo>
                  <a:pt x="6421" y="225142"/>
                </a:lnTo>
                <a:lnTo>
                  <a:pt x="24543" y="267630"/>
                </a:lnTo>
                <a:lnTo>
                  <a:pt x="52652" y="303626"/>
                </a:lnTo>
                <a:lnTo>
                  <a:pt x="89035" y="331437"/>
                </a:lnTo>
                <a:lnTo>
                  <a:pt x="131978" y="349367"/>
                </a:lnTo>
                <a:lnTo>
                  <a:pt x="179768" y="355720"/>
                </a:lnTo>
                <a:lnTo>
                  <a:pt x="227558" y="349367"/>
                </a:lnTo>
                <a:lnTo>
                  <a:pt x="270501" y="331437"/>
                </a:lnTo>
                <a:lnTo>
                  <a:pt x="306884" y="303626"/>
                </a:lnTo>
                <a:lnTo>
                  <a:pt x="334993" y="267630"/>
                </a:lnTo>
                <a:lnTo>
                  <a:pt x="353115" y="225142"/>
                </a:lnTo>
                <a:lnTo>
                  <a:pt x="359536" y="177860"/>
                </a:lnTo>
                <a:lnTo>
                  <a:pt x="353115" y="130578"/>
                </a:lnTo>
                <a:lnTo>
                  <a:pt x="334993" y="88090"/>
                </a:lnTo>
                <a:lnTo>
                  <a:pt x="306884" y="52094"/>
                </a:lnTo>
                <a:lnTo>
                  <a:pt x="270501" y="24283"/>
                </a:lnTo>
                <a:lnTo>
                  <a:pt x="227558" y="6353"/>
                </a:lnTo>
                <a:lnTo>
                  <a:pt x="17976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00453" y="6068019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8" y="0"/>
                </a:moveTo>
                <a:lnTo>
                  <a:pt x="131978" y="6353"/>
                </a:lnTo>
                <a:lnTo>
                  <a:pt x="89035" y="24283"/>
                </a:lnTo>
                <a:lnTo>
                  <a:pt x="52652" y="52094"/>
                </a:lnTo>
                <a:lnTo>
                  <a:pt x="24543" y="88090"/>
                </a:lnTo>
                <a:lnTo>
                  <a:pt x="6421" y="130578"/>
                </a:lnTo>
                <a:lnTo>
                  <a:pt x="0" y="177860"/>
                </a:lnTo>
                <a:lnTo>
                  <a:pt x="6421" y="225142"/>
                </a:lnTo>
                <a:lnTo>
                  <a:pt x="24543" y="267630"/>
                </a:lnTo>
                <a:lnTo>
                  <a:pt x="52652" y="303626"/>
                </a:lnTo>
                <a:lnTo>
                  <a:pt x="89035" y="331437"/>
                </a:lnTo>
                <a:lnTo>
                  <a:pt x="131978" y="349367"/>
                </a:lnTo>
                <a:lnTo>
                  <a:pt x="179768" y="355720"/>
                </a:lnTo>
                <a:lnTo>
                  <a:pt x="227558" y="349367"/>
                </a:lnTo>
                <a:lnTo>
                  <a:pt x="270502" y="331437"/>
                </a:lnTo>
                <a:lnTo>
                  <a:pt x="306885" y="303626"/>
                </a:lnTo>
                <a:lnTo>
                  <a:pt x="334994" y="267630"/>
                </a:lnTo>
                <a:lnTo>
                  <a:pt x="353116" y="225142"/>
                </a:lnTo>
                <a:lnTo>
                  <a:pt x="359538" y="177860"/>
                </a:lnTo>
                <a:lnTo>
                  <a:pt x="353116" y="130578"/>
                </a:lnTo>
                <a:lnTo>
                  <a:pt x="334994" y="88090"/>
                </a:lnTo>
                <a:lnTo>
                  <a:pt x="306885" y="52094"/>
                </a:lnTo>
                <a:lnTo>
                  <a:pt x="270502" y="24283"/>
                </a:lnTo>
                <a:lnTo>
                  <a:pt x="227558" y="6353"/>
                </a:lnTo>
                <a:lnTo>
                  <a:pt x="179768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27437" y="5951042"/>
            <a:ext cx="1972945" cy="553085"/>
          </a:xfrm>
          <a:custGeom>
            <a:avLst/>
            <a:gdLst/>
            <a:ahLst/>
            <a:cxnLst/>
            <a:rect l="l" t="t" r="r" b="b"/>
            <a:pathLst>
              <a:path w="1972945" h="553084">
                <a:moveTo>
                  <a:pt x="0" y="92129"/>
                </a:moveTo>
                <a:lnTo>
                  <a:pt x="7240" y="56268"/>
                </a:lnTo>
                <a:lnTo>
                  <a:pt x="26984" y="26984"/>
                </a:lnTo>
                <a:lnTo>
                  <a:pt x="56268" y="7240"/>
                </a:lnTo>
                <a:lnTo>
                  <a:pt x="92129" y="0"/>
                </a:lnTo>
                <a:lnTo>
                  <a:pt x="1880182" y="0"/>
                </a:lnTo>
                <a:lnTo>
                  <a:pt x="1916043" y="7240"/>
                </a:lnTo>
                <a:lnTo>
                  <a:pt x="1945327" y="26984"/>
                </a:lnTo>
                <a:lnTo>
                  <a:pt x="1965071" y="56268"/>
                </a:lnTo>
                <a:lnTo>
                  <a:pt x="1972312" y="92129"/>
                </a:lnTo>
                <a:lnTo>
                  <a:pt x="1972312" y="460636"/>
                </a:lnTo>
                <a:lnTo>
                  <a:pt x="1965071" y="496497"/>
                </a:lnTo>
                <a:lnTo>
                  <a:pt x="1945327" y="525781"/>
                </a:lnTo>
                <a:lnTo>
                  <a:pt x="1916043" y="545525"/>
                </a:lnTo>
                <a:lnTo>
                  <a:pt x="1880182" y="552766"/>
                </a:lnTo>
                <a:lnTo>
                  <a:pt x="92129" y="552766"/>
                </a:lnTo>
                <a:lnTo>
                  <a:pt x="56268" y="545525"/>
                </a:lnTo>
                <a:lnTo>
                  <a:pt x="26984" y="525781"/>
                </a:lnTo>
                <a:lnTo>
                  <a:pt x="7240" y="496497"/>
                </a:lnTo>
                <a:lnTo>
                  <a:pt x="0" y="460636"/>
                </a:lnTo>
                <a:lnTo>
                  <a:pt x="0" y="9212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41874" y="6049564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9" y="0"/>
                </a:moveTo>
                <a:lnTo>
                  <a:pt x="131980" y="6353"/>
                </a:lnTo>
                <a:lnTo>
                  <a:pt x="89036" y="24283"/>
                </a:lnTo>
                <a:lnTo>
                  <a:pt x="52653" y="52094"/>
                </a:lnTo>
                <a:lnTo>
                  <a:pt x="24543" y="88090"/>
                </a:lnTo>
                <a:lnTo>
                  <a:pt x="6421" y="130578"/>
                </a:lnTo>
                <a:lnTo>
                  <a:pt x="0" y="177860"/>
                </a:lnTo>
                <a:lnTo>
                  <a:pt x="6421" y="225142"/>
                </a:lnTo>
                <a:lnTo>
                  <a:pt x="24543" y="267630"/>
                </a:lnTo>
                <a:lnTo>
                  <a:pt x="52653" y="303626"/>
                </a:lnTo>
                <a:lnTo>
                  <a:pt x="89036" y="331437"/>
                </a:lnTo>
                <a:lnTo>
                  <a:pt x="131980" y="349367"/>
                </a:lnTo>
                <a:lnTo>
                  <a:pt x="179769" y="355721"/>
                </a:lnTo>
                <a:lnTo>
                  <a:pt x="227559" y="349367"/>
                </a:lnTo>
                <a:lnTo>
                  <a:pt x="270502" y="331437"/>
                </a:lnTo>
                <a:lnTo>
                  <a:pt x="306885" y="303626"/>
                </a:lnTo>
                <a:lnTo>
                  <a:pt x="334994" y="267630"/>
                </a:lnTo>
                <a:lnTo>
                  <a:pt x="353116" y="225142"/>
                </a:lnTo>
                <a:lnTo>
                  <a:pt x="359538" y="177860"/>
                </a:lnTo>
                <a:lnTo>
                  <a:pt x="353116" y="130578"/>
                </a:lnTo>
                <a:lnTo>
                  <a:pt x="334994" y="88090"/>
                </a:lnTo>
                <a:lnTo>
                  <a:pt x="306885" y="52094"/>
                </a:lnTo>
                <a:lnTo>
                  <a:pt x="270502" y="24283"/>
                </a:lnTo>
                <a:lnTo>
                  <a:pt x="227559" y="6353"/>
                </a:lnTo>
                <a:lnTo>
                  <a:pt x="179769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23844" y="4955522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6" y="0"/>
                </a:moveTo>
                <a:lnTo>
                  <a:pt x="129649" y="6353"/>
                </a:lnTo>
                <a:lnTo>
                  <a:pt x="87464" y="24283"/>
                </a:lnTo>
                <a:lnTo>
                  <a:pt x="51723" y="52093"/>
                </a:lnTo>
                <a:lnTo>
                  <a:pt x="24110" y="88090"/>
                </a:lnTo>
                <a:lnTo>
                  <a:pt x="6308" y="130577"/>
                </a:lnTo>
                <a:lnTo>
                  <a:pt x="0" y="177859"/>
                </a:lnTo>
                <a:lnTo>
                  <a:pt x="6308" y="225142"/>
                </a:lnTo>
                <a:lnTo>
                  <a:pt x="24110" y="267629"/>
                </a:lnTo>
                <a:lnTo>
                  <a:pt x="51723" y="303626"/>
                </a:lnTo>
                <a:lnTo>
                  <a:pt x="87464" y="331437"/>
                </a:lnTo>
                <a:lnTo>
                  <a:pt x="129649" y="349367"/>
                </a:lnTo>
                <a:lnTo>
                  <a:pt x="176596" y="355720"/>
                </a:lnTo>
                <a:lnTo>
                  <a:pt x="223542" y="349367"/>
                </a:lnTo>
                <a:lnTo>
                  <a:pt x="265728" y="331437"/>
                </a:lnTo>
                <a:lnTo>
                  <a:pt x="301469" y="303626"/>
                </a:lnTo>
                <a:lnTo>
                  <a:pt x="329082" y="267629"/>
                </a:lnTo>
                <a:lnTo>
                  <a:pt x="346885" y="225142"/>
                </a:lnTo>
                <a:lnTo>
                  <a:pt x="353193" y="177859"/>
                </a:lnTo>
                <a:lnTo>
                  <a:pt x="346885" y="130577"/>
                </a:lnTo>
                <a:lnTo>
                  <a:pt x="329082" y="88090"/>
                </a:lnTo>
                <a:lnTo>
                  <a:pt x="301469" y="52093"/>
                </a:lnTo>
                <a:lnTo>
                  <a:pt x="265728" y="24283"/>
                </a:lnTo>
                <a:lnTo>
                  <a:pt x="223542" y="6353"/>
                </a:lnTo>
                <a:lnTo>
                  <a:pt x="176596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804265" y="4955522"/>
            <a:ext cx="353695" cy="356235"/>
          </a:xfrm>
          <a:custGeom>
            <a:avLst/>
            <a:gdLst/>
            <a:ahLst/>
            <a:cxnLst/>
            <a:rect l="l" t="t" r="r" b="b"/>
            <a:pathLst>
              <a:path w="353694" h="356235">
                <a:moveTo>
                  <a:pt x="176597" y="0"/>
                </a:moveTo>
                <a:lnTo>
                  <a:pt x="129650" y="6353"/>
                </a:lnTo>
                <a:lnTo>
                  <a:pt x="87465" y="24283"/>
                </a:lnTo>
                <a:lnTo>
                  <a:pt x="51724" y="52093"/>
                </a:lnTo>
                <a:lnTo>
                  <a:pt x="24110" y="88090"/>
                </a:lnTo>
                <a:lnTo>
                  <a:pt x="6308" y="130577"/>
                </a:lnTo>
                <a:lnTo>
                  <a:pt x="0" y="177859"/>
                </a:lnTo>
                <a:lnTo>
                  <a:pt x="6308" y="225142"/>
                </a:lnTo>
                <a:lnTo>
                  <a:pt x="24110" y="267629"/>
                </a:lnTo>
                <a:lnTo>
                  <a:pt x="51724" y="303626"/>
                </a:lnTo>
                <a:lnTo>
                  <a:pt x="87465" y="331437"/>
                </a:lnTo>
                <a:lnTo>
                  <a:pt x="129650" y="349367"/>
                </a:lnTo>
                <a:lnTo>
                  <a:pt x="176597" y="355720"/>
                </a:lnTo>
                <a:lnTo>
                  <a:pt x="223543" y="349367"/>
                </a:lnTo>
                <a:lnTo>
                  <a:pt x="265728" y="331437"/>
                </a:lnTo>
                <a:lnTo>
                  <a:pt x="301469" y="303626"/>
                </a:lnTo>
                <a:lnTo>
                  <a:pt x="329082" y="267629"/>
                </a:lnTo>
                <a:lnTo>
                  <a:pt x="346885" y="225142"/>
                </a:lnTo>
                <a:lnTo>
                  <a:pt x="353193" y="177859"/>
                </a:lnTo>
                <a:lnTo>
                  <a:pt x="346885" y="130577"/>
                </a:lnTo>
                <a:lnTo>
                  <a:pt x="329082" y="88090"/>
                </a:lnTo>
                <a:lnTo>
                  <a:pt x="301469" y="52093"/>
                </a:lnTo>
                <a:lnTo>
                  <a:pt x="265728" y="24283"/>
                </a:lnTo>
                <a:lnTo>
                  <a:pt x="223543" y="6353"/>
                </a:lnTo>
                <a:lnTo>
                  <a:pt x="17659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044890" y="4838543"/>
            <a:ext cx="1297940" cy="553085"/>
          </a:xfrm>
          <a:custGeom>
            <a:avLst/>
            <a:gdLst/>
            <a:ahLst/>
            <a:cxnLst/>
            <a:rect l="l" t="t" r="r" b="b"/>
            <a:pathLst>
              <a:path w="1297939" h="553085">
                <a:moveTo>
                  <a:pt x="0" y="92130"/>
                </a:moveTo>
                <a:lnTo>
                  <a:pt x="7240" y="56268"/>
                </a:lnTo>
                <a:lnTo>
                  <a:pt x="26984" y="26984"/>
                </a:lnTo>
                <a:lnTo>
                  <a:pt x="56268" y="7240"/>
                </a:lnTo>
                <a:lnTo>
                  <a:pt x="92129" y="0"/>
                </a:lnTo>
                <a:lnTo>
                  <a:pt x="1205282" y="0"/>
                </a:lnTo>
                <a:lnTo>
                  <a:pt x="1241143" y="7240"/>
                </a:lnTo>
                <a:lnTo>
                  <a:pt x="1270427" y="26984"/>
                </a:lnTo>
                <a:lnTo>
                  <a:pt x="1290171" y="56268"/>
                </a:lnTo>
                <a:lnTo>
                  <a:pt x="1297412" y="92130"/>
                </a:lnTo>
                <a:lnTo>
                  <a:pt x="1297412" y="460636"/>
                </a:lnTo>
                <a:lnTo>
                  <a:pt x="1290171" y="496497"/>
                </a:lnTo>
                <a:lnTo>
                  <a:pt x="1270427" y="525781"/>
                </a:lnTo>
                <a:lnTo>
                  <a:pt x="1241143" y="545525"/>
                </a:lnTo>
                <a:lnTo>
                  <a:pt x="1205282" y="552766"/>
                </a:lnTo>
                <a:lnTo>
                  <a:pt x="92129" y="552766"/>
                </a:lnTo>
                <a:lnTo>
                  <a:pt x="56268" y="545525"/>
                </a:lnTo>
                <a:lnTo>
                  <a:pt x="26984" y="525781"/>
                </a:lnTo>
                <a:lnTo>
                  <a:pt x="7240" y="496497"/>
                </a:lnTo>
                <a:lnTo>
                  <a:pt x="0" y="460636"/>
                </a:lnTo>
                <a:lnTo>
                  <a:pt x="0" y="9213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34386" y="4980095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5" y="0"/>
                </a:moveTo>
                <a:lnTo>
                  <a:pt x="135265" y="6353"/>
                </a:lnTo>
                <a:lnTo>
                  <a:pt x="91252" y="24283"/>
                </a:lnTo>
                <a:lnTo>
                  <a:pt x="53964" y="52094"/>
                </a:lnTo>
                <a:lnTo>
                  <a:pt x="25154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4" y="267630"/>
                </a:lnTo>
                <a:lnTo>
                  <a:pt x="53964" y="303627"/>
                </a:lnTo>
                <a:lnTo>
                  <a:pt x="91252" y="331438"/>
                </a:lnTo>
                <a:lnTo>
                  <a:pt x="135265" y="349368"/>
                </a:lnTo>
                <a:lnTo>
                  <a:pt x="184245" y="355721"/>
                </a:lnTo>
                <a:lnTo>
                  <a:pt x="233225" y="349368"/>
                </a:lnTo>
                <a:lnTo>
                  <a:pt x="277237" y="331438"/>
                </a:lnTo>
                <a:lnTo>
                  <a:pt x="314527" y="303627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7" y="24283"/>
                </a:lnTo>
                <a:lnTo>
                  <a:pt x="233225" y="6353"/>
                </a:lnTo>
                <a:lnTo>
                  <a:pt x="184245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639948" y="4980095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6" y="0"/>
                </a:moveTo>
                <a:lnTo>
                  <a:pt x="135266" y="6353"/>
                </a:lnTo>
                <a:lnTo>
                  <a:pt x="91253" y="24283"/>
                </a:lnTo>
                <a:lnTo>
                  <a:pt x="53964" y="52094"/>
                </a:lnTo>
                <a:lnTo>
                  <a:pt x="25155" y="88091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5" y="267630"/>
                </a:lnTo>
                <a:lnTo>
                  <a:pt x="53964" y="303627"/>
                </a:lnTo>
                <a:lnTo>
                  <a:pt x="91253" y="331438"/>
                </a:lnTo>
                <a:lnTo>
                  <a:pt x="135266" y="349368"/>
                </a:lnTo>
                <a:lnTo>
                  <a:pt x="184246" y="355721"/>
                </a:lnTo>
                <a:lnTo>
                  <a:pt x="233226" y="349368"/>
                </a:lnTo>
                <a:lnTo>
                  <a:pt x="277238" y="331438"/>
                </a:lnTo>
                <a:lnTo>
                  <a:pt x="314527" y="303627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1"/>
                </a:lnTo>
                <a:lnTo>
                  <a:pt x="314527" y="52094"/>
                </a:lnTo>
                <a:lnTo>
                  <a:pt x="277238" y="24283"/>
                </a:lnTo>
                <a:lnTo>
                  <a:pt x="233226" y="6353"/>
                </a:lnTo>
                <a:lnTo>
                  <a:pt x="184246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47679" y="4863118"/>
            <a:ext cx="2667000" cy="553085"/>
          </a:xfrm>
          <a:custGeom>
            <a:avLst/>
            <a:gdLst/>
            <a:ahLst/>
            <a:cxnLst/>
            <a:rect l="l" t="t" r="r" b="b"/>
            <a:pathLst>
              <a:path w="2667000" h="553085">
                <a:moveTo>
                  <a:pt x="0" y="92128"/>
                </a:moveTo>
                <a:lnTo>
                  <a:pt x="7239" y="56267"/>
                </a:lnTo>
                <a:lnTo>
                  <a:pt x="26983" y="26983"/>
                </a:lnTo>
                <a:lnTo>
                  <a:pt x="56267" y="7239"/>
                </a:lnTo>
                <a:lnTo>
                  <a:pt x="92127" y="0"/>
                </a:lnTo>
                <a:lnTo>
                  <a:pt x="2574677" y="0"/>
                </a:lnTo>
                <a:lnTo>
                  <a:pt x="2610537" y="7239"/>
                </a:lnTo>
                <a:lnTo>
                  <a:pt x="2639821" y="26983"/>
                </a:lnTo>
                <a:lnTo>
                  <a:pt x="2659565" y="56267"/>
                </a:lnTo>
                <a:lnTo>
                  <a:pt x="2666805" y="92128"/>
                </a:lnTo>
                <a:lnTo>
                  <a:pt x="2666805" y="460637"/>
                </a:lnTo>
                <a:lnTo>
                  <a:pt x="2659565" y="496498"/>
                </a:lnTo>
                <a:lnTo>
                  <a:pt x="2639821" y="525782"/>
                </a:lnTo>
                <a:lnTo>
                  <a:pt x="2610537" y="545526"/>
                </a:lnTo>
                <a:lnTo>
                  <a:pt x="2574677" y="552766"/>
                </a:lnTo>
                <a:lnTo>
                  <a:pt x="92127" y="552766"/>
                </a:lnTo>
                <a:lnTo>
                  <a:pt x="56267" y="545526"/>
                </a:lnTo>
                <a:lnTo>
                  <a:pt x="26983" y="525782"/>
                </a:lnTo>
                <a:lnTo>
                  <a:pt x="7239" y="496498"/>
                </a:lnTo>
                <a:lnTo>
                  <a:pt x="0" y="460637"/>
                </a:lnTo>
                <a:lnTo>
                  <a:pt x="0" y="92128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97345" y="4961639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5" y="0"/>
                </a:moveTo>
                <a:lnTo>
                  <a:pt x="135265" y="6353"/>
                </a:lnTo>
                <a:lnTo>
                  <a:pt x="91252" y="24283"/>
                </a:lnTo>
                <a:lnTo>
                  <a:pt x="53964" y="52093"/>
                </a:lnTo>
                <a:lnTo>
                  <a:pt x="25154" y="88090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4" y="267630"/>
                </a:lnTo>
                <a:lnTo>
                  <a:pt x="53964" y="303626"/>
                </a:lnTo>
                <a:lnTo>
                  <a:pt x="91252" y="331437"/>
                </a:lnTo>
                <a:lnTo>
                  <a:pt x="135265" y="349367"/>
                </a:lnTo>
                <a:lnTo>
                  <a:pt x="184245" y="355720"/>
                </a:lnTo>
                <a:lnTo>
                  <a:pt x="233225" y="349367"/>
                </a:lnTo>
                <a:lnTo>
                  <a:pt x="277237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0"/>
                </a:lnTo>
                <a:lnTo>
                  <a:pt x="314527" y="52093"/>
                </a:lnTo>
                <a:lnTo>
                  <a:pt x="277237" y="24283"/>
                </a:lnTo>
                <a:lnTo>
                  <a:pt x="233225" y="6353"/>
                </a:lnTo>
                <a:lnTo>
                  <a:pt x="18424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30567" y="4961639"/>
            <a:ext cx="368935" cy="356235"/>
          </a:xfrm>
          <a:custGeom>
            <a:avLst/>
            <a:gdLst/>
            <a:ahLst/>
            <a:cxnLst/>
            <a:rect l="l" t="t" r="r" b="b"/>
            <a:pathLst>
              <a:path w="368935" h="356235">
                <a:moveTo>
                  <a:pt x="184245" y="0"/>
                </a:moveTo>
                <a:lnTo>
                  <a:pt x="135265" y="6353"/>
                </a:lnTo>
                <a:lnTo>
                  <a:pt x="91252" y="24283"/>
                </a:lnTo>
                <a:lnTo>
                  <a:pt x="53964" y="52093"/>
                </a:lnTo>
                <a:lnTo>
                  <a:pt x="25154" y="88090"/>
                </a:lnTo>
                <a:lnTo>
                  <a:pt x="6581" y="130578"/>
                </a:lnTo>
                <a:lnTo>
                  <a:pt x="0" y="177860"/>
                </a:lnTo>
                <a:lnTo>
                  <a:pt x="6581" y="225143"/>
                </a:lnTo>
                <a:lnTo>
                  <a:pt x="25154" y="267630"/>
                </a:lnTo>
                <a:lnTo>
                  <a:pt x="53964" y="303626"/>
                </a:lnTo>
                <a:lnTo>
                  <a:pt x="91252" y="331437"/>
                </a:lnTo>
                <a:lnTo>
                  <a:pt x="135265" y="349367"/>
                </a:lnTo>
                <a:lnTo>
                  <a:pt x="184245" y="355720"/>
                </a:lnTo>
                <a:lnTo>
                  <a:pt x="233225" y="349367"/>
                </a:lnTo>
                <a:lnTo>
                  <a:pt x="277237" y="331437"/>
                </a:lnTo>
                <a:lnTo>
                  <a:pt x="314527" y="303626"/>
                </a:lnTo>
                <a:lnTo>
                  <a:pt x="343336" y="267630"/>
                </a:lnTo>
                <a:lnTo>
                  <a:pt x="361910" y="225143"/>
                </a:lnTo>
                <a:lnTo>
                  <a:pt x="368491" y="177860"/>
                </a:lnTo>
                <a:lnTo>
                  <a:pt x="361910" y="130578"/>
                </a:lnTo>
                <a:lnTo>
                  <a:pt x="343336" y="88090"/>
                </a:lnTo>
                <a:lnTo>
                  <a:pt x="314527" y="52093"/>
                </a:lnTo>
                <a:lnTo>
                  <a:pt x="277237" y="24283"/>
                </a:lnTo>
                <a:lnTo>
                  <a:pt x="233225" y="6353"/>
                </a:lnTo>
                <a:lnTo>
                  <a:pt x="18424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20491" y="4980095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9" y="0"/>
                </a:moveTo>
                <a:lnTo>
                  <a:pt x="131980" y="6353"/>
                </a:lnTo>
                <a:lnTo>
                  <a:pt x="89036" y="24283"/>
                </a:lnTo>
                <a:lnTo>
                  <a:pt x="52653" y="52094"/>
                </a:lnTo>
                <a:lnTo>
                  <a:pt x="24543" y="88091"/>
                </a:lnTo>
                <a:lnTo>
                  <a:pt x="6421" y="130578"/>
                </a:lnTo>
                <a:lnTo>
                  <a:pt x="0" y="177860"/>
                </a:lnTo>
                <a:lnTo>
                  <a:pt x="6421" y="225143"/>
                </a:lnTo>
                <a:lnTo>
                  <a:pt x="24543" y="267630"/>
                </a:lnTo>
                <a:lnTo>
                  <a:pt x="52653" y="303627"/>
                </a:lnTo>
                <a:lnTo>
                  <a:pt x="89036" y="331438"/>
                </a:lnTo>
                <a:lnTo>
                  <a:pt x="131980" y="349368"/>
                </a:lnTo>
                <a:lnTo>
                  <a:pt x="179769" y="355721"/>
                </a:lnTo>
                <a:lnTo>
                  <a:pt x="227559" y="349368"/>
                </a:lnTo>
                <a:lnTo>
                  <a:pt x="270502" y="331438"/>
                </a:lnTo>
                <a:lnTo>
                  <a:pt x="306885" y="303627"/>
                </a:lnTo>
                <a:lnTo>
                  <a:pt x="334994" y="267630"/>
                </a:lnTo>
                <a:lnTo>
                  <a:pt x="353116" y="225143"/>
                </a:lnTo>
                <a:lnTo>
                  <a:pt x="359538" y="177860"/>
                </a:lnTo>
                <a:lnTo>
                  <a:pt x="353116" y="130578"/>
                </a:lnTo>
                <a:lnTo>
                  <a:pt x="334994" y="88091"/>
                </a:lnTo>
                <a:lnTo>
                  <a:pt x="306885" y="52094"/>
                </a:lnTo>
                <a:lnTo>
                  <a:pt x="270502" y="24283"/>
                </a:lnTo>
                <a:lnTo>
                  <a:pt x="227559" y="6353"/>
                </a:lnTo>
                <a:lnTo>
                  <a:pt x="179769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611340" y="4980095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8" y="0"/>
                </a:moveTo>
                <a:lnTo>
                  <a:pt x="131978" y="6353"/>
                </a:lnTo>
                <a:lnTo>
                  <a:pt x="89035" y="24283"/>
                </a:lnTo>
                <a:lnTo>
                  <a:pt x="52652" y="52094"/>
                </a:lnTo>
                <a:lnTo>
                  <a:pt x="24543" y="88091"/>
                </a:lnTo>
                <a:lnTo>
                  <a:pt x="6421" y="130578"/>
                </a:lnTo>
                <a:lnTo>
                  <a:pt x="0" y="177860"/>
                </a:lnTo>
                <a:lnTo>
                  <a:pt x="6421" y="225143"/>
                </a:lnTo>
                <a:lnTo>
                  <a:pt x="24543" y="267630"/>
                </a:lnTo>
                <a:lnTo>
                  <a:pt x="52652" y="303627"/>
                </a:lnTo>
                <a:lnTo>
                  <a:pt x="89035" y="331438"/>
                </a:lnTo>
                <a:lnTo>
                  <a:pt x="131978" y="349368"/>
                </a:lnTo>
                <a:lnTo>
                  <a:pt x="179768" y="355721"/>
                </a:lnTo>
                <a:lnTo>
                  <a:pt x="227558" y="349368"/>
                </a:lnTo>
                <a:lnTo>
                  <a:pt x="270501" y="331438"/>
                </a:lnTo>
                <a:lnTo>
                  <a:pt x="306884" y="303627"/>
                </a:lnTo>
                <a:lnTo>
                  <a:pt x="334994" y="267630"/>
                </a:lnTo>
                <a:lnTo>
                  <a:pt x="353116" y="225143"/>
                </a:lnTo>
                <a:lnTo>
                  <a:pt x="359538" y="177860"/>
                </a:lnTo>
                <a:lnTo>
                  <a:pt x="353116" y="130578"/>
                </a:lnTo>
                <a:lnTo>
                  <a:pt x="334994" y="88091"/>
                </a:lnTo>
                <a:lnTo>
                  <a:pt x="306884" y="52094"/>
                </a:lnTo>
                <a:lnTo>
                  <a:pt x="270501" y="24283"/>
                </a:lnTo>
                <a:lnTo>
                  <a:pt x="227558" y="6353"/>
                </a:lnTo>
                <a:lnTo>
                  <a:pt x="179768" y="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38323" y="4863118"/>
            <a:ext cx="1972945" cy="553085"/>
          </a:xfrm>
          <a:custGeom>
            <a:avLst/>
            <a:gdLst/>
            <a:ahLst/>
            <a:cxnLst/>
            <a:rect l="l" t="t" r="r" b="b"/>
            <a:pathLst>
              <a:path w="1972945" h="553085">
                <a:moveTo>
                  <a:pt x="0" y="92129"/>
                </a:moveTo>
                <a:lnTo>
                  <a:pt x="7240" y="56268"/>
                </a:lnTo>
                <a:lnTo>
                  <a:pt x="26984" y="26984"/>
                </a:lnTo>
                <a:lnTo>
                  <a:pt x="56268" y="7240"/>
                </a:lnTo>
                <a:lnTo>
                  <a:pt x="92129" y="0"/>
                </a:lnTo>
                <a:lnTo>
                  <a:pt x="1880182" y="0"/>
                </a:lnTo>
                <a:lnTo>
                  <a:pt x="1916043" y="7240"/>
                </a:lnTo>
                <a:lnTo>
                  <a:pt x="1945327" y="26984"/>
                </a:lnTo>
                <a:lnTo>
                  <a:pt x="1965071" y="56268"/>
                </a:lnTo>
                <a:lnTo>
                  <a:pt x="1972312" y="92129"/>
                </a:lnTo>
                <a:lnTo>
                  <a:pt x="1972312" y="460636"/>
                </a:lnTo>
                <a:lnTo>
                  <a:pt x="1965071" y="496497"/>
                </a:lnTo>
                <a:lnTo>
                  <a:pt x="1945327" y="525781"/>
                </a:lnTo>
                <a:lnTo>
                  <a:pt x="1916043" y="545525"/>
                </a:lnTo>
                <a:lnTo>
                  <a:pt x="1880182" y="552766"/>
                </a:lnTo>
                <a:lnTo>
                  <a:pt x="92129" y="552766"/>
                </a:lnTo>
                <a:lnTo>
                  <a:pt x="56268" y="545525"/>
                </a:lnTo>
                <a:lnTo>
                  <a:pt x="26984" y="525781"/>
                </a:lnTo>
                <a:lnTo>
                  <a:pt x="7240" y="496497"/>
                </a:lnTo>
                <a:lnTo>
                  <a:pt x="0" y="460636"/>
                </a:lnTo>
                <a:lnTo>
                  <a:pt x="0" y="9212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252761" y="4961639"/>
            <a:ext cx="360045" cy="356235"/>
          </a:xfrm>
          <a:custGeom>
            <a:avLst/>
            <a:gdLst/>
            <a:ahLst/>
            <a:cxnLst/>
            <a:rect l="l" t="t" r="r" b="b"/>
            <a:pathLst>
              <a:path w="360045" h="356235">
                <a:moveTo>
                  <a:pt x="179768" y="0"/>
                </a:moveTo>
                <a:lnTo>
                  <a:pt x="131978" y="6353"/>
                </a:lnTo>
                <a:lnTo>
                  <a:pt x="89035" y="24283"/>
                </a:lnTo>
                <a:lnTo>
                  <a:pt x="52652" y="52093"/>
                </a:lnTo>
                <a:lnTo>
                  <a:pt x="24543" y="88090"/>
                </a:lnTo>
                <a:lnTo>
                  <a:pt x="6421" y="130578"/>
                </a:lnTo>
                <a:lnTo>
                  <a:pt x="0" y="177860"/>
                </a:lnTo>
                <a:lnTo>
                  <a:pt x="6421" y="225143"/>
                </a:lnTo>
                <a:lnTo>
                  <a:pt x="24543" y="267630"/>
                </a:lnTo>
                <a:lnTo>
                  <a:pt x="52652" y="303626"/>
                </a:lnTo>
                <a:lnTo>
                  <a:pt x="89035" y="331437"/>
                </a:lnTo>
                <a:lnTo>
                  <a:pt x="131978" y="349367"/>
                </a:lnTo>
                <a:lnTo>
                  <a:pt x="179768" y="355720"/>
                </a:lnTo>
                <a:lnTo>
                  <a:pt x="227558" y="349367"/>
                </a:lnTo>
                <a:lnTo>
                  <a:pt x="270501" y="331437"/>
                </a:lnTo>
                <a:lnTo>
                  <a:pt x="306884" y="303626"/>
                </a:lnTo>
                <a:lnTo>
                  <a:pt x="334993" y="267630"/>
                </a:lnTo>
                <a:lnTo>
                  <a:pt x="353115" y="225143"/>
                </a:lnTo>
                <a:lnTo>
                  <a:pt x="359536" y="177860"/>
                </a:lnTo>
                <a:lnTo>
                  <a:pt x="353115" y="130578"/>
                </a:lnTo>
                <a:lnTo>
                  <a:pt x="334993" y="88090"/>
                </a:lnTo>
                <a:lnTo>
                  <a:pt x="306884" y="52093"/>
                </a:lnTo>
                <a:lnTo>
                  <a:pt x="270501" y="24283"/>
                </a:lnTo>
                <a:lnTo>
                  <a:pt x="227558" y="6353"/>
                </a:lnTo>
                <a:lnTo>
                  <a:pt x="179768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341629" y="5311242"/>
            <a:ext cx="114300" cy="764540"/>
          </a:xfrm>
          <a:custGeom>
            <a:avLst/>
            <a:gdLst/>
            <a:ahLst/>
            <a:cxnLst/>
            <a:rect l="l" t="t" r="r" b="b"/>
            <a:pathLst>
              <a:path w="114300" h="764539">
                <a:moveTo>
                  <a:pt x="38094" y="114009"/>
                </a:moveTo>
                <a:lnTo>
                  <a:pt x="28879" y="745123"/>
                </a:lnTo>
                <a:lnTo>
                  <a:pt x="30268" y="752560"/>
                </a:lnTo>
                <a:lnTo>
                  <a:pt x="34262" y="758674"/>
                </a:lnTo>
                <a:lnTo>
                  <a:pt x="40257" y="762844"/>
                </a:lnTo>
                <a:lnTo>
                  <a:pt x="47650" y="764449"/>
                </a:lnTo>
                <a:lnTo>
                  <a:pt x="55086" y="763061"/>
                </a:lnTo>
                <a:lnTo>
                  <a:pt x="61200" y="759067"/>
                </a:lnTo>
                <a:lnTo>
                  <a:pt x="65370" y="753072"/>
                </a:lnTo>
                <a:lnTo>
                  <a:pt x="66975" y="745680"/>
                </a:lnTo>
                <a:lnTo>
                  <a:pt x="76191" y="114565"/>
                </a:lnTo>
                <a:lnTo>
                  <a:pt x="38094" y="114009"/>
                </a:lnTo>
                <a:close/>
              </a:path>
              <a:path w="114300" h="764539">
                <a:moveTo>
                  <a:pt x="95527" y="76191"/>
                </a:moveTo>
                <a:lnTo>
                  <a:pt x="57699" y="76191"/>
                </a:lnTo>
                <a:lnTo>
                  <a:pt x="65092" y="77796"/>
                </a:lnTo>
                <a:lnTo>
                  <a:pt x="71086" y="81966"/>
                </a:lnTo>
                <a:lnTo>
                  <a:pt x="75080" y="88081"/>
                </a:lnTo>
                <a:lnTo>
                  <a:pt x="76469" y="95517"/>
                </a:lnTo>
                <a:lnTo>
                  <a:pt x="76191" y="114565"/>
                </a:lnTo>
                <a:lnTo>
                  <a:pt x="114287" y="115121"/>
                </a:lnTo>
                <a:lnTo>
                  <a:pt x="95527" y="76191"/>
                </a:lnTo>
                <a:close/>
              </a:path>
              <a:path w="114300" h="764539">
                <a:moveTo>
                  <a:pt x="57699" y="76191"/>
                </a:moveTo>
                <a:lnTo>
                  <a:pt x="38094" y="114009"/>
                </a:lnTo>
                <a:lnTo>
                  <a:pt x="76191" y="114565"/>
                </a:lnTo>
                <a:lnTo>
                  <a:pt x="76469" y="95517"/>
                </a:lnTo>
                <a:lnTo>
                  <a:pt x="75080" y="88081"/>
                </a:lnTo>
                <a:lnTo>
                  <a:pt x="71086" y="81966"/>
                </a:lnTo>
                <a:lnTo>
                  <a:pt x="65092" y="77796"/>
                </a:lnTo>
                <a:lnTo>
                  <a:pt x="57699" y="76191"/>
                </a:lnTo>
                <a:close/>
              </a:path>
              <a:path w="114300" h="764539">
                <a:moveTo>
                  <a:pt x="58812" y="0"/>
                </a:moveTo>
                <a:lnTo>
                  <a:pt x="0" y="113452"/>
                </a:lnTo>
                <a:lnTo>
                  <a:pt x="38094" y="114009"/>
                </a:lnTo>
                <a:lnTo>
                  <a:pt x="38373" y="94961"/>
                </a:lnTo>
                <a:lnTo>
                  <a:pt x="39978" y="87568"/>
                </a:lnTo>
                <a:lnTo>
                  <a:pt x="44148" y="81573"/>
                </a:lnTo>
                <a:lnTo>
                  <a:pt x="50263" y="77579"/>
                </a:lnTo>
                <a:lnTo>
                  <a:pt x="57699" y="76191"/>
                </a:lnTo>
                <a:lnTo>
                  <a:pt x="95527" y="76191"/>
                </a:lnTo>
                <a:lnTo>
                  <a:pt x="5881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22019" y="5311242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096" y="114004"/>
                </a:moveTo>
                <a:lnTo>
                  <a:pt x="28909" y="731919"/>
                </a:lnTo>
                <a:lnTo>
                  <a:pt x="30295" y="739356"/>
                </a:lnTo>
                <a:lnTo>
                  <a:pt x="34287" y="745471"/>
                </a:lnTo>
                <a:lnTo>
                  <a:pt x="40282" y="749643"/>
                </a:lnTo>
                <a:lnTo>
                  <a:pt x="47674" y="751251"/>
                </a:lnTo>
                <a:lnTo>
                  <a:pt x="55110" y="749864"/>
                </a:lnTo>
                <a:lnTo>
                  <a:pt x="61226" y="745872"/>
                </a:lnTo>
                <a:lnTo>
                  <a:pt x="65398" y="739878"/>
                </a:lnTo>
                <a:lnTo>
                  <a:pt x="67005" y="732486"/>
                </a:lnTo>
                <a:lnTo>
                  <a:pt x="76192" y="114570"/>
                </a:lnTo>
                <a:lnTo>
                  <a:pt x="38096" y="114004"/>
                </a:lnTo>
                <a:close/>
              </a:path>
              <a:path w="114300" h="751839">
                <a:moveTo>
                  <a:pt x="95532" y="76191"/>
                </a:moveTo>
                <a:lnTo>
                  <a:pt x="57710" y="76191"/>
                </a:lnTo>
                <a:lnTo>
                  <a:pt x="65102" y="77798"/>
                </a:lnTo>
                <a:lnTo>
                  <a:pt x="71096" y="81970"/>
                </a:lnTo>
                <a:lnTo>
                  <a:pt x="75088" y="88086"/>
                </a:lnTo>
                <a:lnTo>
                  <a:pt x="76475" y="95523"/>
                </a:lnTo>
                <a:lnTo>
                  <a:pt x="76192" y="114570"/>
                </a:lnTo>
                <a:lnTo>
                  <a:pt x="114287" y="115136"/>
                </a:lnTo>
                <a:lnTo>
                  <a:pt x="95532" y="76191"/>
                </a:lnTo>
                <a:close/>
              </a:path>
              <a:path w="114300" h="751839">
                <a:moveTo>
                  <a:pt x="57710" y="76191"/>
                </a:moveTo>
                <a:lnTo>
                  <a:pt x="38096" y="114004"/>
                </a:lnTo>
                <a:lnTo>
                  <a:pt x="76192" y="114570"/>
                </a:lnTo>
                <a:lnTo>
                  <a:pt x="76475" y="95523"/>
                </a:lnTo>
                <a:lnTo>
                  <a:pt x="75088" y="88086"/>
                </a:lnTo>
                <a:lnTo>
                  <a:pt x="71096" y="81970"/>
                </a:lnTo>
                <a:lnTo>
                  <a:pt x="65102" y="77798"/>
                </a:lnTo>
                <a:lnTo>
                  <a:pt x="57710" y="76191"/>
                </a:lnTo>
                <a:close/>
              </a:path>
              <a:path w="114300" h="751839">
                <a:moveTo>
                  <a:pt x="58842" y="0"/>
                </a:moveTo>
                <a:lnTo>
                  <a:pt x="0" y="113437"/>
                </a:lnTo>
                <a:lnTo>
                  <a:pt x="38096" y="114004"/>
                </a:lnTo>
                <a:lnTo>
                  <a:pt x="38379" y="94956"/>
                </a:lnTo>
                <a:lnTo>
                  <a:pt x="39986" y="87564"/>
                </a:lnTo>
                <a:lnTo>
                  <a:pt x="44158" y="81570"/>
                </a:lnTo>
                <a:lnTo>
                  <a:pt x="50273" y="77577"/>
                </a:lnTo>
                <a:lnTo>
                  <a:pt x="57710" y="76191"/>
                </a:lnTo>
                <a:lnTo>
                  <a:pt x="95532" y="76191"/>
                </a:lnTo>
                <a:lnTo>
                  <a:pt x="5884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59789" y="5335817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094" y="114004"/>
                </a:moveTo>
                <a:lnTo>
                  <a:pt x="28909" y="731919"/>
                </a:lnTo>
                <a:lnTo>
                  <a:pt x="30295" y="739355"/>
                </a:lnTo>
                <a:lnTo>
                  <a:pt x="34287" y="745471"/>
                </a:lnTo>
                <a:lnTo>
                  <a:pt x="40281" y="749643"/>
                </a:lnTo>
                <a:lnTo>
                  <a:pt x="47673" y="751250"/>
                </a:lnTo>
                <a:lnTo>
                  <a:pt x="55109" y="749863"/>
                </a:lnTo>
                <a:lnTo>
                  <a:pt x="61224" y="745871"/>
                </a:lnTo>
                <a:lnTo>
                  <a:pt x="65396" y="739877"/>
                </a:lnTo>
                <a:lnTo>
                  <a:pt x="67003" y="732485"/>
                </a:lnTo>
                <a:lnTo>
                  <a:pt x="76191" y="114570"/>
                </a:lnTo>
                <a:lnTo>
                  <a:pt x="38094" y="114004"/>
                </a:lnTo>
                <a:close/>
              </a:path>
              <a:path w="114300" h="751839">
                <a:moveTo>
                  <a:pt x="95532" y="76191"/>
                </a:moveTo>
                <a:lnTo>
                  <a:pt x="57710" y="76191"/>
                </a:lnTo>
                <a:lnTo>
                  <a:pt x="65101" y="77798"/>
                </a:lnTo>
                <a:lnTo>
                  <a:pt x="71095" y="81970"/>
                </a:lnTo>
                <a:lnTo>
                  <a:pt x="75087" y="88085"/>
                </a:lnTo>
                <a:lnTo>
                  <a:pt x="76474" y="95521"/>
                </a:lnTo>
                <a:lnTo>
                  <a:pt x="76191" y="114570"/>
                </a:lnTo>
                <a:lnTo>
                  <a:pt x="114287" y="115136"/>
                </a:lnTo>
                <a:lnTo>
                  <a:pt x="95532" y="76191"/>
                </a:lnTo>
                <a:close/>
              </a:path>
              <a:path w="114300" h="751839">
                <a:moveTo>
                  <a:pt x="57710" y="76191"/>
                </a:moveTo>
                <a:lnTo>
                  <a:pt x="38094" y="114004"/>
                </a:lnTo>
                <a:lnTo>
                  <a:pt x="76191" y="114570"/>
                </a:lnTo>
                <a:lnTo>
                  <a:pt x="76474" y="95521"/>
                </a:lnTo>
                <a:lnTo>
                  <a:pt x="75087" y="88085"/>
                </a:lnTo>
                <a:lnTo>
                  <a:pt x="71095" y="81970"/>
                </a:lnTo>
                <a:lnTo>
                  <a:pt x="65101" y="77798"/>
                </a:lnTo>
                <a:lnTo>
                  <a:pt x="57710" y="76191"/>
                </a:lnTo>
                <a:close/>
              </a:path>
              <a:path w="114300" h="751839">
                <a:moveTo>
                  <a:pt x="58842" y="0"/>
                </a:moveTo>
                <a:lnTo>
                  <a:pt x="0" y="113437"/>
                </a:lnTo>
                <a:lnTo>
                  <a:pt x="38094" y="114004"/>
                </a:lnTo>
                <a:lnTo>
                  <a:pt x="38378" y="94955"/>
                </a:lnTo>
                <a:lnTo>
                  <a:pt x="39985" y="87563"/>
                </a:lnTo>
                <a:lnTo>
                  <a:pt x="44157" y="81569"/>
                </a:lnTo>
                <a:lnTo>
                  <a:pt x="50273" y="77577"/>
                </a:lnTo>
                <a:lnTo>
                  <a:pt x="57710" y="76191"/>
                </a:lnTo>
                <a:lnTo>
                  <a:pt x="95532" y="76191"/>
                </a:lnTo>
                <a:lnTo>
                  <a:pt x="5884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765352" y="5335817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096" y="114004"/>
                </a:moveTo>
                <a:lnTo>
                  <a:pt x="28909" y="731919"/>
                </a:lnTo>
                <a:lnTo>
                  <a:pt x="30295" y="739355"/>
                </a:lnTo>
                <a:lnTo>
                  <a:pt x="34287" y="745471"/>
                </a:lnTo>
                <a:lnTo>
                  <a:pt x="40281" y="749643"/>
                </a:lnTo>
                <a:lnTo>
                  <a:pt x="47673" y="751250"/>
                </a:lnTo>
                <a:lnTo>
                  <a:pt x="55110" y="749863"/>
                </a:lnTo>
                <a:lnTo>
                  <a:pt x="61225" y="745871"/>
                </a:lnTo>
                <a:lnTo>
                  <a:pt x="65397" y="739877"/>
                </a:lnTo>
                <a:lnTo>
                  <a:pt x="67003" y="732485"/>
                </a:lnTo>
                <a:lnTo>
                  <a:pt x="76191" y="114570"/>
                </a:lnTo>
                <a:lnTo>
                  <a:pt x="38096" y="114004"/>
                </a:lnTo>
                <a:close/>
              </a:path>
              <a:path w="114300" h="751839">
                <a:moveTo>
                  <a:pt x="95532" y="76191"/>
                </a:moveTo>
                <a:lnTo>
                  <a:pt x="57710" y="76191"/>
                </a:lnTo>
                <a:lnTo>
                  <a:pt x="65101" y="77798"/>
                </a:lnTo>
                <a:lnTo>
                  <a:pt x="71095" y="81970"/>
                </a:lnTo>
                <a:lnTo>
                  <a:pt x="75087" y="88085"/>
                </a:lnTo>
                <a:lnTo>
                  <a:pt x="76474" y="95521"/>
                </a:lnTo>
                <a:lnTo>
                  <a:pt x="76191" y="114570"/>
                </a:lnTo>
                <a:lnTo>
                  <a:pt x="114287" y="115136"/>
                </a:lnTo>
                <a:lnTo>
                  <a:pt x="95532" y="76191"/>
                </a:lnTo>
                <a:close/>
              </a:path>
              <a:path w="114300" h="751839">
                <a:moveTo>
                  <a:pt x="57710" y="76191"/>
                </a:moveTo>
                <a:lnTo>
                  <a:pt x="38096" y="114004"/>
                </a:lnTo>
                <a:lnTo>
                  <a:pt x="76191" y="114570"/>
                </a:lnTo>
                <a:lnTo>
                  <a:pt x="76474" y="95521"/>
                </a:lnTo>
                <a:lnTo>
                  <a:pt x="75087" y="88085"/>
                </a:lnTo>
                <a:lnTo>
                  <a:pt x="71095" y="81970"/>
                </a:lnTo>
                <a:lnTo>
                  <a:pt x="65101" y="77798"/>
                </a:lnTo>
                <a:lnTo>
                  <a:pt x="57710" y="76191"/>
                </a:lnTo>
                <a:close/>
              </a:path>
              <a:path w="114300" h="751839">
                <a:moveTo>
                  <a:pt x="58842" y="0"/>
                </a:moveTo>
                <a:lnTo>
                  <a:pt x="0" y="113437"/>
                </a:lnTo>
                <a:lnTo>
                  <a:pt x="38096" y="114004"/>
                </a:lnTo>
                <a:lnTo>
                  <a:pt x="38379" y="94955"/>
                </a:lnTo>
                <a:lnTo>
                  <a:pt x="39986" y="87563"/>
                </a:lnTo>
                <a:lnTo>
                  <a:pt x="44158" y="81569"/>
                </a:lnTo>
                <a:lnTo>
                  <a:pt x="50273" y="77577"/>
                </a:lnTo>
                <a:lnTo>
                  <a:pt x="57710" y="76191"/>
                </a:lnTo>
                <a:lnTo>
                  <a:pt x="95532" y="76191"/>
                </a:lnTo>
                <a:lnTo>
                  <a:pt x="5884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422747" y="5317360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096" y="114004"/>
                </a:moveTo>
                <a:lnTo>
                  <a:pt x="28909" y="731920"/>
                </a:lnTo>
                <a:lnTo>
                  <a:pt x="30295" y="739356"/>
                </a:lnTo>
                <a:lnTo>
                  <a:pt x="34287" y="745472"/>
                </a:lnTo>
                <a:lnTo>
                  <a:pt x="40282" y="749644"/>
                </a:lnTo>
                <a:lnTo>
                  <a:pt x="47674" y="751251"/>
                </a:lnTo>
                <a:lnTo>
                  <a:pt x="55110" y="749864"/>
                </a:lnTo>
                <a:lnTo>
                  <a:pt x="61226" y="745872"/>
                </a:lnTo>
                <a:lnTo>
                  <a:pt x="65398" y="739878"/>
                </a:lnTo>
                <a:lnTo>
                  <a:pt x="67005" y="732486"/>
                </a:lnTo>
                <a:lnTo>
                  <a:pt x="76192" y="114570"/>
                </a:lnTo>
                <a:lnTo>
                  <a:pt x="38096" y="114004"/>
                </a:lnTo>
                <a:close/>
              </a:path>
              <a:path w="114300" h="751839">
                <a:moveTo>
                  <a:pt x="95533" y="76192"/>
                </a:moveTo>
                <a:lnTo>
                  <a:pt x="57710" y="76192"/>
                </a:lnTo>
                <a:lnTo>
                  <a:pt x="65102" y="77799"/>
                </a:lnTo>
                <a:lnTo>
                  <a:pt x="71096" y="81971"/>
                </a:lnTo>
                <a:lnTo>
                  <a:pt x="75088" y="88086"/>
                </a:lnTo>
                <a:lnTo>
                  <a:pt x="76475" y="95523"/>
                </a:lnTo>
                <a:lnTo>
                  <a:pt x="76192" y="114570"/>
                </a:lnTo>
                <a:lnTo>
                  <a:pt x="114287" y="115136"/>
                </a:lnTo>
                <a:lnTo>
                  <a:pt x="95533" y="76192"/>
                </a:lnTo>
                <a:close/>
              </a:path>
              <a:path w="114300" h="751839">
                <a:moveTo>
                  <a:pt x="57710" y="76192"/>
                </a:moveTo>
                <a:lnTo>
                  <a:pt x="38096" y="114004"/>
                </a:lnTo>
                <a:lnTo>
                  <a:pt x="76192" y="114570"/>
                </a:lnTo>
                <a:lnTo>
                  <a:pt x="76475" y="95523"/>
                </a:lnTo>
                <a:lnTo>
                  <a:pt x="75088" y="88086"/>
                </a:lnTo>
                <a:lnTo>
                  <a:pt x="71096" y="81971"/>
                </a:lnTo>
                <a:lnTo>
                  <a:pt x="65102" y="77799"/>
                </a:lnTo>
                <a:lnTo>
                  <a:pt x="57710" y="76192"/>
                </a:lnTo>
                <a:close/>
              </a:path>
              <a:path w="114300" h="751839">
                <a:moveTo>
                  <a:pt x="58842" y="0"/>
                </a:moveTo>
                <a:lnTo>
                  <a:pt x="0" y="113438"/>
                </a:lnTo>
                <a:lnTo>
                  <a:pt x="38096" y="114004"/>
                </a:lnTo>
                <a:lnTo>
                  <a:pt x="38379" y="94956"/>
                </a:lnTo>
                <a:lnTo>
                  <a:pt x="39986" y="87564"/>
                </a:lnTo>
                <a:lnTo>
                  <a:pt x="44158" y="81571"/>
                </a:lnTo>
                <a:lnTo>
                  <a:pt x="50273" y="77579"/>
                </a:lnTo>
                <a:lnTo>
                  <a:pt x="57710" y="76192"/>
                </a:lnTo>
                <a:lnTo>
                  <a:pt x="95533" y="76192"/>
                </a:lnTo>
                <a:lnTo>
                  <a:pt x="5884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055969" y="5317360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096" y="114004"/>
                </a:moveTo>
                <a:lnTo>
                  <a:pt x="28909" y="731920"/>
                </a:lnTo>
                <a:lnTo>
                  <a:pt x="30295" y="739356"/>
                </a:lnTo>
                <a:lnTo>
                  <a:pt x="34287" y="745472"/>
                </a:lnTo>
                <a:lnTo>
                  <a:pt x="40282" y="749644"/>
                </a:lnTo>
                <a:lnTo>
                  <a:pt x="47674" y="751251"/>
                </a:lnTo>
                <a:lnTo>
                  <a:pt x="55110" y="749864"/>
                </a:lnTo>
                <a:lnTo>
                  <a:pt x="61226" y="745872"/>
                </a:lnTo>
                <a:lnTo>
                  <a:pt x="65398" y="739878"/>
                </a:lnTo>
                <a:lnTo>
                  <a:pt x="67005" y="732486"/>
                </a:lnTo>
                <a:lnTo>
                  <a:pt x="76192" y="114570"/>
                </a:lnTo>
                <a:lnTo>
                  <a:pt x="38096" y="114004"/>
                </a:lnTo>
                <a:close/>
              </a:path>
              <a:path w="114300" h="751839">
                <a:moveTo>
                  <a:pt x="95533" y="76192"/>
                </a:moveTo>
                <a:lnTo>
                  <a:pt x="57710" y="76192"/>
                </a:lnTo>
                <a:lnTo>
                  <a:pt x="65102" y="77799"/>
                </a:lnTo>
                <a:lnTo>
                  <a:pt x="71096" y="81971"/>
                </a:lnTo>
                <a:lnTo>
                  <a:pt x="75088" y="88086"/>
                </a:lnTo>
                <a:lnTo>
                  <a:pt x="76475" y="95523"/>
                </a:lnTo>
                <a:lnTo>
                  <a:pt x="76192" y="114570"/>
                </a:lnTo>
                <a:lnTo>
                  <a:pt x="114287" y="115136"/>
                </a:lnTo>
                <a:lnTo>
                  <a:pt x="95533" y="76192"/>
                </a:lnTo>
                <a:close/>
              </a:path>
              <a:path w="114300" h="751839">
                <a:moveTo>
                  <a:pt x="57710" y="76192"/>
                </a:moveTo>
                <a:lnTo>
                  <a:pt x="38096" y="114004"/>
                </a:lnTo>
                <a:lnTo>
                  <a:pt x="76192" y="114570"/>
                </a:lnTo>
                <a:lnTo>
                  <a:pt x="76475" y="95523"/>
                </a:lnTo>
                <a:lnTo>
                  <a:pt x="75088" y="88086"/>
                </a:lnTo>
                <a:lnTo>
                  <a:pt x="71096" y="81971"/>
                </a:lnTo>
                <a:lnTo>
                  <a:pt x="65102" y="77799"/>
                </a:lnTo>
                <a:lnTo>
                  <a:pt x="57710" y="76192"/>
                </a:lnTo>
                <a:close/>
              </a:path>
              <a:path w="114300" h="751839">
                <a:moveTo>
                  <a:pt x="58842" y="0"/>
                </a:moveTo>
                <a:lnTo>
                  <a:pt x="0" y="113438"/>
                </a:lnTo>
                <a:lnTo>
                  <a:pt x="38096" y="114004"/>
                </a:lnTo>
                <a:lnTo>
                  <a:pt x="38379" y="94956"/>
                </a:lnTo>
                <a:lnTo>
                  <a:pt x="39986" y="87564"/>
                </a:lnTo>
                <a:lnTo>
                  <a:pt x="44158" y="81571"/>
                </a:lnTo>
                <a:lnTo>
                  <a:pt x="50273" y="77579"/>
                </a:lnTo>
                <a:lnTo>
                  <a:pt x="57710" y="76192"/>
                </a:lnTo>
                <a:lnTo>
                  <a:pt x="95533" y="76192"/>
                </a:lnTo>
                <a:lnTo>
                  <a:pt x="5884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141418" y="5335817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094" y="114004"/>
                </a:moveTo>
                <a:lnTo>
                  <a:pt x="28909" y="731919"/>
                </a:lnTo>
                <a:lnTo>
                  <a:pt x="30295" y="739355"/>
                </a:lnTo>
                <a:lnTo>
                  <a:pt x="34287" y="745471"/>
                </a:lnTo>
                <a:lnTo>
                  <a:pt x="40281" y="749643"/>
                </a:lnTo>
                <a:lnTo>
                  <a:pt x="47673" y="751250"/>
                </a:lnTo>
                <a:lnTo>
                  <a:pt x="55109" y="749863"/>
                </a:lnTo>
                <a:lnTo>
                  <a:pt x="61224" y="745871"/>
                </a:lnTo>
                <a:lnTo>
                  <a:pt x="65396" y="739877"/>
                </a:lnTo>
                <a:lnTo>
                  <a:pt x="67003" y="732485"/>
                </a:lnTo>
                <a:lnTo>
                  <a:pt x="76191" y="114570"/>
                </a:lnTo>
                <a:lnTo>
                  <a:pt x="38094" y="114004"/>
                </a:lnTo>
                <a:close/>
              </a:path>
              <a:path w="114300" h="751839">
                <a:moveTo>
                  <a:pt x="95532" y="76191"/>
                </a:moveTo>
                <a:lnTo>
                  <a:pt x="57710" y="76191"/>
                </a:lnTo>
                <a:lnTo>
                  <a:pt x="65101" y="77798"/>
                </a:lnTo>
                <a:lnTo>
                  <a:pt x="71095" y="81970"/>
                </a:lnTo>
                <a:lnTo>
                  <a:pt x="75087" y="88085"/>
                </a:lnTo>
                <a:lnTo>
                  <a:pt x="76474" y="95521"/>
                </a:lnTo>
                <a:lnTo>
                  <a:pt x="76191" y="114570"/>
                </a:lnTo>
                <a:lnTo>
                  <a:pt x="114287" y="115136"/>
                </a:lnTo>
                <a:lnTo>
                  <a:pt x="95532" y="76191"/>
                </a:lnTo>
                <a:close/>
              </a:path>
              <a:path w="114300" h="751839">
                <a:moveTo>
                  <a:pt x="57710" y="76191"/>
                </a:moveTo>
                <a:lnTo>
                  <a:pt x="38094" y="114004"/>
                </a:lnTo>
                <a:lnTo>
                  <a:pt x="76191" y="114570"/>
                </a:lnTo>
                <a:lnTo>
                  <a:pt x="76474" y="95521"/>
                </a:lnTo>
                <a:lnTo>
                  <a:pt x="75087" y="88085"/>
                </a:lnTo>
                <a:lnTo>
                  <a:pt x="71095" y="81970"/>
                </a:lnTo>
                <a:lnTo>
                  <a:pt x="65101" y="77798"/>
                </a:lnTo>
                <a:lnTo>
                  <a:pt x="57710" y="76191"/>
                </a:lnTo>
                <a:close/>
              </a:path>
              <a:path w="114300" h="751839">
                <a:moveTo>
                  <a:pt x="58842" y="0"/>
                </a:moveTo>
                <a:lnTo>
                  <a:pt x="0" y="113437"/>
                </a:lnTo>
                <a:lnTo>
                  <a:pt x="38094" y="114004"/>
                </a:lnTo>
                <a:lnTo>
                  <a:pt x="38378" y="94955"/>
                </a:lnTo>
                <a:lnTo>
                  <a:pt x="39985" y="87563"/>
                </a:lnTo>
                <a:lnTo>
                  <a:pt x="44157" y="81569"/>
                </a:lnTo>
                <a:lnTo>
                  <a:pt x="50273" y="77577"/>
                </a:lnTo>
                <a:lnTo>
                  <a:pt x="57710" y="76191"/>
                </a:lnTo>
                <a:lnTo>
                  <a:pt x="95532" y="76191"/>
                </a:lnTo>
                <a:lnTo>
                  <a:pt x="5884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732266" y="5335817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094" y="114004"/>
                </a:moveTo>
                <a:lnTo>
                  <a:pt x="28907" y="731919"/>
                </a:lnTo>
                <a:lnTo>
                  <a:pt x="30294" y="739355"/>
                </a:lnTo>
                <a:lnTo>
                  <a:pt x="34286" y="745471"/>
                </a:lnTo>
                <a:lnTo>
                  <a:pt x="40280" y="749643"/>
                </a:lnTo>
                <a:lnTo>
                  <a:pt x="47673" y="751250"/>
                </a:lnTo>
                <a:lnTo>
                  <a:pt x="55109" y="749863"/>
                </a:lnTo>
                <a:lnTo>
                  <a:pt x="61224" y="745871"/>
                </a:lnTo>
                <a:lnTo>
                  <a:pt x="65396" y="739877"/>
                </a:lnTo>
                <a:lnTo>
                  <a:pt x="67003" y="732485"/>
                </a:lnTo>
                <a:lnTo>
                  <a:pt x="76191" y="114570"/>
                </a:lnTo>
                <a:lnTo>
                  <a:pt x="38094" y="114004"/>
                </a:lnTo>
                <a:close/>
              </a:path>
              <a:path w="114300" h="751839">
                <a:moveTo>
                  <a:pt x="95532" y="76191"/>
                </a:moveTo>
                <a:lnTo>
                  <a:pt x="57710" y="76191"/>
                </a:lnTo>
                <a:lnTo>
                  <a:pt x="65101" y="77798"/>
                </a:lnTo>
                <a:lnTo>
                  <a:pt x="71095" y="81970"/>
                </a:lnTo>
                <a:lnTo>
                  <a:pt x="75087" y="88085"/>
                </a:lnTo>
                <a:lnTo>
                  <a:pt x="76474" y="95521"/>
                </a:lnTo>
                <a:lnTo>
                  <a:pt x="76191" y="114570"/>
                </a:lnTo>
                <a:lnTo>
                  <a:pt x="114287" y="115136"/>
                </a:lnTo>
                <a:lnTo>
                  <a:pt x="95532" y="76191"/>
                </a:lnTo>
                <a:close/>
              </a:path>
              <a:path w="114300" h="751839">
                <a:moveTo>
                  <a:pt x="57710" y="76191"/>
                </a:moveTo>
                <a:lnTo>
                  <a:pt x="38094" y="114004"/>
                </a:lnTo>
                <a:lnTo>
                  <a:pt x="76191" y="114570"/>
                </a:lnTo>
                <a:lnTo>
                  <a:pt x="76474" y="95521"/>
                </a:lnTo>
                <a:lnTo>
                  <a:pt x="75087" y="88085"/>
                </a:lnTo>
                <a:lnTo>
                  <a:pt x="71095" y="81970"/>
                </a:lnTo>
                <a:lnTo>
                  <a:pt x="65101" y="77798"/>
                </a:lnTo>
                <a:lnTo>
                  <a:pt x="57710" y="76191"/>
                </a:lnTo>
                <a:close/>
              </a:path>
              <a:path w="114300" h="751839">
                <a:moveTo>
                  <a:pt x="58841" y="0"/>
                </a:moveTo>
                <a:lnTo>
                  <a:pt x="0" y="113437"/>
                </a:lnTo>
                <a:lnTo>
                  <a:pt x="38094" y="114004"/>
                </a:lnTo>
                <a:lnTo>
                  <a:pt x="38378" y="94955"/>
                </a:lnTo>
                <a:lnTo>
                  <a:pt x="39985" y="87563"/>
                </a:lnTo>
                <a:lnTo>
                  <a:pt x="44157" y="81569"/>
                </a:lnTo>
                <a:lnTo>
                  <a:pt x="50273" y="77577"/>
                </a:lnTo>
                <a:lnTo>
                  <a:pt x="57710" y="76191"/>
                </a:lnTo>
                <a:lnTo>
                  <a:pt x="95532" y="76191"/>
                </a:lnTo>
                <a:lnTo>
                  <a:pt x="5884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373686" y="5317360"/>
            <a:ext cx="114300" cy="751840"/>
          </a:xfrm>
          <a:custGeom>
            <a:avLst/>
            <a:gdLst/>
            <a:ahLst/>
            <a:cxnLst/>
            <a:rect l="l" t="t" r="r" b="b"/>
            <a:pathLst>
              <a:path w="114300" h="751839">
                <a:moveTo>
                  <a:pt x="38096" y="114004"/>
                </a:moveTo>
                <a:lnTo>
                  <a:pt x="28909" y="731920"/>
                </a:lnTo>
                <a:lnTo>
                  <a:pt x="30295" y="739356"/>
                </a:lnTo>
                <a:lnTo>
                  <a:pt x="34287" y="745472"/>
                </a:lnTo>
                <a:lnTo>
                  <a:pt x="40282" y="749644"/>
                </a:lnTo>
                <a:lnTo>
                  <a:pt x="47674" y="751251"/>
                </a:lnTo>
                <a:lnTo>
                  <a:pt x="55110" y="749864"/>
                </a:lnTo>
                <a:lnTo>
                  <a:pt x="61226" y="745872"/>
                </a:lnTo>
                <a:lnTo>
                  <a:pt x="65398" y="739878"/>
                </a:lnTo>
                <a:lnTo>
                  <a:pt x="67005" y="732486"/>
                </a:lnTo>
                <a:lnTo>
                  <a:pt x="76192" y="114570"/>
                </a:lnTo>
                <a:lnTo>
                  <a:pt x="38096" y="114004"/>
                </a:lnTo>
                <a:close/>
              </a:path>
              <a:path w="114300" h="751839">
                <a:moveTo>
                  <a:pt x="95533" y="76192"/>
                </a:moveTo>
                <a:lnTo>
                  <a:pt x="57710" y="76192"/>
                </a:lnTo>
                <a:lnTo>
                  <a:pt x="65102" y="77799"/>
                </a:lnTo>
                <a:lnTo>
                  <a:pt x="71096" y="81971"/>
                </a:lnTo>
                <a:lnTo>
                  <a:pt x="75088" y="88086"/>
                </a:lnTo>
                <a:lnTo>
                  <a:pt x="76475" y="95523"/>
                </a:lnTo>
                <a:lnTo>
                  <a:pt x="76192" y="114570"/>
                </a:lnTo>
                <a:lnTo>
                  <a:pt x="114287" y="115136"/>
                </a:lnTo>
                <a:lnTo>
                  <a:pt x="95533" y="76192"/>
                </a:lnTo>
                <a:close/>
              </a:path>
              <a:path w="114300" h="751839">
                <a:moveTo>
                  <a:pt x="57710" y="76192"/>
                </a:moveTo>
                <a:lnTo>
                  <a:pt x="38096" y="114004"/>
                </a:lnTo>
                <a:lnTo>
                  <a:pt x="76192" y="114570"/>
                </a:lnTo>
                <a:lnTo>
                  <a:pt x="76475" y="95523"/>
                </a:lnTo>
                <a:lnTo>
                  <a:pt x="75088" y="88086"/>
                </a:lnTo>
                <a:lnTo>
                  <a:pt x="71096" y="81971"/>
                </a:lnTo>
                <a:lnTo>
                  <a:pt x="65102" y="77799"/>
                </a:lnTo>
                <a:lnTo>
                  <a:pt x="57710" y="76192"/>
                </a:lnTo>
                <a:close/>
              </a:path>
              <a:path w="114300" h="751839">
                <a:moveTo>
                  <a:pt x="58842" y="0"/>
                </a:moveTo>
                <a:lnTo>
                  <a:pt x="0" y="113438"/>
                </a:lnTo>
                <a:lnTo>
                  <a:pt x="38096" y="114004"/>
                </a:lnTo>
                <a:lnTo>
                  <a:pt x="38379" y="94956"/>
                </a:lnTo>
                <a:lnTo>
                  <a:pt x="39986" y="87564"/>
                </a:lnTo>
                <a:lnTo>
                  <a:pt x="44158" y="81571"/>
                </a:lnTo>
                <a:lnTo>
                  <a:pt x="50273" y="77579"/>
                </a:lnTo>
                <a:lnTo>
                  <a:pt x="57710" y="76192"/>
                </a:lnTo>
                <a:lnTo>
                  <a:pt x="95533" y="76192"/>
                </a:lnTo>
                <a:lnTo>
                  <a:pt x="5884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485888" y="5531611"/>
            <a:ext cx="5086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MLP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204479" y="4148560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3" y="118318"/>
                </a:lnTo>
                <a:lnTo>
                  <a:pt x="376217" y="157311"/>
                </a:lnTo>
                <a:lnTo>
                  <a:pt x="383891" y="200769"/>
                </a:lnTo>
                <a:lnTo>
                  <a:pt x="388495" y="248691"/>
                </a:lnTo>
                <a:lnTo>
                  <a:pt x="390030" y="301078"/>
                </a:lnTo>
                <a:lnTo>
                  <a:pt x="388495" y="353466"/>
                </a:lnTo>
                <a:lnTo>
                  <a:pt x="383891" y="401389"/>
                </a:lnTo>
                <a:lnTo>
                  <a:pt x="376217" y="444847"/>
                </a:lnTo>
                <a:lnTo>
                  <a:pt x="365473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9"/>
                </a:lnTo>
                <a:lnTo>
                  <a:pt x="352154" y="557826"/>
                </a:lnTo>
                <a:lnTo>
                  <a:pt x="386905" y="492100"/>
                </a:lnTo>
                <a:lnTo>
                  <a:pt x="400904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4" y="150646"/>
                </a:lnTo>
                <a:lnTo>
                  <a:pt x="386905" y="110058"/>
                </a:lnTo>
                <a:lnTo>
                  <a:pt x="370218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3" y="406096"/>
                </a:lnTo>
                <a:lnTo>
                  <a:pt x="17993" y="451493"/>
                </a:lnTo>
                <a:lnTo>
                  <a:pt x="31992" y="492100"/>
                </a:lnTo>
                <a:lnTo>
                  <a:pt x="48679" y="527637"/>
                </a:lnTo>
                <a:lnTo>
                  <a:pt x="86184" y="582666"/>
                </a:lnTo>
                <a:lnTo>
                  <a:pt x="107002" y="602159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79" y="444847"/>
                </a:lnTo>
                <a:lnTo>
                  <a:pt x="35005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5" y="200769"/>
                </a:lnTo>
                <a:lnTo>
                  <a:pt x="42679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3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317094" y="3922267"/>
            <a:ext cx="194310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789772" y="4133321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7" y="0"/>
                </a:moveTo>
                <a:lnTo>
                  <a:pt x="303265" y="9972"/>
                </a:lnTo>
                <a:lnTo>
                  <a:pt x="321273" y="29803"/>
                </a:lnTo>
                <a:lnTo>
                  <a:pt x="337644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1"/>
                </a:lnTo>
                <a:lnTo>
                  <a:pt x="390031" y="301078"/>
                </a:lnTo>
                <a:lnTo>
                  <a:pt x="388497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4" y="547687"/>
                </a:lnTo>
                <a:lnTo>
                  <a:pt x="303265" y="592187"/>
                </a:lnTo>
                <a:lnTo>
                  <a:pt x="311897" y="602159"/>
                </a:lnTo>
                <a:lnTo>
                  <a:pt x="352155" y="557826"/>
                </a:lnTo>
                <a:lnTo>
                  <a:pt x="386906" y="492099"/>
                </a:lnTo>
                <a:lnTo>
                  <a:pt x="400905" y="451492"/>
                </a:lnTo>
                <a:lnTo>
                  <a:pt x="410904" y="406095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9" y="74520"/>
                </a:lnTo>
                <a:lnTo>
                  <a:pt x="332714" y="19491"/>
                </a:lnTo>
                <a:lnTo>
                  <a:pt x="311897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4" y="406095"/>
                </a:lnTo>
                <a:lnTo>
                  <a:pt x="17994" y="451492"/>
                </a:lnTo>
                <a:lnTo>
                  <a:pt x="31993" y="492099"/>
                </a:lnTo>
                <a:lnTo>
                  <a:pt x="48680" y="527637"/>
                </a:lnTo>
                <a:lnTo>
                  <a:pt x="86185" y="582666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6" y="572355"/>
                </a:lnTo>
                <a:lnTo>
                  <a:pt x="81255" y="547687"/>
                </a:lnTo>
                <a:lnTo>
                  <a:pt x="53424" y="483840"/>
                </a:lnTo>
                <a:lnTo>
                  <a:pt x="42681" y="444847"/>
                </a:lnTo>
                <a:lnTo>
                  <a:pt x="35007" y="401389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7" y="200769"/>
                </a:lnTo>
                <a:lnTo>
                  <a:pt x="42681" y="157311"/>
                </a:lnTo>
                <a:lnTo>
                  <a:pt x="53424" y="118318"/>
                </a:lnTo>
                <a:lnTo>
                  <a:pt x="81255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79851" y="3977132"/>
            <a:ext cx="1727200" cy="1110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98500"/>
              </a:lnSpc>
              <a:spcBef>
                <a:spcPts val="130"/>
              </a:spcBef>
            </a:pPr>
            <a:r>
              <a:rPr dirty="0" sz="1800" spc="-5">
                <a:latin typeface="Arial"/>
                <a:cs typeface="Arial"/>
              </a:rPr>
              <a:t>For </a:t>
            </a:r>
            <a:r>
              <a:rPr dirty="0" sz="1800" spc="-15">
                <a:latin typeface="Arial"/>
                <a:cs typeface="Arial"/>
              </a:rPr>
              <a:t>simplicity,  </a:t>
            </a:r>
            <a:r>
              <a:rPr dirty="0" sz="1800" spc="-5">
                <a:latin typeface="Arial"/>
                <a:cs typeface="Arial"/>
              </a:rPr>
              <a:t>assume the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one-  hot encoding  after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MLP</a:t>
            </a:r>
            <a:r>
              <a:rPr dirty="0" sz="1800" spc="-5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998160" y="4113107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1" y="200769"/>
                </a:lnTo>
                <a:lnTo>
                  <a:pt x="388495" y="248692"/>
                </a:lnTo>
                <a:lnTo>
                  <a:pt x="390030" y="301080"/>
                </a:lnTo>
                <a:lnTo>
                  <a:pt x="388495" y="353467"/>
                </a:lnTo>
                <a:lnTo>
                  <a:pt x="383891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9"/>
                </a:lnTo>
                <a:lnTo>
                  <a:pt x="352154" y="557827"/>
                </a:lnTo>
                <a:lnTo>
                  <a:pt x="386906" y="492100"/>
                </a:lnTo>
                <a:lnTo>
                  <a:pt x="400905" y="451494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8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8" y="74521"/>
                </a:lnTo>
                <a:lnTo>
                  <a:pt x="332713" y="19492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8"/>
                </a:lnTo>
                <a:lnTo>
                  <a:pt x="1994" y="246082"/>
                </a:lnTo>
                <a:lnTo>
                  <a:pt x="0" y="301080"/>
                </a:lnTo>
                <a:lnTo>
                  <a:pt x="1994" y="355908"/>
                </a:lnTo>
                <a:lnTo>
                  <a:pt x="7993" y="406096"/>
                </a:lnTo>
                <a:lnTo>
                  <a:pt x="17993" y="451494"/>
                </a:lnTo>
                <a:lnTo>
                  <a:pt x="31992" y="492100"/>
                </a:lnTo>
                <a:lnTo>
                  <a:pt x="48679" y="527638"/>
                </a:lnTo>
                <a:lnTo>
                  <a:pt x="86184" y="582667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7"/>
                </a:lnTo>
                <a:lnTo>
                  <a:pt x="28871" y="300930"/>
                </a:lnTo>
                <a:lnTo>
                  <a:pt x="30401" y="248692"/>
                </a:lnTo>
                <a:lnTo>
                  <a:pt x="35006" y="200769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583771" y="4121818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0"/>
                </a:lnTo>
                <a:lnTo>
                  <a:pt x="321272" y="29802"/>
                </a:lnTo>
                <a:lnTo>
                  <a:pt x="337643" y="54470"/>
                </a:lnTo>
                <a:lnTo>
                  <a:pt x="365473" y="118318"/>
                </a:lnTo>
                <a:lnTo>
                  <a:pt x="376217" y="157311"/>
                </a:lnTo>
                <a:lnTo>
                  <a:pt x="383891" y="200768"/>
                </a:lnTo>
                <a:lnTo>
                  <a:pt x="388495" y="248691"/>
                </a:lnTo>
                <a:lnTo>
                  <a:pt x="390030" y="301078"/>
                </a:lnTo>
                <a:lnTo>
                  <a:pt x="388495" y="353466"/>
                </a:lnTo>
                <a:lnTo>
                  <a:pt x="383891" y="401389"/>
                </a:lnTo>
                <a:lnTo>
                  <a:pt x="376217" y="444847"/>
                </a:lnTo>
                <a:lnTo>
                  <a:pt x="365473" y="483839"/>
                </a:lnTo>
                <a:lnTo>
                  <a:pt x="337643" y="547686"/>
                </a:lnTo>
                <a:lnTo>
                  <a:pt x="303264" y="592187"/>
                </a:lnTo>
                <a:lnTo>
                  <a:pt x="311896" y="602157"/>
                </a:lnTo>
                <a:lnTo>
                  <a:pt x="352154" y="557825"/>
                </a:lnTo>
                <a:lnTo>
                  <a:pt x="386905" y="492099"/>
                </a:lnTo>
                <a:lnTo>
                  <a:pt x="400904" y="451492"/>
                </a:lnTo>
                <a:lnTo>
                  <a:pt x="410904" y="406095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4" y="150646"/>
                </a:lnTo>
                <a:lnTo>
                  <a:pt x="386905" y="110058"/>
                </a:lnTo>
                <a:lnTo>
                  <a:pt x="370217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0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3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6"/>
                </a:lnTo>
                <a:lnTo>
                  <a:pt x="86183" y="582666"/>
                </a:lnTo>
                <a:lnTo>
                  <a:pt x="107000" y="602157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6"/>
                </a:lnTo>
                <a:lnTo>
                  <a:pt x="53423" y="483839"/>
                </a:lnTo>
                <a:lnTo>
                  <a:pt x="42679" y="444847"/>
                </a:lnTo>
                <a:lnTo>
                  <a:pt x="35005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5" y="200768"/>
                </a:lnTo>
                <a:lnTo>
                  <a:pt x="42679" y="157311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3" y="9970"/>
                </a:lnTo>
                <a:lnTo>
                  <a:pt x="10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979789" y="4121818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0"/>
                </a:lnTo>
                <a:lnTo>
                  <a:pt x="321272" y="29802"/>
                </a:lnTo>
                <a:lnTo>
                  <a:pt x="337643" y="54470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1" y="200768"/>
                </a:lnTo>
                <a:lnTo>
                  <a:pt x="388495" y="248691"/>
                </a:lnTo>
                <a:lnTo>
                  <a:pt x="390030" y="301078"/>
                </a:lnTo>
                <a:lnTo>
                  <a:pt x="388495" y="353466"/>
                </a:lnTo>
                <a:lnTo>
                  <a:pt x="383891" y="401389"/>
                </a:lnTo>
                <a:lnTo>
                  <a:pt x="376218" y="444847"/>
                </a:lnTo>
                <a:lnTo>
                  <a:pt x="365475" y="483839"/>
                </a:lnTo>
                <a:lnTo>
                  <a:pt x="337643" y="547686"/>
                </a:lnTo>
                <a:lnTo>
                  <a:pt x="303264" y="592187"/>
                </a:lnTo>
                <a:lnTo>
                  <a:pt x="311896" y="602157"/>
                </a:lnTo>
                <a:lnTo>
                  <a:pt x="352154" y="557825"/>
                </a:lnTo>
                <a:lnTo>
                  <a:pt x="386906" y="492099"/>
                </a:lnTo>
                <a:lnTo>
                  <a:pt x="400905" y="451492"/>
                </a:lnTo>
                <a:lnTo>
                  <a:pt x="410904" y="406095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8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3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6"/>
                </a:lnTo>
                <a:lnTo>
                  <a:pt x="86184" y="582666"/>
                </a:lnTo>
                <a:lnTo>
                  <a:pt x="107002" y="602157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6"/>
                </a:lnTo>
                <a:lnTo>
                  <a:pt x="53423" y="483839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6" y="200768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4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260782" y="4123366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0"/>
                </a:lnTo>
                <a:lnTo>
                  <a:pt x="321272" y="29802"/>
                </a:lnTo>
                <a:lnTo>
                  <a:pt x="337643" y="54470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8"/>
                </a:lnTo>
                <a:lnTo>
                  <a:pt x="388497" y="248691"/>
                </a:lnTo>
                <a:lnTo>
                  <a:pt x="390031" y="301078"/>
                </a:lnTo>
                <a:lnTo>
                  <a:pt x="388497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39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7"/>
                </a:lnTo>
                <a:lnTo>
                  <a:pt x="352154" y="557825"/>
                </a:lnTo>
                <a:lnTo>
                  <a:pt x="386906" y="492099"/>
                </a:lnTo>
                <a:lnTo>
                  <a:pt x="400905" y="451492"/>
                </a:lnTo>
                <a:lnTo>
                  <a:pt x="410904" y="406095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8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3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6"/>
                </a:lnTo>
                <a:lnTo>
                  <a:pt x="86184" y="582666"/>
                </a:lnTo>
                <a:lnTo>
                  <a:pt x="107002" y="602157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39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6" y="200768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4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894004" y="4121818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0"/>
                </a:lnTo>
                <a:lnTo>
                  <a:pt x="321272" y="29802"/>
                </a:lnTo>
                <a:lnTo>
                  <a:pt x="337643" y="54470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8"/>
                </a:lnTo>
                <a:lnTo>
                  <a:pt x="388497" y="248691"/>
                </a:lnTo>
                <a:lnTo>
                  <a:pt x="390031" y="301078"/>
                </a:lnTo>
                <a:lnTo>
                  <a:pt x="388497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39"/>
                </a:lnTo>
                <a:lnTo>
                  <a:pt x="337643" y="547686"/>
                </a:lnTo>
                <a:lnTo>
                  <a:pt x="303264" y="592187"/>
                </a:lnTo>
                <a:lnTo>
                  <a:pt x="311896" y="602157"/>
                </a:lnTo>
                <a:lnTo>
                  <a:pt x="352154" y="557825"/>
                </a:lnTo>
                <a:lnTo>
                  <a:pt x="386906" y="492099"/>
                </a:lnTo>
                <a:lnTo>
                  <a:pt x="400905" y="451492"/>
                </a:lnTo>
                <a:lnTo>
                  <a:pt x="410904" y="406095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8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3" y="406095"/>
                </a:lnTo>
                <a:lnTo>
                  <a:pt x="17993" y="451492"/>
                </a:lnTo>
                <a:lnTo>
                  <a:pt x="31992" y="492099"/>
                </a:lnTo>
                <a:lnTo>
                  <a:pt x="48679" y="527636"/>
                </a:lnTo>
                <a:lnTo>
                  <a:pt x="86184" y="582666"/>
                </a:lnTo>
                <a:lnTo>
                  <a:pt x="107002" y="602157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6"/>
                </a:lnTo>
                <a:lnTo>
                  <a:pt x="53423" y="483839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6" y="200768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0"/>
                </a:lnTo>
                <a:lnTo>
                  <a:pt x="115634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222607" y="4093385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3" y="118318"/>
                </a:lnTo>
                <a:lnTo>
                  <a:pt x="376217" y="157311"/>
                </a:lnTo>
                <a:lnTo>
                  <a:pt x="383891" y="200769"/>
                </a:lnTo>
                <a:lnTo>
                  <a:pt x="388495" y="248691"/>
                </a:lnTo>
                <a:lnTo>
                  <a:pt x="390030" y="301078"/>
                </a:lnTo>
                <a:lnTo>
                  <a:pt x="388495" y="353466"/>
                </a:lnTo>
                <a:lnTo>
                  <a:pt x="383891" y="401389"/>
                </a:lnTo>
                <a:lnTo>
                  <a:pt x="376217" y="444847"/>
                </a:lnTo>
                <a:lnTo>
                  <a:pt x="365473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9"/>
                </a:lnTo>
                <a:lnTo>
                  <a:pt x="352154" y="557827"/>
                </a:lnTo>
                <a:lnTo>
                  <a:pt x="386905" y="492100"/>
                </a:lnTo>
                <a:lnTo>
                  <a:pt x="400904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8"/>
                </a:lnTo>
                <a:lnTo>
                  <a:pt x="400904" y="150646"/>
                </a:lnTo>
                <a:lnTo>
                  <a:pt x="386905" y="110058"/>
                </a:lnTo>
                <a:lnTo>
                  <a:pt x="370217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0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8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3" y="406096"/>
                </a:lnTo>
                <a:lnTo>
                  <a:pt x="17993" y="451493"/>
                </a:lnTo>
                <a:lnTo>
                  <a:pt x="31992" y="492100"/>
                </a:lnTo>
                <a:lnTo>
                  <a:pt x="48679" y="527638"/>
                </a:lnTo>
                <a:lnTo>
                  <a:pt x="86183" y="582667"/>
                </a:lnTo>
                <a:lnTo>
                  <a:pt x="107000" y="602159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79" y="444847"/>
                </a:lnTo>
                <a:lnTo>
                  <a:pt x="35005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5" y="200769"/>
                </a:lnTo>
                <a:lnTo>
                  <a:pt x="42679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3" y="9972"/>
                </a:lnTo>
                <a:lnTo>
                  <a:pt x="10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8335222" y="3867403"/>
            <a:ext cx="194310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604008" y="4105305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1"/>
                </a:lnTo>
                <a:lnTo>
                  <a:pt x="390031" y="301078"/>
                </a:lnTo>
                <a:lnTo>
                  <a:pt x="388497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9"/>
                </a:lnTo>
                <a:lnTo>
                  <a:pt x="352154" y="557826"/>
                </a:lnTo>
                <a:lnTo>
                  <a:pt x="386906" y="492099"/>
                </a:lnTo>
                <a:lnTo>
                  <a:pt x="400905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8" y="74520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3" y="451493"/>
                </a:lnTo>
                <a:lnTo>
                  <a:pt x="31992" y="492099"/>
                </a:lnTo>
                <a:lnTo>
                  <a:pt x="48679" y="527637"/>
                </a:lnTo>
                <a:lnTo>
                  <a:pt x="86184" y="582666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6" y="200769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472786" y="3112855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2"/>
                </a:lnTo>
                <a:lnTo>
                  <a:pt x="390031" y="301080"/>
                </a:lnTo>
                <a:lnTo>
                  <a:pt x="388497" y="353467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9"/>
                </a:lnTo>
                <a:lnTo>
                  <a:pt x="352154" y="557827"/>
                </a:lnTo>
                <a:lnTo>
                  <a:pt x="386906" y="492100"/>
                </a:lnTo>
                <a:lnTo>
                  <a:pt x="400905" y="451494"/>
                </a:lnTo>
                <a:lnTo>
                  <a:pt x="410904" y="406096"/>
                </a:lnTo>
                <a:lnTo>
                  <a:pt x="416904" y="355909"/>
                </a:lnTo>
                <a:lnTo>
                  <a:pt x="418904" y="300931"/>
                </a:lnTo>
                <a:lnTo>
                  <a:pt x="416904" y="246083"/>
                </a:lnTo>
                <a:lnTo>
                  <a:pt x="410904" y="195988"/>
                </a:lnTo>
                <a:lnTo>
                  <a:pt x="400905" y="150647"/>
                </a:lnTo>
                <a:lnTo>
                  <a:pt x="386906" y="110059"/>
                </a:lnTo>
                <a:lnTo>
                  <a:pt x="370218" y="74521"/>
                </a:lnTo>
                <a:lnTo>
                  <a:pt x="332713" y="19492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9"/>
                </a:lnTo>
                <a:lnTo>
                  <a:pt x="17993" y="150647"/>
                </a:lnTo>
                <a:lnTo>
                  <a:pt x="7994" y="195988"/>
                </a:lnTo>
                <a:lnTo>
                  <a:pt x="1994" y="246083"/>
                </a:lnTo>
                <a:lnTo>
                  <a:pt x="0" y="301080"/>
                </a:lnTo>
                <a:lnTo>
                  <a:pt x="1994" y="355909"/>
                </a:lnTo>
                <a:lnTo>
                  <a:pt x="7994" y="406096"/>
                </a:lnTo>
                <a:lnTo>
                  <a:pt x="17993" y="451494"/>
                </a:lnTo>
                <a:lnTo>
                  <a:pt x="31992" y="492100"/>
                </a:lnTo>
                <a:lnTo>
                  <a:pt x="48679" y="527638"/>
                </a:lnTo>
                <a:lnTo>
                  <a:pt x="86184" y="582667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2" y="353467"/>
                </a:lnTo>
                <a:lnTo>
                  <a:pt x="28872" y="300931"/>
                </a:lnTo>
                <a:lnTo>
                  <a:pt x="30402" y="248692"/>
                </a:lnTo>
                <a:lnTo>
                  <a:pt x="35006" y="200769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585402" y="2953004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29505" y="3032251"/>
            <a:ext cx="156210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latin typeface="Arial"/>
                <a:cs typeface="Arial"/>
              </a:rPr>
              <a:t>Elemen</a:t>
            </a:r>
            <a:r>
              <a:rPr dirty="0" sz="1800" b="1">
                <a:latin typeface="Arial"/>
                <a:cs typeface="Arial"/>
              </a:rPr>
              <a:t>t-</a:t>
            </a:r>
            <a:r>
              <a:rPr dirty="0" sz="1800" spc="-5" b="1">
                <a:latin typeface="Arial"/>
                <a:cs typeface="Arial"/>
              </a:rPr>
              <a:t>wise</a:t>
            </a:r>
            <a:r>
              <a:rPr dirty="0" sz="1800" b="1">
                <a:latin typeface="Arial"/>
                <a:cs typeface="Arial"/>
              </a:rPr>
              <a:t>-  </a:t>
            </a:r>
            <a:r>
              <a:rPr dirty="0" sz="1800" spc="-5" b="1">
                <a:latin typeface="Arial"/>
                <a:cs typeface="Arial"/>
              </a:rPr>
              <a:t>max-pool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987803" y="3065420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7" y="0"/>
                </a:moveTo>
                <a:lnTo>
                  <a:pt x="303265" y="9972"/>
                </a:lnTo>
                <a:lnTo>
                  <a:pt x="321273" y="29803"/>
                </a:lnTo>
                <a:lnTo>
                  <a:pt x="337644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1"/>
                </a:lnTo>
                <a:lnTo>
                  <a:pt x="390031" y="301078"/>
                </a:lnTo>
                <a:lnTo>
                  <a:pt x="388497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4" y="547687"/>
                </a:lnTo>
                <a:lnTo>
                  <a:pt x="303265" y="592187"/>
                </a:lnTo>
                <a:lnTo>
                  <a:pt x="311897" y="602159"/>
                </a:lnTo>
                <a:lnTo>
                  <a:pt x="352155" y="557826"/>
                </a:lnTo>
                <a:lnTo>
                  <a:pt x="386906" y="492100"/>
                </a:lnTo>
                <a:lnTo>
                  <a:pt x="400905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9" y="74520"/>
                </a:lnTo>
                <a:lnTo>
                  <a:pt x="332714" y="19491"/>
                </a:lnTo>
                <a:lnTo>
                  <a:pt x="311897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4" y="451493"/>
                </a:lnTo>
                <a:lnTo>
                  <a:pt x="31993" y="492100"/>
                </a:lnTo>
                <a:lnTo>
                  <a:pt x="48680" y="527637"/>
                </a:lnTo>
                <a:lnTo>
                  <a:pt x="86185" y="582666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6" y="572355"/>
                </a:lnTo>
                <a:lnTo>
                  <a:pt x="81254" y="547687"/>
                </a:lnTo>
                <a:lnTo>
                  <a:pt x="53424" y="483840"/>
                </a:lnTo>
                <a:lnTo>
                  <a:pt x="42681" y="444847"/>
                </a:lnTo>
                <a:lnTo>
                  <a:pt x="35007" y="401389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7" y="200769"/>
                </a:lnTo>
                <a:lnTo>
                  <a:pt x="42681" y="157311"/>
                </a:lnTo>
                <a:lnTo>
                  <a:pt x="53424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100420" y="2904235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586845" y="3084840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7" y="0"/>
                </a:moveTo>
                <a:lnTo>
                  <a:pt x="303265" y="9970"/>
                </a:lnTo>
                <a:lnTo>
                  <a:pt x="321273" y="29802"/>
                </a:lnTo>
                <a:lnTo>
                  <a:pt x="337644" y="54470"/>
                </a:lnTo>
                <a:lnTo>
                  <a:pt x="365475" y="118318"/>
                </a:lnTo>
                <a:lnTo>
                  <a:pt x="376218" y="157310"/>
                </a:lnTo>
                <a:lnTo>
                  <a:pt x="383892" y="200768"/>
                </a:lnTo>
                <a:lnTo>
                  <a:pt x="388497" y="248691"/>
                </a:lnTo>
                <a:lnTo>
                  <a:pt x="390031" y="301078"/>
                </a:lnTo>
                <a:lnTo>
                  <a:pt x="388497" y="353466"/>
                </a:lnTo>
                <a:lnTo>
                  <a:pt x="383892" y="401388"/>
                </a:lnTo>
                <a:lnTo>
                  <a:pt x="376218" y="444846"/>
                </a:lnTo>
                <a:lnTo>
                  <a:pt x="365475" y="483839"/>
                </a:lnTo>
                <a:lnTo>
                  <a:pt x="337644" y="547686"/>
                </a:lnTo>
                <a:lnTo>
                  <a:pt x="303265" y="592187"/>
                </a:lnTo>
                <a:lnTo>
                  <a:pt x="311897" y="602157"/>
                </a:lnTo>
                <a:lnTo>
                  <a:pt x="352155" y="557825"/>
                </a:lnTo>
                <a:lnTo>
                  <a:pt x="386906" y="492099"/>
                </a:lnTo>
                <a:lnTo>
                  <a:pt x="400905" y="451492"/>
                </a:lnTo>
                <a:lnTo>
                  <a:pt x="410904" y="406095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9" y="74520"/>
                </a:lnTo>
                <a:lnTo>
                  <a:pt x="332714" y="19491"/>
                </a:lnTo>
                <a:lnTo>
                  <a:pt x="311897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4" y="406095"/>
                </a:lnTo>
                <a:lnTo>
                  <a:pt x="17994" y="451492"/>
                </a:lnTo>
                <a:lnTo>
                  <a:pt x="31993" y="492099"/>
                </a:lnTo>
                <a:lnTo>
                  <a:pt x="48680" y="527636"/>
                </a:lnTo>
                <a:lnTo>
                  <a:pt x="86185" y="582666"/>
                </a:lnTo>
                <a:lnTo>
                  <a:pt x="107002" y="602157"/>
                </a:lnTo>
                <a:lnTo>
                  <a:pt x="115634" y="592187"/>
                </a:lnTo>
                <a:lnTo>
                  <a:pt x="97626" y="572355"/>
                </a:lnTo>
                <a:lnTo>
                  <a:pt x="81255" y="547686"/>
                </a:lnTo>
                <a:lnTo>
                  <a:pt x="53424" y="483839"/>
                </a:lnTo>
                <a:lnTo>
                  <a:pt x="42681" y="444846"/>
                </a:lnTo>
                <a:lnTo>
                  <a:pt x="35007" y="401388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7" y="200768"/>
                </a:lnTo>
                <a:lnTo>
                  <a:pt x="42681" y="157310"/>
                </a:lnTo>
                <a:lnTo>
                  <a:pt x="53424" y="118318"/>
                </a:lnTo>
                <a:lnTo>
                  <a:pt x="81255" y="54470"/>
                </a:lnTo>
                <a:lnTo>
                  <a:pt x="115634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7699461" y="2925572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2566352" y="3386268"/>
          <a:ext cx="5363845" cy="1405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629"/>
                <a:gridCol w="762687"/>
                <a:gridCol w="896999"/>
                <a:gridCol w="631310"/>
                <a:gridCol w="655116"/>
                <a:gridCol w="859503"/>
                <a:gridCol w="846420"/>
                <a:gridCol w="436826"/>
              </a:tblGrid>
              <a:tr h="482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615"/>
                        </a:lnSpc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1275">
                        <a:lnSpc>
                          <a:spcPts val="2760"/>
                        </a:lnSpc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13664"/>
                </a:tc>
                <a:tc>
                  <a:txBody>
                    <a:bodyPr/>
                    <a:lstStyle/>
                    <a:p>
                      <a:pPr algn="r" marR="20066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9271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01600"/>
                </a:tc>
                <a:tc>
                  <a:txBody>
                    <a:bodyPr/>
                    <a:lstStyle/>
                    <a:p>
                      <a:pPr algn="r" marR="224154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01600"/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01600"/>
                </a:tc>
                <a:tc>
                  <a:txBody>
                    <a:bodyPr/>
                    <a:lstStyle/>
                    <a:p>
                      <a:pPr algn="r" marR="211454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0160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86360"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835"/>
                        </a:lnSpc>
                        <a:spcBef>
                          <a:spcPts val="285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 algn="r" marR="20066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1778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algn="r" marR="22415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algn="r" marR="211454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400"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  <p:sp>
        <p:nvSpPr>
          <p:cNvPr id="58" name="object 58"/>
          <p:cNvSpPr/>
          <p:nvPr/>
        </p:nvSpPr>
        <p:spPr>
          <a:xfrm>
            <a:off x="3247998" y="3097931"/>
            <a:ext cx="1537970" cy="498475"/>
          </a:xfrm>
          <a:custGeom>
            <a:avLst/>
            <a:gdLst/>
            <a:ahLst/>
            <a:cxnLst/>
            <a:rect l="l" t="t" r="r" b="b"/>
            <a:pathLst>
              <a:path w="1537970" h="498475">
                <a:moveTo>
                  <a:pt x="249030" y="0"/>
                </a:moveTo>
                <a:lnTo>
                  <a:pt x="0" y="249031"/>
                </a:lnTo>
                <a:lnTo>
                  <a:pt x="249030" y="498062"/>
                </a:lnTo>
                <a:lnTo>
                  <a:pt x="249030" y="321172"/>
                </a:lnTo>
                <a:lnTo>
                  <a:pt x="1465562" y="321172"/>
                </a:lnTo>
                <a:lnTo>
                  <a:pt x="1537703" y="249031"/>
                </a:lnTo>
                <a:lnTo>
                  <a:pt x="1465561" y="176889"/>
                </a:lnTo>
                <a:lnTo>
                  <a:pt x="249030" y="176889"/>
                </a:lnTo>
                <a:lnTo>
                  <a:pt x="249030" y="0"/>
                </a:lnTo>
                <a:close/>
              </a:path>
              <a:path w="1537970" h="498475">
                <a:moveTo>
                  <a:pt x="1465562" y="321172"/>
                </a:moveTo>
                <a:lnTo>
                  <a:pt x="1288672" y="321172"/>
                </a:lnTo>
                <a:lnTo>
                  <a:pt x="1288672" y="498062"/>
                </a:lnTo>
                <a:lnTo>
                  <a:pt x="1465562" y="321172"/>
                </a:lnTo>
                <a:close/>
              </a:path>
              <a:path w="1537970" h="498475">
                <a:moveTo>
                  <a:pt x="1288672" y="0"/>
                </a:moveTo>
                <a:lnTo>
                  <a:pt x="1288672" y="176889"/>
                </a:lnTo>
                <a:lnTo>
                  <a:pt x="1465561" y="176889"/>
                </a:lnTo>
                <a:lnTo>
                  <a:pt x="128867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665837" y="3110110"/>
            <a:ext cx="1537970" cy="498475"/>
          </a:xfrm>
          <a:custGeom>
            <a:avLst/>
            <a:gdLst/>
            <a:ahLst/>
            <a:cxnLst/>
            <a:rect l="l" t="t" r="r" b="b"/>
            <a:pathLst>
              <a:path w="1537970" h="498475">
                <a:moveTo>
                  <a:pt x="249030" y="0"/>
                </a:moveTo>
                <a:lnTo>
                  <a:pt x="0" y="249030"/>
                </a:lnTo>
                <a:lnTo>
                  <a:pt x="249030" y="498062"/>
                </a:lnTo>
                <a:lnTo>
                  <a:pt x="249030" y="321172"/>
                </a:lnTo>
                <a:lnTo>
                  <a:pt x="1465561" y="321172"/>
                </a:lnTo>
                <a:lnTo>
                  <a:pt x="1537703" y="249030"/>
                </a:lnTo>
                <a:lnTo>
                  <a:pt x="1465562" y="176889"/>
                </a:lnTo>
                <a:lnTo>
                  <a:pt x="249030" y="176889"/>
                </a:lnTo>
                <a:lnTo>
                  <a:pt x="249030" y="0"/>
                </a:lnTo>
                <a:close/>
              </a:path>
              <a:path w="1537970" h="498475">
                <a:moveTo>
                  <a:pt x="1465561" y="321172"/>
                </a:moveTo>
                <a:lnTo>
                  <a:pt x="1288672" y="321172"/>
                </a:lnTo>
                <a:lnTo>
                  <a:pt x="1288672" y="498062"/>
                </a:lnTo>
                <a:lnTo>
                  <a:pt x="1465561" y="321172"/>
                </a:lnTo>
                <a:close/>
              </a:path>
              <a:path w="1537970" h="498475">
                <a:moveTo>
                  <a:pt x="1288672" y="0"/>
                </a:moveTo>
                <a:lnTo>
                  <a:pt x="1288672" y="176889"/>
                </a:lnTo>
                <a:lnTo>
                  <a:pt x="1465562" y="176889"/>
                </a:lnTo>
                <a:lnTo>
                  <a:pt x="1288672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956563" y="1697905"/>
            <a:ext cx="5899785" cy="1231900"/>
          </a:xfrm>
          <a:prstGeom prst="rect">
            <a:avLst/>
          </a:prstGeom>
        </p:spPr>
        <p:txBody>
          <a:bodyPr wrap="square" lIns="0" tIns="23558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85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 b="1">
                <a:solidFill>
                  <a:srgbClr val="0000FF"/>
                </a:solidFill>
                <a:latin typeface="Calibri"/>
                <a:cs typeface="Calibri"/>
              </a:rPr>
              <a:t>Failure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case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illustration</a:t>
            </a:r>
            <a:endParaRPr sz="2800">
              <a:latin typeface="Calibri"/>
              <a:cs typeface="Calibri"/>
            </a:endParaRPr>
          </a:p>
          <a:p>
            <a:pPr marL="3177540">
              <a:lnSpc>
                <a:spcPct val="100000"/>
              </a:lnSpc>
              <a:spcBef>
                <a:spcPts val="1505"/>
              </a:spcBef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same</a:t>
            </a:r>
            <a:r>
              <a:rPr dirty="0" sz="24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outputs!</a:t>
            </a:r>
            <a:endParaRPr sz="24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71856"/>
            <a:ext cx="4041648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09534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/>
              <a:t>We </a:t>
            </a:r>
            <a:r>
              <a:rPr dirty="0" sz="3200" spc="-15"/>
              <a:t>analyzed </a:t>
            </a:r>
            <a:r>
              <a:rPr dirty="0" sz="3200"/>
              <a:t>the </a:t>
            </a:r>
            <a:r>
              <a:rPr dirty="0" sz="3200" spc="-15" b="1">
                <a:solidFill>
                  <a:srgbClr val="FF0066"/>
                </a:solidFill>
                <a:latin typeface="Calibri"/>
                <a:cs typeface="Calibri"/>
              </a:rPr>
              <a:t>expressive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power </a:t>
            </a: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of</a:t>
            </a:r>
            <a:r>
              <a:rPr dirty="0" sz="3200" spc="8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GNNs.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Main</a:t>
            </a:r>
            <a:r>
              <a:rPr dirty="0" sz="32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takeaways</a:t>
            </a:r>
            <a:r>
              <a:rPr dirty="0" sz="3200" spc="-30"/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8110220" cy="36925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49275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Expressive </a:t>
            </a:r>
            <a:r>
              <a:rPr dirty="0" sz="2800" spc="-15">
                <a:latin typeface="Calibri"/>
                <a:cs typeface="Calibri"/>
              </a:rPr>
              <a:t>power </a:t>
            </a:r>
            <a:r>
              <a:rPr dirty="0" sz="2800" spc="-5">
                <a:latin typeface="Calibri"/>
                <a:cs typeface="Calibri"/>
              </a:rPr>
              <a:t>of GNNs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20">
                <a:latin typeface="Calibri"/>
                <a:cs typeface="Calibri"/>
              </a:rPr>
              <a:t>characterized </a:t>
            </a:r>
            <a:r>
              <a:rPr dirty="0" sz="2800" spc="-295">
                <a:latin typeface="Calibri"/>
                <a:cs typeface="Calibri"/>
              </a:rPr>
              <a:t>by 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5">
                <a:latin typeface="Calibri"/>
                <a:cs typeface="Calibri"/>
              </a:rPr>
              <a:t>of the neighbor </a:t>
            </a:r>
            <a:r>
              <a:rPr dirty="0" sz="2800" spc="-15">
                <a:latin typeface="Calibri"/>
                <a:cs typeface="Calibri"/>
              </a:rPr>
              <a:t>aggregation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function.</a:t>
            </a:r>
            <a:endParaRPr sz="2800">
              <a:latin typeface="Calibri"/>
              <a:cs typeface="Calibri"/>
            </a:endParaRPr>
          </a:p>
          <a:p>
            <a:pPr marL="287020" marR="610870" indent="-274320">
              <a:lnSpc>
                <a:spcPts val="3290"/>
              </a:lnSpc>
              <a:spcBef>
                <a:spcPts val="8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Neighbor </a:t>
            </a:r>
            <a:r>
              <a:rPr dirty="0" sz="2800" spc="-15">
                <a:latin typeface="Calibri"/>
                <a:cs typeface="Calibri"/>
              </a:rPr>
              <a:t>aggregation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function </a:t>
            </a:r>
            <a:r>
              <a:rPr dirty="0" sz="2800" spc="-15">
                <a:latin typeface="Calibri"/>
                <a:cs typeface="Calibri"/>
              </a:rPr>
              <a:t>over </a:t>
            </a:r>
            <a:r>
              <a:rPr dirty="0" sz="2800" spc="-65">
                <a:latin typeface="Calibri"/>
                <a:cs typeface="Calibri"/>
              </a:rPr>
              <a:t>multi-sets  </a:t>
            </a:r>
            <a:r>
              <a:rPr dirty="0" sz="2800" spc="-5">
                <a:latin typeface="Calibri"/>
                <a:cs typeface="Calibri"/>
              </a:rPr>
              <a:t>(sets with </a:t>
            </a:r>
            <a:r>
              <a:rPr dirty="0" sz="2800" spc="-15">
                <a:latin typeface="Calibri"/>
                <a:cs typeface="Calibri"/>
              </a:rPr>
              <a:t>repeating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elements)</a:t>
            </a:r>
            <a:endParaRPr sz="2800">
              <a:latin typeface="Calibri"/>
              <a:cs typeface="Calibri"/>
            </a:endParaRPr>
          </a:p>
          <a:p>
            <a:pPr marL="287020" marR="5080" indent="-274320">
              <a:lnSpc>
                <a:spcPts val="3290"/>
              </a:lnSpc>
              <a:spcBef>
                <a:spcPts val="81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GCN and </a:t>
            </a:r>
            <a:r>
              <a:rPr dirty="0" sz="2800" spc="-30">
                <a:latin typeface="Calibri"/>
                <a:cs typeface="Calibri"/>
              </a:rPr>
              <a:t>GraphSAGE’s </a:t>
            </a:r>
            <a:r>
              <a:rPr dirty="0" sz="2800" spc="-15">
                <a:latin typeface="Calibri"/>
                <a:cs typeface="Calibri"/>
              </a:rPr>
              <a:t>aggregation </a:t>
            </a:r>
            <a:r>
              <a:rPr dirty="0" sz="2800" spc="-5">
                <a:latin typeface="Calibri"/>
                <a:cs typeface="Calibri"/>
              </a:rPr>
              <a:t>functions </a:t>
            </a:r>
            <a:r>
              <a:rPr dirty="0" sz="2800" spc="-20">
                <a:latin typeface="Calibri"/>
                <a:cs typeface="Calibri"/>
              </a:rPr>
              <a:t>fail </a:t>
            </a:r>
            <a:r>
              <a:rPr dirty="0" sz="2800" spc="-15">
                <a:latin typeface="Calibri"/>
                <a:cs typeface="Calibri"/>
              </a:rPr>
              <a:t>to  </a:t>
            </a:r>
            <a:r>
              <a:rPr dirty="0" sz="2800" spc="-10">
                <a:latin typeface="Calibri"/>
                <a:cs typeface="Calibri"/>
              </a:rPr>
              <a:t>distinguish </a:t>
            </a:r>
            <a:r>
              <a:rPr dirty="0" sz="2800" spc="-5">
                <a:latin typeface="Calibri"/>
                <a:cs typeface="Calibri"/>
              </a:rPr>
              <a:t>some basic multi-sets; hence </a:t>
            </a:r>
            <a:r>
              <a:rPr dirty="0" sz="2800" spc="-5" b="1">
                <a:latin typeface="Calibri"/>
                <a:cs typeface="Calibri"/>
              </a:rPr>
              <a:t>not</a:t>
            </a:r>
            <a:r>
              <a:rPr dirty="0" sz="2800" spc="6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injective</a:t>
            </a:r>
            <a:r>
              <a:rPr dirty="0" sz="2800" spc="-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87020" marR="561340" indent="-274320">
              <a:lnSpc>
                <a:spcPct val="1014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latin typeface="Calibri"/>
                <a:cs typeface="Calibri"/>
              </a:rPr>
              <a:t>Therefore, </a:t>
            </a:r>
            <a:r>
              <a:rPr dirty="0" sz="2800" spc="-5">
                <a:latin typeface="Calibri"/>
                <a:cs typeface="Calibri"/>
              </a:rPr>
              <a:t>GCN and </a:t>
            </a:r>
            <a:r>
              <a:rPr dirty="0" sz="2800" spc="-15">
                <a:latin typeface="Calibri"/>
                <a:cs typeface="Calibri"/>
              </a:rPr>
              <a:t>GraphSAGE </a:t>
            </a:r>
            <a:r>
              <a:rPr dirty="0" sz="2800" spc="-20">
                <a:latin typeface="Calibri"/>
                <a:cs typeface="Calibri"/>
              </a:rPr>
              <a:t>are </a:t>
            </a:r>
            <a:r>
              <a:rPr dirty="0" sz="2800" spc="-5" b="1">
                <a:latin typeface="Calibri"/>
                <a:cs typeface="Calibri"/>
              </a:rPr>
              <a:t>not </a:t>
            </a:r>
            <a:r>
              <a:rPr dirty="0" sz="2800" spc="-75">
                <a:latin typeface="Calibri"/>
                <a:cs typeface="Calibri"/>
              </a:rPr>
              <a:t>maximally  </a:t>
            </a:r>
            <a:r>
              <a:rPr dirty="0" sz="2800" spc="-10">
                <a:latin typeface="Calibri"/>
                <a:cs typeface="Calibri"/>
              </a:rPr>
              <a:t>powerful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GNNs.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376159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616825" cy="4094479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Our </a:t>
            </a:r>
            <a:r>
              <a:rPr dirty="0" sz="3200" spc="-10" b="1">
                <a:solidFill>
                  <a:srgbClr val="FF0066"/>
                </a:solidFill>
                <a:latin typeface="Calibri"/>
                <a:cs typeface="Calibri"/>
              </a:rPr>
              <a:t>goal</a:t>
            </a:r>
            <a:r>
              <a:rPr dirty="0" sz="3200" spc="-10">
                <a:latin typeface="Calibri"/>
                <a:cs typeface="Calibri"/>
              </a:rPr>
              <a:t>: </a:t>
            </a:r>
            <a:r>
              <a:rPr dirty="0" sz="3200" spc="-5" b="1">
                <a:latin typeface="Calibri"/>
                <a:cs typeface="Calibri"/>
              </a:rPr>
              <a:t>Design </a:t>
            </a:r>
            <a:r>
              <a:rPr dirty="0" sz="3200" spc="-10" b="1">
                <a:latin typeface="Calibri"/>
                <a:cs typeface="Calibri"/>
              </a:rPr>
              <a:t>maximally powerful </a:t>
            </a:r>
            <a:r>
              <a:rPr dirty="0" sz="3200" spc="-5" b="1">
                <a:latin typeface="Calibri"/>
                <a:cs typeface="Calibri"/>
              </a:rPr>
              <a:t>GNNs  </a:t>
            </a:r>
            <a:r>
              <a:rPr dirty="0" sz="3200" b="1">
                <a:latin typeface="Calibri"/>
                <a:cs typeface="Calibri"/>
              </a:rPr>
              <a:t>in </a:t>
            </a:r>
            <a:r>
              <a:rPr dirty="0" sz="3200" spc="-5" b="1">
                <a:latin typeface="Calibri"/>
                <a:cs typeface="Calibri"/>
              </a:rPr>
              <a:t>the class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10" b="1">
                <a:latin typeface="Calibri"/>
                <a:cs typeface="Calibri"/>
              </a:rPr>
              <a:t>message-passing </a:t>
            </a:r>
            <a:r>
              <a:rPr dirty="0" sz="3200" spc="-5" b="1">
                <a:latin typeface="Calibri"/>
                <a:cs typeface="Calibri"/>
              </a:rPr>
              <a:t>GNNs.</a:t>
            </a:r>
            <a:endParaRPr sz="3200">
              <a:latin typeface="Calibri"/>
              <a:cs typeface="Calibri"/>
            </a:endParaRPr>
          </a:p>
          <a:p>
            <a:pPr algn="just" marL="332740" marR="193040" indent="-320040">
              <a:lnSpc>
                <a:spcPct val="99100"/>
              </a:lnSpc>
              <a:spcBef>
                <a:spcPts val="257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This </a:t>
            </a:r>
            <a:r>
              <a:rPr dirty="0" sz="3200" spc="-15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10">
                <a:latin typeface="Calibri"/>
                <a:cs typeface="Calibri"/>
              </a:rPr>
              <a:t>achieved </a:t>
            </a:r>
            <a:r>
              <a:rPr dirty="0" sz="3200" spc="-5">
                <a:latin typeface="Calibri"/>
                <a:cs typeface="Calibri"/>
              </a:rPr>
              <a:t>by designing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injective 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neighbor </a:t>
            </a:r>
            <a:r>
              <a:rPr dirty="0" sz="3200" spc="-15" b="1">
                <a:latin typeface="Calibri"/>
                <a:cs typeface="Calibri"/>
              </a:rPr>
              <a:t>aggregation </a:t>
            </a:r>
            <a:r>
              <a:rPr dirty="0" sz="3200" spc="-5" b="1">
                <a:latin typeface="Calibri"/>
                <a:cs typeface="Calibri"/>
              </a:rPr>
              <a:t>function </a:t>
            </a:r>
            <a:r>
              <a:rPr dirty="0" sz="3200" spc="-10" b="1">
                <a:latin typeface="Calibri"/>
                <a:cs typeface="Calibri"/>
              </a:rPr>
              <a:t>over </a:t>
            </a:r>
            <a:r>
              <a:rPr dirty="0" sz="3200" spc="-5" b="1">
                <a:latin typeface="Calibri"/>
                <a:cs typeface="Calibri"/>
              </a:rPr>
              <a:t>multi-  </a:t>
            </a:r>
            <a:r>
              <a:rPr dirty="0" sz="3200" spc="-10" b="1">
                <a:latin typeface="Calibri"/>
                <a:cs typeface="Calibri"/>
              </a:rPr>
              <a:t>sets</a:t>
            </a:r>
            <a:r>
              <a:rPr dirty="0" sz="3200" spc="-1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algn="just" marL="332740" marR="144780" indent="-320040">
              <a:lnSpc>
                <a:spcPts val="3790"/>
              </a:lnSpc>
              <a:spcBef>
                <a:spcPts val="28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Here,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spc="-5" b="1">
                <a:latin typeface="Calibri"/>
                <a:cs typeface="Calibri"/>
              </a:rPr>
              <a:t>design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neural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network </a:t>
            </a:r>
            <a:r>
              <a:rPr dirty="0" sz="3200" spc="-15" b="1">
                <a:latin typeface="Calibri"/>
                <a:cs typeface="Calibri"/>
              </a:rPr>
              <a:t>that can  </a:t>
            </a:r>
            <a:r>
              <a:rPr dirty="0" sz="3200" spc="-5" b="1">
                <a:latin typeface="Calibri"/>
                <a:cs typeface="Calibri"/>
              </a:rPr>
              <a:t>model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injective </a:t>
            </a:r>
            <a:r>
              <a:rPr dirty="0" sz="3200" spc="-5" b="1">
                <a:latin typeface="Calibri"/>
                <a:cs typeface="Calibri"/>
              </a:rPr>
              <a:t>multiset function.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513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2823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Theorem </a:t>
            </a:r>
            <a:r>
              <a:rPr dirty="0" sz="1600" spc="-15">
                <a:solidFill>
                  <a:srgbClr val="0000FF"/>
                </a:solidFill>
              </a:rPr>
              <a:t>[Xu </a:t>
            </a:r>
            <a:r>
              <a:rPr dirty="0" sz="1600" spc="-5">
                <a:solidFill>
                  <a:srgbClr val="0000FF"/>
                </a:solidFill>
              </a:rPr>
              <a:t>et al. ICLR</a:t>
            </a:r>
            <a:r>
              <a:rPr dirty="0" sz="1600" spc="-30">
                <a:solidFill>
                  <a:srgbClr val="0000FF"/>
                </a:solidFill>
              </a:rPr>
              <a:t> </a:t>
            </a:r>
            <a:r>
              <a:rPr dirty="0" sz="1600">
                <a:solidFill>
                  <a:srgbClr val="0000FF"/>
                </a:solidFill>
              </a:rPr>
              <a:t>2019]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30324"/>
            <a:ext cx="81076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>
                <a:solidFill>
                  <a:srgbClr val="0000FF"/>
                </a:solidFill>
                <a:latin typeface="Calibri"/>
                <a:cs typeface="Calibri"/>
              </a:rPr>
              <a:t>Any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injective </a:t>
            </a: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multi-set function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can </a:t>
            </a: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be</a:t>
            </a:r>
            <a:r>
              <a:rPr dirty="0" sz="3200" spc="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0000FF"/>
                </a:solidFill>
                <a:latin typeface="Calibri"/>
                <a:cs typeface="Calibri"/>
              </a:rPr>
              <a:t>expressed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43026" y="2713112"/>
            <a:ext cx="1609725" cy="1050925"/>
          </a:xfrm>
          <a:custGeom>
            <a:avLst/>
            <a:gdLst/>
            <a:ahLst/>
            <a:cxnLst/>
            <a:rect l="l" t="t" r="r" b="b"/>
            <a:pathLst>
              <a:path w="1609725" h="1050925">
                <a:moveTo>
                  <a:pt x="1442671" y="0"/>
                </a:moveTo>
                <a:lnTo>
                  <a:pt x="1431559" y="12327"/>
                </a:lnTo>
                <a:lnTo>
                  <a:pt x="1458312" y="45953"/>
                </a:lnTo>
                <a:lnTo>
                  <a:pt x="1482315" y="83906"/>
                </a:lnTo>
                <a:lnTo>
                  <a:pt x="1503567" y="126185"/>
                </a:lnTo>
                <a:lnTo>
                  <a:pt x="1522069" y="172792"/>
                </a:lnTo>
                <a:lnTo>
                  <a:pt x="1537821" y="223725"/>
                </a:lnTo>
                <a:lnTo>
                  <a:pt x="1548804" y="268969"/>
                </a:lnTo>
                <a:lnTo>
                  <a:pt x="1557789" y="316204"/>
                </a:lnTo>
                <a:lnTo>
                  <a:pt x="1564778" y="365431"/>
                </a:lnTo>
                <a:lnTo>
                  <a:pt x="1569770" y="416650"/>
                </a:lnTo>
                <a:lnTo>
                  <a:pt x="1572765" y="469861"/>
                </a:lnTo>
                <a:lnTo>
                  <a:pt x="1573763" y="525064"/>
                </a:lnTo>
                <a:lnTo>
                  <a:pt x="1572765" y="580530"/>
                </a:lnTo>
                <a:lnTo>
                  <a:pt x="1569770" y="633951"/>
                </a:lnTo>
                <a:lnTo>
                  <a:pt x="1564778" y="685327"/>
                </a:lnTo>
                <a:lnTo>
                  <a:pt x="1557789" y="734659"/>
                </a:lnTo>
                <a:lnTo>
                  <a:pt x="1548804" y="781945"/>
                </a:lnTo>
                <a:lnTo>
                  <a:pt x="1537821" y="827186"/>
                </a:lnTo>
                <a:lnTo>
                  <a:pt x="1522069" y="878088"/>
                </a:lnTo>
                <a:lnTo>
                  <a:pt x="1503567" y="924670"/>
                </a:lnTo>
                <a:lnTo>
                  <a:pt x="1482315" y="966932"/>
                </a:lnTo>
                <a:lnTo>
                  <a:pt x="1458312" y="1004874"/>
                </a:lnTo>
                <a:lnTo>
                  <a:pt x="1431559" y="1038496"/>
                </a:lnTo>
                <a:lnTo>
                  <a:pt x="1442671" y="1050824"/>
                </a:lnTo>
                <a:lnTo>
                  <a:pt x="1472685" y="1017772"/>
                </a:lnTo>
                <a:lnTo>
                  <a:pt x="1499942" y="980149"/>
                </a:lnTo>
                <a:lnTo>
                  <a:pt x="1524442" y="937957"/>
                </a:lnTo>
                <a:lnTo>
                  <a:pt x="1546184" y="891194"/>
                </a:lnTo>
                <a:lnTo>
                  <a:pt x="1565169" y="839861"/>
                </a:lnTo>
                <a:lnTo>
                  <a:pt x="1578618" y="793872"/>
                </a:lnTo>
                <a:lnTo>
                  <a:pt x="1589622" y="745269"/>
                </a:lnTo>
                <a:lnTo>
                  <a:pt x="1598181" y="694053"/>
                </a:lnTo>
                <a:lnTo>
                  <a:pt x="1604294" y="640222"/>
                </a:lnTo>
                <a:lnTo>
                  <a:pt x="1607962" y="583777"/>
                </a:lnTo>
                <a:lnTo>
                  <a:pt x="1609185" y="524718"/>
                </a:lnTo>
                <a:lnTo>
                  <a:pt x="1607962" y="466083"/>
                </a:lnTo>
                <a:lnTo>
                  <a:pt x="1604294" y="409985"/>
                </a:lnTo>
                <a:lnTo>
                  <a:pt x="1598181" y="356424"/>
                </a:lnTo>
                <a:lnTo>
                  <a:pt x="1589622" y="305400"/>
                </a:lnTo>
                <a:lnTo>
                  <a:pt x="1578618" y="256913"/>
                </a:lnTo>
                <a:lnTo>
                  <a:pt x="1565169" y="210963"/>
                </a:lnTo>
                <a:lnTo>
                  <a:pt x="1546184" y="159630"/>
                </a:lnTo>
                <a:lnTo>
                  <a:pt x="1524442" y="112867"/>
                </a:lnTo>
                <a:lnTo>
                  <a:pt x="1499942" y="70674"/>
                </a:lnTo>
                <a:lnTo>
                  <a:pt x="1472685" y="33052"/>
                </a:lnTo>
                <a:lnTo>
                  <a:pt x="1442671" y="0"/>
                </a:lnTo>
                <a:close/>
              </a:path>
              <a:path w="1609725" h="1050925">
                <a:moveTo>
                  <a:pt x="166513" y="0"/>
                </a:moveTo>
                <a:lnTo>
                  <a:pt x="136499" y="33052"/>
                </a:lnTo>
                <a:lnTo>
                  <a:pt x="109242" y="70674"/>
                </a:lnTo>
                <a:lnTo>
                  <a:pt x="84743" y="112867"/>
                </a:lnTo>
                <a:lnTo>
                  <a:pt x="63000" y="159630"/>
                </a:lnTo>
                <a:lnTo>
                  <a:pt x="44015" y="210963"/>
                </a:lnTo>
                <a:lnTo>
                  <a:pt x="30566" y="256913"/>
                </a:lnTo>
                <a:lnTo>
                  <a:pt x="19562" y="305400"/>
                </a:lnTo>
                <a:lnTo>
                  <a:pt x="11004" y="356424"/>
                </a:lnTo>
                <a:lnTo>
                  <a:pt x="4890" y="409985"/>
                </a:lnTo>
                <a:lnTo>
                  <a:pt x="1222" y="466083"/>
                </a:lnTo>
                <a:lnTo>
                  <a:pt x="0" y="524718"/>
                </a:lnTo>
                <a:lnTo>
                  <a:pt x="1222" y="583777"/>
                </a:lnTo>
                <a:lnTo>
                  <a:pt x="4890" y="640222"/>
                </a:lnTo>
                <a:lnTo>
                  <a:pt x="11004" y="694053"/>
                </a:lnTo>
                <a:lnTo>
                  <a:pt x="19562" y="745269"/>
                </a:lnTo>
                <a:lnTo>
                  <a:pt x="30566" y="793872"/>
                </a:lnTo>
                <a:lnTo>
                  <a:pt x="44015" y="839861"/>
                </a:lnTo>
                <a:lnTo>
                  <a:pt x="63000" y="891194"/>
                </a:lnTo>
                <a:lnTo>
                  <a:pt x="84743" y="937957"/>
                </a:lnTo>
                <a:lnTo>
                  <a:pt x="109242" y="980149"/>
                </a:lnTo>
                <a:lnTo>
                  <a:pt x="136499" y="1017772"/>
                </a:lnTo>
                <a:lnTo>
                  <a:pt x="166513" y="1050824"/>
                </a:lnTo>
                <a:lnTo>
                  <a:pt x="177626" y="1038496"/>
                </a:lnTo>
                <a:lnTo>
                  <a:pt x="150872" y="1004874"/>
                </a:lnTo>
                <a:lnTo>
                  <a:pt x="126869" y="966932"/>
                </a:lnTo>
                <a:lnTo>
                  <a:pt x="105617" y="924670"/>
                </a:lnTo>
                <a:lnTo>
                  <a:pt x="87114" y="878088"/>
                </a:lnTo>
                <a:lnTo>
                  <a:pt x="71362" y="827186"/>
                </a:lnTo>
                <a:lnTo>
                  <a:pt x="60380" y="781945"/>
                </a:lnTo>
                <a:lnTo>
                  <a:pt x="51395" y="734659"/>
                </a:lnTo>
                <a:lnTo>
                  <a:pt x="44406" y="685327"/>
                </a:lnTo>
                <a:lnTo>
                  <a:pt x="39414" y="633951"/>
                </a:lnTo>
                <a:lnTo>
                  <a:pt x="36419" y="580530"/>
                </a:lnTo>
                <a:lnTo>
                  <a:pt x="35427" y="524718"/>
                </a:lnTo>
                <a:lnTo>
                  <a:pt x="36419" y="469861"/>
                </a:lnTo>
                <a:lnTo>
                  <a:pt x="39414" y="416650"/>
                </a:lnTo>
                <a:lnTo>
                  <a:pt x="44406" y="365431"/>
                </a:lnTo>
                <a:lnTo>
                  <a:pt x="51395" y="316204"/>
                </a:lnTo>
                <a:lnTo>
                  <a:pt x="60380" y="268969"/>
                </a:lnTo>
                <a:lnTo>
                  <a:pt x="71362" y="223725"/>
                </a:lnTo>
                <a:lnTo>
                  <a:pt x="87114" y="172792"/>
                </a:lnTo>
                <a:lnTo>
                  <a:pt x="105617" y="126185"/>
                </a:lnTo>
                <a:lnTo>
                  <a:pt x="126869" y="83906"/>
                </a:lnTo>
                <a:lnTo>
                  <a:pt x="150872" y="45953"/>
                </a:lnTo>
                <a:lnTo>
                  <a:pt x="177626" y="12327"/>
                </a:lnTo>
                <a:lnTo>
                  <a:pt x="1665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63900" y="2791663"/>
            <a:ext cx="1812289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  <a:tabLst>
                <a:tab pos="567690" algn="l"/>
              </a:tabLst>
            </a:pPr>
            <a:r>
              <a:rPr dirty="0" sz="2800">
                <a:latin typeface="Cambria Math"/>
                <a:cs typeface="Cambria Math"/>
              </a:rPr>
              <a:t>Φ	</a:t>
            </a:r>
            <a:r>
              <a:rPr dirty="0" sz="2800" spc="2775">
                <a:latin typeface="Cambria Math"/>
                <a:cs typeface="Cambria Math"/>
              </a:rPr>
              <a:t>-</a:t>
            </a:r>
            <a:r>
              <a:rPr dirty="0" sz="2800" spc="-235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𝑓(𝑥)</a:t>
            </a:r>
            <a:endParaRPr sz="2800">
              <a:latin typeface="Cambria Math"/>
              <a:cs typeface="Cambria Math"/>
            </a:endParaRPr>
          </a:p>
          <a:p>
            <a:pPr marL="568325">
              <a:lnSpc>
                <a:spcPct val="100000"/>
              </a:lnSpc>
              <a:spcBef>
                <a:spcPts val="1010"/>
              </a:spcBef>
            </a:pPr>
            <a:r>
              <a:rPr dirty="0" sz="2000" spc="355">
                <a:latin typeface="Cambria Math"/>
                <a:cs typeface="Cambria Math"/>
              </a:rPr>
              <a:t>'∈(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" y="5423770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8" y="24453"/>
                </a:lnTo>
                <a:lnTo>
                  <a:pt x="56687" y="52458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8"/>
                </a:lnTo>
                <a:lnTo>
                  <a:pt x="26424" y="269503"/>
                </a:lnTo>
                <a:lnTo>
                  <a:pt x="56687" y="305752"/>
                </a:lnTo>
                <a:lnTo>
                  <a:pt x="95858" y="333757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30" y="333757"/>
                </a:lnTo>
                <a:lnTo>
                  <a:pt x="330401" y="305752"/>
                </a:lnTo>
                <a:lnTo>
                  <a:pt x="360664" y="269503"/>
                </a:lnTo>
                <a:lnTo>
                  <a:pt x="380175" y="226718"/>
                </a:lnTo>
                <a:lnTo>
                  <a:pt x="387089" y="179105"/>
                </a:lnTo>
                <a:lnTo>
                  <a:pt x="380175" y="131492"/>
                </a:lnTo>
                <a:lnTo>
                  <a:pt x="360664" y="88707"/>
                </a:lnTo>
                <a:lnTo>
                  <a:pt x="330401" y="52458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45682" y="5407309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9" y="24453"/>
                </a:lnTo>
                <a:lnTo>
                  <a:pt x="56688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29" y="333758"/>
                </a:lnTo>
                <a:lnTo>
                  <a:pt x="330400" y="305752"/>
                </a:lnTo>
                <a:lnTo>
                  <a:pt x="360664" y="269503"/>
                </a:lnTo>
                <a:lnTo>
                  <a:pt x="380174" y="226719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4" y="88707"/>
                </a:lnTo>
                <a:lnTo>
                  <a:pt x="330400" y="52459"/>
                </a:lnTo>
                <a:lnTo>
                  <a:pt x="291229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83317" y="5423770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8" y="24453"/>
                </a:lnTo>
                <a:lnTo>
                  <a:pt x="56687" y="52458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8"/>
                </a:lnTo>
                <a:lnTo>
                  <a:pt x="26424" y="269503"/>
                </a:lnTo>
                <a:lnTo>
                  <a:pt x="56687" y="305752"/>
                </a:lnTo>
                <a:lnTo>
                  <a:pt x="95858" y="333757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29" y="333757"/>
                </a:lnTo>
                <a:lnTo>
                  <a:pt x="330400" y="305752"/>
                </a:lnTo>
                <a:lnTo>
                  <a:pt x="360664" y="269503"/>
                </a:lnTo>
                <a:lnTo>
                  <a:pt x="380174" y="226718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4" y="88707"/>
                </a:lnTo>
                <a:lnTo>
                  <a:pt x="330400" y="52458"/>
                </a:lnTo>
                <a:lnTo>
                  <a:pt x="291229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33375" y="4512564"/>
            <a:ext cx="16687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604" sz="4800">
                <a:latin typeface="Cambria Math"/>
                <a:cs typeface="Cambria Math"/>
              </a:rPr>
              <a:t>𝑆 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5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multi-set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34467" y="3197212"/>
            <a:ext cx="1096010" cy="85725"/>
          </a:xfrm>
          <a:custGeom>
            <a:avLst/>
            <a:gdLst/>
            <a:ahLst/>
            <a:cxnLst/>
            <a:rect l="l" t="t" r="r" b="b"/>
            <a:pathLst>
              <a:path w="1096010" h="85725">
                <a:moveTo>
                  <a:pt x="1009730" y="57149"/>
                </a:moveTo>
                <a:lnTo>
                  <a:pt x="1009730" y="85725"/>
                </a:lnTo>
                <a:lnTo>
                  <a:pt x="1066880" y="57150"/>
                </a:lnTo>
                <a:lnTo>
                  <a:pt x="1009730" y="57149"/>
                </a:lnTo>
                <a:close/>
              </a:path>
              <a:path w="1096010" h="85725">
                <a:moveTo>
                  <a:pt x="1009730" y="28574"/>
                </a:moveTo>
                <a:lnTo>
                  <a:pt x="1009730" y="57149"/>
                </a:lnTo>
                <a:lnTo>
                  <a:pt x="1031909" y="57148"/>
                </a:lnTo>
                <a:lnTo>
                  <a:pt x="1038305" y="50753"/>
                </a:lnTo>
                <a:lnTo>
                  <a:pt x="1038303" y="34970"/>
                </a:lnTo>
                <a:lnTo>
                  <a:pt x="1031908" y="28575"/>
                </a:lnTo>
                <a:lnTo>
                  <a:pt x="1009730" y="28574"/>
                </a:lnTo>
                <a:close/>
              </a:path>
              <a:path w="1096010" h="85725">
                <a:moveTo>
                  <a:pt x="1009730" y="0"/>
                </a:moveTo>
                <a:lnTo>
                  <a:pt x="1009730" y="28574"/>
                </a:lnTo>
                <a:lnTo>
                  <a:pt x="1024017" y="28575"/>
                </a:lnTo>
                <a:lnTo>
                  <a:pt x="1031908" y="28575"/>
                </a:lnTo>
                <a:lnTo>
                  <a:pt x="1038303" y="34970"/>
                </a:lnTo>
                <a:lnTo>
                  <a:pt x="1038305" y="50753"/>
                </a:lnTo>
                <a:lnTo>
                  <a:pt x="1031908" y="57150"/>
                </a:lnTo>
                <a:lnTo>
                  <a:pt x="1066882" y="57148"/>
                </a:lnTo>
                <a:lnTo>
                  <a:pt x="1095455" y="42862"/>
                </a:lnTo>
                <a:lnTo>
                  <a:pt x="1009730" y="0"/>
                </a:lnTo>
                <a:close/>
              </a:path>
              <a:path w="1096010" h="85725">
                <a:moveTo>
                  <a:pt x="14287" y="28573"/>
                </a:moveTo>
                <a:lnTo>
                  <a:pt x="6395" y="28575"/>
                </a:lnTo>
                <a:lnTo>
                  <a:pt x="0" y="34970"/>
                </a:lnTo>
                <a:lnTo>
                  <a:pt x="1" y="50753"/>
                </a:lnTo>
                <a:lnTo>
                  <a:pt x="6396" y="57148"/>
                </a:lnTo>
                <a:lnTo>
                  <a:pt x="1009730" y="57149"/>
                </a:lnTo>
                <a:lnTo>
                  <a:pt x="1009730" y="28574"/>
                </a:lnTo>
                <a:lnTo>
                  <a:pt x="14287" y="28573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72000" y="2650891"/>
            <a:ext cx="1083310" cy="408940"/>
          </a:xfrm>
          <a:custGeom>
            <a:avLst/>
            <a:gdLst/>
            <a:ahLst/>
            <a:cxnLst/>
            <a:rect l="l" t="t" r="r" b="b"/>
            <a:pathLst>
              <a:path w="1083310" h="408939">
                <a:moveTo>
                  <a:pt x="66314" y="327910"/>
                </a:moveTo>
                <a:lnTo>
                  <a:pt x="0" y="397108"/>
                </a:lnTo>
                <a:lnTo>
                  <a:pt x="95147" y="408641"/>
                </a:lnTo>
                <a:lnTo>
                  <a:pt x="88200" y="389190"/>
                </a:lnTo>
                <a:lnTo>
                  <a:pt x="64650" y="389190"/>
                </a:lnTo>
                <a:lnTo>
                  <a:pt x="56475" y="385317"/>
                </a:lnTo>
                <a:lnTo>
                  <a:pt x="51167" y="370455"/>
                </a:lnTo>
                <a:lnTo>
                  <a:pt x="55039" y="362280"/>
                </a:lnTo>
                <a:lnTo>
                  <a:pt x="75925" y="354820"/>
                </a:lnTo>
                <a:lnTo>
                  <a:pt x="66314" y="327910"/>
                </a:lnTo>
                <a:close/>
              </a:path>
              <a:path w="1083310" h="408939">
                <a:moveTo>
                  <a:pt x="75925" y="354820"/>
                </a:moveTo>
                <a:lnTo>
                  <a:pt x="55039" y="362280"/>
                </a:lnTo>
                <a:lnTo>
                  <a:pt x="51167" y="370455"/>
                </a:lnTo>
                <a:lnTo>
                  <a:pt x="56475" y="385317"/>
                </a:lnTo>
                <a:lnTo>
                  <a:pt x="64650" y="389190"/>
                </a:lnTo>
                <a:lnTo>
                  <a:pt x="85536" y="381731"/>
                </a:lnTo>
                <a:lnTo>
                  <a:pt x="75925" y="354820"/>
                </a:lnTo>
                <a:close/>
              </a:path>
              <a:path w="1083310" h="408939">
                <a:moveTo>
                  <a:pt x="85536" y="381731"/>
                </a:moveTo>
                <a:lnTo>
                  <a:pt x="64650" y="389190"/>
                </a:lnTo>
                <a:lnTo>
                  <a:pt x="88200" y="389190"/>
                </a:lnTo>
                <a:lnTo>
                  <a:pt x="85536" y="381731"/>
                </a:lnTo>
                <a:close/>
              </a:path>
              <a:path w="1083310" h="408939">
                <a:moveTo>
                  <a:pt x="1069425" y="0"/>
                </a:moveTo>
                <a:lnTo>
                  <a:pt x="75925" y="354820"/>
                </a:lnTo>
                <a:lnTo>
                  <a:pt x="85536" y="381731"/>
                </a:lnTo>
                <a:lnTo>
                  <a:pt x="1079036" y="26910"/>
                </a:lnTo>
                <a:lnTo>
                  <a:pt x="1082908" y="18733"/>
                </a:lnTo>
                <a:lnTo>
                  <a:pt x="1077601" y="3872"/>
                </a:lnTo>
                <a:lnTo>
                  <a:pt x="1069425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8108" y="2156460"/>
            <a:ext cx="1666239" cy="140017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3200" spc="-5">
                <a:solidFill>
                  <a:srgbClr val="0000FF"/>
                </a:solidFill>
                <a:latin typeface="Calibri"/>
                <a:cs typeface="Calibri"/>
              </a:rPr>
              <a:t>as:</a:t>
            </a:r>
            <a:endParaRPr sz="3200">
              <a:latin typeface="Calibri"/>
              <a:cs typeface="Calibri"/>
            </a:endParaRPr>
          </a:p>
          <a:p>
            <a:pPr marL="71755" marR="5080">
              <a:lnSpc>
                <a:spcPct val="100000"/>
              </a:lnSpc>
              <a:spcBef>
                <a:spcPts val="835"/>
              </a:spcBef>
            </a:pP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Some non- 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linear</a:t>
            </a:r>
            <a:r>
              <a:rPr dirty="0" sz="2000" spc="-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70868" y="2330195"/>
            <a:ext cx="160655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Some non- 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linear</a:t>
            </a:r>
            <a:r>
              <a:rPr dirty="0" sz="2000" spc="-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29922" y="5349802"/>
            <a:ext cx="513080" cy="427355"/>
          </a:xfrm>
          <a:custGeom>
            <a:avLst/>
            <a:gdLst/>
            <a:ahLst/>
            <a:cxnLst/>
            <a:rect l="l" t="t" r="r" b="b"/>
            <a:pathLst>
              <a:path w="513079" h="427354">
                <a:moveTo>
                  <a:pt x="299359" y="0"/>
                </a:moveTo>
                <a:lnTo>
                  <a:pt x="299359" y="106793"/>
                </a:lnTo>
                <a:lnTo>
                  <a:pt x="0" y="106793"/>
                </a:lnTo>
                <a:lnTo>
                  <a:pt x="0" y="320377"/>
                </a:lnTo>
                <a:lnTo>
                  <a:pt x="299359" y="320377"/>
                </a:lnTo>
                <a:lnTo>
                  <a:pt x="299359" y="427169"/>
                </a:lnTo>
                <a:lnTo>
                  <a:pt x="512944" y="213584"/>
                </a:lnTo>
                <a:lnTo>
                  <a:pt x="29935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029990" y="5197347"/>
            <a:ext cx="4248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Cambria Math"/>
                <a:cs typeface="Cambria Math"/>
              </a:rPr>
              <a:t>Φ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64961" y="5259323"/>
            <a:ext cx="2489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𝑓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80468" y="5420154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5" y="0"/>
                </a:moveTo>
                <a:lnTo>
                  <a:pt x="142093" y="6397"/>
                </a:lnTo>
                <a:lnTo>
                  <a:pt x="95859" y="24453"/>
                </a:lnTo>
                <a:lnTo>
                  <a:pt x="56688" y="52458"/>
                </a:lnTo>
                <a:lnTo>
                  <a:pt x="26424" y="88707"/>
                </a:lnTo>
                <a:lnTo>
                  <a:pt x="6913" y="131491"/>
                </a:lnTo>
                <a:lnTo>
                  <a:pt x="0" y="179105"/>
                </a:lnTo>
                <a:lnTo>
                  <a:pt x="6913" y="226718"/>
                </a:lnTo>
                <a:lnTo>
                  <a:pt x="26424" y="269503"/>
                </a:lnTo>
                <a:lnTo>
                  <a:pt x="56688" y="305751"/>
                </a:lnTo>
                <a:lnTo>
                  <a:pt x="95859" y="333757"/>
                </a:lnTo>
                <a:lnTo>
                  <a:pt x="142093" y="351812"/>
                </a:lnTo>
                <a:lnTo>
                  <a:pt x="193545" y="358210"/>
                </a:lnTo>
                <a:lnTo>
                  <a:pt x="244996" y="351812"/>
                </a:lnTo>
                <a:lnTo>
                  <a:pt x="291230" y="333757"/>
                </a:lnTo>
                <a:lnTo>
                  <a:pt x="330401" y="305751"/>
                </a:lnTo>
                <a:lnTo>
                  <a:pt x="360665" y="269503"/>
                </a:lnTo>
                <a:lnTo>
                  <a:pt x="380176" y="226718"/>
                </a:lnTo>
                <a:lnTo>
                  <a:pt x="387089" y="179105"/>
                </a:lnTo>
                <a:lnTo>
                  <a:pt x="380176" y="131491"/>
                </a:lnTo>
                <a:lnTo>
                  <a:pt x="360665" y="88707"/>
                </a:lnTo>
                <a:lnTo>
                  <a:pt x="330401" y="52458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01003" y="5323640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39" h="561339">
                <a:moveTo>
                  <a:pt x="91295" y="560956"/>
                </a:moveTo>
                <a:lnTo>
                  <a:pt x="55759" y="553781"/>
                </a:lnTo>
                <a:lnTo>
                  <a:pt x="26739" y="534216"/>
                </a:lnTo>
                <a:lnTo>
                  <a:pt x="7174" y="505197"/>
                </a:lnTo>
                <a:lnTo>
                  <a:pt x="0" y="469660"/>
                </a:lnTo>
                <a:lnTo>
                  <a:pt x="0" y="91295"/>
                </a:lnTo>
                <a:lnTo>
                  <a:pt x="7174" y="55759"/>
                </a:lnTo>
                <a:lnTo>
                  <a:pt x="26739" y="26739"/>
                </a:lnTo>
                <a:lnTo>
                  <a:pt x="55759" y="7174"/>
                </a:lnTo>
                <a:lnTo>
                  <a:pt x="912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557470" y="5323640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39" h="561339">
                <a:moveTo>
                  <a:pt x="0" y="0"/>
                </a:moveTo>
                <a:lnTo>
                  <a:pt x="35536" y="7174"/>
                </a:lnTo>
                <a:lnTo>
                  <a:pt x="64555" y="26739"/>
                </a:lnTo>
                <a:lnTo>
                  <a:pt x="84120" y="55759"/>
                </a:lnTo>
                <a:lnTo>
                  <a:pt x="91295" y="91295"/>
                </a:lnTo>
                <a:lnTo>
                  <a:pt x="91295" y="469660"/>
                </a:lnTo>
                <a:lnTo>
                  <a:pt x="84120" y="505197"/>
                </a:lnTo>
                <a:lnTo>
                  <a:pt x="64555" y="534216"/>
                </a:lnTo>
                <a:lnTo>
                  <a:pt x="35536" y="553781"/>
                </a:lnTo>
                <a:lnTo>
                  <a:pt x="0" y="5609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429339" y="5335240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40" h="561339">
                <a:moveTo>
                  <a:pt x="91295" y="560956"/>
                </a:moveTo>
                <a:lnTo>
                  <a:pt x="55759" y="553781"/>
                </a:lnTo>
                <a:lnTo>
                  <a:pt x="26739" y="534216"/>
                </a:lnTo>
                <a:lnTo>
                  <a:pt x="7174" y="505197"/>
                </a:lnTo>
                <a:lnTo>
                  <a:pt x="0" y="469660"/>
                </a:lnTo>
                <a:lnTo>
                  <a:pt x="0" y="91295"/>
                </a:lnTo>
                <a:lnTo>
                  <a:pt x="7174" y="55759"/>
                </a:lnTo>
                <a:lnTo>
                  <a:pt x="26739" y="26739"/>
                </a:lnTo>
                <a:lnTo>
                  <a:pt x="55759" y="7174"/>
                </a:lnTo>
                <a:lnTo>
                  <a:pt x="912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885806" y="5335240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40" h="561339">
                <a:moveTo>
                  <a:pt x="0" y="0"/>
                </a:moveTo>
                <a:lnTo>
                  <a:pt x="35536" y="7174"/>
                </a:lnTo>
                <a:lnTo>
                  <a:pt x="64555" y="26739"/>
                </a:lnTo>
                <a:lnTo>
                  <a:pt x="84120" y="55759"/>
                </a:lnTo>
                <a:lnTo>
                  <a:pt x="91295" y="91295"/>
                </a:lnTo>
                <a:lnTo>
                  <a:pt x="91295" y="469660"/>
                </a:lnTo>
                <a:lnTo>
                  <a:pt x="84120" y="505197"/>
                </a:lnTo>
                <a:lnTo>
                  <a:pt x="64555" y="534216"/>
                </a:lnTo>
                <a:lnTo>
                  <a:pt x="35536" y="553781"/>
                </a:lnTo>
                <a:lnTo>
                  <a:pt x="0" y="5609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29842" y="5335240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40" h="561339">
                <a:moveTo>
                  <a:pt x="91295" y="560956"/>
                </a:moveTo>
                <a:lnTo>
                  <a:pt x="55759" y="553781"/>
                </a:lnTo>
                <a:lnTo>
                  <a:pt x="26739" y="534216"/>
                </a:lnTo>
                <a:lnTo>
                  <a:pt x="7174" y="505197"/>
                </a:lnTo>
                <a:lnTo>
                  <a:pt x="0" y="469660"/>
                </a:lnTo>
                <a:lnTo>
                  <a:pt x="0" y="91295"/>
                </a:lnTo>
                <a:lnTo>
                  <a:pt x="7174" y="55759"/>
                </a:lnTo>
                <a:lnTo>
                  <a:pt x="26739" y="26739"/>
                </a:lnTo>
                <a:lnTo>
                  <a:pt x="55759" y="7174"/>
                </a:lnTo>
                <a:lnTo>
                  <a:pt x="912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286308" y="5335240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40" h="561339">
                <a:moveTo>
                  <a:pt x="0" y="0"/>
                </a:moveTo>
                <a:lnTo>
                  <a:pt x="35536" y="7174"/>
                </a:lnTo>
                <a:lnTo>
                  <a:pt x="64555" y="26739"/>
                </a:lnTo>
                <a:lnTo>
                  <a:pt x="84120" y="55759"/>
                </a:lnTo>
                <a:lnTo>
                  <a:pt x="91295" y="91295"/>
                </a:lnTo>
                <a:lnTo>
                  <a:pt x="91295" y="469660"/>
                </a:lnTo>
                <a:lnTo>
                  <a:pt x="84120" y="505197"/>
                </a:lnTo>
                <a:lnTo>
                  <a:pt x="64555" y="534216"/>
                </a:lnTo>
                <a:lnTo>
                  <a:pt x="35536" y="553781"/>
                </a:lnTo>
                <a:lnTo>
                  <a:pt x="0" y="5609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09674" y="5438725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5" y="0"/>
                </a:moveTo>
                <a:lnTo>
                  <a:pt x="142093" y="6397"/>
                </a:lnTo>
                <a:lnTo>
                  <a:pt x="95859" y="24453"/>
                </a:lnTo>
                <a:lnTo>
                  <a:pt x="56688" y="52458"/>
                </a:lnTo>
                <a:lnTo>
                  <a:pt x="26424" y="88707"/>
                </a:lnTo>
                <a:lnTo>
                  <a:pt x="6913" y="131491"/>
                </a:lnTo>
                <a:lnTo>
                  <a:pt x="0" y="179105"/>
                </a:lnTo>
                <a:lnTo>
                  <a:pt x="6913" y="226718"/>
                </a:lnTo>
                <a:lnTo>
                  <a:pt x="26424" y="269503"/>
                </a:lnTo>
                <a:lnTo>
                  <a:pt x="56688" y="305751"/>
                </a:lnTo>
                <a:lnTo>
                  <a:pt x="95859" y="333757"/>
                </a:lnTo>
                <a:lnTo>
                  <a:pt x="142093" y="351812"/>
                </a:lnTo>
                <a:lnTo>
                  <a:pt x="193545" y="358210"/>
                </a:lnTo>
                <a:lnTo>
                  <a:pt x="244996" y="351812"/>
                </a:lnTo>
                <a:lnTo>
                  <a:pt x="291230" y="333757"/>
                </a:lnTo>
                <a:lnTo>
                  <a:pt x="330401" y="305751"/>
                </a:lnTo>
                <a:lnTo>
                  <a:pt x="360665" y="269503"/>
                </a:lnTo>
                <a:lnTo>
                  <a:pt x="380176" y="226718"/>
                </a:lnTo>
                <a:lnTo>
                  <a:pt x="387089" y="179105"/>
                </a:lnTo>
                <a:lnTo>
                  <a:pt x="380176" y="131491"/>
                </a:lnTo>
                <a:lnTo>
                  <a:pt x="360665" y="88707"/>
                </a:lnTo>
                <a:lnTo>
                  <a:pt x="330401" y="52458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910176" y="5433470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9" y="24453"/>
                </a:lnTo>
                <a:lnTo>
                  <a:pt x="56688" y="52458"/>
                </a:lnTo>
                <a:lnTo>
                  <a:pt x="26424" y="88707"/>
                </a:lnTo>
                <a:lnTo>
                  <a:pt x="6913" y="131491"/>
                </a:lnTo>
                <a:lnTo>
                  <a:pt x="0" y="179105"/>
                </a:lnTo>
                <a:lnTo>
                  <a:pt x="6913" y="226718"/>
                </a:lnTo>
                <a:lnTo>
                  <a:pt x="26424" y="269503"/>
                </a:lnTo>
                <a:lnTo>
                  <a:pt x="56688" y="305751"/>
                </a:lnTo>
                <a:lnTo>
                  <a:pt x="95859" y="333757"/>
                </a:lnTo>
                <a:lnTo>
                  <a:pt x="142092" y="351812"/>
                </a:lnTo>
                <a:lnTo>
                  <a:pt x="193544" y="358210"/>
                </a:lnTo>
                <a:lnTo>
                  <a:pt x="244996" y="351812"/>
                </a:lnTo>
                <a:lnTo>
                  <a:pt x="291230" y="333757"/>
                </a:lnTo>
                <a:lnTo>
                  <a:pt x="330401" y="305751"/>
                </a:lnTo>
                <a:lnTo>
                  <a:pt x="360664" y="269503"/>
                </a:lnTo>
                <a:lnTo>
                  <a:pt x="380176" y="226718"/>
                </a:lnTo>
                <a:lnTo>
                  <a:pt x="387089" y="179105"/>
                </a:lnTo>
                <a:lnTo>
                  <a:pt x="380176" y="131491"/>
                </a:lnTo>
                <a:lnTo>
                  <a:pt x="360664" y="88707"/>
                </a:lnTo>
                <a:lnTo>
                  <a:pt x="330401" y="52458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758467" y="5271516"/>
            <a:ext cx="20275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6040" algn="l"/>
                <a:tab pos="1790700" algn="l"/>
              </a:tabLst>
            </a:pPr>
            <a:r>
              <a:rPr dirty="0" baseline="-1736" sz="4800">
                <a:latin typeface="Cambria Math"/>
                <a:cs typeface="Cambria Math"/>
              </a:rPr>
              <a:t>+</a:t>
            </a:r>
            <a:r>
              <a:rPr dirty="0" baseline="-1736" sz="4800" spc="-179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𝑓	</a:t>
            </a:r>
            <a:r>
              <a:rPr dirty="0" baseline="-4340" sz="4800">
                <a:latin typeface="Cambria Math"/>
                <a:cs typeface="Cambria Math"/>
              </a:rPr>
              <a:t>+	</a:t>
            </a:r>
            <a:r>
              <a:rPr dirty="0" sz="3200">
                <a:latin typeface="Cambria Math"/>
                <a:cs typeface="Cambria Math"/>
              </a:rPr>
              <a:t>𝑓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76852" y="5129913"/>
            <a:ext cx="152400" cy="913130"/>
          </a:xfrm>
          <a:custGeom>
            <a:avLst/>
            <a:gdLst/>
            <a:ahLst/>
            <a:cxnLst/>
            <a:rect l="l" t="t" r="r" b="b"/>
            <a:pathLst>
              <a:path w="152400" h="913129">
                <a:moveTo>
                  <a:pt x="152167" y="913002"/>
                </a:moveTo>
                <a:lnTo>
                  <a:pt x="104071" y="905244"/>
                </a:lnTo>
                <a:lnTo>
                  <a:pt x="62299" y="883642"/>
                </a:lnTo>
                <a:lnTo>
                  <a:pt x="29359" y="850702"/>
                </a:lnTo>
                <a:lnTo>
                  <a:pt x="7757" y="808930"/>
                </a:lnTo>
                <a:lnTo>
                  <a:pt x="0" y="760833"/>
                </a:lnTo>
                <a:lnTo>
                  <a:pt x="0" y="152168"/>
                </a:lnTo>
                <a:lnTo>
                  <a:pt x="7757" y="104071"/>
                </a:lnTo>
                <a:lnTo>
                  <a:pt x="29359" y="62299"/>
                </a:lnTo>
                <a:lnTo>
                  <a:pt x="62299" y="29359"/>
                </a:lnTo>
                <a:lnTo>
                  <a:pt x="104071" y="7757"/>
                </a:lnTo>
                <a:lnTo>
                  <a:pt x="15216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534632" y="5129913"/>
            <a:ext cx="152400" cy="913130"/>
          </a:xfrm>
          <a:custGeom>
            <a:avLst/>
            <a:gdLst/>
            <a:ahLst/>
            <a:cxnLst/>
            <a:rect l="l" t="t" r="r" b="b"/>
            <a:pathLst>
              <a:path w="152400" h="913129">
                <a:moveTo>
                  <a:pt x="0" y="0"/>
                </a:moveTo>
                <a:lnTo>
                  <a:pt x="48096" y="7757"/>
                </a:lnTo>
                <a:lnTo>
                  <a:pt x="89868" y="29359"/>
                </a:lnTo>
                <a:lnTo>
                  <a:pt x="122808" y="62299"/>
                </a:lnTo>
                <a:lnTo>
                  <a:pt x="144410" y="104071"/>
                </a:lnTo>
                <a:lnTo>
                  <a:pt x="152168" y="152168"/>
                </a:lnTo>
                <a:lnTo>
                  <a:pt x="152168" y="760833"/>
                </a:lnTo>
                <a:lnTo>
                  <a:pt x="144410" y="808930"/>
                </a:lnTo>
                <a:lnTo>
                  <a:pt x="122808" y="850702"/>
                </a:lnTo>
                <a:lnTo>
                  <a:pt x="89868" y="883642"/>
                </a:lnTo>
                <a:lnTo>
                  <a:pt x="48096" y="905244"/>
                </a:lnTo>
                <a:lnTo>
                  <a:pt x="0" y="91300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42865" y="2667000"/>
            <a:ext cx="605155" cy="1256030"/>
          </a:xfrm>
          <a:custGeom>
            <a:avLst/>
            <a:gdLst/>
            <a:ahLst/>
            <a:cxnLst/>
            <a:rect l="l" t="t" r="r" b="b"/>
            <a:pathLst>
              <a:path w="605154" h="1256029">
                <a:moveTo>
                  <a:pt x="504264" y="0"/>
                </a:moveTo>
                <a:lnTo>
                  <a:pt x="100854" y="0"/>
                </a:lnTo>
                <a:lnTo>
                  <a:pt x="61597" y="7925"/>
                </a:lnTo>
                <a:lnTo>
                  <a:pt x="29539" y="29539"/>
                </a:lnTo>
                <a:lnTo>
                  <a:pt x="7925" y="61597"/>
                </a:lnTo>
                <a:lnTo>
                  <a:pt x="0" y="100854"/>
                </a:lnTo>
                <a:lnTo>
                  <a:pt x="0" y="1154898"/>
                </a:lnTo>
                <a:lnTo>
                  <a:pt x="7925" y="1194155"/>
                </a:lnTo>
                <a:lnTo>
                  <a:pt x="29539" y="1226213"/>
                </a:lnTo>
                <a:lnTo>
                  <a:pt x="61597" y="1247827"/>
                </a:lnTo>
                <a:lnTo>
                  <a:pt x="100854" y="1255753"/>
                </a:lnTo>
                <a:lnTo>
                  <a:pt x="504264" y="1255753"/>
                </a:lnTo>
                <a:lnTo>
                  <a:pt x="543522" y="1247827"/>
                </a:lnTo>
                <a:lnTo>
                  <a:pt x="575580" y="1226213"/>
                </a:lnTo>
                <a:lnTo>
                  <a:pt x="597193" y="1194155"/>
                </a:lnTo>
                <a:lnTo>
                  <a:pt x="605119" y="1154898"/>
                </a:lnTo>
                <a:lnTo>
                  <a:pt x="605119" y="100854"/>
                </a:lnTo>
                <a:lnTo>
                  <a:pt x="597193" y="61597"/>
                </a:lnTo>
                <a:lnTo>
                  <a:pt x="575580" y="29539"/>
                </a:lnTo>
                <a:lnTo>
                  <a:pt x="543522" y="7925"/>
                </a:lnTo>
                <a:lnTo>
                  <a:pt x="504264" y="0"/>
                </a:lnTo>
                <a:close/>
              </a:path>
            </a:pathLst>
          </a:custGeom>
          <a:solidFill>
            <a:srgbClr val="F0A7B1">
              <a:alpha val="368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47984" y="3731073"/>
            <a:ext cx="925194" cy="129539"/>
          </a:xfrm>
          <a:custGeom>
            <a:avLst/>
            <a:gdLst/>
            <a:ahLst/>
            <a:cxnLst/>
            <a:rect l="l" t="t" r="r" b="b"/>
            <a:pathLst>
              <a:path w="925195" h="129539">
                <a:moveTo>
                  <a:pt x="86642" y="28466"/>
                </a:moveTo>
                <a:lnTo>
                  <a:pt x="84161" y="56933"/>
                </a:lnTo>
                <a:lnTo>
                  <a:pt x="916435" y="129475"/>
                </a:lnTo>
                <a:lnTo>
                  <a:pt x="923363" y="123658"/>
                </a:lnTo>
                <a:lnTo>
                  <a:pt x="924733" y="107936"/>
                </a:lnTo>
                <a:lnTo>
                  <a:pt x="918916" y="101008"/>
                </a:lnTo>
                <a:lnTo>
                  <a:pt x="86642" y="28466"/>
                </a:lnTo>
                <a:close/>
              </a:path>
              <a:path w="925195" h="129539">
                <a:moveTo>
                  <a:pt x="89123" y="0"/>
                </a:moveTo>
                <a:lnTo>
                  <a:pt x="0" y="35256"/>
                </a:lnTo>
                <a:lnTo>
                  <a:pt x="81680" y="85401"/>
                </a:lnTo>
                <a:lnTo>
                  <a:pt x="84161" y="56933"/>
                </a:lnTo>
                <a:lnTo>
                  <a:pt x="62066" y="55007"/>
                </a:lnTo>
                <a:lnTo>
                  <a:pt x="56249" y="48079"/>
                </a:lnTo>
                <a:lnTo>
                  <a:pt x="57619" y="32358"/>
                </a:lnTo>
                <a:lnTo>
                  <a:pt x="64547" y="26540"/>
                </a:lnTo>
                <a:lnTo>
                  <a:pt x="86810" y="26540"/>
                </a:lnTo>
                <a:lnTo>
                  <a:pt x="89123" y="0"/>
                </a:lnTo>
                <a:close/>
              </a:path>
              <a:path w="925195" h="129539">
                <a:moveTo>
                  <a:pt x="64547" y="26540"/>
                </a:moveTo>
                <a:lnTo>
                  <a:pt x="57619" y="32358"/>
                </a:lnTo>
                <a:lnTo>
                  <a:pt x="56249" y="48079"/>
                </a:lnTo>
                <a:lnTo>
                  <a:pt x="62066" y="55007"/>
                </a:lnTo>
                <a:lnTo>
                  <a:pt x="84161" y="56933"/>
                </a:lnTo>
                <a:lnTo>
                  <a:pt x="86642" y="28466"/>
                </a:lnTo>
                <a:lnTo>
                  <a:pt x="64547" y="26540"/>
                </a:lnTo>
                <a:close/>
              </a:path>
              <a:path w="925195" h="129539">
                <a:moveTo>
                  <a:pt x="86810" y="26540"/>
                </a:moveTo>
                <a:lnTo>
                  <a:pt x="64547" y="26540"/>
                </a:lnTo>
                <a:lnTo>
                  <a:pt x="86642" y="28466"/>
                </a:lnTo>
                <a:lnTo>
                  <a:pt x="86810" y="2654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413447" y="3645915"/>
            <a:ext cx="29946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C00000"/>
                </a:solidFill>
                <a:latin typeface="Arial"/>
                <a:cs typeface="Arial"/>
              </a:rPr>
              <a:t>Sum </a:t>
            </a:r>
            <a:r>
              <a:rPr dirty="0" sz="2800">
                <a:solidFill>
                  <a:srgbClr val="008000"/>
                </a:solidFill>
                <a:latin typeface="Arial"/>
                <a:cs typeface="Arial"/>
              </a:rPr>
              <a:t>over</a:t>
            </a:r>
            <a:r>
              <a:rPr dirty="0" sz="2800" spc="-2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Arial"/>
                <a:cs typeface="Arial"/>
              </a:rPr>
              <a:t>multi-set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07369" y="5289673"/>
            <a:ext cx="2133600" cy="617855"/>
          </a:xfrm>
          <a:custGeom>
            <a:avLst/>
            <a:gdLst/>
            <a:ahLst/>
            <a:cxnLst/>
            <a:rect l="l" t="t" r="r" b="b"/>
            <a:pathLst>
              <a:path w="2133600" h="617854">
                <a:moveTo>
                  <a:pt x="0" y="102900"/>
                </a:moveTo>
                <a:lnTo>
                  <a:pt x="8086" y="62847"/>
                </a:lnTo>
                <a:lnTo>
                  <a:pt x="30138" y="30138"/>
                </a:lnTo>
                <a:lnTo>
                  <a:pt x="62847" y="8086"/>
                </a:lnTo>
                <a:lnTo>
                  <a:pt x="102900" y="0"/>
                </a:lnTo>
                <a:lnTo>
                  <a:pt x="2030324" y="0"/>
                </a:lnTo>
                <a:lnTo>
                  <a:pt x="2070377" y="8086"/>
                </a:lnTo>
                <a:lnTo>
                  <a:pt x="2103086" y="30138"/>
                </a:lnTo>
                <a:lnTo>
                  <a:pt x="2125138" y="62847"/>
                </a:lnTo>
                <a:lnTo>
                  <a:pt x="2133225" y="102900"/>
                </a:lnTo>
                <a:lnTo>
                  <a:pt x="2133225" y="514486"/>
                </a:lnTo>
                <a:lnTo>
                  <a:pt x="2125138" y="554539"/>
                </a:lnTo>
                <a:lnTo>
                  <a:pt x="2103086" y="587248"/>
                </a:lnTo>
                <a:lnTo>
                  <a:pt x="2070377" y="609300"/>
                </a:lnTo>
                <a:lnTo>
                  <a:pt x="2030324" y="617387"/>
                </a:lnTo>
                <a:lnTo>
                  <a:pt x="102900" y="617387"/>
                </a:lnTo>
                <a:lnTo>
                  <a:pt x="62847" y="609300"/>
                </a:lnTo>
                <a:lnTo>
                  <a:pt x="30138" y="587248"/>
                </a:lnTo>
                <a:lnTo>
                  <a:pt x="8086" y="554539"/>
                </a:lnTo>
                <a:lnTo>
                  <a:pt x="0" y="514486"/>
                </a:lnTo>
                <a:lnTo>
                  <a:pt x="0" y="10290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513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349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Proof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Intuition: </a:t>
            </a:r>
            <a:r>
              <a:rPr dirty="0" sz="1600" spc="-15"/>
              <a:t>[Xu </a:t>
            </a:r>
            <a:r>
              <a:rPr dirty="0" sz="1600" spc="-5"/>
              <a:t>et al. ICLR</a:t>
            </a:r>
            <a:r>
              <a:rPr dirty="0" sz="1600" spc="-30"/>
              <a:t> </a:t>
            </a:r>
            <a:r>
              <a:rPr dirty="0" sz="1600"/>
              <a:t>2019]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4255" y="3020691"/>
            <a:ext cx="1609725" cy="1050925"/>
          </a:xfrm>
          <a:custGeom>
            <a:avLst/>
            <a:gdLst/>
            <a:ahLst/>
            <a:cxnLst/>
            <a:rect l="l" t="t" r="r" b="b"/>
            <a:pathLst>
              <a:path w="1609725" h="1050925">
                <a:moveTo>
                  <a:pt x="1442671" y="0"/>
                </a:moveTo>
                <a:lnTo>
                  <a:pt x="1431559" y="12327"/>
                </a:lnTo>
                <a:lnTo>
                  <a:pt x="1458312" y="45953"/>
                </a:lnTo>
                <a:lnTo>
                  <a:pt x="1482315" y="83906"/>
                </a:lnTo>
                <a:lnTo>
                  <a:pt x="1503568" y="126185"/>
                </a:lnTo>
                <a:lnTo>
                  <a:pt x="1522070" y="172792"/>
                </a:lnTo>
                <a:lnTo>
                  <a:pt x="1537822" y="223725"/>
                </a:lnTo>
                <a:lnTo>
                  <a:pt x="1548804" y="268969"/>
                </a:lnTo>
                <a:lnTo>
                  <a:pt x="1557790" y="316204"/>
                </a:lnTo>
                <a:lnTo>
                  <a:pt x="1564779" y="365431"/>
                </a:lnTo>
                <a:lnTo>
                  <a:pt x="1569771" y="416651"/>
                </a:lnTo>
                <a:lnTo>
                  <a:pt x="1572766" y="469862"/>
                </a:lnTo>
                <a:lnTo>
                  <a:pt x="1573764" y="525064"/>
                </a:lnTo>
                <a:lnTo>
                  <a:pt x="1572766" y="580531"/>
                </a:lnTo>
                <a:lnTo>
                  <a:pt x="1569771" y="633952"/>
                </a:lnTo>
                <a:lnTo>
                  <a:pt x="1564779" y="685328"/>
                </a:lnTo>
                <a:lnTo>
                  <a:pt x="1557790" y="734659"/>
                </a:lnTo>
                <a:lnTo>
                  <a:pt x="1548804" y="781945"/>
                </a:lnTo>
                <a:lnTo>
                  <a:pt x="1537822" y="827186"/>
                </a:lnTo>
                <a:lnTo>
                  <a:pt x="1522070" y="878088"/>
                </a:lnTo>
                <a:lnTo>
                  <a:pt x="1503568" y="924670"/>
                </a:lnTo>
                <a:lnTo>
                  <a:pt x="1482315" y="966932"/>
                </a:lnTo>
                <a:lnTo>
                  <a:pt x="1458312" y="1004874"/>
                </a:lnTo>
                <a:lnTo>
                  <a:pt x="1431559" y="1038496"/>
                </a:lnTo>
                <a:lnTo>
                  <a:pt x="1442671" y="1050824"/>
                </a:lnTo>
                <a:lnTo>
                  <a:pt x="1472685" y="1017772"/>
                </a:lnTo>
                <a:lnTo>
                  <a:pt x="1499942" y="980149"/>
                </a:lnTo>
                <a:lnTo>
                  <a:pt x="1524442" y="937957"/>
                </a:lnTo>
                <a:lnTo>
                  <a:pt x="1546184" y="891194"/>
                </a:lnTo>
                <a:lnTo>
                  <a:pt x="1565169" y="839861"/>
                </a:lnTo>
                <a:lnTo>
                  <a:pt x="1578618" y="793872"/>
                </a:lnTo>
                <a:lnTo>
                  <a:pt x="1589622" y="745270"/>
                </a:lnTo>
                <a:lnTo>
                  <a:pt x="1598181" y="694053"/>
                </a:lnTo>
                <a:lnTo>
                  <a:pt x="1604294" y="640222"/>
                </a:lnTo>
                <a:lnTo>
                  <a:pt x="1607962" y="583777"/>
                </a:lnTo>
                <a:lnTo>
                  <a:pt x="1609185" y="524718"/>
                </a:lnTo>
                <a:lnTo>
                  <a:pt x="1607962" y="466083"/>
                </a:lnTo>
                <a:lnTo>
                  <a:pt x="1604294" y="409985"/>
                </a:lnTo>
                <a:lnTo>
                  <a:pt x="1598181" y="356424"/>
                </a:lnTo>
                <a:lnTo>
                  <a:pt x="1589622" y="305400"/>
                </a:lnTo>
                <a:lnTo>
                  <a:pt x="1578618" y="256913"/>
                </a:lnTo>
                <a:lnTo>
                  <a:pt x="1565169" y="210963"/>
                </a:lnTo>
                <a:lnTo>
                  <a:pt x="1546184" y="159630"/>
                </a:lnTo>
                <a:lnTo>
                  <a:pt x="1524442" y="112867"/>
                </a:lnTo>
                <a:lnTo>
                  <a:pt x="1499942" y="70674"/>
                </a:lnTo>
                <a:lnTo>
                  <a:pt x="1472685" y="33052"/>
                </a:lnTo>
                <a:lnTo>
                  <a:pt x="1442671" y="0"/>
                </a:lnTo>
                <a:close/>
              </a:path>
              <a:path w="1609725" h="1050925">
                <a:moveTo>
                  <a:pt x="166513" y="0"/>
                </a:moveTo>
                <a:lnTo>
                  <a:pt x="136499" y="33052"/>
                </a:lnTo>
                <a:lnTo>
                  <a:pt x="109243" y="70674"/>
                </a:lnTo>
                <a:lnTo>
                  <a:pt x="84743" y="112867"/>
                </a:lnTo>
                <a:lnTo>
                  <a:pt x="63001" y="159630"/>
                </a:lnTo>
                <a:lnTo>
                  <a:pt x="44015" y="210963"/>
                </a:lnTo>
                <a:lnTo>
                  <a:pt x="30566" y="256913"/>
                </a:lnTo>
                <a:lnTo>
                  <a:pt x="19562" y="305400"/>
                </a:lnTo>
                <a:lnTo>
                  <a:pt x="11004" y="356424"/>
                </a:lnTo>
                <a:lnTo>
                  <a:pt x="4890" y="409985"/>
                </a:lnTo>
                <a:lnTo>
                  <a:pt x="1222" y="466083"/>
                </a:lnTo>
                <a:lnTo>
                  <a:pt x="0" y="524718"/>
                </a:lnTo>
                <a:lnTo>
                  <a:pt x="1222" y="583777"/>
                </a:lnTo>
                <a:lnTo>
                  <a:pt x="4890" y="640222"/>
                </a:lnTo>
                <a:lnTo>
                  <a:pt x="11004" y="694053"/>
                </a:lnTo>
                <a:lnTo>
                  <a:pt x="19562" y="745270"/>
                </a:lnTo>
                <a:lnTo>
                  <a:pt x="30566" y="793872"/>
                </a:lnTo>
                <a:lnTo>
                  <a:pt x="44015" y="839861"/>
                </a:lnTo>
                <a:lnTo>
                  <a:pt x="63001" y="891194"/>
                </a:lnTo>
                <a:lnTo>
                  <a:pt x="84743" y="937957"/>
                </a:lnTo>
                <a:lnTo>
                  <a:pt x="109243" y="980149"/>
                </a:lnTo>
                <a:lnTo>
                  <a:pt x="136499" y="1017772"/>
                </a:lnTo>
                <a:lnTo>
                  <a:pt x="166513" y="1050824"/>
                </a:lnTo>
                <a:lnTo>
                  <a:pt x="177627" y="1038496"/>
                </a:lnTo>
                <a:lnTo>
                  <a:pt x="150873" y="1004874"/>
                </a:lnTo>
                <a:lnTo>
                  <a:pt x="126870" y="966932"/>
                </a:lnTo>
                <a:lnTo>
                  <a:pt x="105617" y="924670"/>
                </a:lnTo>
                <a:lnTo>
                  <a:pt x="87115" y="878088"/>
                </a:lnTo>
                <a:lnTo>
                  <a:pt x="71363" y="827186"/>
                </a:lnTo>
                <a:lnTo>
                  <a:pt x="60381" y="781945"/>
                </a:lnTo>
                <a:lnTo>
                  <a:pt x="51395" y="734659"/>
                </a:lnTo>
                <a:lnTo>
                  <a:pt x="44406" y="685328"/>
                </a:lnTo>
                <a:lnTo>
                  <a:pt x="39414" y="633952"/>
                </a:lnTo>
                <a:lnTo>
                  <a:pt x="36419" y="580531"/>
                </a:lnTo>
                <a:lnTo>
                  <a:pt x="35427" y="524718"/>
                </a:lnTo>
                <a:lnTo>
                  <a:pt x="36419" y="469862"/>
                </a:lnTo>
                <a:lnTo>
                  <a:pt x="39414" y="416651"/>
                </a:lnTo>
                <a:lnTo>
                  <a:pt x="44406" y="365431"/>
                </a:lnTo>
                <a:lnTo>
                  <a:pt x="51395" y="316204"/>
                </a:lnTo>
                <a:lnTo>
                  <a:pt x="60381" y="268969"/>
                </a:lnTo>
                <a:lnTo>
                  <a:pt x="71363" y="223725"/>
                </a:lnTo>
                <a:lnTo>
                  <a:pt x="87115" y="172792"/>
                </a:lnTo>
                <a:lnTo>
                  <a:pt x="105617" y="126185"/>
                </a:lnTo>
                <a:lnTo>
                  <a:pt x="126870" y="83906"/>
                </a:lnTo>
                <a:lnTo>
                  <a:pt x="150873" y="45953"/>
                </a:lnTo>
                <a:lnTo>
                  <a:pt x="177627" y="12327"/>
                </a:lnTo>
                <a:lnTo>
                  <a:pt x="1665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844547"/>
            <a:ext cx="8044180" cy="2319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9600"/>
              </a:lnSpc>
              <a:spcBef>
                <a:spcPts val="110"/>
              </a:spcBef>
            </a:pPr>
            <a:r>
              <a:rPr dirty="0" sz="2800">
                <a:latin typeface="Cambria Math"/>
                <a:cs typeface="Cambria Math"/>
              </a:rPr>
              <a:t>𝑓 </a:t>
            </a:r>
            <a:r>
              <a:rPr dirty="0" sz="2800" spc="-10">
                <a:latin typeface="Calibri"/>
                <a:cs typeface="Calibri"/>
              </a:rPr>
              <a:t>produces </a:t>
            </a:r>
            <a:r>
              <a:rPr dirty="0" sz="2800" spc="-5">
                <a:latin typeface="Calibri"/>
                <a:cs typeface="Calibri"/>
              </a:rPr>
              <a:t>one-hot </a:t>
            </a:r>
            <a:r>
              <a:rPr dirty="0" sz="2800" spc="-10">
                <a:latin typeface="Calibri"/>
                <a:cs typeface="Calibri"/>
              </a:rPr>
              <a:t>encodings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colors. </a:t>
            </a:r>
            <a:r>
              <a:rPr dirty="0" sz="2800" spc="-10">
                <a:latin typeface="Calibri"/>
                <a:cs typeface="Calibri"/>
              </a:rPr>
              <a:t>Summation </a:t>
            </a:r>
            <a:r>
              <a:rPr dirty="0" sz="2800" spc="-5">
                <a:latin typeface="Calibri"/>
                <a:cs typeface="Calibri"/>
              </a:rPr>
              <a:t>of  the one-hot </a:t>
            </a:r>
            <a:r>
              <a:rPr dirty="0" sz="2800" spc="-10">
                <a:latin typeface="Calibri"/>
                <a:cs typeface="Calibri"/>
              </a:rPr>
              <a:t>encodings </a:t>
            </a:r>
            <a:r>
              <a:rPr dirty="0" sz="2800" spc="-20">
                <a:latin typeface="Calibri"/>
                <a:cs typeface="Calibri"/>
              </a:rPr>
              <a:t>retains </a:t>
            </a:r>
            <a:r>
              <a:rPr dirty="0" sz="2800" spc="-5">
                <a:latin typeface="Calibri"/>
                <a:cs typeface="Calibri"/>
              </a:rPr>
              <a:t>all the </a:t>
            </a:r>
            <a:r>
              <a:rPr dirty="0" sz="2800" spc="-15">
                <a:latin typeface="Calibri"/>
                <a:cs typeface="Calibri"/>
              </a:rPr>
              <a:t>information </a:t>
            </a:r>
            <a:r>
              <a:rPr dirty="0" sz="2800" spc="-5">
                <a:latin typeface="Calibri"/>
                <a:cs typeface="Calibri"/>
              </a:rPr>
              <a:t>about  the input </a:t>
            </a:r>
            <a:r>
              <a:rPr dirty="0" sz="2800" spc="-10">
                <a:latin typeface="Calibri"/>
                <a:cs typeface="Calibri"/>
              </a:rPr>
              <a:t>multi-set.</a:t>
            </a:r>
            <a:endParaRPr sz="2800">
              <a:latin typeface="Calibri"/>
              <a:cs typeface="Calibri"/>
            </a:endParaRPr>
          </a:p>
          <a:p>
            <a:pPr algn="ctr" marR="290195">
              <a:lnSpc>
                <a:spcPct val="100000"/>
              </a:lnSpc>
              <a:spcBef>
                <a:spcPts val="1245"/>
              </a:spcBef>
              <a:tabLst>
                <a:tab pos="554990" algn="l"/>
              </a:tabLst>
            </a:pPr>
            <a:r>
              <a:rPr dirty="0" sz="2800">
                <a:latin typeface="Cambria Math"/>
                <a:cs typeface="Cambria Math"/>
              </a:rPr>
              <a:t>Φ	</a:t>
            </a:r>
            <a:r>
              <a:rPr dirty="0" sz="2800" spc="2775">
                <a:latin typeface="Cambria Math"/>
                <a:cs typeface="Cambria Math"/>
              </a:rPr>
              <a:t>-</a:t>
            </a:r>
            <a:r>
              <a:rPr dirty="0" sz="2800" spc="-235">
                <a:latin typeface="Cambria Math"/>
                <a:cs typeface="Cambria Math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𝑓(𝑥)</a:t>
            </a:r>
            <a:endParaRPr sz="2800">
              <a:latin typeface="Cambria Math"/>
              <a:cs typeface="Cambria Math"/>
            </a:endParaRPr>
          </a:p>
          <a:p>
            <a:pPr algn="ctr" marR="502284">
              <a:lnSpc>
                <a:spcPct val="100000"/>
              </a:lnSpc>
              <a:spcBef>
                <a:spcPts val="990"/>
              </a:spcBef>
            </a:pPr>
            <a:r>
              <a:rPr dirty="0" sz="2000" spc="355">
                <a:latin typeface="Cambria Math"/>
                <a:cs typeface="Cambria Math"/>
              </a:rPr>
              <a:t>'∈(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4243323"/>
            <a:ext cx="19577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44955" algn="l"/>
              </a:tabLst>
            </a:pPr>
            <a:r>
              <a:rPr dirty="0" sz="2800" spc="-5">
                <a:latin typeface="Calibri"/>
                <a:cs typeface="Calibri"/>
              </a:rPr>
              <a:t>E</a:t>
            </a:r>
            <a:r>
              <a:rPr dirty="0" sz="2800" spc="-55">
                <a:latin typeface="Calibri"/>
                <a:cs typeface="Calibri"/>
              </a:rPr>
              <a:t>x</a:t>
            </a:r>
            <a:r>
              <a:rPr dirty="0" sz="2800" spc="-5">
                <a:latin typeface="Calibri"/>
                <a:cs typeface="Calibri"/>
              </a:rPr>
              <a:t>a</a:t>
            </a:r>
            <a:r>
              <a:rPr dirty="0" sz="2800">
                <a:latin typeface="Calibri"/>
                <a:cs typeface="Calibri"/>
              </a:rPr>
              <a:t>mp</a:t>
            </a:r>
            <a:r>
              <a:rPr dirty="0" sz="2800" spc="-10">
                <a:latin typeface="Calibri"/>
                <a:cs typeface="Calibri"/>
              </a:rPr>
              <a:t>le</a:t>
            </a:r>
            <a:r>
              <a:rPr dirty="0" sz="2800">
                <a:latin typeface="Calibri"/>
                <a:cs typeface="Calibri"/>
              </a:rPr>
              <a:t>:	</a:t>
            </a:r>
            <a:r>
              <a:rPr dirty="0" baseline="-25000" sz="6000">
                <a:latin typeface="Cambria Math"/>
                <a:cs typeface="Cambria Math"/>
              </a:rPr>
              <a:t>Φ</a:t>
            </a:r>
            <a:endParaRPr baseline="-25000" sz="6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5951" y="4536948"/>
            <a:ext cx="2489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𝑓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01458" y="4697299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9" y="24453"/>
                </a:lnTo>
                <a:lnTo>
                  <a:pt x="56688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30" y="333758"/>
                </a:lnTo>
                <a:lnTo>
                  <a:pt x="330401" y="305752"/>
                </a:lnTo>
                <a:lnTo>
                  <a:pt x="360664" y="269503"/>
                </a:lnTo>
                <a:lnTo>
                  <a:pt x="380176" y="226719"/>
                </a:lnTo>
                <a:lnTo>
                  <a:pt x="387089" y="179105"/>
                </a:lnTo>
                <a:lnTo>
                  <a:pt x="380176" y="131492"/>
                </a:lnTo>
                <a:lnTo>
                  <a:pt x="360664" y="88707"/>
                </a:lnTo>
                <a:lnTo>
                  <a:pt x="330401" y="52459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21993" y="4600787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39" h="561339">
                <a:moveTo>
                  <a:pt x="91295" y="560956"/>
                </a:moveTo>
                <a:lnTo>
                  <a:pt x="55759" y="553781"/>
                </a:lnTo>
                <a:lnTo>
                  <a:pt x="26739" y="534216"/>
                </a:lnTo>
                <a:lnTo>
                  <a:pt x="7174" y="505197"/>
                </a:lnTo>
                <a:lnTo>
                  <a:pt x="0" y="469660"/>
                </a:lnTo>
                <a:lnTo>
                  <a:pt x="0" y="91295"/>
                </a:lnTo>
                <a:lnTo>
                  <a:pt x="7174" y="55759"/>
                </a:lnTo>
                <a:lnTo>
                  <a:pt x="26739" y="26739"/>
                </a:lnTo>
                <a:lnTo>
                  <a:pt x="55759" y="7174"/>
                </a:lnTo>
                <a:lnTo>
                  <a:pt x="912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78460" y="4600787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39" h="561339">
                <a:moveTo>
                  <a:pt x="0" y="0"/>
                </a:moveTo>
                <a:lnTo>
                  <a:pt x="35536" y="7174"/>
                </a:lnTo>
                <a:lnTo>
                  <a:pt x="64555" y="26739"/>
                </a:lnTo>
                <a:lnTo>
                  <a:pt x="84120" y="55759"/>
                </a:lnTo>
                <a:lnTo>
                  <a:pt x="91295" y="91295"/>
                </a:lnTo>
                <a:lnTo>
                  <a:pt x="91295" y="469660"/>
                </a:lnTo>
                <a:lnTo>
                  <a:pt x="84120" y="505197"/>
                </a:lnTo>
                <a:lnTo>
                  <a:pt x="64555" y="534216"/>
                </a:lnTo>
                <a:lnTo>
                  <a:pt x="35536" y="553781"/>
                </a:lnTo>
                <a:lnTo>
                  <a:pt x="0" y="5609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50328" y="4612387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39" h="561339">
                <a:moveTo>
                  <a:pt x="91295" y="560956"/>
                </a:moveTo>
                <a:lnTo>
                  <a:pt x="55759" y="553781"/>
                </a:lnTo>
                <a:lnTo>
                  <a:pt x="26739" y="534216"/>
                </a:lnTo>
                <a:lnTo>
                  <a:pt x="7174" y="505197"/>
                </a:lnTo>
                <a:lnTo>
                  <a:pt x="0" y="469660"/>
                </a:lnTo>
                <a:lnTo>
                  <a:pt x="0" y="91295"/>
                </a:lnTo>
                <a:lnTo>
                  <a:pt x="7174" y="55759"/>
                </a:lnTo>
                <a:lnTo>
                  <a:pt x="26739" y="26739"/>
                </a:lnTo>
                <a:lnTo>
                  <a:pt x="55759" y="7174"/>
                </a:lnTo>
                <a:lnTo>
                  <a:pt x="912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06795" y="4612387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39" h="561339">
                <a:moveTo>
                  <a:pt x="0" y="0"/>
                </a:moveTo>
                <a:lnTo>
                  <a:pt x="35536" y="7174"/>
                </a:lnTo>
                <a:lnTo>
                  <a:pt x="64555" y="26739"/>
                </a:lnTo>
                <a:lnTo>
                  <a:pt x="84120" y="55759"/>
                </a:lnTo>
                <a:lnTo>
                  <a:pt x="91295" y="91295"/>
                </a:lnTo>
                <a:lnTo>
                  <a:pt x="91295" y="469660"/>
                </a:lnTo>
                <a:lnTo>
                  <a:pt x="84120" y="505197"/>
                </a:lnTo>
                <a:lnTo>
                  <a:pt x="64555" y="534216"/>
                </a:lnTo>
                <a:lnTo>
                  <a:pt x="35536" y="553781"/>
                </a:lnTo>
                <a:lnTo>
                  <a:pt x="0" y="5609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50831" y="4612387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39" h="561339">
                <a:moveTo>
                  <a:pt x="91295" y="560956"/>
                </a:moveTo>
                <a:lnTo>
                  <a:pt x="55759" y="553781"/>
                </a:lnTo>
                <a:lnTo>
                  <a:pt x="26739" y="534216"/>
                </a:lnTo>
                <a:lnTo>
                  <a:pt x="7174" y="505197"/>
                </a:lnTo>
                <a:lnTo>
                  <a:pt x="0" y="469660"/>
                </a:lnTo>
                <a:lnTo>
                  <a:pt x="0" y="91295"/>
                </a:lnTo>
                <a:lnTo>
                  <a:pt x="7174" y="55759"/>
                </a:lnTo>
                <a:lnTo>
                  <a:pt x="26739" y="26739"/>
                </a:lnTo>
                <a:lnTo>
                  <a:pt x="55759" y="7174"/>
                </a:lnTo>
                <a:lnTo>
                  <a:pt x="912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07298" y="4612387"/>
            <a:ext cx="91440" cy="561340"/>
          </a:xfrm>
          <a:custGeom>
            <a:avLst/>
            <a:gdLst/>
            <a:ahLst/>
            <a:cxnLst/>
            <a:rect l="l" t="t" r="r" b="b"/>
            <a:pathLst>
              <a:path w="91439" h="561339">
                <a:moveTo>
                  <a:pt x="0" y="0"/>
                </a:moveTo>
                <a:lnTo>
                  <a:pt x="35536" y="7174"/>
                </a:lnTo>
                <a:lnTo>
                  <a:pt x="64555" y="26739"/>
                </a:lnTo>
                <a:lnTo>
                  <a:pt x="84120" y="55759"/>
                </a:lnTo>
                <a:lnTo>
                  <a:pt x="91295" y="91295"/>
                </a:lnTo>
                <a:lnTo>
                  <a:pt x="91295" y="469660"/>
                </a:lnTo>
                <a:lnTo>
                  <a:pt x="84120" y="505197"/>
                </a:lnTo>
                <a:lnTo>
                  <a:pt x="64555" y="534216"/>
                </a:lnTo>
                <a:lnTo>
                  <a:pt x="35536" y="553781"/>
                </a:lnTo>
                <a:lnTo>
                  <a:pt x="0" y="5609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30665" y="4715870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8" y="24453"/>
                </a:lnTo>
                <a:lnTo>
                  <a:pt x="56687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7" y="305752"/>
                </a:lnTo>
                <a:lnTo>
                  <a:pt x="95858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29" y="333758"/>
                </a:lnTo>
                <a:lnTo>
                  <a:pt x="330400" y="305752"/>
                </a:lnTo>
                <a:lnTo>
                  <a:pt x="360664" y="269503"/>
                </a:lnTo>
                <a:lnTo>
                  <a:pt x="380174" y="226719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4" y="88707"/>
                </a:lnTo>
                <a:lnTo>
                  <a:pt x="330400" y="52459"/>
                </a:lnTo>
                <a:lnTo>
                  <a:pt x="291229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031167" y="4710615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9" y="24453"/>
                </a:lnTo>
                <a:lnTo>
                  <a:pt x="56688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29" y="333758"/>
                </a:lnTo>
                <a:lnTo>
                  <a:pt x="330400" y="305752"/>
                </a:lnTo>
                <a:lnTo>
                  <a:pt x="360664" y="269503"/>
                </a:lnTo>
                <a:lnTo>
                  <a:pt x="380174" y="226719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4" y="88707"/>
                </a:lnTo>
                <a:lnTo>
                  <a:pt x="330400" y="52459"/>
                </a:lnTo>
                <a:lnTo>
                  <a:pt x="291229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879457" y="4549140"/>
            <a:ext cx="20275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6040" algn="l"/>
                <a:tab pos="1790700" algn="l"/>
              </a:tabLst>
            </a:pPr>
            <a:r>
              <a:rPr dirty="0" baseline="-1736" sz="4800">
                <a:latin typeface="Cambria Math"/>
                <a:cs typeface="Cambria Math"/>
              </a:rPr>
              <a:t>+</a:t>
            </a:r>
            <a:r>
              <a:rPr dirty="0" baseline="-1736" sz="4800" spc="-179">
                <a:latin typeface="Cambria Math"/>
                <a:cs typeface="Cambria Math"/>
              </a:rPr>
              <a:t> </a:t>
            </a:r>
            <a:r>
              <a:rPr dirty="0" sz="3200">
                <a:latin typeface="Cambria Math"/>
                <a:cs typeface="Cambria Math"/>
              </a:rPr>
              <a:t>𝑓	</a:t>
            </a:r>
            <a:r>
              <a:rPr dirty="0" baseline="-4340" sz="4800">
                <a:latin typeface="Cambria Math"/>
                <a:cs typeface="Cambria Math"/>
              </a:rPr>
              <a:t>+	</a:t>
            </a:r>
            <a:r>
              <a:rPr dirty="0" sz="3200">
                <a:latin typeface="Cambria Math"/>
                <a:cs typeface="Cambria Math"/>
              </a:rPr>
              <a:t>𝑓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97841" y="4407060"/>
            <a:ext cx="152400" cy="913130"/>
          </a:xfrm>
          <a:custGeom>
            <a:avLst/>
            <a:gdLst/>
            <a:ahLst/>
            <a:cxnLst/>
            <a:rect l="l" t="t" r="r" b="b"/>
            <a:pathLst>
              <a:path w="152400" h="913129">
                <a:moveTo>
                  <a:pt x="152167" y="913002"/>
                </a:moveTo>
                <a:lnTo>
                  <a:pt x="104071" y="905244"/>
                </a:lnTo>
                <a:lnTo>
                  <a:pt x="62299" y="883642"/>
                </a:lnTo>
                <a:lnTo>
                  <a:pt x="29359" y="850702"/>
                </a:lnTo>
                <a:lnTo>
                  <a:pt x="7757" y="808930"/>
                </a:lnTo>
                <a:lnTo>
                  <a:pt x="0" y="760833"/>
                </a:lnTo>
                <a:lnTo>
                  <a:pt x="0" y="152168"/>
                </a:lnTo>
                <a:lnTo>
                  <a:pt x="7757" y="104071"/>
                </a:lnTo>
                <a:lnTo>
                  <a:pt x="29359" y="62299"/>
                </a:lnTo>
                <a:lnTo>
                  <a:pt x="62299" y="29359"/>
                </a:lnTo>
                <a:lnTo>
                  <a:pt x="104071" y="7757"/>
                </a:lnTo>
                <a:lnTo>
                  <a:pt x="15216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55621" y="4407060"/>
            <a:ext cx="152400" cy="913130"/>
          </a:xfrm>
          <a:custGeom>
            <a:avLst/>
            <a:gdLst/>
            <a:ahLst/>
            <a:cxnLst/>
            <a:rect l="l" t="t" r="r" b="b"/>
            <a:pathLst>
              <a:path w="152400" h="913129">
                <a:moveTo>
                  <a:pt x="0" y="0"/>
                </a:moveTo>
                <a:lnTo>
                  <a:pt x="48096" y="7757"/>
                </a:lnTo>
                <a:lnTo>
                  <a:pt x="89868" y="29359"/>
                </a:lnTo>
                <a:lnTo>
                  <a:pt x="122808" y="62299"/>
                </a:lnTo>
                <a:lnTo>
                  <a:pt x="144410" y="104071"/>
                </a:lnTo>
                <a:lnTo>
                  <a:pt x="152168" y="152168"/>
                </a:lnTo>
                <a:lnTo>
                  <a:pt x="152168" y="760833"/>
                </a:lnTo>
                <a:lnTo>
                  <a:pt x="144410" y="808930"/>
                </a:lnTo>
                <a:lnTo>
                  <a:pt x="122808" y="850702"/>
                </a:lnTo>
                <a:lnTo>
                  <a:pt x="89868" y="883642"/>
                </a:lnTo>
                <a:lnTo>
                  <a:pt x="48096" y="905244"/>
                </a:lnTo>
                <a:lnTo>
                  <a:pt x="0" y="91300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81519" y="5730744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7" y="0"/>
                </a:moveTo>
                <a:lnTo>
                  <a:pt x="303265" y="9971"/>
                </a:lnTo>
                <a:lnTo>
                  <a:pt x="321273" y="29802"/>
                </a:lnTo>
                <a:lnTo>
                  <a:pt x="337644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1"/>
                </a:lnTo>
                <a:lnTo>
                  <a:pt x="390031" y="301079"/>
                </a:lnTo>
                <a:lnTo>
                  <a:pt x="388497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4" y="547687"/>
                </a:lnTo>
                <a:lnTo>
                  <a:pt x="303265" y="592187"/>
                </a:lnTo>
                <a:lnTo>
                  <a:pt x="311897" y="602158"/>
                </a:lnTo>
                <a:lnTo>
                  <a:pt x="352155" y="557826"/>
                </a:lnTo>
                <a:lnTo>
                  <a:pt x="386906" y="492100"/>
                </a:lnTo>
                <a:lnTo>
                  <a:pt x="400905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8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9" y="74520"/>
                </a:lnTo>
                <a:lnTo>
                  <a:pt x="332714" y="19491"/>
                </a:lnTo>
                <a:lnTo>
                  <a:pt x="311897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8"/>
                </a:lnTo>
                <a:lnTo>
                  <a:pt x="1994" y="246082"/>
                </a:lnTo>
                <a:lnTo>
                  <a:pt x="0" y="301079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4" y="451493"/>
                </a:lnTo>
                <a:lnTo>
                  <a:pt x="31993" y="492100"/>
                </a:lnTo>
                <a:lnTo>
                  <a:pt x="48680" y="527637"/>
                </a:lnTo>
                <a:lnTo>
                  <a:pt x="86185" y="582666"/>
                </a:lnTo>
                <a:lnTo>
                  <a:pt x="107002" y="602158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4" y="483840"/>
                </a:lnTo>
                <a:lnTo>
                  <a:pt x="42681" y="444847"/>
                </a:lnTo>
                <a:lnTo>
                  <a:pt x="35007" y="401389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7" y="200769"/>
                </a:lnTo>
                <a:lnTo>
                  <a:pt x="42681" y="157311"/>
                </a:lnTo>
                <a:lnTo>
                  <a:pt x="53424" y="118318"/>
                </a:lnTo>
                <a:lnTo>
                  <a:pt x="81254" y="54471"/>
                </a:lnTo>
                <a:lnTo>
                  <a:pt x="115634" y="9971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294134" y="5504179"/>
            <a:ext cx="194310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719" y="5750045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1"/>
                </a:lnTo>
                <a:lnTo>
                  <a:pt x="321272" y="29802"/>
                </a:lnTo>
                <a:lnTo>
                  <a:pt x="337643" y="54471"/>
                </a:lnTo>
                <a:lnTo>
                  <a:pt x="365473" y="118318"/>
                </a:lnTo>
                <a:lnTo>
                  <a:pt x="376217" y="157311"/>
                </a:lnTo>
                <a:lnTo>
                  <a:pt x="383891" y="200769"/>
                </a:lnTo>
                <a:lnTo>
                  <a:pt x="388495" y="248691"/>
                </a:lnTo>
                <a:lnTo>
                  <a:pt x="390030" y="301079"/>
                </a:lnTo>
                <a:lnTo>
                  <a:pt x="388495" y="353466"/>
                </a:lnTo>
                <a:lnTo>
                  <a:pt x="383891" y="401389"/>
                </a:lnTo>
                <a:lnTo>
                  <a:pt x="376217" y="444847"/>
                </a:lnTo>
                <a:lnTo>
                  <a:pt x="365473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8"/>
                </a:lnTo>
                <a:lnTo>
                  <a:pt x="352154" y="557826"/>
                </a:lnTo>
                <a:lnTo>
                  <a:pt x="386905" y="492100"/>
                </a:lnTo>
                <a:lnTo>
                  <a:pt x="400904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8"/>
                </a:lnTo>
                <a:lnTo>
                  <a:pt x="400904" y="150646"/>
                </a:lnTo>
                <a:lnTo>
                  <a:pt x="386905" y="110058"/>
                </a:lnTo>
                <a:lnTo>
                  <a:pt x="370218" y="74521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8"/>
                </a:lnTo>
                <a:lnTo>
                  <a:pt x="1994" y="246082"/>
                </a:lnTo>
                <a:lnTo>
                  <a:pt x="0" y="301079"/>
                </a:lnTo>
                <a:lnTo>
                  <a:pt x="1994" y="355908"/>
                </a:lnTo>
                <a:lnTo>
                  <a:pt x="7993" y="406096"/>
                </a:lnTo>
                <a:lnTo>
                  <a:pt x="17993" y="451493"/>
                </a:lnTo>
                <a:lnTo>
                  <a:pt x="31992" y="492100"/>
                </a:lnTo>
                <a:lnTo>
                  <a:pt x="48679" y="527637"/>
                </a:lnTo>
                <a:lnTo>
                  <a:pt x="86184" y="582666"/>
                </a:lnTo>
                <a:lnTo>
                  <a:pt x="107002" y="602158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6" y="200769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4" y="9971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687335" y="5519420"/>
            <a:ext cx="194310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75326" y="5085989"/>
            <a:ext cx="1031875" cy="504825"/>
          </a:xfrm>
          <a:custGeom>
            <a:avLst/>
            <a:gdLst/>
            <a:ahLst/>
            <a:cxnLst/>
            <a:rect l="l" t="t" r="r" b="b"/>
            <a:pathLst>
              <a:path w="1031875" h="504825">
                <a:moveTo>
                  <a:pt x="1031558" y="0"/>
                </a:moveTo>
                <a:lnTo>
                  <a:pt x="1029413" y="79765"/>
                </a:lnTo>
                <a:lnTo>
                  <a:pt x="1023443" y="149040"/>
                </a:lnTo>
                <a:lnTo>
                  <a:pt x="1014339" y="203668"/>
                </a:lnTo>
                <a:lnTo>
                  <a:pt x="989500" y="252359"/>
                </a:lnTo>
                <a:lnTo>
                  <a:pt x="557836" y="252359"/>
                </a:lnTo>
                <a:lnTo>
                  <a:pt x="544543" y="265225"/>
                </a:lnTo>
                <a:lnTo>
                  <a:pt x="532997" y="301050"/>
                </a:lnTo>
                <a:lnTo>
                  <a:pt x="523893" y="355678"/>
                </a:lnTo>
                <a:lnTo>
                  <a:pt x="517923" y="424953"/>
                </a:lnTo>
                <a:lnTo>
                  <a:pt x="515779" y="504719"/>
                </a:lnTo>
                <a:lnTo>
                  <a:pt x="513634" y="424953"/>
                </a:lnTo>
                <a:lnTo>
                  <a:pt x="507664" y="355678"/>
                </a:lnTo>
                <a:lnTo>
                  <a:pt x="498560" y="301050"/>
                </a:lnTo>
                <a:lnTo>
                  <a:pt x="487014" y="265225"/>
                </a:lnTo>
                <a:lnTo>
                  <a:pt x="473721" y="252359"/>
                </a:lnTo>
                <a:lnTo>
                  <a:pt x="42057" y="252359"/>
                </a:lnTo>
                <a:lnTo>
                  <a:pt x="28764" y="239494"/>
                </a:lnTo>
                <a:lnTo>
                  <a:pt x="17219" y="203668"/>
                </a:lnTo>
                <a:lnTo>
                  <a:pt x="8114" y="149040"/>
                </a:lnTo>
                <a:lnTo>
                  <a:pt x="2144" y="79765"/>
                </a:ln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43845" y="5085989"/>
            <a:ext cx="1031875" cy="504825"/>
          </a:xfrm>
          <a:custGeom>
            <a:avLst/>
            <a:gdLst/>
            <a:ahLst/>
            <a:cxnLst/>
            <a:rect l="l" t="t" r="r" b="b"/>
            <a:pathLst>
              <a:path w="1031875" h="504825">
                <a:moveTo>
                  <a:pt x="1031558" y="0"/>
                </a:moveTo>
                <a:lnTo>
                  <a:pt x="1029413" y="79765"/>
                </a:lnTo>
                <a:lnTo>
                  <a:pt x="1023443" y="149040"/>
                </a:lnTo>
                <a:lnTo>
                  <a:pt x="1014339" y="203668"/>
                </a:lnTo>
                <a:lnTo>
                  <a:pt x="989500" y="252359"/>
                </a:lnTo>
                <a:lnTo>
                  <a:pt x="557836" y="252359"/>
                </a:lnTo>
                <a:lnTo>
                  <a:pt x="544543" y="265225"/>
                </a:lnTo>
                <a:lnTo>
                  <a:pt x="532997" y="301050"/>
                </a:lnTo>
                <a:lnTo>
                  <a:pt x="523893" y="355678"/>
                </a:lnTo>
                <a:lnTo>
                  <a:pt x="517923" y="424953"/>
                </a:lnTo>
                <a:lnTo>
                  <a:pt x="515779" y="504719"/>
                </a:lnTo>
                <a:lnTo>
                  <a:pt x="513634" y="424953"/>
                </a:lnTo>
                <a:lnTo>
                  <a:pt x="507664" y="355678"/>
                </a:lnTo>
                <a:lnTo>
                  <a:pt x="498560" y="301050"/>
                </a:lnTo>
                <a:lnTo>
                  <a:pt x="487014" y="265225"/>
                </a:lnTo>
                <a:lnTo>
                  <a:pt x="473721" y="252359"/>
                </a:lnTo>
                <a:lnTo>
                  <a:pt x="42057" y="252359"/>
                </a:lnTo>
                <a:lnTo>
                  <a:pt x="28764" y="239494"/>
                </a:lnTo>
                <a:lnTo>
                  <a:pt x="17219" y="203668"/>
                </a:lnTo>
                <a:lnTo>
                  <a:pt x="8114" y="149040"/>
                </a:lnTo>
                <a:lnTo>
                  <a:pt x="2144" y="79765"/>
                </a:ln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593710" y="5119987"/>
            <a:ext cx="1031875" cy="504825"/>
          </a:xfrm>
          <a:custGeom>
            <a:avLst/>
            <a:gdLst/>
            <a:ahLst/>
            <a:cxnLst/>
            <a:rect l="l" t="t" r="r" b="b"/>
            <a:pathLst>
              <a:path w="1031875" h="504825">
                <a:moveTo>
                  <a:pt x="1031558" y="0"/>
                </a:moveTo>
                <a:lnTo>
                  <a:pt x="1029413" y="79765"/>
                </a:lnTo>
                <a:lnTo>
                  <a:pt x="1023443" y="149040"/>
                </a:lnTo>
                <a:lnTo>
                  <a:pt x="1014339" y="203668"/>
                </a:lnTo>
                <a:lnTo>
                  <a:pt x="989500" y="252359"/>
                </a:lnTo>
                <a:lnTo>
                  <a:pt x="557836" y="252359"/>
                </a:lnTo>
                <a:lnTo>
                  <a:pt x="544543" y="265225"/>
                </a:lnTo>
                <a:lnTo>
                  <a:pt x="532997" y="301050"/>
                </a:lnTo>
                <a:lnTo>
                  <a:pt x="523893" y="355678"/>
                </a:lnTo>
                <a:lnTo>
                  <a:pt x="517923" y="424953"/>
                </a:lnTo>
                <a:lnTo>
                  <a:pt x="515779" y="504719"/>
                </a:lnTo>
                <a:lnTo>
                  <a:pt x="513634" y="424953"/>
                </a:lnTo>
                <a:lnTo>
                  <a:pt x="507664" y="355678"/>
                </a:lnTo>
                <a:lnTo>
                  <a:pt x="498560" y="301050"/>
                </a:lnTo>
                <a:lnTo>
                  <a:pt x="487014" y="265225"/>
                </a:lnTo>
                <a:lnTo>
                  <a:pt x="473721" y="252359"/>
                </a:lnTo>
                <a:lnTo>
                  <a:pt x="42057" y="252359"/>
                </a:lnTo>
                <a:lnTo>
                  <a:pt x="28764" y="239494"/>
                </a:lnTo>
                <a:lnTo>
                  <a:pt x="17219" y="203668"/>
                </a:lnTo>
                <a:lnTo>
                  <a:pt x="8114" y="149040"/>
                </a:lnTo>
                <a:lnTo>
                  <a:pt x="2144" y="79765"/>
                </a:ln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99567" y="5750045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1"/>
                </a:lnTo>
                <a:lnTo>
                  <a:pt x="321272" y="29802"/>
                </a:lnTo>
                <a:lnTo>
                  <a:pt x="337643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6" y="248691"/>
                </a:lnTo>
                <a:lnTo>
                  <a:pt x="390031" y="301079"/>
                </a:lnTo>
                <a:lnTo>
                  <a:pt x="388496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8"/>
                </a:lnTo>
                <a:lnTo>
                  <a:pt x="352154" y="557826"/>
                </a:lnTo>
                <a:lnTo>
                  <a:pt x="386906" y="492100"/>
                </a:lnTo>
                <a:lnTo>
                  <a:pt x="400905" y="451493"/>
                </a:lnTo>
                <a:lnTo>
                  <a:pt x="410904" y="406096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8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8" y="74521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4" y="195988"/>
                </a:lnTo>
                <a:lnTo>
                  <a:pt x="1994" y="246082"/>
                </a:lnTo>
                <a:lnTo>
                  <a:pt x="0" y="301079"/>
                </a:lnTo>
                <a:lnTo>
                  <a:pt x="1994" y="355908"/>
                </a:lnTo>
                <a:lnTo>
                  <a:pt x="7994" y="406096"/>
                </a:lnTo>
                <a:lnTo>
                  <a:pt x="17993" y="451493"/>
                </a:lnTo>
                <a:lnTo>
                  <a:pt x="31992" y="492100"/>
                </a:lnTo>
                <a:lnTo>
                  <a:pt x="48679" y="527637"/>
                </a:lnTo>
                <a:lnTo>
                  <a:pt x="86184" y="582666"/>
                </a:lnTo>
                <a:lnTo>
                  <a:pt x="107002" y="602158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6" y="200769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4" y="9971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012182" y="5519420"/>
            <a:ext cx="194310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17654" y="5719572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+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22241" y="5695188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+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43096" y="5701284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263715" y="5726842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1"/>
                </a:lnTo>
                <a:lnTo>
                  <a:pt x="321272" y="29802"/>
                </a:lnTo>
                <a:lnTo>
                  <a:pt x="337643" y="54471"/>
                </a:lnTo>
                <a:lnTo>
                  <a:pt x="365473" y="118318"/>
                </a:lnTo>
                <a:lnTo>
                  <a:pt x="376217" y="157311"/>
                </a:lnTo>
                <a:lnTo>
                  <a:pt x="383891" y="200769"/>
                </a:lnTo>
                <a:lnTo>
                  <a:pt x="388495" y="248691"/>
                </a:lnTo>
                <a:lnTo>
                  <a:pt x="390030" y="301079"/>
                </a:lnTo>
                <a:lnTo>
                  <a:pt x="388495" y="353466"/>
                </a:lnTo>
                <a:lnTo>
                  <a:pt x="383891" y="401389"/>
                </a:lnTo>
                <a:lnTo>
                  <a:pt x="376217" y="444847"/>
                </a:lnTo>
                <a:lnTo>
                  <a:pt x="365473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8"/>
                </a:lnTo>
                <a:lnTo>
                  <a:pt x="352153" y="557826"/>
                </a:lnTo>
                <a:lnTo>
                  <a:pt x="386905" y="492100"/>
                </a:lnTo>
                <a:lnTo>
                  <a:pt x="400904" y="451493"/>
                </a:lnTo>
                <a:lnTo>
                  <a:pt x="410903" y="406096"/>
                </a:lnTo>
                <a:lnTo>
                  <a:pt x="416903" y="355908"/>
                </a:lnTo>
                <a:lnTo>
                  <a:pt x="418902" y="300930"/>
                </a:lnTo>
                <a:lnTo>
                  <a:pt x="416903" y="246082"/>
                </a:lnTo>
                <a:lnTo>
                  <a:pt x="410903" y="195988"/>
                </a:lnTo>
                <a:lnTo>
                  <a:pt x="400904" y="150646"/>
                </a:lnTo>
                <a:lnTo>
                  <a:pt x="386905" y="110058"/>
                </a:lnTo>
                <a:lnTo>
                  <a:pt x="370217" y="74521"/>
                </a:lnTo>
                <a:lnTo>
                  <a:pt x="332713" y="19491"/>
                </a:lnTo>
                <a:lnTo>
                  <a:pt x="311896" y="0"/>
                </a:lnTo>
                <a:close/>
              </a:path>
              <a:path w="419100" h="602614">
                <a:moveTo>
                  <a:pt x="107000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8"/>
                </a:lnTo>
                <a:lnTo>
                  <a:pt x="1994" y="246082"/>
                </a:lnTo>
                <a:lnTo>
                  <a:pt x="0" y="301079"/>
                </a:lnTo>
                <a:lnTo>
                  <a:pt x="1994" y="355908"/>
                </a:lnTo>
                <a:lnTo>
                  <a:pt x="7993" y="406096"/>
                </a:lnTo>
                <a:lnTo>
                  <a:pt x="17993" y="451493"/>
                </a:lnTo>
                <a:lnTo>
                  <a:pt x="31992" y="492100"/>
                </a:lnTo>
                <a:lnTo>
                  <a:pt x="48679" y="527637"/>
                </a:lnTo>
                <a:lnTo>
                  <a:pt x="86183" y="582666"/>
                </a:lnTo>
                <a:lnTo>
                  <a:pt x="107000" y="602158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79" y="444847"/>
                </a:lnTo>
                <a:lnTo>
                  <a:pt x="35005" y="401389"/>
                </a:lnTo>
                <a:lnTo>
                  <a:pt x="30401" y="353466"/>
                </a:lnTo>
                <a:lnTo>
                  <a:pt x="28871" y="300930"/>
                </a:lnTo>
                <a:lnTo>
                  <a:pt x="30401" y="248691"/>
                </a:lnTo>
                <a:lnTo>
                  <a:pt x="35005" y="200769"/>
                </a:lnTo>
                <a:lnTo>
                  <a:pt x="42679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3" y="9971"/>
                </a:lnTo>
                <a:lnTo>
                  <a:pt x="10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376330" y="5501132"/>
            <a:ext cx="194310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7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2315" y="5823203"/>
            <a:ext cx="9423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Arial"/>
                <a:cs typeface="Arial"/>
              </a:rPr>
              <a:t>O</a:t>
            </a:r>
            <a:r>
              <a:rPr dirty="0" sz="2000">
                <a:latin typeface="Arial"/>
                <a:cs typeface="Arial"/>
              </a:rPr>
              <a:t>ne</a:t>
            </a:r>
            <a:r>
              <a:rPr dirty="0" sz="2000" spc="-5">
                <a:latin typeface="Arial"/>
                <a:cs typeface="Arial"/>
              </a:rPr>
              <a:t>-</a:t>
            </a:r>
            <a:r>
              <a:rPr dirty="0" sz="2000">
                <a:latin typeface="Arial"/>
                <a:cs typeface="Arial"/>
              </a:rPr>
              <a:t>hot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119" y="365759"/>
            <a:ext cx="7644383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88679" y="1463572"/>
            <a:ext cx="1945639" cy="376555"/>
          </a:xfrm>
          <a:custGeom>
            <a:avLst/>
            <a:gdLst/>
            <a:ahLst/>
            <a:cxnLst/>
            <a:rect l="l" t="t" r="r" b="b"/>
            <a:pathLst>
              <a:path w="1945640" h="376555">
                <a:moveTo>
                  <a:pt x="1825473" y="0"/>
                </a:moveTo>
                <a:lnTo>
                  <a:pt x="1820115" y="15279"/>
                </a:lnTo>
                <a:lnTo>
                  <a:pt x="1841906" y="24736"/>
                </a:lnTo>
                <a:lnTo>
                  <a:pt x="1860646" y="37826"/>
                </a:lnTo>
                <a:lnTo>
                  <a:pt x="1888973" y="74909"/>
                </a:lnTo>
                <a:lnTo>
                  <a:pt x="1905642" y="124940"/>
                </a:lnTo>
                <a:lnTo>
                  <a:pt x="1911198" y="186331"/>
                </a:lnTo>
                <a:lnTo>
                  <a:pt x="1909803" y="219533"/>
                </a:lnTo>
                <a:lnTo>
                  <a:pt x="1898641" y="276782"/>
                </a:lnTo>
                <a:lnTo>
                  <a:pt x="1876242" y="321493"/>
                </a:lnTo>
                <a:lnTo>
                  <a:pt x="1842161" y="351655"/>
                </a:lnTo>
                <a:lnTo>
                  <a:pt x="1820711" y="361156"/>
                </a:lnTo>
                <a:lnTo>
                  <a:pt x="1825473" y="376435"/>
                </a:lnTo>
                <a:lnTo>
                  <a:pt x="1876819" y="352349"/>
                </a:lnTo>
                <a:lnTo>
                  <a:pt x="1914571" y="310653"/>
                </a:lnTo>
                <a:lnTo>
                  <a:pt x="1937789" y="254818"/>
                </a:lnTo>
                <a:lnTo>
                  <a:pt x="1945528" y="188316"/>
                </a:lnTo>
                <a:lnTo>
                  <a:pt x="1943587" y="153807"/>
                </a:lnTo>
                <a:lnTo>
                  <a:pt x="1928059" y="92638"/>
                </a:lnTo>
                <a:lnTo>
                  <a:pt x="1897264" y="42843"/>
                </a:lnTo>
                <a:lnTo>
                  <a:pt x="1852764" y="9853"/>
                </a:lnTo>
                <a:lnTo>
                  <a:pt x="1825473" y="0"/>
                </a:lnTo>
                <a:close/>
              </a:path>
              <a:path w="194564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450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5203190" algn="l"/>
                <a:tab pos="7143750" algn="l"/>
              </a:tabLst>
            </a:pPr>
            <a:r>
              <a:rPr dirty="0" sz="3200" spc="0" b="1">
                <a:latin typeface="Calibri"/>
                <a:cs typeface="Calibri"/>
              </a:rPr>
              <a:t>H</a:t>
            </a:r>
            <a:r>
              <a:rPr dirty="0" sz="3200" spc="-5" b="1">
                <a:latin typeface="Calibri"/>
                <a:cs typeface="Calibri"/>
              </a:rPr>
              <a:t>o</a:t>
            </a:r>
            <a:r>
              <a:rPr dirty="0" sz="3200" b="1">
                <a:latin typeface="Calibri"/>
                <a:cs typeface="Calibri"/>
              </a:rPr>
              <a:t>w </a:t>
            </a:r>
            <a:r>
              <a:rPr dirty="0" sz="3200" spc="-30" b="1">
                <a:latin typeface="Calibri"/>
                <a:cs typeface="Calibri"/>
              </a:rPr>
              <a:t>t</a:t>
            </a:r>
            <a:r>
              <a:rPr dirty="0" sz="3200" b="1">
                <a:latin typeface="Calibri"/>
                <a:cs typeface="Calibri"/>
              </a:rPr>
              <a:t>o</a:t>
            </a:r>
            <a:r>
              <a:rPr dirty="0" sz="3200" spc="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m</a:t>
            </a:r>
            <a:r>
              <a:rPr dirty="0" sz="3200" b="1">
                <a:latin typeface="Calibri"/>
                <a:cs typeface="Calibri"/>
              </a:rPr>
              <a:t>o</a:t>
            </a:r>
            <a:r>
              <a:rPr dirty="0" sz="3200" spc="-10" b="1">
                <a:latin typeface="Calibri"/>
                <a:cs typeface="Calibri"/>
              </a:rPr>
              <a:t>d</a:t>
            </a:r>
            <a:r>
              <a:rPr dirty="0" sz="3200" b="1">
                <a:latin typeface="Calibri"/>
                <a:cs typeface="Calibri"/>
              </a:rPr>
              <a:t>el</a:t>
            </a:r>
            <a:r>
              <a:rPr dirty="0" sz="3200" spc="0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𝜱</a:t>
            </a:r>
            <a:r>
              <a:rPr dirty="0" sz="3200" spc="15">
                <a:latin typeface="Cambria Math"/>
                <a:cs typeface="Cambria Math"/>
              </a:rPr>
              <a:t> </a:t>
            </a:r>
            <a:r>
              <a:rPr dirty="0" sz="3200" spc="-5" b="1">
                <a:latin typeface="Calibri"/>
                <a:cs typeface="Calibri"/>
              </a:rPr>
              <a:t>an</a:t>
            </a:r>
            <a:r>
              <a:rPr dirty="0" sz="3200" b="1">
                <a:latin typeface="Calibri"/>
                <a:cs typeface="Calibri"/>
              </a:rPr>
              <a:t>d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𝒇</a:t>
            </a:r>
            <a:r>
              <a:rPr dirty="0" sz="3200" spc="10">
                <a:latin typeface="Cambria Math"/>
                <a:cs typeface="Cambria Math"/>
              </a:rPr>
              <a:t> </a:t>
            </a:r>
            <a:r>
              <a:rPr dirty="0" sz="3200" b="1">
                <a:latin typeface="Calibri"/>
                <a:cs typeface="Calibri"/>
              </a:rPr>
              <a:t>in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𝜱	</a:t>
            </a:r>
            <a:r>
              <a:rPr dirty="0" baseline="2604" sz="4800" spc="-7">
                <a:latin typeface="Cambria Math"/>
                <a:cs typeface="Cambria Math"/>
              </a:rPr>
              <a:t>∑</a:t>
            </a:r>
            <a:r>
              <a:rPr dirty="0" baseline="-18115" sz="3450" spc="22">
                <a:latin typeface="Cambria Math"/>
                <a:cs typeface="Cambria Math"/>
              </a:rPr>
              <a:t>𝒙</a:t>
            </a:r>
            <a:r>
              <a:rPr dirty="0" baseline="-18115" sz="3450" spc="15">
                <a:latin typeface="Cambria Math"/>
                <a:cs typeface="Cambria Math"/>
              </a:rPr>
              <a:t>∈</a:t>
            </a:r>
            <a:r>
              <a:rPr dirty="0" baseline="-18115" sz="3450">
                <a:latin typeface="Cambria Math"/>
                <a:cs typeface="Cambria Math"/>
              </a:rPr>
              <a:t>𝑺</a:t>
            </a:r>
            <a:r>
              <a:rPr dirty="0" baseline="-18115" sz="3450" spc="-165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𝒇(</a:t>
            </a:r>
            <a:r>
              <a:rPr dirty="0" sz="3200">
                <a:latin typeface="Cambria Math"/>
                <a:cs typeface="Cambria Math"/>
              </a:rPr>
              <a:t>𝒙)	</a:t>
            </a:r>
            <a:r>
              <a:rPr dirty="0" sz="3200" b="1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1830324"/>
            <a:ext cx="7963534" cy="308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5">
                <a:solidFill>
                  <a:srgbClr val="6BB76D"/>
                </a:solidFill>
                <a:latin typeface="Calibri"/>
                <a:cs typeface="Calibri"/>
              </a:rPr>
              <a:t>Multi-Layer </a:t>
            </a:r>
            <a:r>
              <a:rPr dirty="0" sz="3200" spc="-25">
                <a:solidFill>
                  <a:srgbClr val="6BB76D"/>
                </a:solidFill>
                <a:latin typeface="Calibri"/>
                <a:cs typeface="Calibri"/>
              </a:rPr>
              <a:t>Perceptron</a:t>
            </a:r>
            <a:r>
              <a:rPr dirty="0" sz="3200" spc="114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6BB76D"/>
                </a:solidFill>
                <a:latin typeface="Calibri"/>
                <a:cs typeface="Calibri"/>
              </a:rPr>
              <a:t>(MLP).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Theorem: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Universal Approximation</a:t>
            </a:r>
            <a:r>
              <a:rPr dirty="0" sz="3200" spc="5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Theorem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55"/>
              </a:spcBef>
            </a:pPr>
            <a:r>
              <a:rPr dirty="0" sz="1800" spc="-5">
                <a:latin typeface="Calibri"/>
                <a:cs typeface="Calibri"/>
              </a:rPr>
              <a:t>[Hornik et al.,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1989]</a:t>
            </a:r>
            <a:endParaRPr sz="18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2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1-hidden-layer </a:t>
            </a:r>
            <a:r>
              <a:rPr dirty="0" sz="2800" spc="-5">
                <a:latin typeface="Calibri"/>
                <a:cs typeface="Calibri"/>
              </a:rPr>
              <a:t>MLP with </a:t>
            </a:r>
            <a:r>
              <a:rPr dirty="0" sz="2800" spc="-15">
                <a:latin typeface="Calibri"/>
                <a:cs typeface="Calibri"/>
              </a:rPr>
              <a:t>sufficiently-large </a:t>
            </a:r>
            <a:r>
              <a:rPr dirty="0" sz="2800" spc="-5">
                <a:latin typeface="Calibri"/>
                <a:cs typeface="Calibri"/>
              </a:rPr>
              <a:t>hidden  dimensionality and </a:t>
            </a:r>
            <a:r>
              <a:rPr dirty="0" sz="2800" spc="-15">
                <a:latin typeface="Calibri"/>
                <a:cs typeface="Calibri"/>
              </a:rPr>
              <a:t>appropriate </a:t>
            </a:r>
            <a:r>
              <a:rPr dirty="0" sz="2800" spc="-5">
                <a:latin typeface="Calibri"/>
                <a:cs typeface="Calibri"/>
              </a:rPr>
              <a:t>non-linearity </a:t>
            </a:r>
            <a:r>
              <a:rPr dirty="0" sz="2800" spc="5">
                <a:latin typeface="Cambria Math"/>
                <a:cs typeface="Cambria Math"/>
              </a:rPr>
              <a:t>𝜎(⋅)  </a:t>
            </a:r>
            <a:r>
              <a:rPr dirty="0" sz="2800" spc="-5">
                <a:latin typeface="Calibri"/>
                <a:cs typeface="Calibri"/>
              </a:rPr>
              <a:t>(including </a:t>
            </a:r>
            <a:r>
              <a:rPr dirty="0" sz="2800" spc="-30">
                <a:latin typeface="Calibri"/>
                <a:cs typeface="Calibri"/>
              </a:rPr>
              <a:t>ReLU </a:t>
            </a:r>
            <a:r>
              <a:rPr dirty="0" sz="2800" spc="-5">
                <a:latin typeface="Calibri"/>
                <a:cs typeface="Calibri"/>
              </a:rPr>
              <a:t>and sigmoid)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20" b="1">
                <a:latin typeface="Calibri"/>
                <a:cs typeface="Calibri"/>
              </a:rPr>
              <a:t>approximate any  </a:t>
            </a:r>
            <a:r>
              <a:rPr dirty="0" sz="2800" spc="-10" b="1">
                <a:latin typeface="Calibri"/>
                <a:cs typeface="Calibri"/>
              </a:rPr>
              <a:t>continuous </a:t>
            </a:r>
            <a:r>
              <a:rPr dirty="0" sz="2800" spc="-5" b="1">
                <a:latin typeface="Calibri"/>
                <a:cs typeface="Calibri"/>
              </a:rPr>
              <a:t>function </a:t>
            </a:r>
            <a:r>
              <a:rPr dirty="0" sz="2800" spc="-15" b="1">
                <a:latin typeface="Calibri"/>
                <a:cs typeface="Calibri"/>
              </a:rPr>
              <a:t>to </a:t>
            </a:r>
            <a:r>
              <a:rPr dirty="0" sz="2800" b="1">
                <a:latin typeface="Calibri"/>
                <a:cs typeface="Calibri"/>
              </a:rPr>
              <a:t>an </a:t>
            </a:r>
            <a:r>
              <a:rPr dirty="0" sz="2800" spc="-10" b="1">
                <a:latin typeface="Calibri"/>
                <a:cs typeface="Calibri"/>
              </a:rPr>
              <a:t>arbitrary</a:t>
            </a:r>
            <a:r>
              <a:rPr dirty="0" sz="2800" spc="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accuracy</a:t>
            </a:r>
            <a:r>
              <a:rPr dirty="0" sz="2800" spc="-1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36923" y="5352773"/>
            <a:ext cx="207010" cy="860425"/>
          </a:xfrm>
          <a:custGeom>
            <a:avLst/>
            <a:gdLst/>
            <a:ahLst/>
            <a:cxnLst/>
            <a:rect l="l" t="t" r="r" b="b"/>
            <a:pathLst>
              <a:path w="207010" h="860425">
                <a:moveTo>
                  <a:pt x="0" y="0"/>
                </a:moveTo>
                <a:lnTo>
                  <a:pt x="206828" y="0"/>
                </a:lnTo>
                <a:lnTo>
                  <a:pt x="206828" y="859970"/>
                </a:lnTo>
                <a:lnTo>
                  <a:pt x="0" y="85997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36923" y="5352773"/>
            <a:ext cx="207010" cy="860425"/>
          </a:xfrm>
          <a:custGeom>
            <a:avLst/>
            <a:gdLst/>
            <a:ahLst/>
            <a:cxnLst/>
            <a:rect l="l" t="t" r="r" b="b"/>
            <a:pathLst>
              <a:path w="207010" h="860425">
                <a:moveTo>
                  <a:pt x="0" y="0"/>
                </a:moveTo>
                <a:lnTo>
                  <a:pt x="206828" y="0"/>
                </a:lnTo>
                <a:lnTo>
                  <a:pt x="206828" y="859971"/>
                </a:lnTo>
                <a:lnTo>
                  <a:pt x="0" y="85997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19046" y="4922645"/>
            <a:ext cx="506095" cy="1778000"/>
          </a:xfrm>
          <a:custGeom>
            <a:avLst/>
            <a:gdLst/>
            <a:ahLst/>
            <a:cxnLst/>
            <a:rect l="l" t="t" r="r" b="b"/>
            <a:pathLst>
              <a:path w="506095" h="1778000">
                <a:moveTo>
                  <a:pt x="0" y="0"/>
                </a:moveTo>
                <a:lnTo>
                  <a:pt x="505907" y="0"/>
                </a:lnTo>
                <a:lnTo>
                  <a:pt x="505907" y="1777637"/>
                </a:lnTo>
                <a:lnTo>
                  <a:pt x="0" y="1777637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19046" y="4922645"/>
            <a:ext cx="506095" cy="1778000"/>
          </a:xfrm>
          <a:custGeom>
            <a:avLst/>
            <a:gdLst/>
            <a:ahLst/>
            <a:cxnLst/>
            <a:rect l="l" t="t" r="r" b="b"/>
            <a:pathLst>
              <a:path w="506095" h="1778000">
                <a:moveTo>
                  <a:pt x="0" y="0"/>
                </a:moveTo>
                <a:lnTo>
                  <a:pt x="505908" y="0"/>
                </a:lnTo>
                <a:lnTo>
                  <a:pt x="505908" y="1777637"/>
                </a:lnTo>
                <a:lnTo>
                  <a:pt x="0" y="177763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23473" y="5339708"/>
            <a:ext cx="207010" cy="860425"/>
          </a:xfrm>
          <a:custGeom>
            <a:avLst/>
            <a:gdLst/>
            <a:ahLst/>
            <a:cxnLst/>
            <a:rect l="l" t="t" r="r" b="b"/>
            <a:pathLst>
              <a:path w="207009" h="860425">
                <a:moveTo>
                  <a:pt x="0" y="0"/>
                </a:moveTo>
                <a:lnTo>
                  <a:pt x="206827" y="0"/>
                </a:lnTo>
                <a:lnTo>
                  <a:pt x="206827" y="859971"/>
                </a:lnTo>
                <a:lnTo>
                  <a:pt x="0" y="85997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23473" y="5339708"/>
            <a:ext cx="207010" cy="860425"/>
          </a:xfrm>
          <a:custGeom>
            <a:avLst/>
            <a:gdLst/>
            <a:ahLst/>
            <a:cxnLst/>
            <a:rect l="l" t="t" r="r" b="b"/>
            <a:pathLst>
              <a:path w="207009" h="860425">
                <a:moveTo>
                  <a:pt x="0" y="0"/>
                </a:moveTo>
                <a:lnTo>
                  <a:pt x="206828" y="0"/>
                </a:lnTo>
                <a:lnTo>
                  <a:pt x="206828" y="859971"/>
                </a:lnTo>
                <a:lnTo>
                  <a:pt x="0" y="85997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40337" y="4922646"/>
            <a:ext cx="1831975" cy="430530"/>
          </a:xfrm>
          <a:custGeom>
            <a:avLst/>
            <a:gdLst/>
            <a:ahLst/>
            <a:cxnLst/>
            <a:rect l="l" t="t" r="r" b="b"/>
            <a:pathLst>
              <a:path w="1831975" h="430529">
                <a:moveTo>
                  <a:pt x="0" y="430127"/>
                </a:moveTo>
                <a:lnTo>
                  <a:pt x="183166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40337" y="6212744"/>
            <a:ext cx="1831975" cy="487680"/>
          </a:xfrm>
          <a:custGeom>
            <a:avLst/>
            <a:gdLst/>
            <a:ahLst/>
            <a:cxnLst/>
            <a:rect l="l" t="t" r="r" b="b"/>
            <a:pathLst>
              <a:path w="1831975" h="487679">
                <a:moveTo>
                  <a:pt x="0" y="0"/>
                </a:moveTo>
                <a:lnTo>
                  <a:pt x="1831662" y="48753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72000" y="4922645"/>
            <a:ext cx="1855470" cy="417195"/>
          </a:xfrm>
          <a:custGeom>
            <a:avLst/>
            <a:gdLst/>
            <a:ahLst/>
            <a:cxnLst/>
            <a:rect l="l" t="t" r="r" b="b"/>
            <a:pathLst>
              <a:path w="1855470" h="417195">
                <a:moveTo>
                  <a:pt x="0" y="0"/>
                </a:moveTo>
                <a:lnTo>
                  <a:pt x="1854887" y="41706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72000" y="6199680"/>
            <a:ext cx="1855470" cy="501015"/>
          </a:xfrm>
          <a:custGeom>
            <a:avLst/>
            <a:gdLst/>
            <a:ahLst/>
            <a:cxnLst/>
            <a:rect l="l" t="t" r="r" b="b"/>
            <a:pathLst>
              <a:path w="1855470" h="501015">
                <a:moveTo>
                  <a:pt x="0" y="500603"/>
                </a:moveTo>
                <a:lnTo>
                  <a:pt x="18548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39548" y="5467603"/>
            <a:ext cx="26600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6600" algn="l"/>
              </a:tabLst>
            </a:pPr>
            <a:r>
              <a:rPr dirty="0" sz="3600" spc="-90">
                <a:latin typeface="Cambria Math"/>
                <a:cs typeface="Cambria Math"/>
              </a:rPr>
              <a:t>𝑾</a:t>
            </a:r>
            <a:r>
              <a:rPr dirty="0" baseline="-14957" sz="3900" spc="1132">
                <a:latin typeface="Cambria Math"/>
                <a:cs typeface="Cambria Math"/>
              </a:rPr>
              <a:t>!</a:t>
            </a:r>
            <a:r>
              <a:rPr dirty="0" baseline="-14957" sz="3900">
                <a:latin typeface="Cambria Math"/>
                <a:cs typeface="Cambria Math"/>
              </a:rPr>
              <a:t>	</a:t>
            </a:r>
            <a:r>
              <a:rPr dirty="0" baseline="1543" sz="5400" spc="-7">
                <a:latin typeface="Cambria Math"/>
                <a:cs typeface="Cambria Math"/>
              </a:rPr>
              <a:t>𝑾</a:t>
            </a:r>
            <a:r>
              <a:rPr dirty="0" baseline="-12820" sz="3900" spc="712">
                <a:latin typeface="Cambria Math"/>
                <a:cs typeface="Cambria Math"/>
              </a:rPr>
              <a:t>"</a:t>
            </a:r>
            <a:endParaRPr baseline="-12820" sz="39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4420011" y="5446267"/>
            <a:ext cx="2933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Cambria Math"/>
                <a:cs typeface="Cambria Math"/>
              </a:rPr>
              <a:t>𝜎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91221" y="5632196"/>
            <a:ext cx="534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63825" y="5607811"/>
            <a:ext cx="711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590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 b="1">
                <a:latin typeface="Calibri"/>
                <a:cs typeface="Calibri"/>
              </a:rPr>
              <a:t>We </a:t>
            </a:r>
            <a:r>
              <a:rPr dirty="0" sz="3200" spc="-25" b="1">
                <a:latin typeface="Calibri"/>
                <a:cs typeface="Calibri"/>
              </a:rPr>
              <a:t>have </a:t>
            </a:r>
            <a:r>
              <a:rPr dirty="0" sz="3200" spc="-10" b="1">
                <a:latin typeface="Calibri"/>
                <a:cs typeface="Calibri"/>
              </a:rPr>
              <a:t>arrived </a:t>
            </a:r>
            <a:r>
              <a:rPr dirty="0" sz="3200" spc="-20" b="1">
                <a:latin typeface="Calibri"/>
                <a:cs typeface="Calibri"/>
              </a:rPr>
              <a:t>at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neural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network </a:t>
            </a:r>
            <a:r>
              <a:rPr dirty="0" sz="3200" spc="-15" b="1">
                <a:latin typeface="Calibri"/>
                <a:cs typeface="Calibri"/>
              </a:rPr>
              <a:t>that can  </a:t>
            </a:r>
            <a:r>
              <a:rPr dirty="0" sz="3200" spc="-5" b="1">
                <a:latin typeface="Calibri"/>
                <a:cs typeface="Calibri"/>
              </a:rPr>
              <a:t>model </a:t>
            </a:r>
            <a:r>
              <a:rPr dirty="0" sz="3200" spc="-25" b="1">
                <a:latin typeface="Calibri"/>
                <a:cs typeface="Calibri"/>
              </a:rPr>
              <a:t>any </a:t>
            </a:r>
            <a:r>
              <a:rPr dirty="0" sz="3200" spc="-10" b="1">
                <a:latin typeface="Calibri"/>
                <a:cs typeface="Calibri"/>
              </a:rPr>
              <a:t>injective </a:t>
            </a:r>
            <a:r>
              <a:rPr dirty="0" sz="3200" spc="-5" b="1">
                <a:latin typeface="Calibri"/>
                <a:cs typeface="Calibri"/>
              </a:rPr>
              <a:t>multiset</a:t>
            </a:r>
            <a:r>
              <a:rPr dirty="0" sz="3200" spc="1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function.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6563" y="4359147"/>
            <a:ext cx="7292340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 spc="-10">
                <a:latin typeface="Calibri"/>
                <a:cs typeface="Calibri"/>
              </a:rPr>
              <a:t>practice, </a:t>
            </a:r>
            <a:r>
              <a:rPr dirty="0" sz="2800" spc="-5">
                <a:latin typeface="Calibri"/>
                <a:cs typeface="Calibri"/>
              </a:rPr>
              <a:t>MLP hidden dimensionality of </a:t>
            </a:r>
            <a:r>
              <a:rPr dirty="0" sz="2800">
                <a:latin typeface="Calibri"/>
                <a:cs typeface="Calibri"/>
              </a:rPr>
              <a:t>100 </a:t>
            </a:r>
            <a:r>
              <a:rPr dirty="0" sz="2800" spc="-300">
                <a:latin typeface="Calibri"/>
                <a:cs typeface="Calibri"/>
              </a:rPr>
              <a:t>to  </a:t>
            </a:r>
            <a:r>
              <a:rPr dirty="0" sz="2800">
                <a:latin typeface="Calibri"/>
                <a:cs typeface="Calibri"/>
              </a:rPr>
              <a:t>500 </a:t>
            </a:r>
            <a:r>
              <a:rPr dirty="0" sz="2800" spc="-5">
                <a:latin typeface="Calibri"/>
                <a:cs typeface="Calibri"/>
              </a:rPr>
              <a:t>is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sufficient.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216" y="347472"/>
            <a:ext cx="67513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75179" y="3082035"/>
            <a:ext cx="8794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M</a:t>
            </a:r>
            <a:r>
              <a:rPr dirty="0" sz="2800" spc="-5">
                <a:latin typeface="Cambria Math"/>
                <a:cs typeface="Cambria Math"/>
              </a:rPr>
              <a:t>L</a:t>
            </a:r>
            <a:r>
              <a:rPr dirty="0" sz="2800" spc="-380">
                <a:latin typeface="Cambria Math"/>
                <a:cs typeface="Cambria Math"/>
              </a:rPr>
              <a:t>P</a:t>
            </a:r>
            <a:r>
              <a:rPr dirty="0" baseline="-16666" sz="3000" spc="1327">
                <a:latin typeface="Cambria Math"/>
                <a:cs typeface="Cambria Math"/>
              </a:rPr>
              <a:t>)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48158" y="2824264"/>
            <a:ext cx="2194560" cy="1050925"/>
          </a:xfrm>
          <a:custGeom>
            <a:avLst/>
            <a:gdLst/>
            <a:ahLst/>
            <a:cxnLst/>
            <a:rect l="l" t="t" r="r" b="b"/>
            <a:pathLst>
              <a:path w="2194560" h="1050925">
                <a:moveTo>
                  <a:pt x="2027441" y="0"/>
                </a:moveTo>
                <a:lnTo>
                  <a:pt x="2016329" y="12327"/>
                </a:lnTo>
                <a:lnTo>
                  <a:pt x="2043082" y="45953"/>
                </a:lnTo>
                <a:lnTo>
                  <a:pt x="2067085" y="83906"/>
                </a:lnTo>
                <a:lnTo>
                  <a:pt x="2088338" y="126185"/>
                </a:lnTo>
                <a:lnTo>
                  <a:pt x="2106841" y="172792"/>
                </a:lnTo>
                <a:lnTo>
                  <a:pt x="2122592" y="223725"/>
                </a:lnTo>
                <a:lnTo>
                  <a:pt x="2133575" y="268969"/>
                </a:lnTo>
                <a:lnTo>
                  <a:pt x="2142560" y="316204"/>
                </a:lnTo>
                <a:lnTo>
                  <a:pt x="2149549" y="365431"/>
                </a:lnTo>
                <a:lnTo>
                  <a:pt x="2154541" y="416651"/>
                </a:lnTo>
                <a:lnTo>
                  <a:pt x="2157536" y="469862"/>
                </a:lnTo>
                <a:lnTo>
                  <a:pt x="2158535" y="525064"/>
                </a:lnTo>
                <a:lnTo>
                  <a:pt x="2157536" y="580531"/>
                </a:lnTo>
                <a:lnTo>
                  <a:pt x="2154541" y="633952"/>
                </a:lnTo>
                <a:lnTo>
                  <a:pt x="2149549" y="685328"/>
                </a:lnTo>
                <a:lnTo>
                  <a:pt x="2142560" y="734659"/>
                </a:lnTo>
                <a:lnTo>
                  <a:pt x="2133575" y="781945"/>
                </a:lnTo>
                <a:lnTo>
                  <a:pt x="2122592" y="827186"/>
                </a:lnTo>
                <a:lnTo>
                  <a:pt x="2106841" y="878088"/>
                </a:lnTo>
                <a:lnTo>
                  <a:pt x="2088338" y="924670"/>
                </a:lnTo>
                <a:lnTo>
                  <a:pt x="2067085" y="966932"/>
                </a:lnTo>
                <a:lnTo>
                  <a:pt x="2043082" y="1004874"/>
                </a:lnTo>
                <a:lnTo>
                  <a:pt x="2016329" y="1038496"/>
                </a:lnTo>
                <a:lnTo>
                  <a:pt x="2027441" y="1050824"/>
                </a:lnTo>
                <a:lnTo>
                  <a:pt x="2057456" y="1017772"/>
                </a:lnTo>
                <a:lnTo>
                  <a:pt x="2084713" y="980149"/>
                </a:lnTo>
                <a:lnTo>
                  <a:pt x="2109212" y="937957"/>
                </a:lnTo>
                <a:lnTo>
                  <a:pt x="2130955" y="891194"/>
                </a:lnTo>
                <a:lnTo>
                  <a:pt x="2149939" y="839861"/>
                </a:lnTo>
                <a:lnTo>
                  <a:pt x="2163389" y="793872"/>
                </a:lnTo>
                <a:lnTo>
                  <a:pt x="2174393" y="745270"/>
                </a:lnTo>
                <a:lnTo>
                  <a:pt x="2182952" y="694053"/>
                </a:lnTo>
                <a:lnTo>
                  <a:pt x="2189065" y="640222"/>
                </a:lnTo>
                <a:lnTo>
                  <a:pt x="2192734" y="583777"/>
                </a:lnTo>
                <a:lnTo>
                  <a:pt x="2193956" y="524718"/>
                </a:lnTo>
                <a:lnTo>
                  <a:pt x="2192734" y="466083"/>
                </a:lnTo>
                <a:lnTo>
                  <a:pt x="2189065" y="409985"/>
                </a:lnTo>
                <a:lnTo>
                  <a:pt x="2182952" y="356424"/>
                </a:lnTo>
                <a:lnTo>
                  <a:pt x="2174393" y="305400"/>
                </a:lnTo>
                <a:lnTo>
                  <a:pt x="2163389" y="256913"/>
                </a:lnTo>
                <a:lnTo>
                  <a:pt x="2149939" y="210963"/>
                </a:lnTo>
                <a:lnTo>
                  <a:pt x="2130955" y="159630"/>
                </a:lnTo>
                <a:lnTo>
                  <a:pt x="2109212" y="112867"/>
                </a:lnTo>
                <a:lnTo>
                  <a:pt x="2084713" y="70674"/>
                </a:lnTo>
                <a:lnTo>
                  <a:pt x="2057456" y="33052"/>
                </a:lnTo>
                <a:lnTo>
                  <a:pt x="2027441" y="0"/>
                </a:lnTo>
                <a:close/>
              </a:path>
              <a:path w="2194560" h="1050925">
                <a:moveTo>
                  <a:pt x="166513" y="0"/>
                </a:moveTo>
                <a:lnTo>
                  <a:pt x="136499" y="33052"/>
                </a:lnTo>
                <a:lnTo>
                  <a:pt x="109242" y="70674"/>
                </a:lnTo>
                <a:lnTo>
                  <a:pt x="84742" y="112867"/>
                </a:lnTo>
                <a:lnTo>
                  <a:pt x="63000" y="159630"/>
                </a:lnTo>
                <a:lnTo>
                  <a:pt x="44015" y="210963"/>
                </a:lnTo>
                <a:lnTo>
                  <a:pt x="30566" y="256913"/>
                </a:lnTo>
                <a:lnTo>
                  <a:pt x="19562" y="305400"/>
                </a:lnTo>
                <a:lnTo>
                  <a:pt x="11003" y="356424"/>
                </a:lnTo>
                <a:lnTo>
                  <a:pt x="4890" y="409985"/>
                </a:lnTo>
                <a:lnTo>
                  <a:pt x="1222" y="466083"/>
                </a:lnTo>
                <a:lnTo>
                  <a:pt x="0" y="524718"/>
                </a:lnTo>
                <a:lnTo>
                  <a:pt x="1222" y="583777"/>
                </a:lnTo>
                <a:lnTo>
                  <a:pt x="4890" y="640222"/>
                </a:lnTo>
                <a:lnTo>
                  <a:pt x="11003" y="694053"/>
                </a:lnTo>
                <a:lnTo>
                  <a:pt x="19562" y="745270"/>
                </a:lnTo>
                <a:lnTo>
                  <a:pt x="30566" y="793872"/>
                </a:lnTo>
                <a:lnTo>
                  <a:pt x="44015" y="839861"/>
                </a:lnTo>
                <a:lnTo>
                  <a:pt x="63000" y="891194"/>
                </a:lnTo>
                <a:lnTo>
                  <a:pt x="84742" y="937957"/>
                </a:lnTo>
                <a:lnTo>
                  <a:pt x="109242" y="980149"/>
                </a:lnTo>
                <a:lnTo>
                  <a:pt x="136499" y="1017772"/>
                </a:lnTo>
                <a:lnTo>
                  <a:pt x="166513" y="1050824"/>
                </a:lnTo>
                <a:lnTo>
                  <a:pt x="177626" y="1038496"/>
                </a:lnTo>
                <a:lnTo>
                  <a:pt x="150872" y="1004874"/>
                </a:lnTo>
                <a:lnTo>
                  <a:pt x="126869" y="966932"/>
                </a:lnTo>
                <a:lnTo>
                  <a:pt x="105616" y="924670"/>
                </a:lnTo>
                <a:lnTo>
                  <a:pt x="87114" y="878088"/>
                </a:lnTo>
                <a:lnTo>
                  <a:pt x="71362" y="827186"/>
                </a:lnTo>
                <a:lnTo>
                  <a:pt x="60380" y="781945"/>
                </a:lnTo>
                <a:lnTo>
                  <a:pt x="51394" y="734659"/>
                </a:lnTo>
                <a:lnTo>
                  <a:pt x="44406" y="685328"/>
                </a:lnTo>
                <a:lnTo>
                  <a:pt x="39413" y="633952"/>
                </a:lnTo>
                <a:lnTo>
                  <a:pt x="36418" y="580531"/>
                </a:lnTo>
                <a:lnTo>
                  <a:pt x="35426" y="524718"/>
                </a:lnTo>
                <a:lnTo>
                  <a:pt x="36418" y="469862"/>
                </a:lnTo>
                <a:lnTo>
                  <a:pt x="39413" y="416651"/>
                </a:lnTo>
                <a:lnTo>
                  <a:pt x="44406" y="365431"/>
                </a:lnTo>
                <a:lnTo>
                  <a:pt x="51394" y="316204"/>
                </a:lnTo>
                <a:lnTo>
                  <a:pt x="60380" y="268969"/>
                </a:lnTo>
                <a:lnTo>
                  <a:pt x="71362" y="223725"/>
                </a:lnTo>
                <a:lnTo>
                  <a:pt x="87114" y="172792"/>
                </a:lnTo>
                <a:lnTo>
                  <a:pt x="105616" y="126185"/>
                </a:lnTo>
                <a:lnTo>
                  <a:pt x="126869" y="83906"/>
                </a:lnTo>
                <a:lnTo>
                  <a:pt x="150872" y="45953"/>
                </a:lnTo>
                <a:lnTo>
                  <a:pt x="177626" y="12327"/>
                </a:lnTo>
                <a:lnTo>
                  <a:pt x="1665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24402" y="2901390"/>
            <a:ext cx="1841500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800" spc="2775">
                <a:latin typeface="Cambria Math"/>
                <a:cs typeface="Cambria Math"/>
              </a:rPr>
              <a:t>-</a:t>
            </a:r>
            <a:r>
              <a:rPr dirty="0" sz="2800" spc="-21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MLP</a:t>
            </a:r>
            <a:r>
              <a:rPr dirty="0" baseline="-16666" sz="3000" spc="-7">
                <a:latin typeface="Cambria Math"/>
                <a:cs typeface="Cambria Math"/>
              </a:rPr>
              <a:t>*</a:t>
            </a:r>
            <a:r>
              <a:rPr dirty="0" sz="2800" spc="-5">
                <a:latin typeface="Cambria Math"/>
                <a:cs typeface="Cambria Math"/>
              </a:rPr>
              <a:t>(𝑥)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355">
                <a:latin typeface="Cambria Math"/>
                <a:cs typeface="Cambria Math"/>
              </a:rPr>
              <a:t>'∈(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2334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1692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Graph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Isomorphism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Network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(GIN) </a:t>
            </a:r>
            <a:r>
              <a:rPr dirty="0" spc="-15"/>
              <a:t>[Xu </a:t>
            </a:r>
            <a:r>
              <a:rPr dirty="0" spc="-5"/>
              <a:t>et </a:t>
            </a:r>
            <a:r>
              <a:rPr dirty="0"/>
              <a:t>al. </a:t>
            </a:r>
            <a:r>
              <a:rPr dirty="0" spc="-5"/>
              <a:t>ICLR</a:t>
            </a:r>
            <a:r>
              <a:rPr dirty="0" spc="65"/>
              <a:t> </a:t>
            </a:r>
            <a:r>
              <a:rPr dirty="0" spc="-5"/>
              <a:t>2019]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6901180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Apply an </a:t>
            </a:r>
            <a:r>
              <a:rPr dirty="0" sz="2800" spc="-90">
                <a:latin typeface="Calibri"/>
                <a:cs typeface="Calibri"/>
              </a:rPr>
              <a:t>MLP, </a:t>
            </a:r>
            <a:r>
              <a:rPr dirty="0" sz="2800" spc="-15">
                <a:latin typeface="Calibri"/>
                <a:cs typeface="Calibri"/>
              </a:rPr>
              <a:t>element-wise </a:t>
            </a:r>
            <a:r>
              <a:rPr dirty="0" sz="2800" spc="-5" b="1">
                <a:latin typeface="Calibri"/>
                <a:cs typeface="Calibri"/>
              </a:rPr>
              <a:t>sum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20">
                <a:latin typeface="Calibri"/>
                <a:cs typeface="Calibri"/>
              </a:rPr>
              <a:t>followed </a:t>
            </a:r>
            <a:r>
              <a:rPr dirty="0" sz="2800" spc="-305">
                <a:latin typeface="Calibri"/>
                <a:cs typeface="Calibri"/>
              </a:rPr>
              <a:t>by  </a:t>
            </a:r>
            <a:r>
              <a:rPr dirty="0" sz="2800" spc="-5">
                <a:latin typeface="Calibri"/>
                <a:cs typeface="Calibri"/>
              </a:rPr>
              <a:t>another</a:t>
            </a:r>
            <a:r>
              <a:rPr dirty="0" sz="2800" spc="-90">
                <a:latin typeface="Calibri"/>
                <a:cs typeface="Calibri"/>
              </a:rPr>
              <a:t> MLP.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198039"/>
            <a:ext cx="7536180" cy="241490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Theorem </a:t>
            </a:r>
            <a:r>
              <a:rPr dirty="0" sz="2200" spc="-15">
                <a:latin typeface="Calibri"/>
                <a:cs typeface="Calibri"/>
              </a:rPr>
              <a:t>[Xu </a:t>
            </a:r>
            <a:r>
              <a:rPr dirty="0" sz="2200" spc="-5">
                <a:latin typeface="Calibri"/>
                <a:cs typeface="Calibri"/>
              </a:rPr>
              <a:t>et al. ICLR</a:t>
            </a:r>
            <a:r>
              <a:rPr dirty="0" sz="2200" spc="-25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2019]</a:t>
            </a:r>
            <a:endParaRPr sz="2200">
              <a:latin typeface="Calibri"/>
              <a:cs typeface="Calibri"/>
            </a:endParaRPr>
          </a:p>
          <a:p>
            <a:pPr lvl="1" marL="625475" indent="-274320">
              <a:lnSpc>
                <a:spcPts val="3325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GIN‘s </a:t>
            </a:r>
            <a:r>
              <a:rPr dirty="0" sz="2800" spc="-5">
                <a:latin typeface="Calibri"/>
                <a:cs typeface="Calibri"/>
              </a:rPr>
              <a:t>neighbor </a:t>
            </a:r>
            <a:r>
              <a:rPr dirty="0" sz="2800" spc="-15">
                <a:latin typeface="Calibri"/>
                <a:cs typeface="Calibri"/>
              </a:rPr>
              <a:t>aggregation </a:t>
            </a:r>
            <a:r>
              <a:rPr dirty="0" sz="2800" spc="-5">
                <a:latin typeface="Calibri"/>
                <a:cs typeface="Calibri"/>
              </a:rPr>
              <a:t>function is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60">
                <a:latin typeface="Calibri"/>
                <a:cs typeface="Calibri"/>
              </a:rPr>
              <a:t>injective.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325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No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failure</a:t>
            </a:r>
            <a:r>
              <a:rPr dirty="0" sz="2800" spc="-5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cases!</a:t>
            </a:r>
            <a:endParaRPr sz="2800">
              <a:latin typeface="Calibri"/>
              <a:cs typeface="Calibri"/>
            </a:endParaRPr>
          </a:p>
          <a:p>
            <a:pPr marL="332740" marR="356235" indent="-320040">
              <a:lnSpc>
                <a:spcPts val="3290"/>
              </a:lnSpc>
              <a:spcBef>
                <a:spcPts val="21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GIN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is 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most expressive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800" spc="-5" b="1">
                <a:latin typeface="Calibri"/>
                <a:cs typeface="Calibri"/>
              </a:rPr>
              <a:t>in the class of  message-passing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GNNs!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5179" y="3082035"/>
            <a:ext cx="8794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M</a:t>
            </a:r>
            <a:r>
              <a:rPr dirty="0" sz="2800" spc="-5">
                <a:latin typeface="Cambria Math"/>
                <a:cs typeface="Cambria Math"/>
              </a:rPr>
              <a:t>L</a:t>
            </a:r>
            <a:r>
              <a:rPr dirty="0" sz="2800" spc="-380">
                <a:latin typeface="Cambria Math"/>
                <a:cs typeface="Cambria Math"/>
              </a:rPr>
              <a:t>P</a:t>
            </a:r>
            <a:r>
              <a:rPr dirty="0" baseline="-16666" sz="3000" spc="1327">
                <a:latin typeface="Cambria Math"/>
                <a:cs typeface="Cambria Math"/>
              </a:rPr>
              <a:t>)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48158" y="2824264"/>
            <a:ext cx="2194560" cy="1050925"/>
          </a:xfrm>
          <a:custGeom>
            <a:avLst/>
            <a:gdLst/>
            <a:ahLst/>
            <a:cxnLst/>
            <a:rect l="l" t="t" r="r" b="b"/>
            <a:pathLst>
              <a:path w="2194560" h="1050925">
                <a:moveTo>
                  <a:pt x="2027441" y="0"/>
                </a:moveTo>
                <a:lnTo>
                  <a:pt x="2016329" y="12327"/>
                </a:lnTo>
                <a:lnTo>
                  <a:pt x="2043082" y="45953"/>
                </a:lnTo>
                <a:lnTo>
                  <a:pt x="2067085" y="83906"/>
                </a:lnTo>
                <a:lnTo>
                  <a:pt x="2088338" y="126185"/>
                </a:lnTo>
                <a:lnTo>
                  <a:pt x="2106841" y="172792"/>
                </a:lnTo>
                <a:lnTo>
                  <a:pt x="2122592" y="223725"/>
                </a:lnTo>
                <a:lnTo>
                  <a:pt x="2133575" y="268969"/>
                </a:lnTo>
                <a:lnTo>
                  <a:pt x="2142560" y="316204"/>
                </a:lnTo>
                <a:lnTo>
                  <a:pt x="2149549" y="365431"/>
                </a:lnTo>
                <a:lnTo>
                  <a:pt x="2154541" y="416651"/>
                </a:lnTo>
                <a:lnTo>
                  <a:pt x="2157536" y="469862"/>
                </a:lnTo>
                <a:lnTo>
                  <a:pt x="2158535" y="525064"/>
                </a:lnTo>
                <a:lnTo>
                  <a:pt x="2157536" y="580531"/>
                </a:lnTo>
                <a:lnTo>
                  <a:pt x="2154541" y="633952"/>
                </a:lnTo>
                <a:lnTo>
                  <a:pt x="2149549" y="685328"/>
                </a:lnTo>
                <a:lnTo>
                  <a:pt x="2142560" y="734659"/>
                </a:lnTo>
                <a:lnTo>
                  <a:pt x="2133575" y="781945"/>
                </a:lnTo>
                <a:lnTo>
                  <a:pt x="2122592" y="827186"/>
                </a:lnTo>
                <a:lnTo>
                  <a:pt x="2106841" y="878088"/>
                </a:lnTo>
                <a:lnTo>
                  <a:pt x="2088338" y="924670"/>
                </a:lnTo>
                <a:lnTo>
                  <a:pt x="2067085" y="966932"/>
                </a:lnTo>
                <a:lnTo>
                  <a:pt x="2043082" y="1004874"/>
                </a:lnTo>
                <a:lnTo>
                  <a:pt x="2016329" y="1038496"/>
                </a:lnTo>
                <a:lnTo>
                  <a:pt x="2027441" y="1050824"/>
                </a:lnTo>
                <a:lnTo>
                  <a:pt x="2057456" y="1017772"/>
                </a:lnTo>
                <a:lnTo>
                  <a:pt x="2084713" y="980149"/>
                </a:lnTo>
                <a:lnTo>
                  <a:pt x="2109212" y="937957"/>
                </a:lnTo>
                <a:lnTo>
                  <a:pt x="2130955" y="891194"/>
                </a:lnTo>
                <a:lnTo>
                  <a:pt x="2149939" y="839861"/>
                </a:lnTo>
                <a:lnTo>
                  <a:pt x="2163389" y="793872"/>
                </a:lnTo>
                <a:lnTo>
                  <a:pt x="2174393" y="745270"/>
                </a:lnTo>
                <a:lnTo>
                  <a:pt x="2182952" y="694053"/>
                </a:lnTo>
                <a:lnTo>
                  <a:pt x="2189065" y="640222"/>
                </a:lnTo>
                <a:lnTo>
                  <a:pt x="2192734" y="583777"/>
                </a:lnTo>
                <a:lnTo>
                  <a:pt x="2193956" y="524718"/>
                </a:lnTo>
                <a:lnTo>
                  <a:pt x="2192734" y="466083"/>
                </a:lnTo>
                <a:lnTo>
                  <a:pt x="2189065" y="409985"/>
                </a:lnTo>
                <a:lnTo>
                  <a:pt x="2182952" y="356424"/>
                </a:lnTo>
                <a:lnTo>
                  <a:pt x="2174393" y="305400"/>
                </a:lnTo>
                <a:lnTo>
                  <a:pt x="2163389" y="256913"/>
                </a:lnTo>
                <a:lnTo>
                  <a:pt x="2149939" y="210963"/>
                </a:lnTo>
                <a:lnTo>
                  <a:pt x="2130955" y="159630"/>
                </a:lnTo>
                <a:lnTo>
                  <a:pt x="2109212" y="112867"/>
                </a:lnTo>
                <a:lnTo>
                  <a:pt x="2084713" y="70674"/>
                </a:lnTo>
                <a:lnTo>
                  <a:pt x="2057456" y="33052"/>
                </a:lnTo>
                <a:lnTo>
                  <a:pt x="2027441" y="0"/>
                </a:lnTo>
                <a:close/>
              </a:path>
              <a:path w="2194560" h="1050925">
                <a:moveTo>
                  <a:pt x="166513" y="0"/>
                </a:moveTo>
                <a:lnTo>
                  <a:pt x="136499" y="33052"/>
                </a:lnTo>
                <a:lnTo>
                  <a:pt x="109242" y="70674"/>
                </a:lnTo>
                <a:lnTo>
                  <a:pt x="84742" y="112867"/>
                </a:lnTo>
                <a:lnTo>
                  <a:pt x="63000" y="159630"/>
                </a:lnTo>
                <a:lnTo>
                  <a:pt x="44015" y="210963"/>
                </a:lnTo>
                <a:lnTo>
                  <a:pt x="30566" y="256913"/>
                </a:lnTo>
                <a:lnTo>
                  <a:pt x="19562" y="305400"/>
                </a:lnTo>
                <a:lnTo>
                  <a:pt x="11003" y="356424"/>
                </a:lnTo>
                <a:lnTo>
                  <a:pt x="4890" y="409985"/>
                </a:lnTo>
                <a:lnTo>
                  <a:pt x="1222" y="466083"/>
                </a:lnTo>
                <a:lnTo>
                  <a:pt x="0" y="524718"/>
                </a:lnTo>
                <a:lnTo>
                  <a:pt x="1222" y="583777"/>
                </a:lnTo>
                <a:lnTo>
                  <a:pt x="4890" y="640222"/>
                </a:lnTo>
                <a:lnTo>
                  <a:pt x="11003" y="694053"/>
                </a:lnTo>
                <a:lnTo>
                  <a:pt x="19562" y="745270"/>
                </a:lnTo>
                <a:lnTo>
                  <a:pt x="30566" y="793872"/>
                </a:lnTo>
                <a:lnTo>
                  <a:pt x="44015" y="839861"/>
                </a:lnTo>
                <a:lnTo>
                  <a:pt x="63000" y="891194"/>
                </a:lnTo>
                <a:lnTo>
                  <a:pt x="84742" y="937957"/>
                </a:lnTo>
                <a:lnTo>
                  <a:pt x="109242" y="980149"/>
                </a:lnTo>
                <a:lnTo>
                  <a:pt x="136499" y="1017772"/>
                </a:lnTo>
                <a:lnTo>
                  <a:pt x="166513" y="1050824"/>
                </a:lnTo>
                <a:lnTo>
                  <a:pt x="177626" y="1038496"/>
                </a:lnTo>
                <a:lnTo>
                  <a:pt x="150872" y="1004874"/>
                </a:lnTo>
                <a:lnTo>
                  <a:pt x="126869" y="966932"/>
                </a:lnTo>
                <a:lnTo>
                  <a:pt x="105616" y="924670"/>
                </a:lnTo>
                <a:lnTo>
                  <a:pt x="87114" y="878088"/>
                </a:lnTo>
                <a:lnTo>
                  <a:pt x="71362" y="827186"/>
                </a:lnTo>
                <a:lnTo>
                  <a:pt x="60380" y="781945"/>
                </a:lnTo>
                <a:lnTo>
                  <a:pt x="51394" y="734659"/>
                </a:lnTo>
                <a:lnTo>
                  <a:pt x="44406" y="685328"/>
                </a:lnTo>
                <a:lnTo>
                  <a:pt x="39413" y="633952"/>
                </a:lnTo>
                <a:lnTo>
                  <a:pt x="36418" y="580531"/>
                </a:lnTo>
                <a:lnTo>
                  <a:pt x="35426" y="524718"/>
                </a:lnTo>
                <a:lnTo>
                  <a:pt x="36418" y="469862"/>
                </a:lnTo>
                <a:lnTo>
                  <a:pt x="39413" y="416651"/>
                </a:lnTo>
                <a:lnTo>
                  <a:pt x="44406" y="365431"/>
                </a:lnTo>
                <a:lnTo>
                  <a:pt x="51394" y="316204"/>
                </a:lnTo>
                <a:lnTo>
                  <a:pt x="60380" y="268969"/>
                </a:lnTo>
                <a:lnTo>
                  <a:pt x="71362" y="223725"/>
                </a:lnTo>
                <a:lnTo>
                  <a:pt x="87114" y="172792"/>
                </a:lnTo>
                <a:lnTo>
                  <a:pt x="105616" y="126185"/>
                </a:lnTo>
                <a:lnTo>
                  <a:pt x="126869" y="83906"/>
                </a:lnTo>
                <a:lnTo>
                  <a:pt x="150872" y="45953"/>
                </a:lnTo>
                <a:lnTo>
                  <a:pt x="177626" y="12327"/>
                </a:lnTo>
                <a:lnTo>
                  <a:pt x="1665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24402" y="2901390"/>
            <a:ext cx="1841500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800" spc="2775">
                <a:latin typeface="Cambria Math"/>
                <a:cs typeface="Cambria Math"/>
              </a:rPr>
              <a:t>-</a:t>
            </a:r>
            <a:r>
              <a:rPr dirty="0" sz="2800" spc="-21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MLP</a:t>
            </a:r>
            <a:r>
              <a:rPr dirty="0" baseline="-16666" sz="3000" spc="-7">
                <a:latin typeface="Cambria Math"/>
                <a:cs typeface="Cambria Math"/>
              </a:rPr>
              <a:t>*</a:t>
            </a:r>
            <a:r>
              <a:rPr dirty="0" sz="2800" spc="-5">
                <a:latin typeface="Cambria Math"/>
                <a:cs typeface="Cambria Math"/>
              </a:rPr>
              <a:t>(𝑥)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355">
                <a:latin typeface="Cambria Math"/>
                <a:cs typeface="Cambria Math"/>
              </a:rPr>
              <a:t>'∈(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4160520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96722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So </a:t>
            </a:r>
            <a:r>
              <a:rPr dirty="0" sz="3200" spc="-20" b="1">
                <a:solidFill>
                  <a:srgbClr val="FF0066"/>
                </a:solidFill>
                <a:latin typeface="Calibri"/>
                <a:cs typeface="Calibri"/>
              </a:rPr>
              <a:t>far: </a:t>
            </a:r>
            <a:r>
              <a:rPr dirty="0" sz="3200" spc="-60" b="1">
                <a:solidFill>
                  <a:srgbClr val="60B5CC"/>
                </a:solidFill>
                <a:latin typeface="Calibri"/>
                <a:cs typeface="Calibri"/>
              </a:rPr>
              <a:t>We </a:t>
            </a:r>
            <a:r>
              <a:rPr dirty="0" sz="3200" spc="-25" b="1">
                <a:solidFill>
                  <a:srgbClr val="60B5CC"/>
                </a:solidFill>
                <a:latin typeface="Calibri"/>
                <a:cs typeface="Calibri"/>
              </a:rPr>
              <a:t>have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described the neighbor 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aggregation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part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of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GIN.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756916"/>
            <a:ext cx="7887334" cy="24358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now describe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full model of </a:t>
            </a:r>
            <a:r>
              <a:rPr dirty="0" sz="3200">
                <a:latin typeface="Calibri"/>
                <a:cs typeface="Calibri"/>
              </a:rPr>
              <a:t>GIN </a:t>
            </a:r>
            <a:r>
              <a:rPr dirty="0" sz="3200" spc="-10">
                <a:latin typeface="Calibri"/>
                <a:cs typeface="Calibri"/>
              </a:rPr>
              <a:t>by  relating </a:t>
            </a:r>
            <a:r>
              <a:rPr dirty="0" sz="3200">
                <a:latin typeface="Calibri"/>
                <a:cs typeface="Calibri"/>
              </a:rPr>
              <a:t>it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 b="1">
                <a:latin typeface="Calibri"/>
                <a:cs typeface="Calibri"/>
              </a:rPr>
              <a:t>WL </a:t>
            </a:r>
            <a:r>
              <a:rPr dirty="0" sz="3200" spc="-20" b="1">
                <a:latin typeface="Calibri"/>
                <a:cs typeface="Calibri"/>
              </a:rPr>
              <a:t>graph kernel </a:t>
            </a:r>
            <a:r>
              <a:rPr dirty="0" sz="3200" spc="-10">
                <a:latin typeface="Calibri"/>
                <a:cs typeface="Calibri"/>
              </a:rPr>
              <a:t>(traditional </a:t>
            </a:r>
            <a:r>
              <a:rPr dirty="0" sz="3200" spc="-35">
                <a:latin typeface="Calibri"/>
                <a:cs typeface="Calibri"/>
              </a:rPr>
              <a:t>way 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10">
                <a:latin typeface="Calibri"/>
                <a:cs typeface="Calibri"/>
              </a:rPr>
              <a:t>obtaining </a:t>
            </a:r>
            <a:r>
              <a:rPr dirty="0" sz="3200" spc="-15">
                <a:latin typeface="Calibri"/>
                <a:cs typeface="Calibri"/>
              </a:rPr>
              <a:t>graph-level</a:t>
            </a:r>
            <a:r>
              <a:rPr dirty="0" sz="3200" spc="4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features).</a:t>
            </a:r>
            <a:endParaRPr sz="3200">
              <a:latin typeface="Calibri"/>
              <a:cs typeface="Calibri"/>
            </a:endParaRPr>
          </a:p>
          <a:p>
            <a:pPr lvl="1" marL="625475" marR="27940" indent="-274320">
              <a:lnSpc>
                <a:spcPct val="101400"/>
              </a:lnSpc>
              <a:spcBef>
                <a:spcPts val="6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solidFill>
                  <a:srgbClr val="D60093"/>
                </a:solidFill>
                <a:latin typeface="Calibri"/>
                <a:cs typeface="Calibri"/>
              </a:rPr>
              <a:t>We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will see how GIN is </a:t>
            </a:r>
            <a:r>
              <a:rPr dirty="0" sz="2800">
                <a:solidFill>
                  <a:srgbClr val="D60093"/>
                </a:solidFill>
                <a:latin typeface="Calibri"/>
                <a:cs typeface="Calibri"/>
              </a:rPr>
              <a:t>a </a:t>
            </a:r>
            <a:r>
              <a:rPr dirty="0" sz="2800" spc="-10">
                <a:solidFill>
                  <a:srgbClr val="D60093"/>
                </a:solidFill>
                <a:latin typeface="Calibri"/>
                <a:cs typeface="Calibri"/>
              </a:rPr>
              <a:t>“neural network” </a:t>
            </a:r>
            <a:r>
              <a:rPr dirty="0" sz="2800" spc="-100">
                <a:solidFill>
                  <a:srgbClr val="D60093"/>
                </a:solidFill>
                <a:latin typeface="Calibri"/>
                <a:cs typeface="Calibri"/>
              </a:rPr>
              <a:t>version 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of the WL </a:t>
            </a:r>
            <a:r>
              <a:rPr dirty="0" sz="2800" spc="-15">
                <a:solidFill>
                  <a:srgbClr val="D60093"/>
                </a:solidFill>
                <a:latin typeface="Calibri"/>
                <a:cs typeface="Calibri"/>
              </a:rPr>
              <a:t>graph</a:t>
            </a:r>
            <a:r>
              <a:rPr dirty="0" sz="2800" spc="-30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D60093"/>
                </a:solidFill>
                <a:latin typeface="Calibri"/>
                <a:cs typeface="Calibri"/>
              </a:rPr>
              <a:t>kernel.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89152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7529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Recall: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Color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refinement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algorithm </a:t>
            </a:r>
            <a:r>
              <a:rPr dirty="0" sz="3200">
                <a:solidFill>
                  <a:srgbClr val="D60093"/>
                </a:solidFill>
              </a:rPr>
              <a:t>in WL</a:t>
            </a:r>
            <a:r>
              <a:rPr dirty="0" sz="3200" spc="60">
                <a:solidFill>
                  <a:srgbClr val="D60093"/>
                </a:solidFill>
              </a:rPr>
              <a:t> </a:t>
            </a:r>
            <a:r>
              <a:rPr dirty="0" sz="3200" spc="-20">
                <a:solidFill>
                  <a:srgbClr val="D60093"/>
                </a:solidFill>
              </a:rPr>
              <a:t>kernel.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Given: </a:t>
            </a:r>
            <a:r>
              <a:rPr dirty="0" sz="3200"/>
              <a:t>A </a:t>
            </a:r>
            <a:r>
              <a:rPr dirty="0" sz="3200" spc="-15"/>
              <a:t>graph </a:t>
            </a:r>
            <a:r>
              <a:rPr dirty="0" sz="3200">
                <a:latin typeface="Cambria Math"/>
                <a:cs typeface="Cambria Math"/>
              </a:rPr>
              <a:t>𝐺 </a:t>
            </a:r>
            <a:r>
              <a:rPr dirty="0" sz="3200" spc="-5"/>
              <a:t>with </a:t>
            </a:r>
            <a:r>
              <a:rPr dirty="0" sz="3200"/>
              <a:t>a </a:t>
            </a:r>
            <a:r>
              <a:rPr dirty="0" sz="3200" spc="-10"/>
              <a:t>set </a:t>
            </a:r>
            <a:r>
              <a:rPr dirty="0" sz="3200"/>
              <a:t>of </a:t>
            </a:r>
            <a:r>
              <a:rPr dirty="0" sz="3200" spc="-5"/>
              <a:t>nodes</a:t>
            </a:r>
            <a:r>
              <a:rPr dirty="0" sz="3200" spc="180"/>
              <a:t> </a:t>
            </a:r>
            <a:r>
              <a:rPr dirty="0" sz="3200" spc="40">
                <a:latin typeface="Cambria Math"/>
                <a:cs typeface="Cambria Math"/>
              </a:rPr>
              <a:t>𝑉.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6036" y="2501438"/>
            <a:ext cx="319405" cy="235585"/>
          </a:xfrm>
          <a:custGeom>
            <a:avLst/>
            <a:gdLst/>
            <a:ahLst/>
            <a:cxnLst/>
            <a:rect l="l" t="t" r="r" b="b"/>
            <a:pathLst>
              <a:path w="319404" h="235585">
                <a:moveTo>
                  <a:pt x="244309" y="0"/>
                </a:moveTo>
                <a:lnTo>
                  <a:pt x="240960" y="9549"/>
                </a:lnTo>
                <a:lnTo>
                  <a:pt x="254579" y="15459"/>
                </a:lnTo>
                <a:lnTo>
                  <a:pt x="266292" y="23641"/>
                </a:lnTo>
                <a:lnTo>
                  <a:pt x="290074" y="61565"/>
                </a:lnTo>
                <a:lnTo>
                  <a:pt x="297887" y="116457"/>
                </a:lnTo>
                <a:lnTo>
                  <a:pt x="297015" y="137208"/>
                </a:lnTo>
                <a:lnTo>
                  <a:pt x="283935" y="188018"/>
                </a:lnTo>
                <a:lnTo>
                  <a:pt x="254739" y="219784"/>
                </a:lnTo>
                <a:lnTo>
                  <a:pt x="241333" y="225722"/>
                </a:lnTo>
                <a:lnTo>
                  <a:pt x="244309" y="235272"/>
                </a:lnTo>
                <a:lnTo>
                  <a:pt x="289259" y="208563"/>
                </a:lnTo>
                <a:lnTo>
                  <a:pt x="314506" y="159260"/>
                </a:lnTo>
                <a:lnTo>
                  <a:pt x="319344" y="117697"/>
                </a:lnTo>
                <a:lnTo>
                  <a:pt x="318130" y="96129"/>
                </a:lnTo>
                <a:lnTo>
                  <a:pt x="308425" y="57898"/>
                </a:lnTo>
                <a:lnTo>
                  <a:pt x="276322" y="15083"/>
                </a:lnTo>
                <a:lnTo>
                  <a:pt x="261366" y="6158"/>
                </a:lnTo>
                <a:lnTo>
                  <a:pt x="244309" y="0"/>
                </a:lnTo>
                <a:close/>
              </a:path>
              <a:path w="31940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6563" y="2454147"/>
            <a:ext cx="38646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Assign an </a:t>
            </a:r>
            <a:r>
              <a:rPr dirty="0" sz="2800" spc="-10">
                <a:latin typeface="Calibri"/>
                <a:cs typeface="Calibri"/>
              </a:rPr>
              <a:t>initial color </a:t>
            </a:r>
            <a:r>
              <a:rPr dirty="0" sz="2800">
                <a:latin typeface="Cambria Math"/>
                <a:cs typeface="Cambria Math"/>
              </a:rPr>
              <a:t>𝑐</a:t>
            </a:r>
            <a:r>
              <a:rPr dirty="0" sz="2800" spc="380">
                <a:latin typeface="Cambria Math"/>
                <a:cs typeface="Cambria Math"/>
              </a:rPr>
              <a:t> </a:t>
            </a:r>
            <a:r>
              <a:rPr dirty="0" baseline="29166" sz="3000" spc="-1327">
                <a:latin typeface="Cambria Math"/>
                <a:cs typeface="Cambria Math"/>
              </a:rPr>
              <a:t>+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66029" y="25556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70"/>
                </a:lnTo>
                <a:lnTo>
                  <a:pt x="346074" y="21645"/>
                </a:lnTo>
                <a:lnTo>
                  <a:pt x="362471" y="33099"/>
                </a:lnTo>
                <a:lnTo>
                  <a:pt x="387257" y="65547"/>
                </a:lnTo>
                <a:lnTo>
                  <a:pt x="401843" y="109324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7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4" y="329382"/>
                </a:lnTo>
                <a:lnTo>
                  <a:pt x="376622" y="308307"/>
                </a:lnTo>
                <a:lnTo>
                  <a:pt x="409656" y="271823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4" y="8622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69649" y="2454147"/>
            <a:ext cx="27203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134" algn="l"/>
              </a:tabLst>
            </a:pPr>
            <a:r>
              <a:rPr dirty="0" sz="2800">
                <a:latin typeface="Cambria Math"/>
                <a:cs typeface="Cambria Math"/>
              </a:rPr>
              <a:t>𝑣	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each node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2960115"/>
            <a:ext cx="48533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Iteratively </a:t>
            </a:r>
            <a:r>
              <a:rPr dirty="0" sz="2800" spc="-15">
                <a:latin typeface="Calibri"/>
                <a:cs typeface="Calibri"/>
              </a:rPr>
              <a:t>refine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15">
                <a:latin typeface="Calibri"/>
                <a:cs typeface="Calibri"/>
              </a:rPr>
              <a:t>colors</a:t>
            </a:r>
            <a:r>
              <a:rPr dirty="0" sz="2800" spc="-5">
                <a:latin typeface="Calibri"/>
                <a:cs typeface="Calibri"/>
              </a:rPr>
              <a:t> </a:t>
            </a:r>
            <a:r>
              <a:rPr dirty="0" sz="2800" spc="-275">
                <a:latin typeface="Calibri"/>
                <a:cs typeface="Calibri"/>
              </a:rPr>
              <a:t>by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7750" y="3409950"/>
            <a:ext cx="7287986" cy="8980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96276" y="3505707"/>
            <a:ext cx="8153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841" sz="4200">
                <a:latin typeface="Cambria Math"/>
                <a:cs typeface="Cambria Math"/>
              </a:rPr>
              <a:t>𝑐</a:t>
            </a:r>
            <a:r>
              <a:rPr dirty="0" baseline="-19841" sz="4200" spc="419">
                <a:latin typeface="Cambria Math"/>
                <a:cs typeface="Cambria Math"/>
              </a:rPr>
              <a:t> </a:t>
            </a:r>
            <a:r>
              <a:rPr dirty="0" sz="2000" spc="805">
                <a:latin typeface="Cambria Math"/>
                <a:cs typeface="Cambria Math"/>
              </a:rPr>
              <a:t>,-.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9520" y="3633723"/>
            <a:ext cx="42271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1941195" algn="l"/>
                <a:tab pos="2665095" algn="l"/>
                <a:tab pos="3016250" algn="l"/>
                <a:tab pos="3286760" algn="l"/>
                <a:tab pos="4010025" algn="l"/>
              </a:tabLst>
            </a:pPr>
            <a:r>
              <a:rPr dirty="0" sz="2800">
                <a:latin typeface="Cambria Math"/>
                <a:cs typeface="Cambria Math"/>
              </a:rPr>
              <a:t>𝑣	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H</a:t>
            </a:r>
            <a:r>
              <a:rPr dirty="0" sz="2800" spc="-45">
                <a:latin typeface="Cambria Math"/>
                <a:cs typeface="Cambria Math"/>
              </a:rPr>
              <a:t>A</a:t>
            </a:r>
            <a:r>
              <a:rPr dirty="0" sz="2800" spc="-5">
                <a:latin typeface="Cambria Math"/>
                <a:cs typeface="Cambria Math"/>
              </a:rPr>
              <a:t>S</a:t>
            </a:r>
            <a:r>
              <a:rPr dirty="0" sz="2800">
                <a:latin typeface="Cambria Math"/>
                <a:cs typeface="Cambria Math"/>
              </a:rPr>
              <a:t>H	𝑐 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baseline="27777" sz="3000" spc="1185">
                <a:latin typeface="Cambria Math"/>
                <a:cs typeface="Cambria Math"/>
              </a:rPr>
              <a:t>,</a:t>
            </a:r>
            <a:r>
              <a:rPr dirty="0" baseline="27777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𝑣	,	𝑐 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baseline="27777" sz="3000" spc="1185">
                <a:latin typeface="Cambria Math"/>
                <a:cs typeface="Cambria Math"/>
              </a:rPr>
              <a:t>,</a:t>
            </a:r>
            <a:r>
              <a:rPr dirty="0" baseline="27777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𝑢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56209" y="3902964"/>
            <a:ext cx="814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55">
                <a:latin typeface="Cambria Math"/>
                <a:cs typeface="Cambria Math"/>
              </a:rPr>
              <a:t>!∈#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sz="2000" spc="-650">
                <a:latin typeface="Cambria Math"/>
                <a:cs typeface="Cambria Math"/>
              </a:rPr>
              <a:t>%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10258" y="3633723"/>
            <a:ext cx="984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,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92771" y="4863639"/>
            <a:ext cx="363855" cy="235585"/>
          </a:xfrm>
          <a:custGeom>
            <a:avLst/>
            <a:gdLst/>
            <a:ahLst/>
            <a:cxnLst/>
            <a:rect l="l" t="t" r="r" b="b"/>
            <a:pathLst>
              <a:path w="363854" h="235585">
                <a:moveTo>
                  <a:pt x="288695" y="0"/>
                </a:moveTo>
                <a:lnTo>
                  <a:pt x="285347" y="9549"/>
                </a:lnTo>
                <a:lnTo>
                  <a:pt x="298966" y="15459"/>
                </a:lnTo>
                <a:lnTo>
                  <a:pt x="310678" y="23641"/>
                </a:lnTo>
                <a:lnTo>
                  <a:pt x="334460" y="61565"/>
                </a:lnTo>
                <a:lnTo>
                  <a:pt x="342273" y="116457"/>
                </a:lnTo>
                <a:lnTo>
                  <a:pt x="341401" y="137208"/>
                </a:lnTo>
                <a:lnTo>
                  <a:pt x="328320" y="188019"/>
                </a:lnTo>
                <a:lnTo>
                  <a:pt x="299124" y="219784"/>
                </a:lnTo>
                <a:lnTo>
                  <a:pt x="285718" y="225722"/>
                </a:lnTo>
                <a:lnTo>
                  <a:pt x="288695" y="235272"/>
                </a:lnTo>
                <a:lnTo>
                  <a:pt x="333646" y="208564"/>
                </a:lnTo>
                <a:lnTo>
                  <a:pt x="358892" y="159261"/>
                </a:lnTo>
                <a:lnTo>
                  <a:pt x="363729" y="117698"/>
                </a:lnTo>
                <a:lnTo>
                  <a:pt x="362516" y="96129"/>
                </a:lnTo>
                <a:lnTo>
                  <a:pt x="352811" y="57899"/>
                </a:lnTo>
                <a:lnTo>
                  <a:pt x="320708" y="15083"/>
                </a:lnTo>
                <a:lnTo>
                  <a:pt x="305752" y="6158"/>
                </a:lnTo>
                <a:lnTo>
                  <a:pt x="288695" y="0"/>
                </a:lnTo>
                <a:close/>
              </a:path>
              <a:path w="36385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4" y="211521"/>
                </a:lnTo>
                <a:lnTo>
                  <a:pt x="29303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7" y="46818"/>
                </a:lnTo>
                <a:lnTo>
                  <a:pt x="64813" y="15459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27150" y="49178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70"/>
                </a:lnTo>
                <a:lnTo>
                  <a:pt x="346074" y="21645"/>
                </a:lnTo>
                <a:lnTo>
                  <a:pt x="362471" y="33099"/>
                </a:lnTo>
                <a:lnTo>
                  <a:pt x="387257" y="65547"/>
                </a:lnTo>
                <a:lnTo>
                  <a:pt x="401842" y="109324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7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4" y="329382"/>
                </a:lnTo>
                <a:lnTo>
                  <a:pt x="376622" y="308307"/>
                </a:lnTo>
                <a:lnTo>
                  <a:pt x="409656" y="271823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4" y="8622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56563" y="4181057"/>
            <a:ext cx="7494270" cy="150558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005"/>
              </a:spcBef>
            </a:pPr>
            <a:r>
              <a:rPr dirty="0" sz="2600" spc="-10">
                <a:latin typeface="Calibri"/>
                <a:cs typeface="Calibri"/>
              </a:rPr>
              <a:t>where </a:t>
            </a:r>
            <a:r>
              <a:rPr dirty="0" sz="2600" spc="-5">
                <a:latin typeface="Calibri"/>
                <a:cs typeface="Calibri"/>
              </a:rPr>
              <a:t>HASH </a:t>
            </a:r>
            <a:r>
              <a:rPr dirty="0" sz="2600" spc="-10">
                <a:latin typeface="Calibri"/>
                <a:cs typeface="Calibri"/>
              </a:rPr>
              <a:t>maps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5">
                <a:latin typeface="Calibri"/>
                <a:cs typeface="Calibri"/>
              </a:rPr>
              <a:t>inputs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25">
                <a:latin typeface="Calibri"/>
                <a:cs typeface="Calibri"/>
              </a:rPr>
              <a:t>different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colors.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ts val="3325"/>
              </a:lnSpc>
              <a:spcBef>
                <a:spcPts val="9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5986780" algn="l"/>
              </a:tabLst>
            </a:pPr>
            <a:r>
              <a:rPr dirty="0" sz="2800" spc="-10">
                <a:latin typeface="Calibri"/>
                <a:cs typeface="Calibri"/>
              </a:rPr>
              <a:t>After </a:t>
            </a:r>
            <a:r>
              <a:rPr dirty="0" sz="2800">
                <a:latin typeface="Cambria Math"/>
                <a:cs typeface="Cambria Math"/>
              </a:rPr>
              <a:t>𝐾 </a:t>
            </a:r>
            <a:r>
              <a:rPr dirty="0" sz="2800" spc="-20">
                <a:latin typeface="Calibri"/>
                <a:cs typeface="Calibri"/>
              </a:rPr>
              <a:t>steps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color </a:t>
            </a:r>
            <a:r>
              <a:rPr dirty="0" sz="2800" spc="-15">
                <a:latin typeface="Calibri"/>
                <a:cs typeface="Calibri"/>
              </a:rPr>
              <a:t>refinement,</a:t>
            </a:r>
            <a:r>
              <a:rPr dirty="0" sz="2800" spc="185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𝑐</a:t>
            </a:r>
            <a:r>
              <a:rPr dirty="0" sz="2800" spc="37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9166" sz="3000" spc="675">
                <a:solidFill>
                  <a:srgbClr val="C00000"/>
                </a:solidFill>
                <a:latin typeface="Cambria Math"/>
                <a:cs typeface="Cambria Math"/>
              </a:rPr>
              <a:t>/	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  <a:p>
            <a:pPr marL="287020">
              <a:lnSpc>
                <a:spcPts val="3325"/>
              </a:lnSpc>
            </a:pP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summarizes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structure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800" spc="5">
                <a:solidFill>
                  <a:srgbClr val="C00000"/>
                </a:solidFill>
                <a:latin typeface="Cambria Math"/>
                <a:cs typeface="Cambria Math"/>
              </a:rPr>
              <a:t>𝐾</a:t>
            </a:r>
            <a:r>
              <a:rPr dirty="0" sz="2800" spc="5">
                <a:solidFill>
                  <a:srgbClr val="C00000"/>
                </a:solidFill>
                <a:latin typeface="Calibri"/>
                <a:cs typeface="Calibri"/>
              </a:rPr>
              <a:t>-hop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neighborhood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266444"/>
            <a:ext cx="77781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Example </a:t>
            </a: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color </a:t>
            </a: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refinement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given </a:t>
            </a:r>
            <a:r>
              <a:rPr dirty="0" sz="3200" spc="-10" b="1" u="heavy">
                <a:solidFill>
                  <a:srgbClr val="E66C7D"/>
                </a:solidFill>
                <a:latin typeface="Calibri"/>
                <a:cs typeface="Calibri"/>
              </a:rPr>
              <a:t>two</a:t>
            </a:r>
            <a:r>
              <a:rPr dirty="0" sz="3200" spc="10" b="1" u="heavy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20" b="1" u="heavy">
                <a:solidFill>
                  <a:srgbClr val="E66C7D"/>
                </a:solidFill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6563" y="1838451"/>
            <a:ext cx="30416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Assign </a:t>
            </a:r>
            <a:r>
              <a:rPr dirty="0" sz="2800" spc="-10">
                <a:latin typeface="Calibri"/>
                <a:cs typeface="Calibri"/>
              </a:rPr>
              <a:t>initial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9976" y="341375"/>
            <a:ext cx="5032248" cy="521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22390" y="239930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8" y="263727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22390" y="239930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97341" y="241147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39243" y="2384530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2"/>
                </a:lnTo>
                <a:lnTo>
                  <a:pt x="0" y="145942"/>
                </a:lnTo>
                <a:lnTo>
                  <a:pt x="7341" y="192071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1"/>
                </a:lnTo>
                <a:lnTo>
                  <a:pt x="288016" y="145942"/>
                </a:lnTo>
                <a:lnTo>
                  <a:pt x="280675" y="99812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39243" y="2384530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90365" y="298308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90365" y="298308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65317" y="29936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22390" y="359308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22390" y="359308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64545" y="359308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64545" y="359308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56563" y="3575376"/>
            <a:ext cx="4508500" cy="77279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320"/>
              </a:spcBef>
              <a:tabLst>
                <a:tab pos="1695450" algn="l"/>
              </a:tabLst>
            </a:pPr>
            <a:r>
              <a:rPr dirty="0" sz="1600">
                <a:latin typeface="Arial"/>
                <a:cs typeface="Arial"/>
              </a:rPr>
              <a:t>1	1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38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Aggregate </a:t>
            </a:r>
            <a:r>
              <a:rPr dirty="0" sz="2800" spc="-5">
                <a:latin typeface="Calibri"/>
                <a:cs typeface="Calibri"/>
              </a:rPr>
              <a:t>neighboring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10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60861" y="298308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9" y="263727"/>
                </a:lnTo>
                <a:lnTo>
                  <a:pt x="98491" y="284445"/>
                </a:lnTo>
                <a:lnTo>
                  <a:pt x="144009" y="291885"/>
                </a:lnTo>
                <a:lnTo>
                  <a:pt x="189526" y="284445"/>
                </a:lnTo>
                <a:lnTo>
                  <a:pt x="229058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60861" y="298308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135814" y="29936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36203" y="2648450"/>
            <a:ext cx="228600" cy="377825"/>
          </a:xfrm>
          <a:custGeom>
            <a:avLst/>
            <a:gdLst/>
            <a:ahLst/>
            <a:cxnLst/>
            <a:rect l="l" t="t" r="r" b="b"/>
            <a:pathLst>
              <a:path w="228600" h="377825">
                <a:moveTo>
                  <a:pt x="228366" y="0"/>
                </a:moveTo>
                <a:lnTo>
                  <a:pt x="0" y="3773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36203" y="3232224"/>
            <a:ext cx="228600" cy="403860"/>
          </a:xfrm>
          <a:custGeom>
            <a:avLst/>
            <a:gdLst/>
            <a:ahLst/>
            <a:cxnLst/>
            <a:rect l="l" t="t" r="r" b="b"/>
            <a:pathLst>
              <a:path w="228600" h="403860">
                <a:moveTo>
                  <a:pt x="0" y="0"/>
                </a:moveTo>
                <a:lnTo>
                  <a:pt x="228366" y="4036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18016" y="2530472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 h="0">
                <a:moveTo>
                  <a:pt x="42122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85081" y="2633670"/>
            <a:ext cx="308610" cy="401320"/>
          </a:xfrm>
          <a:custGeom>
            <a:avLst/>
            <a:gdLst/>
            <a:ahLst/>
            <a:cxnLst/>
            <a:rect l="l" t="t" r="r" b="b"/>
            <a:pathLst>
              <a:path w="308610" h="401319">
                <a:moveTo>
                  <a:pt x="308443" y="40096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068227" y="2648450"/>
            <a:ext cx="993140" cy="480695"/>
          </a:xfrm>
          <a:custGeom>
            <a:avLst/>
            <a:gdLst/>
            <a:ahLst/>
            <a:cxnLst/>
            <a:rect l="l" t="t" r="r" b="b"/>
            <a:pathLst>
              <a:path w="993139" h="480694">
                <a:moveTo>
                  <a:pt x="992634" y="48057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678381" y="3129027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30" h="0">
                <a:moveTo>
                  <a:pt x="1382480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78382" y="3129026"/>
            <a:ext cx="928369" cy="507365"/>
          </a:xfrm>
          <a:custGeom>
            <a:avLst/>
            <a:gdLst/>
            <a:ahLst/>
            <a:cxnLst/>
            <a:rect l="l" t="t" r="r" b="b"/>
            <a:pathLst>
              <a:path w="928369" h="507364">
                <a:moveTo>
                  <a:pt x="928342" y="50680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10280" y="237070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10280" y="237070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614194" y="2396235"/>
            <a:ext cx="34188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92475" algn="l"/>
              </a:tabLst>
            </a:pPr>
            <a:r>
              <a:rPr dirty="0" sz="1600">
                <a:latin typeface="Arial"/>
                <a:cs typeface="Arial"/>
              </a:rPr>
              <a:t>1	</a:t>
            </a:r>
            <a:r>
              <a:rPr dirty="0" baseline="3472" sz="2400">
                <a:latin typeface="Arial"/>
                <a:cs typeface="Arial"/>
              </a:rPr>
              <a:t>1</a:t>
            </a:r>
            <a:endParaRPr baseline="3472"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72581" y="2355650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6"/>
                </a:lnTo>
                <a:lnTo>
                  <a:pt x="29546" y="60872"/>
                </a:lnTo>
                <a:lnTo>
                  <a:pt x="7807" y="101686"/>
                </a:lnTo>
                <a:lnTo>
                  <a:pt x="0" y="148681"/>
                </a:lnTo>
                <a:lnTo>
                  <a:pt x="7807" y="195676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6"/>
                </a:lnTo>
                <a:lnTo>
                  <a:pt x="306277" y="148681"/>
                </a:lnTo>
                <a:lnTo>
                  <a:pt x="298469" y="101686"/>
                </a:lnTo>
                <a:lnTo>
                  <a:pt x="276730" y="60872"/>
                </a:lnTo>
                <a:lnTo>
                  <a:pt x="243580" y="28686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572581" y="2355650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656664" y="236880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350864" y="29654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350864" y="29654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434947" y="297840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810280" y="3586891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810280" y="3586891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894363" y="36001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599488" y="3586891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599488" y="3586891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683570" y="36001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127272" y="29654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27272" y="29654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211354" y="297840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12289" y="2624523"/>
            <a:ext cx="243204" cy="384810"/>
          </a:xfrm>
          <a:custGeom>
            <a:avLst/>
            <a:gdLst/>
            <a:ahLst/>
            <a:cxnLst/>
            <a:rect l="l" t="t" r="r" b="b"/>
            <a:pathLst>
              <a:path w="243204" h="384810">
                <a:moveTo>
                  <a:pt x="242845" y="0"/>
                </a:moveTo>
                <a:lnTo>
                  <a:pt x="0" y="3844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12288" y="3219254"/>
            <a:ext cx="243204" cy="411480"/>
          </a:xfrm>
          <a:custGeom>
            <a:avLst/>
            <a:gdLst/>
            <a:ahLst/>
            <a:cxnLst/>
            <a:rect l="l" t="t" r="r" b="b"/>
            <a:pathLst>
              <a:path w="243204" h="411479">
                <a:moveTo>
                  <a:pt x="0" y="0"/>
                </a:moveTo>
                <a:lnTo>
                  <a:pt x="242845" y="4111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124648" y="2504332"/>
            <a:ext cx="448309" cy="0"/>
          </a:xfrm>
          <a:custGeom>
            <a:avLst/>
            <a:gdLst/>
            <a:ahLst/>
            <a:cxnLst/>
            <a:rect l="l" t="t" r="r" b="b"/>
            <a:pathLst>
              <a:path w="448309" h="0">
                <a:moveTo>
                  <a:pt x="447933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834005" y="2609466"/>
            <a:ext cx="328295" cy="408940"/>
          </a:xfrm>
          <a:custGeom>
            <a:avLst/>
            <a:gdLst/>
            <a:ahLst/>
            <a:cxnLst/>
            <a:rect l="l" t="t" r="r" b="b"/>
            <a:pathLst>
              <a:path w="328295" h="408939">
                <a:moveTo>
                  <a:pt x="327998" y="40849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657142" y="2609466"/>
            <a:ext cx="960755" cy="504825"/>
          </a:xfrm>
          <a:custGeom>
            <a:avLst/>
            <a:gdLst/>
            <a:ahLst/>
            <a:cxnLst/>
            <a:rect l="l" t="t" r="r" b="b"/>
            <a:pathLst>
              <a:path w="960754" h="504825">
                <a:moveTo>
                  <a:pt x="960292" y="0"/>
                </a:moveTo>
                <a:lnTo>
                  <a:pt x="0" y="5046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657141" y="3114121"/>
            <a:ext cx="1470660" cy="0"/>
          </a:xfrm>
          <a:custGeom>
            <a:avLst/>
            <a:gdLst/>
            <a:ahLst/>
            <a:cxnLst/>
            <a:rect l="l" t="t" r="r" b="b"/>
            <a:pathLst>
              <a:path w="1470659" h="0">
                <a:moveTo>
                  <a:pt x="147013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860913" y="3219254"/>
            <a:ext cx="311785" cy="411480"/>
          </a:xfrm>
          <a:custGeom>
            <a:avLst/>
            <a:gdLst/>
            <a:ahLst/>
            <a:cxnLst/>
            <a:rect l="l" t="t" r="r" b="b"/>
            <a:pathLst>
              <a:path w="311784" h="411479">
                <a:moveTo>
                  <a:pt x="0" y="411185"/>
                </a:moveTo>
                <a:lnTo>
                  <a:pt x="31121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38459" y="4786067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5">
                <a:moveTo>
                  <a:pt x="451194" y="0"/>
                </a:moveTo>
                <a:lnTo>
                  <a:pt x="378008" y="1687"/>
                </a:lnTo>
                <a:lnTo>
                  <a:pt x="308581" y="6574"/>
                </a:lnTo>
                <a:lnTo>
                  <a:pt x="243844" y="14393"/>
                </a:lnTo>
                <a:lnTo>
                  <a:pt x="184724" y="24880"/>
                </a:lnTo>
                <a:lnTo>
                  <a:pt x="132151" y="37769"/>
                </a:lnTo>
                <a:lnTo>
                  <a:pt x="87054" y="52795"/>
                </a:lnTo>
                <a:lnTo>
                  <a:pt x="50361" y="69691"/>
                </a:lnTo>
                <a:lnTo>
                  <a:pt x="5905" y="108036"/>
                </a:lnTo>
                <a:lnTo>
                  <a:pt x="0" y="128953"/>
                </a:lnTo>
                <a:lnTo>
                  <a:pt x="5905" y="149870"/>
                </a:lnTo>
                <a:lnTo>
                  <a:pt x="50361" y="188215"/>
                </a:lnTo>
                <a:lnTo>
                  <a:pt x="87054" y="205111"/>
                </a:lnTo>
                <a:lnTo>
                  <a:pt x="132151" y="220137"/>
                </a:lnTo>
                <a:lnTo>
                  <a:pt x="184724" y="233026"/>
                </a:lnTo>
                <a:lnTo>
                  <a:pt x="243844" y="243514"/>
                </a:lnTo>
                <a:lnTo>
                  <a:pt x="308581" y="251333"/>
                </a:lnTo>
                <a:lnTo>
                  <a:pt x="378008" y="256219"/>
                </a:lnTo>
                <a:lnTo>
                  <a:pt x="451194" y="257907"/>
                </a:lnTo>
                <a:lnTo>
                  <a:pt x="524380" y="256219"/>
                </a:lnTo>
                <a:lnTo>
                  <a:pt x="593806" y="251333"/>
                </a:lnTo>
                <a:lnTo>
                  <a:pt x="658544" y="243514"/>
                </a:lnTo>
                <a:lnTo>
                  <a:pt x="717664" y="233026"/>
                </a:lnTo>
                <a:lnTo>
                  <a:pt x="770237" y="220137"/>
                </a:lnTo>
                <a:lnTo>
                  <a:pt x="815334" y="205111"/>
                </a:lnTo>
                <a:lnTo>
                  <a:pt x="852027" y="188215"/>
                </a:lnTo>
                <a:lnTo>
                  <a:pt x="896484" y="149870"/>
                </a:lnTo>
                <a:lnTo>
                  <a:pt x="902389" y="128953"/>
                </a:lnTo>
                <a:lnTo>
                  <a:pt x="896484" y="108036"/>
                </a:lnTo>
                <a:lnTo>
                  <a:pt x="852027" y="69691"/>
                </a:lnTo>
                <a:lnTo>
                  <a:pt x="815334" y="52795"/>
                </a:lnTo>
                <a:lnTo>
                  <a:pt x="770237" y="37769"/>
                </a:lnTo>
                <a:lnTo>
                  <a:pt x="717664" y="24880"/>
                </a:lnTo>
                <a:lnTo>
                  <a:pt x="658544" y="14393"/>
                </a:lnTo>
                <a:lnTo>
                  <a:pt x="593806" y="6574"/>
                </a:lnTo>
                <a:lnTo>
                  <a:pt x="524380" y="1687"/>
                </a:lnTo>
                <a:lnTo>
                  <a:pt x="45119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738459" y="4786067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5">
                <a:moveTo>
                  <a:pt x="0" y="128954"/>
                </a:moveTo>
                <a:lnTo>
                  <a:pt x="23002" y="88194"/>
                </a:lnTo>
                <a:lnTo>
                  <a:pt x="87054" y="52795"/>
                </a:lnTo>
                <a:lnTo>
                  <a:pt x="132151" y="37769"/>
                </a:lnTo>
                <a:lnTo>
                  <a:pt x="184724" y="24880"/>
                </a:lnTo>
                <a:lnTo>
                  <a:pt x="243844" y="14393"/>
                </a:lnTo>
                <a:lnTo>
                  <a:pt x="308582" y="6574"/>
                </a:lnTo>
                <a:lnTo>
                  <a:pt x="378008" y="1687"/>
                </a:lnTo>
                <a:lnTo>
                  <a:pt x="451194" y="0"/>
                </a:lnTo>
                <a:lnTo>
                  <a:pt x="524380" y="1687"/>
                </a:lnTo>
                <a:lnTo>
                  <a:pt x="593806" y="6574"/>
                </a:lnTo>
                <a:lnTo>
                  <a:pt x="658544" y="14393"/>
                </a:lnTo>
                <a:lnTo>
                  <a:pt x="717664" y="24880"/>
                </a:lnTo>
                <a:lnTo>
                  <a:pt x="770237" y="37769"/>
                </a:lnTo>
                <a:lnTo>
                  <a:pt x="815334" y="52795"/>
                </a:lnTo>
                <a:lnTo>
                  <a:pt x="852027" y="69692"/>
                </a:lnTo>
                <a:lnTo>
                  <a:pt x="896483" y="108036"/>
                </a:lnTo>
                <a:lnTo>
                  <a:pt x="902389" y="128954"/>
                </a:lnTo>
                <a:lnTo>
                  <a:pt x="896483" y="149871"/>
                </a:lnTo>
                <a:lnTo>
                  <a:pt x="852027" y="188215"/>
                </a:lnTo>
                <a:lnTo>
                  <a:pt x="815334" y="205112"/>
                </a:lnTo>
                <a:lnTo>
                  <a:pt x="770237" y="220138"/>
                </a:lnTo>
                <a:lnTo>
                  <a:pt x="717664" y="233027"/>
                </a:lnTo>
                <a:lnTo>
                  <a:pt x="658544" y="243514"/>
                </a:lnTo>
                <a:lnTo>
                  <a:pt x="593806" y="251333"/>
                </a:lnTo>
                <a:lnTo>
                  <a:pt x="524380" y="256220"/>
                </a:lnTo>
                <a:lnTo>
                  <a:pt x="451194" y="257908"/>
                </a:lnTo>
                <a:lnTo>
                  <a:pt x="378008" y="256220"/>
                </a:lnTo>
                <a:lnTo>
                  <a:pt x="308582" y="251333"/>
                </a:lnTo>
                <a:lnTo>
                  <a:pt x="243844" y="243514"/>
                </a:lnTo>
                <a:lnTo>
                  <a:pt x="184724" y="233027"/>
                </a:lnTo>
                <a:lnTo>
                  <a:pt x="132151" y="220138"/>
                </a:lnTo>
                <a:lnTo>
                  <a:pt x="87054" y="205112"/>
                </a:lnTo>
                <a:lnTo>
                  <a:pt x="50361" y="188215"/>
                </a:lnTo>
                <a:lnTo>
                  <a:pt x="5905" y="149871"/>
                </a:lnTo>
                <a:lnTo>
                  <a:pt x="0" y="128954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998550" y="4812284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035828" y="4771751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362028" y="0"/>
                </a:moveTo>
                <a:lnTo>
                  <a:pt x="296953" y="2277"/>
                </a:lnTo>
                <a:lnTo>
                  <a:pt x="235705" y="8843"/>
                </a:lnTo>
                <a:lnTo>
                  <a:pt x="179306" y="19299"/>
                </a:lnTo>
                <a:lnTo>
                  <a:pt x="128778" y="33244"/>
                </a:lnTo>
                <a:lnTo>
                  <a:pt x="85144" y="50281"/>
                </a:lnTo>
                <a:lnTo>
                  <a:pt x="49427" y="70010"/>
                </a:lnTo>
                <a:lnTo>
                  <a:pt x="5832" y="115946"/>
                </a:lnTo>
                <a:lnTo>
                  <a:pt x="0" y="141356"/>
                </a:lnTo>
                <a:lnTo>
                  <a:pt x="5832" y="166764"/>
                </a:lnTo>
                <a:lnTo>
                  <a:pt x="49427" y="212700"/>
                </a:lnTo>
                <a:lnTo>
                  <a:pt x="85144" y="232429"/>
                </a:lnTo>
                <a:lnTo>
                  <a:pt x="128778" y="249466"/>
                </a:lnTo>
                <a:lnTo>
                  <a:pt x="179306" y="263412"/>
                </a:lnTo>
                <a:lnTo>
                  <a:pt x="235705" y="273868"/>
                </a:lnTo>
                <a:lnTo>
                  <a:pt x="296953" y="280434"/>
                </a:lnTo>
                <a:lnTo>
                  <a:pt x="362028" y="282712"/>
                </a:lnTo>
                <a:lnTo>
                  <a:pt x="427104" y="280434"/>
                </a:lnTo>
                <a:lnTo>
                  <a:pt x="488352" y="273868"/>
                </a:lnTo>
                <a:lnTo>
                  <a:pt x="544751" y="263412"/>
                </a:lnTo>
                <a:lnTo>
                  <a:pt x="595279" y="249466"/>
                </a:lnTo>
                <a:lnTo>
                  <a:pt x="638913" y="232429"/>
                </a:lnTo>
                <a:lnTo>
                  <a:pt x="674630" y="212700"/>
                </a:lnTo>
                <a:lnTo>
                  <a:pt x="718224" y="166764"/>
                </a:lnTo>
                <a:lnTo>
                  <a:pt x="724057" y="141356"/>
                </a:lnTo>
                <a:lnTo>
                  <a:pt x="718224" y="115946"/>
                </a:lnTo>
                <a:lnTo>
                  <a:pt x="674630" y="70010"/>
                </a:lnTo>
                <a:lnTo>
                  <a:pt x="638913" y="50281"/>
                </a:lnTo>
                <a:lnTo>
                  <a:pt x="595279" y="33244"/>
                </a:lnTo>
                <a:lnTo>
                  <a:pt x="544751" y="19299"/>
                </a:lnTo>
                <a:lnTo>
                  <a:pt x="488352" y="8843"/>
                </a:lnTo>
                <a:lnTo>
                  <a:pt x="427104" y="2277"/>
                </a:lnTo>
                <a:lnTo>
                  <a:pt x="36202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35828" y="4771751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0" y="141356"/>
                </a:moveTo>
                <a:lnTo>
                  <a:pt x="22649" y="92032"/>
                </a:lnTo>
                <a:lnTo>
                  <a:pt x="85144" y="50282"/>
                </a:lnTo>
                <a:lnTo>
                  <a:pt x="128778" y="33245"/>
                </a:lnTo>
                <a:lnTo>
                  <a:pt x="179305" y="19299"/>
                </a:lnTo>
                <a:lnTo>
                  <a:pt x="235705" y="8843"/>
                </a:lnTo>
                <a:lnTo>
                  <a:pt x="296953" y="2277"/>
                </a:lnTo>
                <a:lnTo>
                  <a:pt x="362028" y="0"/>
                </a:lnTo>
                <a:lnTo>
                  <a:pt x="427103" y="2277"/>
                </a:lnTo>
                <a:lnTo>
                  <a:pt x="488351" y="8843"/>
                </a:lnTo>
                <a:lnTo>
                  <a:pt x="544751" y="19299"/>
                </a:lnTo>
                <a:lnTo>
                  <a:pt x="595278" y="33245"/>
                </a:lnTo>
                <a:lnTo>
                  <a:pt x="638912" y="50282"/>
                </a:lnTo>
                <a:lnTo>
                  <a:pt x="674629" y="70010"/>
                </a:lnTo>
                <a:lnTo>
                  <a:pt x="718224" y="115947"/>
                </a:lnTo>
                <a:lnTo>
                  <a:pt x="724057" y="141356"/>
                </a:lnTo>
                <a:lnTo>
                  <a:pt x="718224" y="166764"/>
                </a:lnTo>
                <a:lnTo>
                  <a:pt x="674629" y="212701"/>
                </a:lnTo>
                <a:lnTo>
                  <a:pt x="638912" y="232429"/>
                </a:lnTo>
                <a:lnTo>
                  <a:pt x="595278" y="249466"/>
                </a:lnTo>
                <a:lnTo>
                  <a:pt x="544751" y="263412"/>
                </a:lnTo>
                <a:lnTo>
                  <a:pt x="488351" y="273868"/>
                </a:lnTo>
                <a:lnTo>
                  <a:pt x="427103" y="280434"/>
                </a:lnTo>
                <a:lnTo>
                  <a:pt x="362028" y="282712"/>
                </a:lnTo>
                <a:lnTo>
                  <a:pt x="296953" y="280434"/>
                </a:lnTo>
                <a:lnTo>
                  <a:pt x="235705" y="273868"/>
                </a:lnTo>
                <a:lnTo>
                  <a:pt x="179305" y="263412"/>
                </a:lnTo>
                <a:lnTo>
                  <a:pt x="128778" y="249466"/>
                </a:lnTo>
                <a:lnTo>
                  <a:pt x="85144" y="232429"/>
                </a:lnTo>
                <a:lnTo>
                  <a:pt x="49427" y="212701"/>
                </a:lnTo>
                <a:lnTo>
                  <a:pt x="5832" y="16676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243171" y="4809235"/>
            <a:ext cx="310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22112" y="5351493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486270" y="0"/>
                </a:moveTo>
                <a:lnTo>
                  <a:pt x="414413" y="1532"/>
                </a:lnTo>
                <a:lnTo>
                  <a:pt x="345829" y="5984"/>
                </a:lnTo>
                <a:lnTo>
                  <a:pt x="281271" y="13137"/>
                </a:lnTo>
                <a:lnTo>
                  <a:pt x="221491" y="22773"/>
                </a:lnTo>
                <a:lnTo>
                  <a:pt x="167241" y="34672"/>
                </a:lnTo>
                <a:lnTo>
                  <a:pt x="119274" y="48615"/>
                </a:lnTo>
                <a:lnTo>
                  <a:pt x="78341" y="64385"/>
                </a:lnTo>
                <a:lnTo>
                  <a:pt x="20588" y="100530"/>
                </a:lnTo>
                <a:lnTo>
                  <a:pt x="0" y="141356"/>
                </a:lnTo>
                <a:lnTo>
                  <a:pt x="5272" y="162244"/>
                </a:lnTo>
                <a:lnTo>
                  <a:pt x="45195" y="200947"/>
                </a:lnTo>
                <a:lnTo>
                  <a:pt x="119274" y="234095"/>
                </a:lnTo>
                <a:lnTo>
                  <a:pt x="167241" y="248039"/>
                </a:lnTo>
                <a:lnTo>
                  <a:pt x="221491" y="259938"/>
                </a:lnTo>
                <a:lnTo>
                  <a:pt x="281271" y="269573"/>
                </a:lnTo>
                <a:lnTo>
                  <a:pt x="345829" y="276726"/>
                </a:lnTo>
                <a:lnTo>
                  <a:pt x="414413" y="281179"/>
                </a:lnTo>
                <a:lnTo>
                  <a:pt x="486270" y="282711"/>
                </a:lnTo>
                <a:lnTo>
                  <a:pt x="558128" y="281179"/>
                </a:lnTo>
                <a:lnTo>
                  <a:pt x="626712" y="276726"/>
                </a:lnTo>
                <a:lnTo>
                  <a:pt x="691270" y="269573"/>
                </a:lnTo>
                <a:lnTo>
                  <a:pt x="751050" y="259938"/>
                </a:lnTo>
                <a:lnTo>
                  <a:pt x="805300" y="248039"/>
                </a:lnTo>
                <a:lnTo>
                  <a:pt x="853268" y="234095"/>
                </a:lnTo>
                <a:lnTo>
                  <a:pt x="894201" y="218325"/>
                </a:lnTo>
                <a:lnTo>
                  <a:pt x="951954" y="182181"/>
                </a:lnTo>
                <a:lnTo>
                  <a:pt x="972542" y="141356"/>
                </a:lnTo>
                <a:lnTo>
                  <a:pt x="967269" y="120467"/>
                </a:lnTo>
                <a:lnTo>
                  <a:pt x="927347" y="81763"/>
                </a:lnTo>
                <a:lnTo>
                  <a:pt x="853268" y="48615"/>
                </a:lnTo>
                <a:lnTo>
                  <a:pt x="805300" y="34672"/>
                </a:lnTo>
                <a:lnTo>
                  <a:pt x="751050" y="22773"/>
                </a:lnTo>
                <a:lnTo>
                  <a:pt x="691270" y="13137"/>
                </a:lnTo>
                <a:lnTo>
                  <a:pt x="626712" y="5984"/>
                </a:lnTo>
                <a:lnTo>
                  <a:pt x="558128" y="1532"/>
                </a:lnTo>
                <a:lnTo>
                  <a:pt x="48627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22112" y="5351493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0" y="141356"/>
                </a:moveTo>
                <a:lnTo>
                  <a:pt x="20588" y="100530"/>
                </a:lnTo>
                <a:lnTo>
                  <a:pt x="78341" y="64386"/>
                </a:lnTo>
                <a:lnTo>
                  <a:pt x="119274" y="48616"/>
                </a:lnTo>
                <a:lnTo>
                  <a:pt x="167241" y="34672"/>
                </a:lnTo>
                <a:lnTo>
                  <a:pt x="221491" y="22773"/>
                </a:lnTo>
                <a:lnTo>
                  <a:pt x="281271" y="13137"/>
                </a:lnTo>
                <a:lnTo>
                  <a:pt x="345829" y="5984"/>
                </a:lnTo>
                <a:lnTo>
                  <a:pt x="414413" y="1532"/>
                </a:lnTo>
                <a:lnTo>
                  <a:pt x="486271" y="0"/>
                </a:lnTo>
                <a:lnTo>
                  <a:pt x="558128" y="1532"/>
                </a:lnTo>
                <a:lnTo>
                  <a:pt x="626712" y="5984"/>
                </a:lnTo>
                <a:lnTo>
                  <a:pt x="691270" y="13137"/>
                </a:lnTo>
                <a:lnTo>
                  <a:pt x="751050" y="22773"/>
                </a:lnTo>
                <a:lnTo>
                  <a:pt x="805300" y="34672"/>
                </a:lnTo>
                <a:lnTo>
                  <a:pt x="853268" y="48616"/>
                </a:lnTo>
                <a:lnTo>
                  <a:pt x="894200" y="64386"/>
                </a:lnTo>
                <a:lnTo>
                  <a:pt x="951953" y="100530"/>
                </a:lnTo>
                <a:lnTo>
                  <a:pt x="972542" y="141356"/>
                </a:lnTo>
                <a:lnTo>
                  <a:pt x="967269" y="162244"/>
                </a:lnTo>
                <a:lnTo>
                  <a:pt x="927346" y="200948"/>
                </a:lnTo>
                <a:lnTo>
                  <a:pt x="853268" y="234095"/>
                </a:lnTo>
                <a:lnTo>
                  <a:pt x="805300" y="248039"/>
                </a:lnTo>
                <a:lnTo>
                  <a:pt x="751050" y="259938"/>
                </a:lnTo>
                <a:lnTo>
                  <a:pt x="691270" y="269574"/>
                </a:lnTo>
                <a:lnTo>
                  <a:pt x="626712" y="276727"/>
                </a:lnTo>
                <a:lnTo>
                  <a:pt x="558128" y="281179"/>
                </a:lnTo>
                <a:lnTo>
                  <a:pt x="486271" y="282712"/>
                </a:lnTo>
                <a:lnTo>
                  <a:pt x="414413" y="281179"/>
                </a:lnTo>
                <a:lnTo>
                  <a:pt x="345829" y="276727"/>
                </a:lnTo>
                <a:lnTo>
                  <a:pt x="281271" y="269574"/>
                </a:lnTo>
                <a:lnTo>
                  <a:pt x="221491" y="259938"/>
                </a:lnTo>
                <a:lnTo>
                  <a:pt x="167241" y="248039"/>
                </a:lnTo>
                <a:lnTo>
                  <a:pt x="119274" y="234095"/>
                </a:lnTo>
                <a:lnTo>
                  <a:pt x="78341" y="218325"/>
                </a:lnTo>
                <a:lnTo>
                  <a:pt x="20588" y="182181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280862" y="5388355"/>
            <a:ext cx="455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979654" y="5988375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304665" y="0"/>
                </a:moveTo>
                <a:lnTo>
                  <a:pt x="243264" y="2871"/>
                </a:lnTo>
                <a:lnTo>
                  <a:pt x="186075" y="11108"/>
                </a:lnTo>
                <a:lnTo>
                  <a:pt x="134323" y="24141"/>
                </a:lnTo>
                <a:lnTo>
                  <a:pt x="89234" y="41402"/>
                </a:lnTo>
                <a:lnTo>
                  <a:pt x="52031" y="62322"/>
                </a:lnTo>
                <a:lnTo>
                  <a:pt x="6189" y="112867"/>
                </a:lnTo>
                <a:lnTo>
                  <a:pt x="0" y="141356"/>
                </a:lnTo>
                <a:lnTo>
                  <a:pt x="6189" y="169844"/>
                </a:lnTo>
                <a:lnTo>
                  <a:pt x="52031" y="220389"/>
                </a:lnTo>
                <a:lnTo>
                  <a:pt x="89234" y="241309"/>
                </a:lnTo>
                <a:lnTo>
                  <a:pt x="134323" y="258570"/>
                </a:lnTo>
                <a:lnTo>
                  <a:pt x="186075" y="271603"/>
                </a:lnTo>
                <a:lnTo>
                  <a:pt x="243264" y="279840"/>
                </a:lnTo>
                <a:lnTo>
                  <a:pt x="304665" y="282712"/>
                </a:lnTo>
                <a:lnTo>
                  <a:pt x="366066" y="279840"/>
                </a:lnTo>
                <a:lnTo>
                  <a:pt x="423255" y="271603"/>
                </a:lnTo>
                <a:lnTo>
                  <a:pt x="475006" y="258570"/>
                </a:lnTo>
                <a:lnTo>
                  <a:pt x="520096" y="241309"/>
                </a:lnTo>
                <a:lnTo>
                  <a:pt x="557298" y="220389"/>
                </a:lnTo>
                <a:lnTo>
                  <a:pt x="603141" y="169844"/>
                </a:lnTo>
                <a:lnTo>
                  <a:pt x="609330" y="141356"/>
                </a:lnTo>
                <a:lnTo>
                  <a:pt x="603141" y="112867"/>
                </a:lnTo>
                <a:lnTo>
                  <a:pt x="557298" y="62322"/>
                </a:lnTo>
                <a:lnTo>
                  <a:pt x="520096" y="41402"/>
                </a:lnTo>
                <a:lnTo>
                  <a:pt x="475006" y="24141"/>
                </a:lnTo>
                <a:lnTo>
                  <a:pt x="423255" y="11108"/>
                </a:lnTo>
                <a:lnTo>
                  <a:pt x="366066" y="2871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979654" y="5988375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0" y="141356"/>
                </a:moveTo>
                <a:lnTo>
                  <a:pt x="23942" y="86333"/>
                </a:lnTo>
                <a:lnTo>
                  <a:pt x="89234" y="41402"/>
                </a:lnTo>
                <a:lnTo>
                  <a:pt x="134324" y="24141"/>
                </a:lnTo>
                <a:lnTo>
                  <a:pt x="186075" y="11108"/>
                </a:lnTo>
                <a:lnTo>
                  <a:pt x="243264" y="2871"/>
                </a:lnTo>
                <a:lnTo>
                  <a:pt x="304665" y="0"/>
                </a:lnTo>
                <a:lnTo>
                  <a:pt x="366066" y="2871"/>
                </a:lnTo>
                <a:lnTo>
                  <a:pt x="423255" y="11108"/>
                </a:lnTo>
                <a:lnTo>
                  <a:pt x="475006" y="24141"/>
                </a:lnTo>
                <a:lnTo>
                  <a:pt x="520096" y="41402"/>
                </a:lnTo>
                <a:lnTo>
                  <a:pt x="557298" y="62322"/>
                </a:lnTo>
                <a:lnTo>
                  <a:pt x="603141" y="112867"/>
                </a:lnTo>
                <a:lnTo>
                  <a:pt x="609331" y="141356"/>
                </a:lnTo>
                <a:lnTo>
                  <a:pt x="603141" y="169844"/>
                </a:lnTo>
                <a:lnTo>
                  <a:pt x="557298" y="220389"/>
                </a:lnTo>
                <a:lnTo>
                  <a:pt x="520096" y="241309"/>
                </a:lnTo>
                <a:lnTo>
                  <a:pt x="475006" y="258570"/>
                </a:lnTo>
                <a:lnTo>
                  <a:pt x="423255" y="271603"/>
                </a:lnTo>
                <a:lnTo>
                  <a:pt x="366066" y="279840"/>
                </a:lnTo>
                <a:lnTo>
                  <a:pt x="304665" y="282712"/>
                </a:lnTo>
                <a:lnTo>
                  <a:pt x="243264" y="279840"/>
                </a:lnTo>
                <a:lnTo>
                  <a:pt x="186075" y="271603"/>
                </a:lnTo>
                <a:lnTo>
                  <a:pt x="134324" y="258570"/>
                </a:lnTo>
                <a:lnTo>
                  <a:pt x="89234" y="241309"/>
                </a:lnTo>
                <a:lnTo>
                  <a:pt x="52032" y="220389"/>
                </a:lnTo>
                <a:lnTo>
                  <a:pt x="6189" y="16984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2166051" y="6025388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059135" y="5942324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297357" y="0"/>
                </a:moveTo>
                <a:lnTo>
                  <a:pt x="237429" y="3150"/>
                </a:lnTo>
                <a:lnTo>
                  <a:pt x="181612" y="12186"/>
                </a:lnTo>
                <a:lnTo>
                  <a:pt x="131102" y="26483"/>
                </a:lnTo>
                <a:lnTo>
                  <a:pt x="87094" y="45419"/>
                </a:lnTo>
                <a:lnTo>
                  <a:pt x="50784" y="68369"/>
                </a:lnTo>
                <a:lnTo>
                  <a:pt x="6041" y="123818"/>
                </a:lnTo>
                <a:lnTo>
                  <a:pt x="0" y="155070"/>
                </a:lnTo>
                <a:lnTo>
                  <a:pt x="6041" y="186322"/>
                </a:lnTo>
                <a:lnTo>
                  <a:pt x="50784" y="241771"/>
                </a:lnTo>
                <a:lnTo>
                  <a:pt x="87094" y="264721"/>
                </a:lnTo>
                <a:lnTo>
                  <a:pt x="131102" y="283657"/>
                </a:lnTo>
                <a:lnTo>
                  <a:pt x="181612" y="297954"/>
                </a:lnTo>
                <a:lnTo>
                  <a:pt x="237429" y="306990"/>
                </a:lnTo>
                <a:lnTo>
                  <a:pt x="297357" y="310140"/>
                </a:lnTo>
                <a:lnTo>
                  <a:pt x="357285" y="306990"/>
                </a:lnTo>
                <a:lnTo>
                  <a:pt x="413102" y="297954"/>
                </a:lnTo>
                <a:lnTo>
                  <a:pt x="463613" y="283657"/>
                </a:lnTo>
                <a:lnTo>
                  <a:pt x="507621" y="264721"/>
                </a:lnTo>
                <a:lnTo>
                  <a:pt x="543931" y="241771"/>
                </a:lnTo>
                <a:lnTo>
                  <a:pt x="588674" y="186322"/>
                </a:lnTo>
                <a:lnTo>
                  <a:pt x="594715" y="155070"/>
                </a:lnTo>
                <a:lnTo>
                  <a:pt x="588674" y="123818"/>
                </a:lnTo>
                <a:lnTo>
                  <a:pt x="543931" y="68369"/>
                </a:lnTo>
                <a:lnTo>
                  <a:pt x="507621" y="45419"/>
                </a:lnTo>
                <a:lnTo>
                  <a:pt x="463613" y="26483"/>
                </a:lnTo>
                <a:lnTo>
                  <a:pt x="413102" y="12186"/>
                </a:lnTo>
                <a:lnTo>
                  <a:pt x="357285" y="3150"/>
                </a:lnTo>
                <a:lnTo>
                  <a:pt x="29735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059135" y="5942324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0" y="155070"/>
                </a:moveTo>
                <a:lnTo>
                  <a:pt x="23367" y="94710"/>
                </a:lnTo>
                <a:lnTo>
                  <a:pt x="87094" y="45419"/>
                </a:lnTo>
                <a:lnTo>
                  <a:pt x="131102" y="26483"/>
                </a:lnTo>
                <a:lnTo>
                  <a:pt x="181612" y="12186"/>
                </a:lnTo>
                <a:lnTo>
                  <a:pt x="237429" y="3150"/>
                </a:lnTo>
                <a:lnTo>
                  <a:pt x="297358" y="0"/>
                </a:lnTo>
                <a:lnTo>
                  <a:pt x="357286" y="3150"/>
                </a:lnTo>
                <a:lnTo>
                  <a:pt x="413103" y="12186"/>
                </a:lnTo>
                <a:lnTo>
                  <a:pt x="463613" y="26483"/>
                </a:lnTo>
                <a:lnTo>
                  <a:pt x="507621" y="45419"/>
                </a:lnTo>
                <a:lnTo>
                  <a:pt x="543931" y="68369"/>
                </a:lnTo>
                <a:lnTo>
                  <a:pt x="588674" y="123818"/>
                </a:lnTo>
                <a:lnTo>
                  <a:pt x="594716" y="155070"/>
                </a:lnTo>
                <a:lnTo>
                  <a:pt x="588674" y="186322"/>
                </a:lnTo>
                <a:lnTo>
                  <a:pt x="543931" y="241771"/>
                </a:lnTo>
                <a:lnTo>
                  <a:pt x="507621" y="264721"/>
                </a:lnTo>
                <a:lnTo>
                  <a:pt x="463613" y="283657"/>
                </a:lnTo>
                <a:lnTo>
                  <a:pt x="413103" y="297954"/>
                </a:lnTo>
                <a:lnTo>
                  <a:pt x="357286" y="306990"/>
                </a:lnTo>
                <a:lnTo>
                  <a:pt x="297358" y="310141"/>
                </a:lnTo>
                <a:lnTo>
                  <a:pt x="237429" y="306990"/>
                </a:lnTo>
                <a:lnTo>
                  <a:pt x="181612" y="297954"/>
                </a:lnTo>
                <a:lnTo>
                  <a:pt x="131102" y="283657"/>
                </a:lnTo>
                <a:lnTo>
                  <a:pt x="87094" y="264721"/>
                </a:lnTo>
                <a:lnTo>
                  <a:pt x="50784" y="241771"/>
                </a:lnTo>
                <a:lnTo>
                  <a:pt x="6041" y="186322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3238224" y="5991859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617269" y="5362581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434971" y="0"/>
                </a:moveTo>
                <a:lnTo>
                  <a:pt x="364416" y="2029"/>
                </a:lnTo>
                <a:lnTo>
                  <a:pt x="297486" y="7905"/>
                </a:lnTo>
                <a:lnTo>
                  <a:pt x="235076" y="17308"/>
                </a:lnTo>
                <a:lnTo>
                  <a:pt x="178082" y="29919"/>
                </a:lnTo>
                <a:lnTo>
                  <a:pt x="127400" y="45419"/>
                </a:lnTo>
                <a:lnTo>
                  <a:pt x="83924" y="63488"/>
                </a:lnTo>
                <a:lnTo>
                  <a:pt x="48550" y="83807"/>
                </a:lnTo>
                <a:lnTo>
                  <a:pt x="5693" y="129917"/>
                </a:lnTo>
                <a:lnTo>
                  <a:pt x="0" y="155070"/>
                </a:lnTo>
                <a:lnTo>
                  <a:pt x="5693" y="180224"/>
                </a:lnTo>
                <a:lnTo>
                  <a:pt x="48550" y="226334"/>
                </a:lnTo>
                <a:lnTo>
                  <a:pt x="83924" y="246653"/>
                </a:lnTo>
                <a:lnTo>
                  <a:pt x="127400" y="264722"/>
                </a:lnTo>
                <a:lnTo>
                  <a:pt x="178082" y="280221"/>
                </a:lnTo>
                <a:lnTo>
                  <a:pt x="235076" y="292832"/>
                </a:lnTo>
                <a:lnTo>
                  <a:pt x="297486" y="302236"/>
                </a:lnTo>
                <a:lnTo>
                  <a:pt x="364416" y="308112"/>
                </a:lnTo>
                <a:lnTo>
                  <a:pt x="434971" y="310141"/>
                </a:lnTo>
                <a:lnTo>
                  <a:pt x="505525" y="308112"/>
                </a:lnTo>
                <a:lnTo>
                  <a:pt x="572455" y="302236"/>
                </a:lnTo>
                <a:lnTo>
                  <a:pt x="634865" y="292832"/>
                </a:lnTo>
                <a:lnTo>
                  <a:pt x="691860" y="280221"/>
                </a:lnTo>
                <a:lnTo>
                  <a:pt x="742542" y="264722"/>
                </a:lnTo>
                <a:lnTo>
                  <a:pt x="786019" y="246653"/>
                </a:lnTo>
                <a:lnTo>
                  <a:pt x="821392" y="226334"/>
                </a:lnTo>
                <a:lnTo>
                  <a:pt x="864250" y="180224"/>
                </a:lnTo>
                <a:lnTo>
                  <a:pt x="869943" y="155070"/>
                </a:lnTo>
                <a:lnTo>
                  <a:pt x="864250" y="129917"/>
                </a:lnTo>
                <a:lnTo>
                  <a:pt x="821392" y="83807"/>
                </a:lnTo>
                <a:lnTo>
                  <a:pt x="786019" y="63488"/>
                </a:lnTo>
                <a:lnTo>
                  <a:pt x="742542" y="45419"/>
                </a:lnTo>
                <a:lnTo>
                  <a:pt x="691860" y="29919"/>
                </a:lnTo>
                <a:lnTo>
                  <a:pt x="634865" y="17308"/>
                </a:lnTo>
                <a:lnTo>
                  <a:pt x="572455" y="7905"/>
                </a:lnTo>
                <a:lnTo>
                  <a:pt x="505525" y="2029"/>
                </a:lnTo>
                <a:lnTo>
                  <a:pt x="43497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617269" y="5362581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0" y="155070"/>
                </a:moveTo>
                <a:lnTo>
                  <a:pt x="22175" y="106056"/>
                </a:lnTo>
                <a:lnTo>
                  <a:pt x="83924" y="63487"/>
                </a:lnTo>
                <a:lnTo>
                  <a:pt x="127400" y="45419"/>
                </a:lnTo>
                <a:lnTo>
                  <a:pt x="178082" y="29919"/>
                </a:lnTo>
                <a:lnTo>
                  <a:pt x="235077" y="17308"/>
                </a:lnTo>
                <a:lnTo>
                  <a:pt x="297486" y="7905"/>
                </a:lnTo>
                <a:lnTo>
                  <a:pt x="364416" y="2029"/>
                </a:lnTo>
                <a:lnTo>
                  <a:pt x="434971" y="0"/>
                </a:lnTo>
                <a:lnTo>
                  <a:pt x="505526" y="2029"/>
                </a:lnTo>
                <a:lnTo>
                  <a:pt x="572456" y="7905"/>
                </a:lnTo>
                <a:lnTo>
                  <a:pt x="634865" y="17308"/>
                </a:lnTo>
                <a:lnTo>
                  <a:pt x="691860" y="29919"/>
                </a:lnTo>
                <a:lnTo>
                  <a:pt x="742542" y="45419"/>
                </a:lnTo>
                <a:lnTo>
                  <a:pt x="786018" y="63487"/>
                </a:lnTo>
                <a:lnTo>
                  <a:pt x="821392" y="83806"/>
                </a:lnTo>
                <a:lnTo>
                  <a:pt x="864249" y="129917"/>
                </a:lnTo>
                <a:lnTo>
                  <a:pt x="869943" y="155070"/>
                </a:lnTo>
                <a:lnTo>
                  <a:pt x="864249" y="180223"/>
                </a:lnTo>
                <a:lnTo>
                  <a:pt x="821392" y="226334"/>
                </a:lnTo>
                <a:lnTo>
                  <a:pt x="786018" y="246653"/>
                </a:lnTo>
                <a:lnTo>
                  <a:pt x="742542" y="264721"/>
                </a:lnTo>
                <a:lnTo>
                  <a:pt x="691860" y="280221"/>
                </a:lnTo>
                <a:lnTo>
                  <a:pt x="634865" y="292832"/>
                </a:lnTo>
                <a:lnTo>
                  <a:pt x="572456" y="302235"/>
                </a:lnTo>
                <a:lnTo>
                  <a:pt x="505526" y="308111"/>
                </a:lnTo>
                <a:lnTo>
                  <a:pt x="434971" y="310141"/>
                </a:lnTo>
                <a:lnTo>
                  <a:pt x="364416" y="308111"/>
                </a:lnTo>
                <a:lnTo>
                  <a:pt x="297486" y="302235"/>
                </a:lnTo>
                <a:lnTo>
                  <a:pt x="235077" y="292832"/>
                </a:lnTo>
                <a:lnTo>
                  <a:pt x="178082" y="280221"/>
                </a:lnTo>
                <a:lnTo>
                  <a:pt x="127400" y="264721"/>
                </a:lnTo>
                <a:lnTo>
                  <a:pt x="83924" y="246653"/>
                </a:lnTo>
                <a:lnTo>
                  <a:pt x="48550" y="226334"/>
                </a:lnTo>
                <a:lnTo>
                  <a:pt x="5693" y="180223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3861137" y="5412740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654746" y="5006205"/>
            <a:ext cx="215900" cy="356870"/>
          </a:xfrm>
          <a:custGeom>
            <a:avLst/>
            <a:gdLst/>
            <a:ahLst/>
            <a:cxnLst/>
            <a:rect l="l" t="t" r="r" b="b"/>
            <a:pathLst>
              <a:path w="215900" h="356870">
                <a:moveTo>
                  <a:pt x="215866" y="0"/>
                </a:moveTo>
                <a:lnTo>
                  <a:pt x="0" y="35637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508382" y="5634204"/>
            <a:ext cx="560705" cy="395605"/>
          </a:xfrm>
          <a:custGeom>
            <a:avLst/>
            <a:gdLst/>
            <a:ahLst/>
            <a:cxnLst/>
            <a:rect l="l" t="t" r="r" b="b"/>
            <a:pathLst>
              <a:path w="560705" h="395604">
                <a:moveTo>
                  <a:pt x="0" y="0"/>
                </a:moveTo>
                <a:lnTo>
                  <a:pt x="560505" y="39557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47857" y="4913109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38797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653850" y="5013061"/>
            <a:ext cx="398780" cy="349885"/>
          </a:xfrm>
          <a:custGeom>
            <a:avLst/>
            <a:gdLst/>
            <a:ahLst/>
            <a:cxnLst/>
            <a:rect l="l" t="t" r="r" b="b"/>
            <a:pathLst>
              <a:path w="398779" h="349885">
                <a:moveTo>
                  <a:pt x="398392" y="34952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508697" y="5006204"/>
            <a:ext cx="1236345" cy="401955"/>
          </a:xfrm>
          <a:custGeom>
            <a:avLst/>
            <a:gdLst/>
            <a:ahLst/>
            <a:cxnLst/>
            <a:rect l="l" t="t" r="r" b="b"/>
            <a:pathLst>
              <a:path w="1236345" h="401954">
                <a:moveTo>
                  <a:pt x="1235972" y="40179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994652" y="5492849"/>
            <a:ext cx="1623060" cy="25400"/>
          </a:xfrm>
          <a:custGeom>
            <a:avLst/>
            <a:gdLst/>
            <a:ahLst/>
            <a:cxnLst/>
            <a:rect l="l" t="t" r="r" b="b"/>
            <a:pathLst>
              <a:path w="1623060" h="25400">
                <a:moveTo>
                  <a:pt x="1622617" y="2480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852228" y="5592803"/>
            <a:ext cx="1294130" cy="394970"/>
          </a:xfrm>
          <a:custGeom>
            <a:avLst/>
            <a:gdLst/>
            <a:ahLst/>
            <a:cxnLst/>
            <a:rect l="l" t="t" r="r" b="b"/>
            <a:pathLst>
              <a:path w="1294130" h="394970">
                <a:moveTo>
                  <a:pt x="1294000" y="39494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698880" y="4674939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380856" y="0"/>
                </a:moveTo>
                <a:lnTo>
                  <a:pt x="312397" y="2454"/>
                </a:lnTo>
                <a:lnTo>
                  <a:pt x="247963" y="9531"/>
                </a:lnTo>
                <a:lnTo>
                  <a:pt x="188630" y="20800"/>
                </a:lnTo>
                <a:lnTo>
                  <a:pt x="135475" y="35831"/>
                </a:lnTo>
                <a:lnTo>
                  <a:pt x="89572" y="54193"/>
                </a:lnTo>
                <a:lnTo>
                  <a:pt x="51998" y="75456"/>
                </a:lnTo>
                <a:lnTo>
                  <a:pt x="6136" y="124965"/>
                </a:lnTo>
                <a:lnTo>
                  <a:pt x="0" y="152350"/>
                </a:lnTo>
                <a:lnTo>
                  <a:pt x="6136" y="179735"/>
                </a:lnTo>
                <a:lnTo>
                  <a:pt x="51998" y="229245"/>
                </a:lnTo>
                <a:lnTo>
                  <a:pt x="89572" y="250508"/>
                </a:lnTo>
                <a:lnTo>
                  <a:pt x="135475" y="268870"/>
                </a:lnTo>
                <a:lnTo>
                  <a:pt x="188630" y="283901"/>
                </a:lnTo>
                <a:lnTo>
                  <a:pt x="247963" y="295170"/>
                </a:lnTo>
                <a:lnTo>
                  <a:pt x="312397" y="302247"/>
                </a:lnTo>
                <a:lnTo>
                  <a:pt x="380856" y="304702"/>
                </a:lnTo>
                <a:lnTo>
                  <a:pt x="449316" y="302247"/>
                </a:lnTo>
                <a:lnTo>
                  <a:pt x="513750" y="295170"/>
                </a:lnTo>
                <a:lnTo>
                  <a:pt x="573082" y="283901"/>
                </a:lnTo>
                <a:lnTo>
                  <a:pt x="626238" y="268870"/>
                </a:lnTo>
                <a:lnTo>
                  <a:pt x="672141" y="250508"/>
                </a:lnTo>
                <a:lnTo>
                  <a:pt x="709716" y="229245"/>
                </a:lnTo>
                <a:lnTo>
                  <a:pt x="755578" y="179735"/>
                </a:lnTo>
                <a:lnTo>
                  <a:pt x="761714" y="152350"/>
                </a:lnTo>
                <a:lnTo>
                  <a:pt x="755578" y="124965"/>
                </a:lnTo>
                <a:lnTo>
                  <a:pt x="709716" y="75456"/>
                </a:lnTo>
                <a:lnTo>
                  <a:pt x="672141" y="54193"/>
                </a:lnTo>
                <a:lnTo>
                  <a:pt x="626238" y="35831"/>
                </a:lnTo>
                <a:lnTo>
                  <a:pt x="573082" y="20800"/>
                </a:lnTo>
                <a:lnTo>
                  <a:pt x="513750" y="9531"/>
                </a:lnTo>
                <a:lnTo>
                  <a:pt x="449316" y="2454"/>
                </a:lnTo>
                <a:lnTo>
                  <a:pt x="3808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698880" y="4674939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152351"/>
                </a:moveTo>
                <a:lnTo>
                  <a:pt x="23827" y="99190"/>
                </a:lnTo>
                <a:lnTo>
                  <a:pt x="89572" y="54193"/>
                </a:lnTo>
                <a:lnTo>
                  <a:pt x="135475" y="35831"/>
                </a:lnTo>
                <a:lnTo>
                  <a:pt x="188631" y="20800"/>
                </a:lnTo>
                <a:lnTo>
                  <a:pt x="247963" y="9531"/>
                </a:lnTo>
                <a:lnTo>
                  <a:pt x="312397" y="2454"/>
                </a:lnTo>
                <a:lnTo>
                  <a:pt x="380857" y="0"/>
                </a:lnTo>
                <a:lnTo>
                  <a:pt x="449316" y="2454"/>
                </a:lnTo>
                <a:lnTo>
                  <a:pt x="513750" y="9531"/>
                </a:lnTo>
                <a:lnTo>
                  <a:pt x="573082" y="20800"/>
                </a:lnTo>
                <a:lnTo>
                  <a:pt x="626238" y="35831"/>
                </a:lnTo>
                <a:lnTo>
                  <a:pt x="672141" y="54193"/>
                </a:lnTo>
                <a:lnTo>
                  <a:pt x="709715" y="75456"/>
                </a:lnTo>
                <a:lnTo>
                  <a:pt x="755577" y="124965"/>
                </a:lnTo>
                <a:lnTo>
                  <a:pt x="761714" y="152351"/>
                </a:lnTo>
                <a:lnTo>
                  <a:pt x="755577" y="179736"/>
                </a:lnTo>
                <a:lnTo>
                  <a:pt x="709715" y="229245"/>
                </a:lnTo>
                <a:lnTo>
                  <a:pt x="672141" y="250508"/>
                </a:lnTo>
                <a:lnTo>
                  <a:pt x="626238" y="268870"/>
                </a:lnTo>
                <a:lnTo>
                  <a:pt x="573082" y="283901"/>
                </a:lnTo>
                <a:lnTo>
                  <a:pt x="513750" y="295170"/>
                </a:lnTo>
                <a:lnTo>
                  <a:pt x="449316" y="302247"/>
                </a:lnTo>
                <a:lnTo>
                  <a:pt x="380857" y="304702"/>
                </a:lnTo>
                <a:lnTo>
                  <a:pt x="312397" y="302247"/>
                </a:lnTo>
                <a:lnTo>
                  <a:pt x="247963" y="295170"/>
                </a:lnTo>
                <a:lnTo>
                  <a:pt x="188631" y="283901"/>
                </a:lnTo>
                <a:lnTo>
                  <a:pt x="135475" y="268870"/>
                </a:lnTo>
                <a:lnTo>
                  <a:pt x="89572" y="250508"/>
                </a:lnTo>
                <a:lnTo>
                  <a:pt x="51998" y="229245"/>
                </a:lnTo>
                <a:lnTo>
                  <a:pt x="6136" y="179736"/>
                </a:lnTo>
                <a:lnTo>
                  <a:pt x="0" y="152351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5925050" y="4723891"/>
            <a:ext cx="310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854522" y="4658217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446201" y="0"/>
                </a:moveTo>
                <a:lnTo>
                  <a:pt x="380265" y="1758"/>
                </a:lnTo>
                <a:lnTo>
                  <a:pt x="317332" y="6866"/>
                </a:lnTo>
                <a:lnTo>
                  <a:pt x="258094" y="15073"/>
                </a:lnTo>
                <a:lnTo>
                  <a:pt x="203240" y="26127"/>
                </a:lnTo>
                <a:lnTo>
                  <a:pt x="153460" y="39779"/>
                </a:lnTo>
                <a:lnTo>
                  <a:pt x="109445" y="55777"/>
                </a:lnTo>
                <a:lnTo>
                  <a:pt x="71885" y="73870"/>
                </a:lnTo>
                <a:lnTo>
                  <a:pt x="18891" y="115339"/>
                </a:lnTo>
                <a:lnTo>
                  <a:pt x="0" y="162178"/>
                </a:lnTo>
                <a:lnTo>
                  <a:pt x="4837" y="186144"/>
                </a:lnTo>
                <a:lnTo>
                  <a:pt x="41471" y="230549"/>
                </a:lnTo>
                <a:lnTo>
                  <a:pt x="109445" y="268580"/>
                </a:lnTo>
                <a:lnTo>
                  <a:pt x="153460" y="284578"/>
                </a:lnTo>
                <a:lnTo>
                  <a:pt x="203240" y="298230"/>
                </a:lnTo>
                <a:lnTo>
                  <a:pt x="258094" y="309284"/>
                </a:lnTo>
                <a:lnTo>
                  <a:pt x="317332" y="317491"/>
                </a:lnTo>
                <a:lnTo>
                  <a:pt x="380265" y="322599"/>
                </a:lnTo>
                <a:lnTo>
                  <a:pt x="446201" y="324357"/>
                </a:lnTo>
                <a:lnTo>
                  <a:pt x="512138" y="322599"/>
                </a:lnTo>
                <a:lnTo>
                  <a:pt x="575070" y="317491"/>
                </a:lnTo>
                <a:lnTo>
                  <a:pt x="634309" y="309284"/>
                </a:lnTo>
                <a:lnTo>
                  <a:pt x="689163" y="298230"/>
                </a:lnTo>
                <a:lnTo>
                  <a:pt x="738943" y="284578"/>
                </a:lnTo>
                <a:lnTo>
                  <a:pt x="782957" y="268580"/>
                </a:lnTo>
                <a:lnTo>
                  <a:pt x="820517" y="250487"/>
                </a:lnTo>
                <a:lnTo>
                  <a:pt x="873511" y="209018"/>
                </a:lnTo>
                <a:lnTo>
                  <a:pt x="892403" y="162178"/>
                </a:lnTo>
                <a:lnTo>
                  <a:pt x="887565" y="138213"/>
                </a:lnTo>
                <a:lnTo>
                  <a:pt x="850932" y="93808"/>
                </a:lnTo>
                <a:lnTo>
                  <a:pt x="782957" y="55777"/>
                </a:lnTo>
                <a:lnTo>
                  <a:pt x="738943" y="39779"/>
                </a:lnTo>
                <a:lnTo>
                  <a:pt x="689163" y="26127"/>
                </a:lnTo>
                <a:lnTo>
                  <a:pt x="634309" y="15073"/>
                </a:lnTo>
                <a:lnTo>
                  <a:pt x="575070" y="6866"/>
                </a:lnTo>
                <a:lnTo>
                  <a:pt x="512138" y="1758"/>
                </a:lnTo>
                <a:lnTo>
                  <a:pt x="4462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854522" y="4658217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0" y="162179"/>
                </a:moveTo>
                <a:lnTo>
                  <a:pt x="18891" y="115339"/>
                </a:lnTo>
                <a:lnTo>
                  <a:pt x="71885" y="73870"/>
                </a:lnTo>
                <a:lnTo>
                  <a:pt x="109445" y="55777"/>
                </a:lnTo>
                <a:lnTo>
                  <a:pt x="153460" y="39779"/>
                </a:lnTo>
                <a:lnTo>
                  <a:pt x="203240" y="26128"/>
                </a:lnTo>
                <a:lnTo>
                  <a:pt x="258094" y="15073"/>
                </a:lnTo>
                <a:lnTo>
                  <a:pt x="317332" y="6866"/>
                </a:lnTo>
                <a:lnTo>
                  <a:pt x="380265" y="1758"/>
                </a:lnTo>
                <a:lnTo>
                  <a:pt x="446202" y="0"/>
                </a:lnTo>
                <a:lnTo>
                  <a:pt x="512138" y="1758"/>
                </a:lnTo>
                <a:lnTo>
                  <a:pt x="575071" y="6866"/>
                </a:lnTo>
                <a:lnTo>
                  <a:pt x="634309" y="15073"/>
                </a:lnTo>
                <a:lnTo>
                  <a:pt x="689163" y="26128"/>
                </a:lnTo>
                <a:lnTo>
                  <a:pt x="738943" y="39779"/>
                </a:lnTo>
                <a:lnTo>
                  <a:pt x="782958" y="55777"/>
                </a:lnTo>
                <a:lnTo>
                  <a:pt x="820518" y="73870"/>
                </a:lnTo>
                <a:lnTo>
                  <a:pt x="873512" y="115339"/>
                </a:lnTo>
                <a:lnTo>
                  <a:pt x="892404" y="162179"/>
                </a:lnTo>
                <a:lnTo>
                  <a:pt x="887566" y="186144"/>
                </a:lnTo>
                <a:lnTo>
                  <a:pt x="850932" y="230549"/>
                </a:lnTo>
                <a:lnTo>
                  <a:pt x="782958" y="268580"/>
                </a:lnTo>
                <a:lnTo>
                  <a:pt x="738943" y="284578"/>
                </a:lnTo>
                <a:lnTo>
                  <a:pt x="689163" y="298229"/>
                </a:lnTo>
                <a:lnTo>
                  <a:pt x="634309" y="309284"/>
                </a:lnTo>
                <a:lnTo>
                  <a:pt x="575071" y="317491"/>
                </a:lnTo>
                <a:lnTo>
                  <a:pt x="512138" y="322599"/>
                </a:lnTo>
                <a:lnTo>
                  <a:pt x="446202" y="324358"/>
                </a:lnTo>
                <a:lnTo>
                  <a:pt x="380265" y="322599"/>
                </a:lnTo>
                <a:lnTo>
                  <a:pt x="317332" y="317491"/>
                </a:lnTo>
                <a:lnTo>
                  <a:pt x="258094" y="309284"/>
                </a:lnTo>
                <a:lnTo>
                  <a:pt x="203240" y="298229"/>
                </a:lnTo>
                <a:lnTo>
                  <a:pt x="153460" y="284578"/>
                </a:lnTo>
                <a:lnTo>
                  <a:pt x="109445" y="268580"/>
                </a:lnTo>
                <a:lnTo>
                  <a:pt x="71885" y="250487"/>
                </a:lnTo>
                <a:lnTo>
                  <a:pt x="18891" y="209018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7109621" y="4714747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5067635" y="5335404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498050" y="0"/>
                </a:moveTo>
                <a:lnTo>
                  <a:pt x="430468" y="1415"/>
                </a:lnTo>
                <a:lnTo>
                  <a:pt x="365648" y="5539"/>
                </a:lnTo>
                <a:lnTo>
                  <a:pt x="304186" y="12186"/>
                </a:lnTo>
                <a:lnTo>
                  <a:pt x="246674" y="21171"/>
                </a:lnTo>
                <a:lnTo>
                  <a:pt x="193706" y="32310"/>
                </a:lnTo>
                <a:lnTo>
                  <a:pt x="145875" y="45419"/>
                </a:lnTo>
                <a:lnTo>
                  <a:pt x="103774" y="60311"/>
                </a:lnTo>
                <a:lnTo>
                  <a:pt x="67998" y="76803"/>
                </a:lnTo>
                <a:lnTo>
                  <a:pt x="17790" y="113846"/>
                </a:lnTo>
                <a:lnTo>
                  <a:pt x="0" y="155070"/>
                </a:lnTo>
                <a:lnTo>
                  <a:pt x="4546" y="176112"/>
                </a:lnTo>
                <a:lnTo>
                  <a:pt x="39139" y="215430"/>
                </a:lnTo>
                <a:lnTo>
                  <a:pt x="103774" y="249829"/>
                </a:lnTo>
                <a:lnTo>
                  <a:pt x="145875" y="264721"/>
                </a:lnTo>
                <a:lnTo>
                  <a:pt x="193706" y="277830"/>
                </a:lnTo>
                <a:lnTo>
                  <a:pt x="246674" y="288969"/>
                </a:lnTo>
                <a:lnTo>
                  <a:pt x="304186" y="297954"/>
                </a:lnTo>
                <a:lnTo>
                  <a:pt x="365648" y="304601"/>
                </a:lnTo>
                <a:lnTo>
                  <a:pt x="430468" y="308725"/>
                </a:lnTo>
                <a:lnTo>
                  <a:pt x="498050" y="310141"/>
                </a:lnTo>
                <a:lnTo>
                  <a:pt x="565633" y="308725"/>
                </a:lnTo>
                <a:lnTo>
                  <a:pt x="630452" y="304601"/>
                </a:lnTo>
                <a:lnTo>
                  <a:pt x="691914" y="297954"/>
                </a:lnTo>
                <a:lnTo>
                  <a:pt x="749426" y="288969"/>
                </a:lnTo>
                <a:lnTo>
                  <a:pt x="802394" y="277830"/>
                </a:lnTo>
                <a:lnTo>
                  <a:pt x="850225" y="264721"/>
                </a:lnTo>
                <a:lnTo>
                  <a:pt x="892326" y="249829"/>
                </a:lnTo>
                <a:lnTo>
                  <a:pt x="928103" y="233337"/>
                </a:lnTo>
                <a:lnTo>
                  <a:pt x="978310" y="196294"/>
                </a:lnTo>
                <a:lnTo>
                  <a:pt x="996101" y="155070"/>
                </a:lnTo>
                <a:lnTo>
                  <a:pt x="991555" y="134028"/>
                </a:lnTo>
                <a:lnTo>
                  <a:pt x="956962" y="94710"/>
                </a:lnTo>
                <a:lnTo>
                  <a:pt x="892326" y="60311"/>
                </a:lnTo>
                <a:lnTo>
                  <a:pt x="850225" y="45419"/>
                </a:lnTo>
                <a:lnTo>
                  <a:pt x="802394" y="32310"/>
                </a:lnTo>
                <a:lnTo>
                  <a:pt x="749426" y="21171"/>
                </a:lnTo>
                <a:lnTo>
                  <a:pt x="691914" y="12186"/>
                </a:lnTo>
                <a:lnTo>
                  <a:pt x="630452" y="5539"/>
                </a:lnTo>
                <a:lnTo>
                  <a:pt x="565633" y="1415"/>
                </a:lnTo>
                <a:lnTo>
                  <a:pt x="4980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067635" y="5335404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0" y="155070"/>
                </a:moveTo>
                <a:lnTo>
                  <a:pt x="17790" y="113846"/>
                </a:lnTo>
                <a:lnTo>
                  <a:pt x="67998" y="76803"/>
                </a:lnTo>
                <a:lnTo>
                  <a:pt x="103775" y="60311"/>
                </a:lnTo>
                <a:lnTo>
                  <a:pt x="145875" y="45419"/>
                </a:lnTo>
                <a:lnTo>
                  <a:pt x="193706" y="32310"/>
                </a:lnTo>
                <a:lnTo>
                  <a:pt x="246675" y="21171"/>
                </a:lnTo>
                <a:lnTo>
                  <a:pt x="304187" y="12186"/>
                </a:lnTo>
                <a:lnTo>
                  <a:pt x="365649" y="5539"/>
                </a:lnTo>
                <a:lnTo>
                  <a:pt x="430468" y="1415"/>
                </a:lnTo>
                <a:lnTo>
                  <a:pt x="498051" y="0"/>
                </a:lnTo>
                <a:lnTo>
                  <a:pt x="565633" y="1415"/>
                </a:lnTo>
                <a:lnTo>
                  <a:pt x="630452" y="5539"/>
                </a:lnTo>
                <a:lnTo>
                  <a:pt x="691914" y="12186"/>
                </a:lnTo>
                <a:lnTo>
                  <a:pt x="749426" y="21171"/>
                </a:lnTo>
                <a:lnTo>
                  <a:pt x="802395" y="32310"/>
                </a:lnTo>
                <a:lnTo>
                  <a:pt x="850226" y="45419"/>
                </a:lnTo>
                <a:lnTo>
                  <a:pt x="892326" y="60311"/>
                </a:lnTo>
                <a:lnTo>
                  <a:pt x="928103" y="76803"/>
                </a:lnTo>
                <a:lnTo>
                  <a:pt x="978311" y="113846"/>
                </a:lnTo>
                <a:lnTo>
                  <a:pt x="996102" y="155070"/>
                </a:lnTo>
                <a:lnTo>
                  <a:pt x="991555" y="176112"/>
                </a:lnTo>
                <a:lnTo>
                  <a:pt x="956962" y="215430"/>
                </a:lnTo>
                <a:lnTo>
                  <a:pt x="892326" y="249829"/>
                </a:lnTo>
                <a:lnTo>
                  <a:pt x="850226" y="264721"/>
                </a:lnTo>
                <a:lnTo>
                  <a:pt x="802395" y="277830"/>
                </a:lnTo>
                <a:lnTo>
                  <a:pt x="749426" y="288969"/>
                </a:lnTo>
                <a:lnTo>
                  <a:pt x="691914" y="297954"/>
                </a:lnTo>
                <a:lnTo>
                  <a:pt x="630452" y="304601"/>
                </a:lnTo>
                <a:lnTo>
                  <a:pt x="565633" y="308725"/>
                </a:lnTo>
                <a:lnTo>
                  <a:pt x="498051" y="310141"/>
                </a:lnTo>
                <a:lnTo>
                  <a:pt x="430468" y="308725"/>
                </a:lnTo>
                <a:lnTo>
                  <a:pt x="365649" y="304601"/>
                </a:lnTo>
                <a:lnTo>
                  <a:pt x="304187" y="297954"/>
                </a:lnTo>
                <a:lnTo>
                  <a:pt x="246675" y="288969"/>
                </a:lnTo>
                <a:lnTo>
                  <a:pt x="193706" y="277830"/>
                </a:lnTo>
                <a:lnTo>
                  <a:pt x="145875" y="264721"/>
                </a:lnTo>
                <a:lnTo>
                  <a:pt x="103775" y="249829"/>
                </a:lnTo>
                <a:lnTo>
                  <a:pt x="67998" y="233337"/>
                </a:lnTo>
                <a:lnTo>
                  <a:pt x="17790" y="196294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5338164" y="5385308"/>
            <a:ext cx="455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020789" y="602554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4" y="0"/>
                </a:moveTo>
                <a:lnTo>
                  <a:pt x="243263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09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1"/>
                </a:lnTo>
                <a:lnTo>
                  <a:pt x="89234" y="264721"/>
                </a:lnTo>
                <a:lnTo>
                  <a:pt x="134323" y="283657"/>
                </a:lnTo>
                <a:lnTo>
                  <a:pt x="186075" y="297954"/>
                </a:lnTo>
                <a:lnTo>
                  <a:pt x="243263" y="306990"/>
                </a:lnTo>
                <a:lnTo>
                  <a:pt x="304664" y="310140"/>
                </a:lnTo>
                <a:lnTo>
                  <a:pt x="366064" y="306990"/>
                </a:lnTo>
                <a:lnTo>
                  <a:pt x="423253" y="297954"/>
                </a:lnTo>
                <a:lnTo>
                  <a:pt x="475005" y="283657"/>
                </a:lnTo>
                <a:lnTo>
                  <a:pt x="520095" y="264721"/>
                </a:lnTo>
                <a:lnTo>
                  <a:pt x="557297" y="241771"/>
                </a:lnTo>
                <a:lnTo>
                  <a:pt x="585387" y="215430"/>
                </a:lnTo>
                <a:lnTo>
                  <a:pt x="609329" y="155070"/>
                </a:lnTo>
                <a:lnTo>
                  <a:pt x="603139" y="123818"/>
                </a:lnTo>
                <a:lnTo>
                  <a:pt x="557297" y="68369"/>
                </a:lnTo>
                <a:lnTo>
                  <a:pt x="520095" y="45419"/>
                </a:lnTo>
                <a:lnTo>
                  <a:pt x="475005" y="26483"/>
                </a:lnTo>
                <a:lnTo>
                  <a:pt x="423253" y="12186"/>
                </a:lnTo>
                <a:lnTo>
                  <a:pt x="366064" y="3150"/>
                </a:lnTo>
                <a:lnTo>
                  <a:pt x="30466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020789" y="602554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3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5" y="3150"/>
                </a:lnTo>
                <a:lnTo>
                  <a:pt x="423254" y="12186"/>
                </a:lnTo>
                <a:lnTo>
                  <a:pt x="475006" y="26483"/>
                </a:lnTo>
                <a:lnTo>
                  <a:pt x="520095" y="45419"/>
                </a:lnTo>
                <a:lnTo>
                  <a:pt x="557298" y="68369"/>
                </a:lnTo>
                <a:lnTo>
                  <a:pt x="585387" y="94710"/>
                </a:lnTo>
                <a:lnTo>
                  <a:pt x="609330" y="155070"/>
                </a:lnTo>
                <a:lnTo>
                  <a:pt x="603140" y="186322"/>
                </a:lnTo>
                <a:lnTo>
                  <a:pt x="557298" y="241771"/>
                </a:lnTo>
                <a:lnTo>
                  <a:pt x="520095" y="264721"/>
                </a:lnTo>
                <a:lnTo>
                  <a:pt x="475006" y="283657"/>
                </a:lnTo>
                <a:lnTo>
                  <a:pt x="423254" y="297954"/>
                </a:lnTo>
                <a:lnTo>
                  <a:pt x="366065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3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6207184" y="6077203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877764" y="602554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5" y="0"/>
                </a:moveTo>
                <a:lnTo>
                  <a:pt x="243264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09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1"/>
                </a:lnTo>
                <a:lnTo>
                  <a:pt x="89234" y="264721"/>
                </a:lnTo>
                <a:lnTo>
                  <a:pt x="134323" y="283657"/>
                </a:lnTo>
                <a:lnTo>
                  <a:pt x="186075" y="297954"/>
                </a:lnTo>
                <a:lnTo>
                  <a:pt x="243264" y="306990"/>
                </a:lnTo>
                <a:lnTo>
                  <a:pt x="304665" y="310140"/>
                </a:lnTo>
                <a:lnTo>
                  <a:pt x="366066" y="306990"/>
                </a:lnTo>
                <a:lnTo>
                  <a:pt x="423255" y="297954"/>
                </a:lnTo>
                <a:lnTo>
                  <a:pt x="475006" y="283657"/>
                </a:lnTo>
                <a:lnTo>
                  <a:pt x="520096" y="264721"/>
                </a:lnTo>
                <a:lnTo>
                  <a:pt x="557298" y="241771"/>
                </a:lnTo>
                <a:lnTo>
                  <a:pt x="585388" y="215430"/>
                </a:lnTo>
                <a:lnTo>
                  <a:pt x="609330" y="155070"/>
                </a:lnTo>
                <a:lnTo>
                  <a:pt x="603141" y="123818"/>
                </a:lnTo>
                <a:lnTo>
                  <a:pt x="557298" y="68369"/>
                </a:lnTo>
                <a:lnTo>
                  <a:pt x="520096" y="45419"/>
                </a:lnTo>
                <a:lnTo>
                  <a:pt x="475006" y="26483"/>
                </a:lnTo>
                <a:lnTo>
                  <a:pt x="423255" y="12186"/>
                </a:lnTo>
                <a:lnTo>
                  <a:pt x="366066" y="3150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877764" y="602554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4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6" y="3150"/>
                </a:lnTo>
                <a:lnTo>
                  <a:pt x="423255" y="12186"/>
                </a:lnTo>
                <a:lnTo>
                  <a:pt x="475006" y="26483"/>
                </a:lnTo>
                <a:lnTo>
                  <a:pt x="520096" y="45419"/>
                </a:lnTo>
                <a:lnTo>
                  <a:pt x="557298" y="68369"/>
                </a:lnTo>
                <a:lnTo>
                  <a:pt x="585388" y="94710"/>
                </a:lnTo>
                <a:lnTo>
                  <a:pt x="609331" y="155070"/>
                </a:lnTo>
                <a:lnTo>
                  <a:pt x="603141" y="186322"/>
                </a:lnTo>
                <a:lnTo>
                  <a:pt x="557298" y="241771"/>
                </a:lnTo>
                <a:lnTo>
                  <a:pt x="520096" y="264721"/>
                </a:lnTo>
                <a:lnTo>
                  <a:pt x="475006" y="283657"/>
                </a:lnTo>
                <a:lnTo>
                  <a:pt x="423255" y="297954"/>
                </a:lnTo>
                <a:lnTo>
                  <a:pt x="366066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4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7064161" y="6077203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541685" y="5348359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422699" y="0"/>
                </a:moveTo>
                <a:lnTo>
                  <a:pt x="354135" y="2122"/>
                </a:lnTo>
                <a:lnTo>
                  <a:pt x="289093" y="8267"/>
                </a:lnTo>
                <a:lnTo>
                  <a:pt x="228444" y="18102"/>
                </a:lnTo>
                <a:lnTo>
                  <a:pt x="173058" y="31291"/>
                </a:lnTo>
                <a:lnTo>
                  <a:pt x="123805" y="47501"/>
                </a:lnTo>
                <a:lnTo>
                  <a:pt x="81556" y="66398"/>
                </a:lnTo>
                <a:lnTo>
                  <a:pt x="47180" y="87648"/>
                </a:lnTo>
                <a:lnTo>
                  <a:pt x="5532" y="135872"/>
                </a:lnTo>
                <a:lnTo>
                  <a:pt x="0" y="162179"/>
                </a:lnTo>
                <a:lnTo>
                  <a:pt x="5532" y="188485"/>
                </a:lnTo>
                <a:lnTo>
                  <a:pt x="47180" y="236710"/>
                </a:lnTo>
                <a:lnTo>
                  <a:pt x="81556" y="257960"/>
                </a:lnTo>
                <a:lnTo>
                  <a:pt x="123805" y="276857"/>
                </a:lnTo>
                <a:lnTo>
                  <a:pt x="173058" y="293067"/>
                </a:lnTo>
                <a:lnTo>
                  <a:pt x="228444" y="306256"/>
                </a:lnTo>
                <a:lnTo>
                  <a:pt x="289093" y="316090"/>
                </a:lnTo>
                <a:lnTo>
                  <a:pt x="354135" y="322236"/>
                </a:lnTo>
                <a:lnTo>
                  <a:pt x="422699" y="324359"/>
                </a:lnTo>
                <a:lnTo>
                  <a:pt x="491263" y="322236"/>
                </a:lnTo>
                <a:lnTo>
                  <a:pt x="556304" y="316090"/>
                </a:lnTo>
                <a:lnTo>
                  <a:pt x="616953" y="306256"/>
                </a:lnTo>
                <a:lnTo>
                  <a:pt x="672339" y="293067"/>
                </a:lnTo>
                <a:lnTo>
                  <a:pt x="721592" y="276857"/>
                </a:lnTo>
                <a:lnTo>
                  <a:pt x="763841" y="257960"/>
                </a:lnTo>
                <a:lnTo>
                  <a:pt x="798217" y="236710"/>
                </a:lnTo>
                <a:lnTo>
                  <a:pt x="839865" y="188485"/>
                </a:lnTo>
                <a:lnTo>
                  <a:pt x="845398" y="162179"/>
                </a:lnTo>
                <a:lnTo>
                  <a:pt x="839865" y="135872"/>
                </a:lnTo>
                <a:lnTo>
                  <a:pt x="798217" y="87648"/>
                </a:lnTo>
                <a:lnTo>
                  <a:pt x="763841" y="66398"/>
                </a:lnTo>
                <a:lnTo>
                  <a:pt x="721592" y="47501"/>
                </a:lnTo>
                <a:lnTo>
                  <a:pt x="672339" y="31291"/>
                </a:lnTo>
                <a:lnTo>
                  <a:pt x="616953" y="18102"/>
                </a:lnTo>
                <a:lnTo>
                  <a:pt x="556304" y="8267"/>
                </a:lnTo>
                <a:lnTo>
                  <a:pt x="491263" y="2122"/>
                </a:lnTo>
                <a:lnTo>
                  <a:pt x="4226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541685" y="5348359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0" y="162179"/>
                </a:moveTo>
                <a:lnTo>
                  <a:pt x="21549" y="110918"/>
                </a:lnTo>
                <a:lnTo>
                  <a:pt x="81556" y="66398"/>
                </a:lnTo>
                <a:lnTo>
                  <a:pt x="123805" y="47501"/>
                </a:lnTo>
                <a:lnTo>
                  <a:pt x="173058" y="31291"/>
                </a:lnTo>
                <a:lnTo>
                  <a:pt x="228444" y="18102"/>
                </a:lnTo>
                <a:lnTo>
                  <a:pt x="289093" y="8268"/>
                </a:lnTo>
                <a:lnTo>
                  <a:pt x="354135" y="2122"/>
                </a:lnTo>
                <a:lnTo>
                  <a:pt x="422699" y="0"/>
                </a:lnTo>
                <a:lnTo>
                  <a:pt x="491262" y="2122"/>
                </a:lnTo>
                <a:lnTo>
                  <a:pt x="556304" y="8268"/>
                </a:lnTo>
                <a:lnTo>
                  <a:pt x="616953" y="18102"/>
                </a:lnTo>
                <a:lnTo>
                  <a:pt x="672339" y="31291"/>
                </a:lnTo>
                <a:lnTo>
                  <a:pt x="721592" y="47501"/>
                </a:lnTo>
                <a:lnTo>
                  <a:pt x="763841" y="66398"/>
                </a:lnTo>
                <a:lnTo>
                  <a:pt x="798217" y="87648"/>
                </a:lnTo>
                <a:lnTo>
                  <a:pt x="839865" y="135873"/>
                </a:lnTo>
                <a:lnTo>
                  <a:pt x="845398" y="162179"/>
                </a:lnTo>
                <a:lnTo>
                  <a:pt x="839865" y="188485"/>
                </a:lnTo>
                <a:lnTo>
                  <a:pt x="798217" y="236710"/>
                </a:lnTo>
                <a:lnTo>
                  <a:pt x="763841" y="257960"/>
                </a:lnTo>
                <a:lnTo>
                  <a:pt x="721592" y="276857"/>
                </a:lnTo>
                <a:lnTo>
                  <a:pt x="672339" y="293067"/>
                </a:lnTo>
                <a:lnTo>
                  <a:pt x="616953" y="306256"/>
                </a:lnTo>
                <a:lnTo>
                  <a:pt x="556304" y="316090"/>
                </a:lnTo>
                <a:lnTo>
                  <a:pt x="491262" y="322236"/>
                </a:lnTo>
                <a:lnTo>
                  <a:pt x="422699" y="324359"/>
                </a:lnTo>
                <a:lnTo>
                  <a:pt x="354135" y="322236"/>
                </a:lnTo>
                <a:lnTo>
                  <a:pt x="289093" y="316090"/>
                </a:lnTo>
                <a:lnTo>
                  <a:pt x="228444" y="306256"/>
                </a:lnTo>
                <a:lnTo>
                  <a:pt x="173058" y="293067"/>
                </a:lnTo>
                <a:lnTo>
                  <a:pt x="123805" y="276857"/>
                </a:lnTo>
                <a:lnTo>
                  <a:pt x="81556" y="257960"/>
                </a:lnTo>
                <a:lnTo>
                  <a:pt x="47180" y="236710"/>
                </a:lnTo>
                <a:lnTo>
                  <a:pt x="5532" y="188485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7773281" y="5406644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565686" y="4935018"/>
            <a:ext cx="245110" cy="400685"/>
          </a:xfrm>
          <a:custGeom>
            <a:avLst/>
            <a:gdLst/>
            <a:ahLst/>
            <a:cxnLst/>
            <a:rect l="l" t="t" r="r" b="b"/>
            <a:pathLst>
              <a:path w="245110" h="400685">
                <a:moveTo>
                  <a:pt x="244744" y="0"/>
                </a:moveTo>
                <a:lnTo>
                  <a:pt x="0" y="4003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565686" y="5645545"/>
            <a:ext cx="544830" cy="425450"/>
          </a:xfrm>
          <a:custGeom>
            <a:avLst/>
            <a:gdLst/>
            <a:ahLst/>
            <a:cxnLst/>
            <a:rect l="l" t="t" r="r" b="b"/>
            <a:pathLst>
              <a:path w="544829" h="425450">
                <a:moveTo>
                  <a:pt x="0" y="0"/>
                </a:moveTo>
                <a:lnTo>
                  <a:pt x="544337" y="42542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467586" y="4820396"/>
            <a:ext cx="387350" cy="3175"/>
          </a:xfrm>
          <a:custGeom>
            <a:avLst/>
            <a:gdLst/>
            <a:ahLst/>
            <a:cxnLst/>
            <a:rect l="l" t="t" r="r" b="b"/>
            <a:pathLst>
              <a:path w="387350" h="3175">
                <a:moveTo>
                  <a:pt x="386936" y="0"/>
                </a:moveTo>
                <a:lnTo>
                  <a:pt x="0" y="29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616236" y="4935074"/>
            <a:ext cx="348615" cy="413384"/>
          </a:xfrm>
          <a:custGeom>
            <a:avLst/>
            <a:gdLst/>
            <a:ahLst/>
            <a:cxnLst/>
            <a:rect l="l" t="t" r="r" b="b"/>
            <a:pathLst>
              <a:path w="348615" h="413385">
                <a:moveTo>
                  <a:pt x="348148" y="41328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917860" y="4935074"/>
            <a:ext cx="1067435" cy="445770"/>
          </a:xfrm>
          <a:custGeom>
            <a:avLst/>
            <a:gdLst/>
            <a:ahLst/>
            <a:cxnLst/>
            <a:rect l="l" t="t" r="r" b="b"/>
            <a:pathLst>
              <a:path w="1067434" h="445770">
                <a:moveTo>
                  <a:pt x="0" y="445748"/>
                </a:moveTo>
                <a:lnTo>
                  <a:pt x="106735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063736" y="5490474"/>
            <a:ext cx="1478280" cy="20320"/>
          </a:xfrm>
          <a:custGeom>
            <a:avLst/>
            <a:gdLst/>
            <a:ahLst/>
            <a:cxnLst/>
            <a:rect l="l" t="t" r="r" b="b"/>
            <a:pathLst>
              <a:path w="1478279" h="20320">
                <a:moveTo>
                  <a:pt x="1477949" y="2006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397861" y="5672718"/>
            <a:ext cx="567055" cy="398780"/>
          </a:xfrm>
          <a:custGeom>
            <a:avLst/>
            <a:gdLst/>
            <a:ahLst/>
            <a:cxnLst/>
            <a:rect l="l" t="t" r="r" b="b"/>
            <a:pathLst>
              <a:path w="567054" h="398779">
                <a:moveTo>
                  <a:pt x="0" y="398249"/>
                </a:moveTo>
                <a:lnTo>
                  <a:pt x="56652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4" name="object 10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5" name="object 10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266444"/>
            <a:ext cx="7778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Example </a:t>
            </a: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color </a:t>
            </a: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refinement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given two</a:t>
            </a:r>
            <a:r>
              <a:rPr dirty="0" sz="3200" spc="2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E66C7D"/>
                </a:solidFill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6563" y="1838451"/>
            <a:ext cx="29806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Aggregated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0">
                <a:latin typeface="Calibri"/>
                <a:cs typeface="Calibri"/>
              </a:rPr>
              <a:t>colors: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3895851"/>
            <a:ext cx="5904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 b="1">
                <a:latin typeface="Calibri"/>
                <a:cs typeface="Calibri"/>
              </a:rPr>
              <a:t>Injectively </a:t>
            </a:r>
            <a:r>
              <a:rPr dirty="0" sz="2800">
                <a:latin typeface="Calibri"/>
                <a:cs typeface="Calibri"/>
              </a:rPr>
              <a:t>HASH the </a:t>
            </a:r>
            <a:r>
              <a:rPr dirty="0" sz="2800" spc="-20">
                <a:latin typeface="Calibri"/>
                <a:cs typeface="Calibri"/>
              </a:rPr>
              <a:t>aggregated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5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9976" y="341375"/>
            <a:ext cx="5035296" cy="521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01081" y="463817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8" y="263727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1081" y="463817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76032" y="46487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7934" y="462339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8" y="263727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17934" y="462339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92885" y="463346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69055" y="522195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90" h="292100">
                <a:moveTo>
                  <a:pt x="144008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2"/>
                </a:lnTo>
                <a:lnTo>
                  <a:pt x="0" y="145942"/>
                </a:lnTo>
                <a:lnTo>
                  <a:pt x="7341" y="192071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8" y="291885"/>
                </a:lnTo>
                <a:lnTo>
                  <a:pt x="189526" y="284445"/>
                </a:lnTo>
                <a:lnTo>
                  <a:pt x="229058" y="263727"/>
                </a:lnTo>
                <a:lnTo>
                  <a:pt x="260232" y="232134"/>
                </a:lnTo>
                <a:lnTo>
                  <a:pt x="280675" y="192071"/>
                </a:lnTo>
                <a:lnTo>
                  <a:pt x="288017" y="145942"/>
                </a:lnTo>
                <a:lnTo>
                  <a:pt x="280675" y="99812"/>
                </a:lnTo>
                <a:lnTo>
                  <a:pt x="260232" y="59750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69055" y="522195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90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44008" y="52339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01081" y="583195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2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2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01081" y="583195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76032" y="58435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43236" y="583195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2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2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43236" y="583195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18187" y="58435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39552" y="522195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0"/>
                </a:lnTo>
                <a:lnTo>
                  <a:pt x="7341" y="99812"/>
                </a:lnTo>
                <a:lnTo>
                  <a:pt x="0" y="145942"/>
                </a:lnTo>
                <a:lnTo>
                  <a:pt x="7341" y="192071"/>
                </a:lnTo>
                <a:lnTo>
                  <a:pt x="27785" y="232134"/>
                </a:lnTo>
                <a:lnTo>
                  <a:pt x="58959" y="263727"/>
                </a:lnTo>
                <a:lnTo>
                  <a:pt x="98491" y="284445"/>
                </a:lnTo>
                <a:lnTo>
                  <a:pt x="144009" y="291885"/>
                </a:lnTo>
                <a:lnTo>
                  <a:pt x="189526" y="284445"/>
                </a:lnTo>
                <a:lnTo>
                  <a:pt x="229058" y="263727"/>
                </a:lnTo>
                <a:lnTo>
                  <a:pt x="260231" y="232134"/>
                </a:lnTo>
                <a:lnTo>
                  <a:pt x="280675" y="192071"/>
                </a:lnTo>
                <a:lnTo>
                  <a:pt x="288016" y="145942"/>
                </a:lnTo>
                <a:lnTo>
                  <a:pt x="280675" y="99812"/>
                </a:lnTo>
                <a:lnTo>
                  <a:pt x="260231" y="59750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39552" y="522195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914505" y="52339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14894" y="4887319"/>
            <a:ext cx="228600" cy="377825"/>
          </a:xfrm>
          <a:custGeom>
            <a:avLst/>
            <a:gdLst/>
            <a:ahLst/>
            <a:cxnLst/>
            <a:rect l="l" t="t" r="r" b="b"/>
            <a:pathLst>
              <a:path w="228600" h="377825">
                <a:moveTo>
                  <a:pt x="228366" y="0"/>
                </a:moveTo>
                <a:lnTo>
                  <a:pt x="0" y="3773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14894" y="5471095"/>
            <a:ext cx="228600" cy="403860"/>
          </a:xfrm>
          <a:custGeom>
            <a:avLst/>
            <a:gdLst/>
            <a:ahLst/>
            <a:cxnLst/>
            <a:rect l="l" t="t" r="r" b="b"/>
            <a:pathLst>
              <a:path w="228600" h="403860">
                <a:moveTo>
                  <a:pt x="0" y="0"/>
                </a:moveTo>
                <a:lnTo>
                  <a:pt x="228366" y="4036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96707" y="4769342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 h="0">
                <a:moveTo>
                  <a:pt x="42122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63772" y="4872540"/>
            <a:ext cx="308610" cy="401320"/>
          </a:xfrm>
          <a:custGeom>
            <a:avLst/>
            <a:gdLst/>
            <a:ahLst/>
            <a:cxnLst/>
            <a:rect l="l" t="t" r="r" b="b"/>
            <a:pathLst>
              <a:path w="308610" h="401320">
                <a:moveTo>
                  <a:pt x="308443" y="40096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46918" y="4887320"/>
            <a:ext cx="993140" cy="480695"/>
          </a:xfrm>
          <a:custGeom>
            <a:avLst/>
            <a:gdLst/>
            <a:ahLst/>
            <a:cxnLst/>
            <a:rect l="l" t="t" r="r" b="b"/>
            <a:pathLst>
              <a:path w="993139" h="480695">
                <a:moveTo>
                  <a:pt x="992634" y="48057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457072" y="5367897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30" h="0">
                <a:moveTo>
                  <a:pt x="1382480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57072" y="5367897"/>
            <a:ext cx="928369" cy="507365"/>
          </a:xfrm>
          <a:custGeom>
            <a:avLst/>
            <a:gdLst/>
            <a:ahLst/>
            <a:cxnLst/>
            <a:rect l="l" t="t" r="r" b="b"/>
            <a:pathLst>
              <a:path w="928369" h="507364">
                <a:moveTo>
                  <a:pt x="928342" y="50680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20330" y="458705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6"/>
                </a:lnTo>
                <a:lnTo>
                  <a:pt x="29546" y="60872"/>
                </a:lnTo>
                <a:lnTo>
                  <a:pt x="7807" y="101686"/>
                </a:lnTo>
                <a:lnTo>
                  <a:pt x="0" y="148681"/>
                </a:lnTo>
                <a:lnTo>
                  <a:pt x="7807" y="195676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6"/>
                </a:lnTo>
                <a:lnTo>
                  <a:pt x="306277" y="148681"/>
                </a:lnTo>
                <a:lnTo>
                  <a:pt x="298469" y="101686"/>
                </a:lnTo>
                <a:lnTo>
                  <a:pt x="276730" y="60872"/>
                </a:lnTo>
                <a:lnTo>
                  <a:pt x="243580" y="28686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20330" y="458705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404413" y="45999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082631" y="457199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82631" y="457199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166714" y="45847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860914" y="518178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7" y="28687"/>
                </a:lnTo>
                <a:lnTo>
                  <a:pt x="29547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7" y="236492"/>
                </a:lnTo>
                <a:lnTo>
                  <a:pt x="62697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860914" y="518178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944997" y="519734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320330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7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7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320330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404413" y="581609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109538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7"/>
                </a:lnTo>
                <a:lnTo>
                  <a:pt x="104734" y="289785"/>
                </a:lnTo>
                <a:lnTo>
                  <a:pt x="153137" y="297365"/>
                </a:lnTo>
                <a:lnTo>
                  <a:pt x="201541" y="289785"/>
                </a:lnTo>
                <a:lnTo>
                  <a:pt x="243580" y="268677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109538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193620" y="581609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37322" y="518178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4" y="289785"/>
                </a:lnTo>
                <a:lnTo>
                  <a:pt x="153137" y="297365"/>
                </a:lnTo>
                <a:lnTo>
                  <a:pt x="201541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37322" y="518178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721404" y="519734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122339" y="4840870"/>
            <a:ext cx="243204" cy="384810"/>
          </a:xfrm>
          <a:custGeom>
            <a:avLst/>
            <a:gdLst/>
            <a:ahLst/>
            <a:cxnLst/>
            <a:rect l="l" t="t" r="r" b="b"/>
            <a:pathLst>
              <a:path w="243204" h="384810">
                <a:moveTo>
                  <a:pt x="242845" y="0"/>
                </a:moveTo>
                <a:lnTo>
                  <a:pt x="0" y="3844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122338" y="5435601"/>
            <a:ext cx="243204" cy="411480"/>
          </a:xfrm>
          <a:custGeom>
            <a:avLst/>
            <a:gdLst/>
            <a:ahLst/>
            <a:cxnLst/>
            <a:rect l="l" t="t" r="r" b="b"/>
            <a:pathLst>
              <a:path w="243204" h="411479">
                <a:moveTo>
                  <a:pt x="0" y="0"/>
                </a:moveTo>
                <a:lnTo>
                  <a:pt x="242845" y="4111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34698" y="4720677"/>
            <a:ext cx="448309" cy="0"/>
          </a:xfrm>
          <a:custGeom>
            <a:avLst/>
            <a:gdLst/>
            <a:ahLst/>
            <a:cxnLst/>
            <a:rect l="l" t="t" r="r" b="b"/>
            <a:pathLst>
              <a:path w="448310" h="0">
                <a:moveTo>
                  <a:pt x="447933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344055" y="4825813"/>
            <a:ext cx="328295" cy="408940"/>
          </a:xfrm>
          <a:custGeom>
            <a:avLst/>
            <a:gdLst/>
            <a:ahLst/>
            <a:cxnLst/>
            <a:rect l="l" t="t" r="r" b="b"/>
            <a:pathLst>
              <a:path w="328295" h="408939">
                <a:moveTo>
                  <a:pt x="327998" y="40849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167192" y="4825813"/>
            <a:ext cx="960755" cy="504825"/>
          </a:xfrm>
          <a:custGeom>
            <a:avLst/>
            <a:gdLst/>
            <a:ahLst/>
            <a:cxnLst/>
            <a:rect l="l" t="t" r="r" b="b"/>
            <a:pathLst>
              <a:path w="960754" h="504825">
                <a:moveTo>
                  <a:pt x="960292" y="0"/>
                </a:moveTo>
                <a:lnTo>
                  <a:pt x="0" y="5046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167192" y="5330466"/>
            <a:ext cx="1470660" cy="0"/>
          </a:xfrm>
          <a:custGeom>
            <a:avLst/>
            <a:gdLst/>
            <a:ahLst/>
            <a:cxnLst/>
            <a:rect l="l" t="t" r="r" b="b"/>
            <a:pathLst>
              <a:path w="1470660" h="0">
                <a:moveTo>
                  <a:pt x="147013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370963" y="5435600"/>
            <a:ext cx="311785" cy="411480"/>
          </a:xfrm>
          <a:custGeom>
            <a:avLst/>
            <a:gdLst/>
            <a:ahLst/>
            <a:cxnLst/>
            <a:rect l="l" t="t" r="r" b="b"/>
            <a:pathLst>
              <a:path w="311785" h="411479">
                <a:moveTo>
                  <a:pt x="0" y="411185"/>
                </a:moveTo>
                <a:lnTo>
                  <a:pt x="31121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387965" y="4831792"/>
            <a:ext cx="2277110" cy="1275715"/>
          </a:xfrm>
          <a:custGeom>
            <a:avLst/>
            <a:gdLst/>
            <a:ahLst/>
            <a:cxnLst/>
            <a:rect l="l" t="t" r="r" b="b"/>
            <a:pathLst>
              <a:path w="2277109" h="1275714">
                <a:moveTo>
                  <a:pt x="0" y="0"/>
                </a:moveTo>
                <a:lnTo>
                  <a:pt x="2277061" y="0"/>
                </a:lnTo>
                <a:lnTo>
                  <a:pt x="2277061" y="1275335"/>
                </a:lnTo>
                <a:lnTo>
                  <a:pt x="0" y="127533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326154" y="4442459"/>
            <a:ext cx="25933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HASH </a:t>
            </a:r>
            <a:r>
              <a:rPr dirty="0" sz="2000" spc="-5">
                <a:latin typeface="Arial"/>
                <a:cs typeface="Arial"/>
              </a:rPr>
              <a:t>table: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" b="1">
                <a:latin typeface="Arial"/>
                <a:cs typeface="Arial"/>
              </a:rPr>
              <a:t>Injective!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6539176" y="4939736"/>
          <a:ext cx="1581785" cy="95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3654"/>
                <a:gridCol w="542078"/>
                <a:gridCol w="305679"/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80"/>
                        </a:lnSpc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1,1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ts val="177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--&gt;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70"/>
                        </a:lnSpc>
                      </a:pPr>
                      <a:r>
                        <a:rPr dirty="0" sz="16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1300">
                <a:tc>
                  <a:txBody>
                    <a:bodyPr/>
                    <a:lstStyle/>
                    <a:p>
                      <a:pPr marL="31750">
                        <a:lnSpc>
                          <a:spcPts val="1810"/>
                        </a:lnSpc>
                      </a:pPr>
                      <a:r>
                        <a:rPr dirty="0" sz="1600" spc="-35">
                          <a:latin typeface="Arial"/>
                          <a:cs typeface="Arial"/>
                        </a:rPr>
                        <a:t>1,11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ts val="178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--&gt;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85"/>
                        </a:lnSpc>
                      </a:pPr>
                      <a:r>
                        <a:rPr dirty="0" sz="16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95"/>
                        </a:lnSpc>
                      </a:pPr>
                      <a:r>
                        <a:rPr dirty="0" sz="1600" spc="-55">
                          <a:latin typeface="Arial"/>
                          <a:cs typeface="Arial"/>
                        </a:rPr>
                        <a:t>1,111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ts val="179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--&gt;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95"/>
                        </a:lnSpc>
                      </a:pPr>
                      <a:r>
                        <a:rPr dirty="0" sz="1600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dirty="0" sz="1600" spc="-65">
                          <a:latin typeface="Arial"/>
                          <a:cs typeface="Arial"/>
                        </a:rPr>
                        <a:t>1,1111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7305">
                        <a:lnSpc>
                          <a:spcPts val="1764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--&gt;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64"/>
                        </a:lnSpc>
                      </a:pPr>
                      <a:r>
                        <a:rPr dirty="0" sz="160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9" name="object 59"/>
          <p:cNvSpPr/>
          <p:nvPr/>
        </p:nvSpPr>
        <p:spPr>
          <a:xfrm>
            <a:off x="1751338" y="2377718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4">
                <a:moveTo>
                  <a:pt x="451194" y="0"/>
                </a:moveTo>
                <a:lnTo>
                  <a:pt x="378008" y="1687"/>
                </a:lnTo>
                <a:lnTo>
                  <a:pt x="308581" y="6574"/>
                </a:lnTo>
                <a:lnTo>
                  <a:pt x="243844" y="14393"/>
                </a:lnTo>
                <a:lnTo>
                  <a:pt x="184724" y="24880"/>
                </a:lnTo>
                <a:lnTo>
                  <a:pt x="132151" y="37769"/>
                </a:lnTo>
                <a:lnTo>
                  <a:pt x="87054" y="52795"/>
                </a:lnTo>
                <a:lnTo>
                  <a:pt x="50361" y="69691"/>
                </a:lnTo>
                <a:lnTo>
                  <a:pt x="5905" y="108036"/>
                </a:lnTo>
                <a:lnTo>
                  <a:pt x="0" y="128953"/>
                </a:lnTo>
                <a:lnTo>
                  <a:pt x="5905" y="149870"/>
                </a:lnTo>
                <a:lnTo>
                  <a:pt x="50361" y="188215"/>
                </a:lnTo>
                <a:lnTo>
                  <a:pt x="87054" y="205112"/>
                </a:lnTo>
                <a:lnTo>
                  <a:pt x="132151" y="220138"/>
                </a:lnTo>
                <a:lnTo>
                  <a:pt x="184724" y="233027"/>
                </a:lnTo>
                <a:lnTo>
                  <a:pt x="243844" y="243514"/>
                </a:lnTo>
                <a:lnTo>
                  <a:pt x="308581" y="251333"/>
                </a:lnTo>
                <a:lnTo>
                  <a:pt x="378008" y="256220"/>
                </a:lnTo>
                <a:lnTo>
                  <a:pt x="451194" y="257907"/>
                </a:lnTo>
                <a:lnTo>
                  <a:pt x="524380" y="256220"/>
                </a:lnTo>
                <a:lnTo>
                  <a:pt x="593806" y="251333"/>
                </a:lnTo>
                <a:lnTo>
                  <a:pt x="658544" y="243514"/>
                </a:lnTo>
                <a:lnTo>
                  <a:pt x="717664" y="233027"/>
                </a:lnTo>
                <a:lnTo>
                  <a:pt x="770237" y="220138"/>
                </a:lnTo>
                <a:lnTo>
                  <a:pt x="815334" y="205112"/>
                </a:lnTo>
                <a:lnTo>
                  <a:pt x="852027" y="188215"/>
                </a:lnTo>
                <a:lnTo>
                  <a:pt x="896484" y="149870"/>
                </a:lnTo>
                <a:lnTo>
                  <a:pt x="902389" y="128953"/>
                </a:lnTo>
                <a:lnTo>
                  <a:pt x="896484" y="108036"/>
                </a:lnTo>
                <a:lnTo>
                  <a:pt x="852027" y="69691"/>
                </a:lnTo>
                <a:lnTo>
                  <a:pt x="815334" y="52795"/>
                </a:lnTo>
                <a:lnTo>
                  <a:pt x="770237" y="37769"/>
                </a:lnTo>
                <a:lnTo>
                  <a:pt x="717664" y="24880"/>
                </a:lnTo>
                <a:lnTo>
                  <a:pt x="658544" y="14393"/>
                </a:lnTo>
                <a:lnTo>
                  <a:pt x="593806" y="6574"/>
                </a:lnTo>
                <a:lnTo>
                  <a:pt x="524380" y="1687"/>
                </a:lnTo>
                <a:lnTo>
                  <a:pt x="45119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51338" y="2377718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4">
                <a:moveTo>
                  <a:pt x="0" y="128954"/>
                </a:moveTo>
                <a:lnTo>
                  <a:pt x="23002" y="88194"/>
                </a:lnTo>
                <a:lnTo>
                  <a:pt x="87054" y="52795"/>
                </a:lnTo>
                <a:lnTo>
                  <a:pt x="132151" y="37769"/>
                </a:lnTo>
                <a:lnTo>
                  <a:pt x="184724" y="24880"/>
                </a:lnTo>
                <a:lnTo>
                  <a:pt x="243844" y="14393"/>
                </a:lnTo>
                <a:lnTo>
                  <a:pt x="308582" y="6574"/>
                </a:lnTo>
                <a:lnTo>
                  <a:pt x="378008" y="1687"/>
                </a:lnTo>
                <a:lnTo>
                  <a:pt x="451194" y="0"/>
                </a:lnTo>
                <a:lnTo>
                  <a:pt x="524380" y="1687"/>
                </a:lnTo>
                <a:lnTo>
                  <a:pt x="593806" y="6574"/>
                </a:lnTo>
                <a:lnTo>
                  <a:pt x="658544" y="14393"/>
                </a:lnTo>
                <a:lnTo>
                  <a:pt x="717664" y="24880"/>
                </a:lnTo>
                <a:lnTo>
                  <a:pt x="770237" y="37769"/>
                </a:lnTo>
                <a:lnTo>
                  <a:pt x="815334" y="52795"/>
                </a:lnTo>
                <a:lnTo>
                  <a:pt x="852027" y="69692"/>
                </a:lnTo>
                <a:lnTo>
                  <a:pt x="896483" y="108036"/>
                </a:lnTo>
                <a:lnTo>
                  <a:pt x="902389" y="128954"/>
                </a:lnTo>
                <a:lnTo>
                  <a:pt x="896483" y="149871"/>
                </a:lnTo>
                <a:lnTo>
                  <a:pt x="852027" y="188215"/>
                </a:lnTo>
                <a:lnTo>
                  <a:pt x="815334" y="205112"/>
                </a:lnTo>
                <a:lnTo>
                  <a:pt x="770237" y="220138"/>
                </a:lnTo>
                <a:lnTo>
                  <a:pt x="717664" y="233027"/>
                </a:lnTo>
                <a:lnTo>
                  <a:pt x="658544" y="243514"/>
                </a:lnTo>
                <a:lnTo>
                  <a:pt x="593806" y="251333"/>
                </a:lnTo>
                <a:lnTo>
                  <a:pt x="524380" y="256220"/>
                </a:lnTo>
                <a:lnTo>
                  <a:pt x="451194" y="257908"/>
                </a:lnTo>
                <a:lnTo>
                  <a:pt x="378008" y="256220"/>
                </a:lnTo>
                <a:lnTo>
                  <a:pt x="308582" y="251333"/>
                </a:lnTo>
                <a:lnTo>
                  <a:pt x="243844" y="243514"/>
                </a:lnTo>
                <a:lnTo>
                  <a:pt x="184724" y="233027"/>
                </a:lnTo>
                <a:lnTo>
                  <a:pt x="132151" y="220138"/>
                </a:lnTo>
                <a:lnTo>
                  <a:pt x="87054" y="205112"/>
                </a:lnTo>
                <a:lnTo>
                  <a:pt x="50361" y="188215"/>
                </a:lnTo>
                <a:lnTo>
                  <a:pt x="5905" y="149871"/>
                </a:lnTo>
                <a:lnTo>
                  <a:pt x="0" y="128954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48707" y="2363402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362028" y="0"/>
                </a:moveTo>
                <a:lnTo>
                  <a:pt x="296953" y="2277"/>
                </a:lnTo>
                <a:lnTo>
                  <a:pt x="235705" y="8843"/>
                </a:lnTo>
                <a:lnTo>
                  <a:pt x="179306" y="19299"/>
                </a:lnTo>
                <a:lnTo>
                  <a:pt x="128778" y="33245"/>
                </a:lnTo>
                <a:lnTo>
                  <a:pt x="85144" y="50282"/>
                </a:lnTo>
                <a:lnTo>
                  <a:pt x="49427" y="70011"/>
                </a:lnTo>
                <a:lnTo>
                  <a:pt x="5832" y="115947"/>
                </a:lnTo>
                <a:lnTo>
                  <a:pt x="0" y="141356"/>
                </a:lnTo>
                <a:lnTo>
                  <a:pt x="5832" y="166765"/>
                </a:lnTo>
                <a:lnTo>
                  <a:pt x="49427" y="212701"/>
                </a:lnTo>
                <a:lnTo>
                  <a:pt x="85144" y="232430"/>
                </a:lnTo>
                <a:lnTo>
                  <a:pt x="128778" y="249467"/>
                </a:lnTo>
                <a:lnTo>
                  <a:pt x="179306" y="263413"/>
                </a:lnTo>
                <a:lnTo>
                  <a:pt x="235705" y="273868"/>
                </a:lnTo>
                <a:lnTo>
                  <a:pt x="296953" y="280434"/>
                </a:lnTo>
                <a:lnTo>
                  <a:pt x="362028" y="282712"/>
                </a:lnTo>
                <a:lnTo>
                  <a:pt x="427104" y="280434"/>
                </a:lnTo>
                <a:lnTo>
                  <a:pt x="488352" y="273868"/>
                </a:lnTo>
                <a:lnTo>
                  <a:pt x="544751" y="263413"/>
                </a:lnTo>
                <a:lnTo>
                  <a:pt x="595279" y="249467"/>
                </a:lnTo>
                <a:lnTo>
                  <a:pt x="638913" y="232430"/>
                </a:lnTo>
                <a:lnTo>
                  <a:pt x="674630" y="212701"/>
                </a:lnTo>
                <a:lnTo>
                  <a:pt x="718224" y="166765"/>
                </a:lnTo>
                <a:lnTo>
                  <a:pt x="724057" y="141356"/>
                </a:lnTo>
                <a:lnTo>
                  <a:pt x="718224" y="115947"/>
                </a:lnTo>
                <a:lnTo>
                  <a:pt x="674630" y="70011"/>
                </a:lnTo>
                <a:lnTo>
                  <a:pt x="638913" y="50282"/>
                </a:lnTo>
                <a:lnTo>
                  <a:pt x="595279" y="33245"/>
                </a:lnTo>
                <a:lnTo>
                  <a:pt x="544751" y="19299"/>
                </a:lnTo>
                <a:lnTo>
                  <a:pt x="488352" y="8843"/>
                </a:lnTo>
                <a:lnTo>
                  <a:pt x="427104" y="2277"/>
                </a:lnTo>
                <a:lnTo>
                  <a:pt x="36202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48707" y="2363402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0" y="141356"/>
                </a:moveTo>
                <a:lnTo>
                  <a:pt x="22649" y="92032"/>
                </a:lnTo>
                <a:lnTo>
                  <a:pt x="85144" y="50282"/>
                </a:lnTo>
                <a:lnTo>
                  <a:pt x="128778" y="33245"/>
                </a:lnTo>
                <a:lnTo>
                  <a:pt x="179305" y="19299"/>
                </a:lnTo>
                <a:lnTo>
                  <a:pt x="235705" y="8843"/>
                </a:lnTo>
                <a:lnTo>
                  <a:pt x="296953" y="2277"/>
                </a:lnTo>
                <a:lnTo>
                  <a:pt x="362028" y="0"/>
                </a:lnTo>
                <a:lnTo>
                  <a:pt x="427103" y="2277"/>
                </a:lnTo>
                <a:lnTo>
                  <a:pt x="488351" y="8843"/>
                </a:lnTo>
                <a:lnTo>
                  <a:pt x="544751" y="19299"/>
                </a:lnTo>
                <a:lnTo>
                  <a:pt x="595278" y="33245"/>
                </a:lnTo>
                <a:lnTo>
                  <a:pt x="638912" y="50282"/>
                </a:lnTo>
                <a:lnTo>
                  <a:pt x="674629" y="70010"/>
                </a:lnTo>
                <a:lnTo>
                  <a:pt x="718224" y="115947"/>
                </a:lnTo>
                <a:lnTo>
                  <a:pt x="724057" y="141356"/>
                </a:lnTo>
                <a:lnTo>
                  <a:pt x="718224" y="166764"/>
                </a:lnTo>
                <a:lnTo>
                  <a:pt x="674629" y="212701"/>
                </a:lnTo>
                <a:lnTo>
                  <a:pt x="638912" y="232429"/>
                </a:lnTo>
                <a:lnTo>
                  <a:pt x="595278" y="249466"/>
                </a:lnTo>
                <a:lnTo>
                  <a:pt x="544751" y="263412"/>
                </a:lnTo>
                <a:lnTo>
                  <a:pt x="488351" y="273868"/>
                </a:lnTo>
                <a:lnTo>
                  <a:pt x="427103" y="280434"/>
                </a:lnTo>
                <a:lnTo>
                  <a:pt x="362028" y="282712"/>
                </a:lnTo>
                <a:lnTo>
                  <a:pt x="296953" y="280434"/>
                </a:lnTo>
                <a:lnTo>
                  <a:pt x="235705" y="273868"/>
                </a:lnTo>
                <a:lnTo>
                  <a:pt x="179305" y="263412"/>
                </a:lnTo>
                <a:lnTo>
                  <a:pt x="128778" y="249466"/>
                </a:lnTo>
                <a:lnTo>
                  <a:pt x="85144" y="232429"/>
                </a:lnTo>
                <a:lnTo>
                  <a:pt x="49427" y="212701"/>
                </a:lnTo>
                <a:lnTo>
                  <a:pt x="5832" y="16676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2011429" y="2401316"/>
            <a:ext cx="1555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6665" algn="l"/>
              </a:tabLst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	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34990" y="2943143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486270" y="0"/>
                </a:moveTo>
                <a:lnTo>
                  <a:pt x="414413" y="1532"/>
                </a:lnTo>
                <a:lnTo>
                  <a:pt x="345829" y="5984"/>
                </a:lnTo>
                <a:lnTo>
                  <a:pt x="281271" y="13138"/>
                </a:lnTo>
                <a:lnTo>
                  <a:pt x="221491" y="22773"/>
                </a:lnTo>
                <a:lnTo>
                  <a:pt x="167241" y="34672"/>
                </a:lnTo>
                <a:lnTo>
                  <a:pt x="119274" y="48616"/>
                </a:lnTo>
                <a:lnTo>
                  <a:pt x="78341" y="64386"/>
                </a:lnTo>
                <a:lnTo>
                  <a:pt x="20588" y="100530"/>
                </a:lnTo>
                <a:lnTo>
                  <a:pt x="0" y="141356"/>
                </a:lnTo>
                <a:lnTo>
                  <a:pt x="5272" y="162244"/>
                </a:lnTo>
                <a:lnTo>
                  <a:pt x="45195" y="200948"/>
                </a:lnTo>
                <a:lnTo>
                  <a:pt x="119274" y="234096"/>
                </a:lnTo>
                <a:lnTo>
                  <a:pt x="167241" y="248040"/>
                </a:lnTo>
                <a:lnTo>
                  <a:pt x="221491" y="259938"/>
                </a:lnTo>
                <a:lnTo>
                  <a:pt x="281271" y="269574"/>
                </a:lnTo>
                <a:lnTo>
                  <a:pt x="345829" y="276727"/>
                </a:lnTo>
                <a:lnTo>
                  <a:pt x="414413" y="281179"/>
                </a:lnTo>
                <a:lnTo>
                  <a:pt x="486270" y="282712"/>
                </a:lnTo>
                <a:lnTo>
                  <a:pt x="558128" y="281179"/>
                </a:lnTo>
                <a:lnTo>
                  <a:pt x="626712" y="276727"/>
                </a:lnTo>
                <a:lnTo>
                  <a:pt x="691270" y="269574"/>
                </a:lnTo>
                <a:lnTo>
                  <a:pt x="751050" y="259938"/>
                </a:lnTo>
                <a:lnTo>
                  <a:pt x="805300" y="248040"/>
                </a:lnTo>
                <a:lnTo>
                  <a:pt x="853268" y="234096"/>
                </a:lnTo>
                <a:lnTo>
                  <a:pt x="894201" y="218326"/>
                </a:lnTo>
                <a:lnTo>
                  <a:pt x="951954" y="182181"/>
                </a:lnTo>
                <a:lnTo>
                  <a:pt x="972542" y="141356"/>
                </a:lnTo>
                <a:lnTo>
                  <a:pt x="967270" y="120467"/>
                </a:lnTo>
                <a:lnTo>
                  <a:pt x="927347" y="81764"/>
                </a:lnTo>
                <a:lnTo>
                  <a:pt x="853268" y="48616"/>
                </a:lnTo>
                <a:lnTo>
                  <a:pt x="805300" y="34672"/>
                </a:lnTo>
                <a:lnTo>
                  <a:pt x="751050" y="22773"/>
                </a:lnTo>
                <a:lnTo>
                  <a:pt x="691270" y="13138"/>
                </a:lnTo>
                <a:lnTo>
                  <a:pt x="626712" y="5984"/>
                </a:lnTo>
                <a:lnTo>
                  <a:pt x="558128" y="1532"/>
                </a:lnTo>
                <a:lnTo>
                  <a:pt x="48627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034990" y="2943143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0" y="141356"/>
                </a:moveTo>
                <a:lnTo>
                  <a:pt x="20588" y="100530"/>
                </a:lnTo>
                <a:lnTo>
                  <a:pt x="78341" y="64386"/>
                </a:lnTo>
                <a:lnTo>
                  <a:pt x="119274" y="48616"/>
                </a:lnTo>
                <a:lnTo>
                  <a:pt x="167241" y="34672"/>
                </a:lnTo>
                <a:lnTo>
                  <a:pt x="221491" y="22773"/>
                </a:lnTo>
                <a:lnTo>
                  <a:pt x="281271" y="13137"/>
                </a:lnTo>
                <a:lnTo>
                  <a:pt x="345829" y="5984"/>
                </a:lnTo>
                <a:lnTo>
                  <a:pt x="414413" y="1532"/>
                </a:lnTo>
                <a:lnTo>
                  <a:pt x="486271" y="0"/>
                </a:lnTo>
                <a:lnTo>
                  <a:pt x="558128" y="1532"/>
                </a:lnTo>
                <a:lnTo>
                  <a:pt x="626712" y="5984"/>
                </a:lnTo>
                <a:lnTo>
                  <a:pt x="691270" y="13137"/>
                </a:lnTo>
                <a:lnTo>
                  <a:pt x="751050" y="22773"/>
                </a:lnTo>
                <a:lnTo>
                  <a:pt x="805300" y="34672"/>
                </a:lnTo>
                <a:lnTo>
                  <a:pt x="853268" y="48616"/>
                </a:lnTo>
                <a:lnTo>
                  <a:pt x="894200" y="64386"/>
                </a:lnTo>
                <a:lnTo>
                  <a:pt x="951953" y="100530"/>
                </a:lnTo>
                <a:lnTo>
                  <a:pt x="972542" y="141356"/>
                </a:lnTo>
                <a:lnTo>
                  <a:pt x="967269" y="162244"/>
                </a:lnTo>
                <a:lnTo>
                  <a:pt x="927346" y="200948"/>
                </a:lnTo>
                <a:lnTo>
                  <a:pt x="853268" y="234095"/>
                </a:lnTo>
                <a:lnTo>
                  <a:pt x="805300" y="248039"/>
                </a:lnTo>
                <a:lnTo>
                  <a:pt x="751050" y="259938"/>
                </a:lnTo>
                <a:lnTo>
                  <a:pt x="691270" y="269574"/>
                </a:lnTo>
                <a:lnTo>
                  <a:pt x="626712" y="276727"/>
                </a:lnTo>
                <a:lnTo>
                  <a:pt x="558128" y="281179"/>
                </a:lnTo>
                <a:lnTo>
                  <a:pt x="486271" y="282712"/>
                </a:lnTo>
                <a:lnTo>
                  <a:pt x="414413" y="281179"/>
                </a:lnTo>
                <a:lnTo>
                  <a:pt x="345829" y="276727"/>
                </a:lnTo>
                <a:lnTo>
                  <a:pt x="281271" y="269574"/>
                </a:lnTo>
                <a:lnTo>
                  <a:pt x="221491" y="259938"/>
                </a:lnTo>
                <a:lnTo>
                  <a:pt x="167241" y="248039"/>
                </a:lnTo>
                <a:lnTo>
                  <a:pt x="119274" y="234095"/>
                </a:lnTo>
                <a:lnTo>
                  <a:pt x="78341" y="218325"/>
                </a:lnTo>
                <a:lnTo>
                  <a:pt x="20588" y="182181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1293741" y="2980435"/>
            <a:ext cx="455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992533" y="3580027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304665" y="0"/>
                </a:moveTo>
                <a:lnTo>
                  <a:pt x="243264" y="2871"/>
                </a:lnTo>
                <a:lnTo>
                  <a:pt x="186075" y="11108"/>
                </a:lnTo>
                <a:lnTo>
                  <a:pt x="134323" y="24141"/>
                </a:lnTo>
                <a:lnTo>
                  <a:pt x="89234" y="41402"/>
                </a:lnTo>
                <a:lnTo>
                  <a:pt x="52031" y="62322"/>
                </a:lnTo>
                <a:lnTo>
                  <a:pt x="6189" y="112867"/>
                </a:lnTo>
                <a:lnTo>
                  <a:pt x="0" y="141356"/>
                </a:lnTo>
                <a:lnTo>
                  <a:pt x="6189" y="169844"/>
                </a:lnTo>
                <a:lnTo>
                  <a:pt x="52031" y="220389"/>
                </a:lnTo>
                <a:lnTo>
                  <a:pt x="89234" y="241309"/>
                </a:lnTo>
                <a:lnTo>
                  <a:pt x="134323" y="258570"/>
                </a:lnTo>
                <a:lnTo>
                  <a:pt x="186075" y="271603"/>
                </a:lnTo>
                <a:lnTo>
                  <a:pt x="243264" y="279840"/>
                </a:lnTo>
                <a:lnTo>
                  <a:pt x="304665" y="282712"/>
                </a:lnTo>
                <a:lnTo>
                  <a:pt x="366066" y="279840"/>
                </a:lnTo>
                <a:lnTo>
                  <a:pt x="423255" y="271603"/>
                </a:lnTo>
                <a:lnTo>
                  <a:pt x="475006" y="258570"/>
                </a:lnTo>
                <a:lnTo>
                  <a:pt x="520096" y="241309"/>
                </a:lnTo>
                <a:lnTo>
                  <a:pt x="557298" y="220389"/>
                </a:lnTo>
                <a:lnTo>
                  <a:pt x="603141" y="169844"/>
                </a:lnTo>
                <a:lnTo>
                  <a:pt x="609330" y="141356"/>
                </a:lnTo>
                <a:lnTo>
                  <a:pt x="603141" y="112867"/>
                </a:lnTo>
                <a:lnTo>
                  <a:pt x="557298" y="62322"/>
                </a:lnTo>
                <a:lnTo>
                  <a:pt x="520096" y="41402"/>
                </a:lnTo>
                <a:lnTo>
                  <a:pt x="475006" y="24141"/>
                </a:lnTo>
                <a:lnTo>
                  <a:pt x="423255" y="11108"/>
                </a:lnTo>
                <a:lnTo>
                  <a:pt x="366066" y="2871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992533" y="3580027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0" y="141356"/>
                </a:moveTo>
                <a:lnTo>
                  <a:pt x="23942" y="86333"/>
                </a:lnTo>
                <a:lnTo>
                  <a:pt x="89234" y="41402"/>
                </a:lnTo>
                <a:lnTo>
                  <a:pt x="134324" y="24141"/>
                </a:lnTo>
                <a:lnTo>
                  <a:pt x="186075" y="11108"/>
                </a:lnTo>
                <a:lnTo>
                  <a:pt x="243264" y="2871"/>
                </a:lnTo>
                <a:lnTo>
                  <a:pt x="304665" y="0"/>
                </a:lnTo>
                <a:lnTo>
                  <a:pt x="366066" y="2871"/>
                </a:lnTo>
                <a:lnTo>
                  <a:pt x="423255" y="11108"/>
                </a:lnTo>
                <a:lnTo>
                  <a:pt x="475006" y="24141"/>
                </a:lnTo>
                <a:lnTo>
                  <a:pt x="520096" y="41402"/>
                </a:lnTo>
                <a:lnTo>
                  <a:pt x="557298" y="62322"/>
                </a:lnTo>
                <a:lnTo>
                  <a:pt x="603141" y="112867"/>
                </a:lnTo>
                <a:lnTo>
                  <a:pt x="609331" y="141356"/>
                </a:lnTo>
                <a:lnTo>
                  <a:pt x="603141" y="169844"/>
                </a:lnTo>
                <a:lnTo>
                  <a:pt x="557298" y="220389"/>
                </a:lnTo>
                <a:lnTo>
                  <a:pt x="520096" y="241309"/>
                </a:lnTo>
                <a:lnTo>
                  <a:pt x="475006" y="258570"/>
                </a:lnTo>
                <a:lnTo>
                  <a:pt x="423255" y="271603"/>
                </a:lnTo>
                <a:lnTo>
                  <a:pt x="366066" y="279840"/>
                </a:lnTo>
                <a:lnTo>
                  <a:pt x="304665" y="282712"/>
                </a:lnTo>
                <a:lnTo>
                  <a:pt x="243264" y="279840"/>
                </a:lnTo>
                <a:lnTo>
                  <a:pt x="186075" y="271603"/>
                </a:lnTo>
                <a:lnTo>
                  <a:pt x="134324" y="258570"/>
                </a:lnTo>
                <a:lnTo>
                  <a:pt x="89234" y="241309"/>
                </a:lnTo>
                <a:lnTo>
                  <a:pt x="52032" y="220389"/>
                </a:lnTo>
                <a:lnTo>
                  <a:pt x="6189" y="16984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2178930" y="3617467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3072014" y="3533975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297357" y="0"/>
                </a:moveTo>
                <a:lnTo>
                  <a:pt x="237429" y="3150"/>
                </a:lnTo>
                <a:lnTo>
                  <a:pt x="181612" y="12186"/>
                </a:lnTo>
                <a:lnTo>
                  <a:pt x="131102" y="26483"/>
                </a:lnTo>
                <a:lnTo>
                  <a:pt x="87094" y="45418"/>
                </a:lnTo>
                <a:lnTo>
                  <a:pt x="50784" y="68368"/>
                </a:lnTo>
                <a:lnTo>
                  <a:pt x="6041" y="123817"/>
                </a:lnTo>
                <a:lnTo>
                  <a:pt x="0" y="155069"/>
                </a:lnTo>
                <a:lnTo>
                  <a:pt x="6041" y="186321"/>
                </a:lnTo>
                <a:lnTo>
                  <a:pt x="50784" y="241771"/>
                </a:lnTo>
                <a:lnTo>
                  <a:pt x="87094" y="264721"/>
                </a:lnTo>
                <a:lnTo>
                  <a:pt x="131102" y="283656"/>
                </a:lnTo>
                <a:lnTo>
                  <a:pt x="181612" y="297954"/>
                </a:lnTo>
                <a:lnTo>
                  <a:pt x="237429" y="306989"/>
                </a:lnTo>
                <a:lnTo>
                  <a:pt x="297357" y="310140"/>
                </a:lnTo>
                <a:lnTo>
                  <a:pt x="357285" y="306989"/>
                </a:lnTo>
                <a:lnTo>
                  <a:pt x="413102" y="297954"/>
                </a:lnTo>
                <a:lnTo>
                  <a:pt x="463613" y="283656"/>
                </a:lnTo>
                <a:lnTo>
                  <a:pt x="507621" y="264721"/>
                </a:lnTo>
                <a:lnTo>
                  <a:pt x="543931" y="241771"/>
                </a:lnTo>
                <a:lnTo>
                  <a:pt x="588674" y="186321"/>
                </a:lnTo>
                <a:lnTo>
                  <a:pt x="594715" y="155069"/>
                </a:lnTo>
                <a:lnTo>
                  <a:pt x="588674" y="123817"/>
                </a:lnTo>
                <a:lnTo>
                  <a:pt x="543931" y="68368"/>
                </a:lnTo>
                <a:lnTo>
                  <a:pt x="507621" y="45418"/>
                </a:lnTo>
                <a:lnTo>
                  <a:pt x="463613" y="26483"/>
                </a:lnTo>
                <a:lnTo>
                  <a:pt x="413102" y="12186"/>
                </a:lnTo>
                <a:lnTo>
                  <a:pt x="357285" y="3150"/>
                </a:lnTo>
                <a:lnTo>
                  <a:pt x="29735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072014" y="3533975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0" y="155070"/>
                </a:moveTo>
                <a:lnTo>
                  <a:pt x="23367" y="94710"/>
                </a:lnTo>
                <a:lnTo>
                  <a:pt x="87094" y="45419"/>
                </a:lnTo>
                <a:lnTo>
                  <a:pt x="131102" y="26483"/>
                </a:lnTo>
                <a:lnTo>
                  <a:pt x="181612" y="12186"/>
                </a:lnTo>
                <a:lnTo>
                  <a:pt x="237429" y="3150"/>
                </a:lnTo>
                <a:lnTo>
                  <a:pt x="297358" y="0"/>
                </a:lnTo>
                <a:lnTo>
                  <a:pt x="357286" y="3150"/>
                </a:lnTo>
                <a:lnTo>
                  <a:pt x="413103" y="12186"/>
                </a:lnTo>
                <a:lnTo>
                  <a:pt x="463613" y="26483"/>
                </a:lnTo>
                <a:lnTo>
                  <a:pt x="507621" y="45419"/>
                </a:lnTo>
                <a:lnTo>
                  <a:pt x="543931" y="68369"/>
                </a:lnTo>
                <a:lnTo>
                  <a:pt x="588674" y="123818"/>
                </a:lnTo>
                <a:lnTo>
                  <a:pt x="594716" y="155070"/>
                </a:lnTo>
                <a:lnTo>
                  <a:pt x="588674" y="186322"/>
                </a:lnTo>
                <a:lnTo>
                  <a:pt x="543931" y="241771"/>
                </a:lnTo>
                <a:lnTo>
                  <a:pt x="507621" y="264721"/>
                </a:lnTo>
                <a:lnTo>
                  <a:pt x="463613" y="283657"/>
                </a:lnTo>
                <a:lnTo>
                  <a:pt x="413103" y="297954"/>
                </a:lnTo>
                <a:lnTo>
                  <a:pt x="357286" y="306990"/>
                </a:lnTo>
                <a:lnTo>
                  <a:pt x="297358" y="310141"/>
                </a:lnTo>
                <a:lnTo>
                  <a:pt x="237429" y="306990"/>
                </a:lnTo>
                <a:lnTo>
                  <a:pt x="181612" y="297954"/>
                </a:lnTo>
                <a:lnTo>
                  <a:pt x="131102" y="283657"/>
                </a:lnTo>
                <a:lnTo>
                  <a:pt x="87094" y="264721"/>
                </a:lnTo>
                <a:lnTo>
                  <a:pt x="50784" y="241771"/>
                </a:lnTo>
                <a:lnTo>
                  <a:pt x="6041" y="186322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3251103" y="3583940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3630148" y="2954233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434971" y="0"/>
                </a:moveTo>
                <a:lnTo>
                  <a:pt x="364416" y="2029"/>
                </a:lnTo>
                <a:lnTo>
                  <a:pt x="297486" y="7905"/>
                </a:lnTo>
                <a:lnTo>
                  <a:pt x="235076" y="17308"/>
                </a:lnTo>
                <a:lnTo>
                  <a:pt x="178082" y="29919"/>
                </a:lnTo>
                <a:lnTo>
                  <a:pt x="127400" y="45418"/>
                </a:lnTo>
                <a:lnTo>
                  <a:pt x="83924" y="63487"/>
                </a:lnTo>
                <a:lnTo>
                  <a:pt x="48550" y="83806"/>
                </a:lnTo>
                <a:lnTo>
                  <a:pt x="5693" y="129916"/>
                </a:lnTo>
                <a:lnTo>
                  <a:pt x="0" y="155069"/>
                </a:lnTo>
                <a:lnTo>
                  <a:pt x="5693" y="180222"/>
                </a:lnTo>
                <a:lnTo>
                  <a:pt x="48550" y="226333"/>
                </a:lnTo>
                <a:lnTo>
                  <a:pt x="83924" y="246652"/>
                </a:lnTo>
                <a:lnTo>
                  <a:pt x="127400" y="264721"/>
                </a:lnTo>
                <a:lnTo>
                  <a:pt x="178082" y="280220"/>
                </a:lnTo>
                <a:lnTo>
                  <a:pt x="235076" y="292831"/>
                </a:lnTo>
                <a:lnTo>
                  <a:pt x="297486" y="302234"/>
                </a:lnTo>
                <a:lnTo>
                  <a:pt x="364416" y="308110"/>
                </a:lnTo>
                <a:lnTo>
                  <a:pt x="434971" y="310140"/>
                </a:lnTo>
                <a:lnTo>
                  <a:pt x="505525" y="308110"/>
                </a:lnTo>
                <a:lnTo>
                  <a:pt x="572455" y="302234"/>
                </a:lnTo>
                <a:lnTo>
                  <a:pt x="634865" y="292831"/>
                </a:lnTo>
                <a:lnTo>
                  <a:pt x="691859" y="280220"/>
                </a:lnTo>
                <a:lnTo>
                  <a:pt x="742542" y="264721"/>
                </a:lnTo>
                <a:lnTo>
                  <a:pt x="786018" y="246652"/>
                </a:lnTo>
                <a:lnTo>
                  <a:pt x="821391" y="226333"/>
                </a:lnTo>
                <a:lnTo>
                  <a:pt x="864249" y="180222"/>
                </a:lnTo>
                <a:lnTo>
                  <a:pt x="869942" y="155069"/>
                </a:lnTo>
                <a:lnTo>
                  <a:pt x="864249" y="129916"/>
                </a:lnTo>
                <a:lnTo>
                  <a:pt x="821391" y="83806"/>
                </a:lnTo>
                <a:lnTo>
                  <a:pt x="786018" y="63487"/>
                </a:lnTo>
                <a:lnTo>
                  <a:pt x="742542" y="45418"/>
                </a:lnTo>
                <a:lnTo>
                  <a:pt x="691859" y="29919"/>
                </a:lnTo>
                <a:lnTo>
                  <a:pt x="634865" y="17308"/>
                </a:lnTo>
                <a:lnTo>
                  <a:pt x="572455" y="7905"/>
                </a:lnTo>
                <a:lnTo>
                  <a:pt x="505525" y="2029"/>
                </a:lnTo>
                <a:lnTo>
                  <a:pt x="43497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630148" y="2954233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0" y="155070"/>
                </a:moveTo>
                <a:lnTo>
                  <a:pt x="22175" y="106056"/>
                </a:lnTo>
                <a:lnTo>
                  <a:pt x="83924" y="63487"/>
                </a:lnTo>
                <a:lnTo>
                  <a:pt x="127400" y="45419"/>
                </a:lnTo>
                <a:lnTo>
                  <a:pt x="178082" y="29919"/>
                </a:lnTo>
                <a:lnTo>
                  <a:pt x="235077" y="17308"/>
                </a:lnTo>
                <a:lnTo>
                  <a:pt x="297486" y="7905"/>
                </a:lnTo>
                <a:lnTo>
                  <a:pt x="364416" y="2029"/>
                </a:lnTo>
                <a:lnTo>
                  <a:pt x="434971" y="0"/>
                </a:lnTo>
                <a:lnTo>
                  <a:pt x="505526" y="2029"/>
                </a:lnTo>
                <a:lnTo>
                  <a:pt x="572456" y="7905"/>
                </a:lnTo>
                <a:lnTo>
                  <a:pt x="634865" y="17308"/>
                </a:lnTo>
                <a:lnTo>
                  <a:pt x="691860" y="29919"/>
                </a:lnTo>
                <a:lnTo>
                  <a:pt x="742542" y="45419"/>
                </a:lnTo>
                <a:lnTo>
                  <a:pt x="786018" y="63487"/>
                </a:lnTo>
                <a:lnTo>
                  <a:pt x="821392" y="83806"/>
                </a:lnTo>
                <a:lnTo>
                  <a:pt x="864249" y="129917"/>
                </a:lnTo>
                <a:lnTo>
                  <a:pt x="869943" y="155070"/>
                </a:lnTo>
                <a:lnTo>
                  <a:pt x="864249" y="180223"/>
                </a:lnTo>
                <a:lnTo>
                  <a:pt x="821392" y="226334"/>
                </a:lnTo>
                <a:lnTo>
                  <a:pt x="786018" y="246653"/>
                </a:lnTo>
                <a:lnTo>
                  <a:pt x="742542" y="264721"/>
                </a:lnTo>
                <a:lnTo>
                  <a:pt x="691860" y="280221"/>
                </a:lnTo>
                <a:lnTo>
                  <a:pt x="634865" y="292832"/>
                </a:lnTo>
                <a:lnTo>
                  <a:pt x="572456" y="302235"/>
                </a:lnTo>
                <a:lnTo>
                  <a:pt x="505526" y="308111"/>
                </a:lnTo>
                <a:lnTo>
                  <a:pt x="434971" y="310141"/>
                </a:lnTo>
                <a:lnTo>
                  <a:pt x="364416" y="308111"/>
                </a:lnTo>
                <a:lnTo>
                  <a:pt x="297486" y="302235"/>
                </a:lnTo>
                <a:lnTo>
                  <a:pt x="235077" y="292832"/>
                </a:lnTo>
                <a:lnTo>
                  <a:pt x="178082" y="280221"/>
                </a:lnTo>
                <a:lnTo>
                  <a:pt x="127400" y="264721"/>
                </a:lnTo>
                <a:lnTo>
                  <a:pt x="83924" y="246653"/>
                </a:lnTo>
                <a:lnTo>
                  <a:pt x="48550" y="226334"/>
                </a:lnTo>
                <a:lnTo>
                  <a:pt x="5693" y="180223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3874017" y="3004820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667625" y="2597856"/>
            <a:ext cx="215900" cy="356870"/>
          </a:xfrm>
          <a:custGeom>
            <a:avLst/>
            <a:gdLst/>
            <a:ahLst/>
            <a:cxnLst/>
            <a:rect l="l" t="t" r="r" b="b"/>
            <a:pathLst>
              <a:path w="215900" h="356869">
                <a:moveTo>
                  <a:pt x="215866" y="0"/>
                </a:moveTo>
                <a:lnTo>
                  <a:pt x="0" y="35637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521261" y="3225855"/>
            <a:ext cx="560705" cy="395605"/>
          </a:xfrm>
          <a:custGeom>
            <a:avLst/>
            <a:gdLst/>
            <a:ahLst/>
            <a:cxnLst/>
            <a:rect l="l" t="t" r="r" b="b"/>
            <a:pathLst>
              <a:path w="560705" h="395604">
                <a:moveTo>
                  <a:pt x="0" y="0"/>
                </a:moveTo>
                <a:lnTo>
                  <a:pt x="560505" y="39557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660736" y="2504760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38797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666729" y="2604713"/>
            <a:ext cx="398780" cy="349885"/>
          </a:xfrm>
          <a:custGeom>
            <a:avLst/>
            <a:gdLst/>
            <a:ahLst/>
            <a:cxnLst/>
            <a:rect l="l" t="t" r="r" b="b"/>
            <a:pathLst>
              <a:path w="398779" h="349885">
                <a:moveTo>
                  <a:pt x="398392" y="34952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521576" y="2597856"/>
            <a:ext cx="1236345" cy="401955"/>
          </a:xfrm>
          <a:custGeom>
            <a:avLst/>
            <a:gdLst/>
            <a:ahLst/>
            <a:cxnLst/>
            <a:rect l="l" t="t" r="r" b="b"/>
            <a:pathLst>
              <a:path w="1236345" h="401955">
                <a:moveTo>
                  <a:pt x="1235972" y="40179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007531" y="3084500"/>
            <a:ext cx="1623060" cy="25400"/>
          </a:xfrm>
          <a:custGeom>
            <a:avLst/>
            <a:gdLst/>
            <a:ahLst/>
            <a:cxnLst/>
            <a:rect l="l" t="t" r="r" b="b"/>
            <a:pathLst>
              <a:path w="1623060" h="25400">
                <a:moveTo>
                  <a:pt x="1622617" y="2480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865107" y="3184454"/>
            <a:ext cx="1294130" cy="394970"/>
          </a:xfrm>
          <a:custGeom>
            <a:avLst/>
            <a:gdLst/>
            <a:ahLst/>
            <a:cxnLst/>
            <a:rect l="l" t="t" r="r" b="b"/>
            <a:pathLst>
              <a:path w="1294130" h="394970">
                <a:moveTo>
                  <a:pt x="1294000" y="39494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711759" y="2266590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380856" y="0"/>
                </a:moveTo>
                <a:lnTo>
                  <a:pt x="312397" y="2454"/>
                </a:lnTo>
                <a:lnTo>
                  <a:pt x="247963" y="9531"/>
                </a:lnTo>
                <a:lnTo>
                  <a:pt x="188630" y="20800"/>
                </a:lnTo>
                <a:lnTo>
                  <a:pt x="135475" y="35831"/>
                </a:lnTo>
                <a:lnTo>
                  <a:pt x="89572" y="54193"/>
                </a:lnTo>
                <a:lnTo>
                  <a:pt x="51998" y="75457"/>
                </a:lnTo>
                <a:lnTo>
                  <a:pt x="6136" y="124966"/>
                </a:lnTo>
                <a:lnTo>
                  <a:pt x="0" y="152351"/>
                </a:lnTo>
                <a:lnTo>
                  <a:pt x="6136" y="179737"/>
                </a:lnTo>
                <a:lnTo>
                  <a:pt x="51998" y="229246"/>
                </a:lnTo>
                <a:lnTo>
                  <a:pt x="89572" y="250509"/>
                </a:lnTo>
                <a:lnTo>
                  <a:pt x="135475" y="268871"/>
                </a:lnTo>
                <a:lnTo>
                  <a:pt x="188630" y="283902"/>
                </a:lnTo>
                <a:lnTo>
                  <a:pt x="247963" y="295170"/>
                </a:lnTo>
                <a:lnTo>
                  <a:pt x="312397" y="302247"/>
                </a:lnTo>
                <a:lnTo>
                  <a:pt x="380856" y="304702"/>
                </a:lnTo>
                <a:lnTo>
                  <a:pt x="449315" y="302247"/>
                </a:lnTo>
                <a:lnTo>
                  <a:pt x="513749" y="295170"/>
                </a:lnTo>
                <a:lnTo>
                  <a:pt x="573082" y="283902"/>
                </a:lnTo>
                <a:lnTo>
                  <a:pt x="626238" y="268871"/>
                </a:lnTo>
                <a:lnTo>
                  <a:pt x="672141" y="250509"/>
                </a:lnTo>
                <a:lnTo>
                  <a:pt x="709715" y="229246"/>
                </a:lnTo>
                <a:lnTo>
                  <a:pt x="755578" y="179737"/>
                </a:lnTo>
                <a:lnTo>
                  <a:pt x="761714" y="152351"/>
                </a:lnTo>
                <a:lnTo>
                  <a:pt x="755578" y="124966"/>
                </a:lnTo>
                <a:lnTo>
                  <a:pt x="709715" y="75457"/>
                </a:lnTo>
                <a:lnTo>
                  <a:pt x="672141" y="54193"/>
                </a:lnTo>
                <a:lnTo>
                  <a:pt x="626238" y="35831"/>
                </a:lnTo>
                <a:lnTo>
                  <a:pt x="573082" y="20800"/>
                </a:lnTo>
                <a:lnTo>
                  <a:pt x="513749" y="9531"/>
                </a:lnTo>
                <a:lnTo>
                  <a:pt x="449315" y="2454"/>
                </a:lnTo>
                <a:lnTo>
                  <a:pt x="3808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711759" y="2266590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152351"/>
                </a:moveTo>
                <a:lnTo>
                  <a:pt x="23827" y="99190"/>
                </a:lnTo>
                <a:lnTo>
                  <a:pt x="89572" y="54193"/>
                </a:lnTo>
                <a:lnTo>
                  <a:pt x="135475" y="35831"/>
                </a:lnTo>
                <a:lnTo>
                  <a:pt x="188631" y="20800"/>
                </a:lnTo>
                <a:lnTo>
                  <a:pt x="247963" y="9531"/>
                </a:lnTo>
                <a:lnTo>
                  <a:pt x="312397" y="2454"/>
                </a:lnTo>
                <a:lnTo>
                  <a:pt x="380857" y="0"/>
                </a:lnTo>
                <a:lnTo>
                  <a:pt x="449316" y="2454"/>
                </a:lnTo>
                <a:lnTo>
                  <a:pt x="513750" y="9531"/>
                </a:lnTo>
                <a:lnTo>
                  <a:pt x="573082" y="20800"/>
                </a:lnTo>
                <a:lnTo>
                  <a:pt x="626238" y="35831"/>
                </a:lnTo>
                <a:lnTo>
                  <a:pt x="672141" y="54193"/>
                </a:lnTo>
                <a:lnTo>
                  <a:pt x="709715" y="75456"/>
                </a:lnTo>
                <a:lnTo>
                  <a:pt x="755577" y="124965"/>
                </a:lnTo>
                <a:lnTo>
                  <a:pt x="761714" y="152351"/>
                </a:lnTo>
                <a:lnTo>
                  <a:pt x="755577" y="179736"/>
                </a:lnTo>
                <a:lnTo>
                  <a:pt x="709715" y="229245"/>
                </a:lnTo>
                <a:lnTo>
                  <a:pt x="672141" y="250508"/>
                </a:lnTo>
                <a:lnTo>
                  <a:pt x="626238" y="268870"/>
                </a:lnTo>
                <a:lnTo>
                  <a:pt x="573082" y="283901"/>
                </a:lnTo>
                <a:lnTo>
                  <a:pt x="513750" y="295170"/>
                </a:lnTo>
                <a:lnTo>
                  <a:pt x="449316" y="302247"/>
                </a:lnTo>
                <a:lnTo>
                  <a:pt x="380857" y="304702"/>
                </a:lnTo>
                <a:lnTo>
                  <a:pt x="312397" y="302247"/>
                </a:lnTo>
                <a:lnTo>
                  <a:pt x="247963" y="295170"/>
                </a:lnTo>
                <a:lnTo>
                  <a:pt x="188631" y="283901"/>
                </a:lnTo>
                <a:lnTo>
                  <a:pt x="135475" y="268870"/>
                </a:lnTo>
                <a:lnTo>
                  <a:pt x="89572" y="250508"/>
                </a:lnTo>
                <a:lnTo>
                  <a:pt x="51998" y="229245"/>
                </a:lnTo>
                <a:lnTo>
                  <a:pt x="6136" y="179736"/>
                </a:lnTo>
                <a:lnTo>
                  <a:pt x="0" y="152351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867401" y="2249868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446201" y="0"/>
                </a:moveTo>
                <a:lnTo>
                  <a:pt x="380265" y="1758"/>
                </a:lnTo>
                <a:lnTo>
                  <a:pt x="317333" y="6866"/>
                </a:lnTo>
                <a:lnTo>
                  <a:pt x="258094" y="15073"/>
                </a:lnTo>
                <a:lnTo>
                  <a:pt x="203240" y="26128"/>
                </a:lnTo>
                <a:lnTo>
                  <a:pt x="153461" y="39780"/>
                </a:lnTo>
                <a:lnTo>
                  <a:pt x="109446" y="55778"/>
                </a:lnTo>
                <a:lnTo>
                  <a:pt x="71886" y="73871"/>
                </a:lnTo>
                <a:lnTo>
                  <a:pt x="18891" y="115339"/>
                </a:lnTo>
                <a:lnTo>
                  <a:pt x="0" y="162179"/>
                </a:lnTo>
                <a:lnTo>
                  <a:pt x="4837" y="186144"/>
                </a:lnTo>
                <a:lnTo>
                  <a:pt x="41471" y="230549"/>
                </a:lnTo>
                <a:lnTo>
                  <a:pt x="109446" y="268580"/>
                </a:lnTo>
                <a:lnTo>
                  <a:pt x="153461" y="284578"/>
                </a:lnTo>
                <a:lnTo>
                  <a:pt x="203240" y="298230"/>
                </a:lnTo>
                <a:lnTo>
                  <a:pt x="258094" y="309284"/>
                </a:lnTo>
                <a:lnTo>
                  <a:pt x="317333" y="317491"/>
                </a:lnTo>
                <a:lnTo>
                  <a:pt x="380265" y="322599"/>
                </a:lnTo>
                <a:lnTo>
                  <a:pt x="446201" y="324358"/>
                </a:lnTo>
                <a:lnTo>
                  <a:pt x="512138" y="322599"/>
                </a:lnTo>
                <a:lnTo>
                  <a:pt x="575070" y="317491"/>
                </a:lnTo>
                <a:lnTo>
                  <a:pt x="634309" y="309284"/>
                </a:lnTo>
                <a:lnTo>
                  <a:pt x="689163" y="298230"/>
                </a:lnTo>
                <a:lnTo>
                  <a:pt x="738943" y="284578"/>
                </a:lnTo>
                <a:lnTo>
                  <a:pt x="782957" y="268580"/>
                </a:lnTo>
                <a:lnTo>
                  <a:pt x="820517" y="250487"/>
                </a:lnTo>
                <a:lnTo>
                  <a:pt x="873511" y="209018"/>
                </a:lnTo>
                <a:lnTo>
                  <a:pt x="892403" y="162179"/>
                </a:lnTo>
                <a:lnTo>
                  <a:pt x="887565" y="138213"/>
                </a:lnTo>
                <a:lnTo>
                  <a:pt x="850932" y="93808"/>
                </a:lnTo>
                <a:lnTo>
                  <a:pt x="782957" y="55778"/>
                </a:lnTo>
                <a:lnTo>
                  <a:pt x="738943" y="39780"/>
                </a:lnTo>
                <a:lnTo>
                  <a:pt x="689163" y="26128"/>
                </a:lnTo>
                <a:lnTo>
                  <a:pt x="634309" y="15073"/>
                </a:lnTo>
                <a:lnTo>
                  <a:pt x="575070" y="6866"/>
                </a:lnTo>
                <a:lnTo>
                  <a:pt x="512138" y="1758"/>
                </a:lnTo>
                <a:lnTo>
                  <a:pt x="4462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867401" y="2249868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0" y="162179"/>
                </a:moveTo>
                <a:lnTo>
                  <a:pt x="18891" y="115339"/>
                </a:lnTo>
                <a:lnTo>
                  <a:pt x="71885" y="73870"/>
                </a:lnTo>
                <a:lnTo>
                  <a:pt x="109445" y="55777"/>
                </a:lnTo>
                <a:lnTo>
                  <a:pt x="153460" y="39779"/>
                </a:lnTo>
                <a:lnTo>
                  <a:pt x="203240" y="26128"/>
                </a:lnTo>
                <a:lnTo>
                  <a:pt x="258094" y="15073"/>
                </a:lnTo>
                <a:lnTo>
                  <a:pt x="317332" y="6866"/>
                </a:lnTo>
                <a:lnTo>
                  <a:pt x="380265" y="1758"/>
                </a:lnTo>
                <a:lnTo>
                  <a:pt x="446202" y="0"/>
                </a:lnTo>
                <a:lnTo>
                  <a:pt x="512138" y="1758"/>
                </a:lnTo>
                <a:lnTo>
                  <a:pt x="575071" y="6866"/>
                </a:lnTo>
                <a:lnTo>
                  <a:pt x="634309" y="15073"/>
                </a:lnTo>
                <a:lnTo>
                  <a:pt x="689163" y="26128"/>
                </a:lnTo>
                <a:lnTo>
                  <a:pt x="738943" y="39779"/>
                </a:lnTo>
                <a:lnTo>
                  <a:pt x="782958" y="55777"/>
                </a:lnTo>
                <a:lnTo>
                  <a:pt x="820518" y="73870"/>
                </a:lnTo>
                <a:lnTo>
                  <a:pt x="873512" y="115339"/>
                </a:lnTo>
                <a:lnTo>
                  <a:pt x="892404" y="162179"/>
                </a:lnTo>
                <a:lnTo>
                  <a:pt x="887566" y="186144"/>
                </a:lnTo>
                <a:lnTo>
                  <a:pt x="850932" y="230549"/>
                </a:lnTo>
                <a:lnTo>
                  <a:pt x="782958" y="268580"/>
                </a:lnTo>
                <a:lnTo>
                  <a:pt x="738943" y="284578"/>
                </a:lnTo>
                <a:lnTo>
                  <a:pt x="689163" y="298229"/>
                </a:lnTo>
                <a:lnTo>
                  <a:pt x="634309" y="309284"/>
                </a:lnTo>
                <a:lnTo>
                  <a:pt x="575071" y="317491"/>
                </a:lnTo>
                <a:lnTo>
                  <a:pt x="512138" y="322599"/>
                </a:lnTo>
                <a:lnTo>
                  <a:pt x="446202" y="324358"/>
                </a:lnTo>
                <a:lnTo>
                  <a:pt x="380265" y="322599"/>
                </a:lnTo>
                <a:lnTo>
                  <a:pt x="317332" y="317491"/>
                </a:lnTo>
                <a:lnTo>
                  <a:pt x="258094" y="309284"/>
                </a:lnTo>
                <a:lnTo>
                  <a:pt x="203240" y="298229"/>
                </a:lnTo>
                <a:lnTo>
                  <a:pt x="153460" y="284578"/>
                </a:lnTo>
                <a:lnTo>
                  <a:pt x="109445" y="268580"/>
                </a:lnTo>
                <a:lnTo>
                  <a:pt x="71885" y="250487"/>
                </a:lnTo>
                <a:lnTo>
                  <a:pt x="18891" y="209018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5937929" y="2315971"/>
            <a:ext cx="156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6975" algn="l"/>
              </a:tabLst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1	</a:t>
            </a:r>
            <a:r>
              <a:rPr dirty="0" baseline="2314" sz="1800" spc="-7">
                <a:latin typeface="Arial"/>
                <a:cs typeface="Arial"/>
              </a:rPr>
              <a:t>1</a:t>
            </a:r>
            <a:r>
              <a:rPr dirty="0" baseline="2314" sz="1800">
                <a:latin typeface="Arial"/>
                <a:cs typeface="Arial"/>
              </a:rPr>
              <a:t>,</a:t>
            </a:r>
            <a:r>
              <a:rPr dirty="0" baseline="2314" sz="1800" spc="-142">
                <a:latin typeface="Arial"/>
                <a:cs typeface="Arial"/>
              </a:rPr>
              <a:t>11</a:t>
            </a:r>
            <a:r>
              <a:rPr dirty="0" baseline="2314" sz="1800">
                <a:latin typeface="Arial"/>
                <a:cs typeface="Arial"/>
              </a:rPr>
              <a:t>1</a:t>
            </a:r>
            <a:endParaRPr baseline="2314" sz="18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5080514" y="2927055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498050" y="0"/>
                </a:moveTo>
                <a:lnTo>
                  <a:pt x="430468" y="1415"/>
                </a:lnTo>
                <a:lnTo>
                  <a:pt x="365648" y="5539"/>
                </a:lnTo>
                <a:lnTo>
                  <a:pt x="304186" y="12186"/>
                </a:lnTo>
                <a:lnTo>
                  <a:pt x="246674" y="21171"/>
                </a:lnTo>
                <a:lnTo>
                  <a:pt x="193706" y="32311"/>
                </a:lnTo>
                <a:lnTo>
                  <a:pt x="145875" y="45419"/>
                </a:lnTo>
                <a:lnTo>
                  <a:pt x="103774" y="60311"/>
                </a:lnTo>
                <a:lnTo>
                  <a:pt x="67998" y="76803"/>
                </a:lnTo>
                <a:lnTo>
                  <a:pt x="17790" y="113847"/>
                </a:lnTo>
                <a:lnTo>
                  <a:pt x="0" y="155070"/>
                </a:lnTo>
                <a:lnTo>
                  <a:pt x="4546" y="176113"/>
                </a:lnTo>
                <a:lnTo>
                  <a:pt x="39139" y="215431"/>
                </a:lnTo>
                <a:lnTo>
                  <a:pt x="103774" y="249830"/>
                </a:lnTo>
                <a:lnTo>
                  <a:pt x="145875" y="264722"/>
                </a:lnTo>
                <a:lnTo>
                  <a:pt x="193706" y="277830"/>
                </a:lnTo>
                <a:lnTo>
                  <a:pt x="246674" y="288970"/>
                </a:lnTo>
                <a:lnTo>
                  <a:pt x="304186" y="297955"/>
                </a:lnTo>
                <a:lnTo>
                  <a:pt x="365648" y="304602"/>
                </a:lnTo>
                <a:lnTo>
                  <a:pt x="430468" y="308726"/>
                </a:lnTo>
                <a:lnTo>
                  <a:pt x="498050" y="310141"/>
                </a:lnTo>
                <a:lnTo>
                  <a:pt x="565633" y="308726"/>
                </a:lnTo>
                <a:lnTo>
                  <a:pt x="630452" y="304602"/>
                </a:lnTo>
                <a:lnTo>
                  <a:pt x="691914" y="297955"/>
                </a:lnTo>
                <a:lnTo>
                  <a:pt x="749426" y="288970"/>
                </a:lnTo>
                <a:lnTo>
                  <a:pt x="802394" y="277830"/>
                </a:lnTo>
                <a:lnTo>
                  <a:pt x="850225" y="264722"/>
                </a:lnTo>
                <a:lnTo>
                  <a:pt x="892326" y="249830"/>
                </a:lnTo>
                <a:lnTo>
                  <a:pt x="928103" y="233338"/>
                </a:lnTo>
                <a:lnTo>
                  <a:pt x="978310" y="196294"/>
                </a:lnTo>
                <a:lnTo>
                  <a:pt x="996101" y="155070"/>
                </a:lnTo>
                <a:lnTo>
                  <a:pt x="991555" y="134028"/>
                </a:lnTo>
                <a:lnTo>
                  <a:pt x="956962" y="94710"/>
                </a:lnTo>
                <a:lnTo>
                  <a:pt x="892326" y="60311"/>
                </a:lnTo>
                <a:lnTo>
                  <a:pt x="850225" y="45419"/>
                </a:lnTo>
                <a:lnTo>
                  <a:pt x="802394" y="32311"/>
                </a:lnTo>
                <a:lnTo>
                  <a:pt x="749426" y="21171"/>
                </a:lnTo>
                <a:lnTo>
                  <a:pt x="691914" y="12186"/>
                </a:lnTo>
                <a:lnTo>
                  <a:pt x="630452" y="5539"/>
                </a:lnTo>
                <a:lnTo>
                  <a:pt x="565633" y="1415"/>
                </a:lnTo>
                <a:lnTo>
                  <a:pt x="4980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080514" y="2927055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0" y="155070"/>
                </a:moveTo>
                <a:lnTo>
                  <a:pt x="17790" y="113846"/>
                </a:lnTo>
                <a:lnTo>
                  <a:pt x="67998" y="76803"/>
                </a:lnTo>
                <a:lnTo>
                  <a:pt x="103775" y="60311"/>
                </a:lnTo>
                <a:lnTo>
                  <a:pt x="145875" y="45419"/>
                </a:lnTo>
                <a:lnTo>
                  <a:pt x="193706" y="32310"/>
                </a:lnTo>
                <a:lnTo>
                  <a:pt x="246675" y="21171"/>
                </a:lnTo>
                <a:lnTo>
                  <a:pt x="304187" y="12186"/>
                </a:lnTo>
                <a:lnTo>
                  <a:pt x="365649" y="5539"/>
                </a:lnTo>
                <a:lnTo>
                  <a:pt x="430468" y="1415"/>
                </a:lnTo>
                <a:lnTo>
                  <a:pt x="498051" y="0"/>
                </a:lnTo>
                <a:lnTo>
                  <a:pt x="565633" y="1415"/>
                </a:lnTo>
                <a:lnTo>
                  <a:pt x="630452" y="5539"/>
                </a:lnTo>
                <a:lnTo>
                  <a:pt x="691914" y="12186"/>
                </a:lnTo>
                <a:lnTo>
                  <a:pt x="749426" y="21171"/>
                </a:lnTo>
                <a:lnTo>
                  <a:pt x="802395" y="32310"/>
                </a:lnTo>
                <a:lnTo>
                  <a:pt x="850226" y="45419"/>
                </a:lnTo>
                <a:lnTo>
                  <a:pt x="892326" y="60311"/>
                </a:lnTo>
                <a:lnTo>
                  <a:pt x="928103" y="76803"/>
                </a:lnTo>
                <a:lnTo>
                  <a:pt x="978311" y="113846"/>
                </a:lnTo>
                <a:lnTo>
                  <a:pt x="996102" y="155070"/>
                </a:lnTo>
                <a:lnTo>
                  <a:pt x="991555" y="176112"/>
                </a:lnTo>
                <a:lnTo>
                  <a:pt x="956962" y="215430"/>
                </a:lnTo>
                <a:lnTo>
                  <a:pt x="892326" y="249829"/>
                </a:lnTo>
                <a:lnTo>
                  <a:pt x="850226" y="264721"/>
                </a:lnTo>
                <a:lnTo>
                  <a:pt x="802395" y="277830"/>
                </a:lnTo>
                <a:lnTo>
                  <a:pt x="749426" y="288969"/>
                </a:lnTo>
                <a:lnTo>
                  <a:pt x="691914" y="297954"/>
                </a:lnTo>
                <a:lnTo>
                  <a:pt x="630452" y="304601"/>
                </a:lnTo>
                <a:lnTo>
                  <a:pt x="565633" y="308725"/>
                </a:lnTo>
                <a:lnTo>
                  <a:pt x="498051" y="310141"/>
                </a:lnTo>
                <a:lnTo>
                  <a:pt x="430468" y="308725"/>
                </a:lnTo>
                <a:lnTo>
                  <a:pt x="365649" y="304601"/>
                </a:lnTo>
                <a:lnTo>
                  <a:pt x="304187" y="297954"/>
                </a:lnTo>
                <a:lnTo>
                  <a:pt x="246675" y="288969"/>
                </a:lnTo>
                <a:lnTo>
                  <a:pt x="193706" y="277830"/>
                </a:lnTo>
                <a:lnTo>
                  <a:pt x="145875" y="264721"/>
                </a:lnTo>
                <a:lnTo>
                  <a:pt x="103775" y="249829"/>
                </a:lnTo>
                <a:lnTo>
                  <a:pt x="67998" y="233337"/>
                </a:lnTo>
                <a:lnTo>
                  <a:pt x="17790" y="196294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5351043" y="2977388"/>
            <a:ext cx="455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033668" y="361719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4" y="0"/>
                </a:moveTo>
                <a:lnTo>
                  <a:pt x="243263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10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2"/>
                </a:lnTo>
                <a:lnTo>
                  <a:pt x="89234" y="264722"/>
                </a:lnTo>
                <a:lnTo>
                  <a:pt x="134323" y="283657"/>
                </a:lnTo>
                <a:lnTo>
                  <a:pt x="186075" y="297955"/>
                </a:lnTo>
                <a:lnTo>
                  <a:pt x="243263" y="306991"/>
                </a:lnTo>
                <a:lnTo>
                  <a:pt x="304664" y="310141"/>
                </a:lnTo>
                <a:lnTo>
                  <a:pt x="366064" y="306991"/>
                </a:lnTo>
                <a:lnTo>
                  <a:pt x="423253" y="297955"/>
                </a:lnTo>
                <a:lnTo>
                  <a:pt x="475005" y="283657"/>
                </a:lnTo>
                <a:lnTo>
                  <a:pt x="520095" y="264722"/>
                </a:lnTo>
                <a:lnTo>
                  <a:pt x="557297" y="241772"/>
                </a:lnTo>
                <a:lnTo>
                  <a:pt x="585387" y="215431"/>
                </a:lnTo>
                <a:lnTo>
                  <a:pt x="609329" y="155070"/>
                </a:lnTo>
                <a:lnTo>
                  <a:pt x="603139" y="123818"/>
                </a:lnTo>
                <a:lnTo>
                  <a:pt x="557297" y="68369"/>
                </a:lnTo>
                <a:lnTo>
                  <a:pt x="520095" y="45419"/>
                </a:lnTo>
                <a:lnTo>
                  <a:pt x="475005" y="26483"/>
                </a:lnTo>
                <a:lnTo>
                  <a:pt x="423253" y="12186"/>
                </a:lnTo>
                <a:lnTo>
                  <a:pt x="366064" y="3150"/>
                </a:lnTo>
                <a:lnTo>
                  <a:pt x="30466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033668" y="361719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3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5" y="3150"/>
                </a:lnTo>
                <a:lnTo>
                  <a:pt x="423254" y="12186"/>
                </a:lnTo>
                <a:lnTo>
                  <a:pt x="475006" y="26483"/>
                </a:lnTo>
                <a:lnTo>
                  <a:pt x="520095" y="45419"/>
                </a:lnTo>
                <a:lnTo>
                  <a:pt x="557298" y="68369"/>
                </a:lnTo>
                <a:lnTo>
                  <a:pt x="585387" y="94710"/>
                </a:lnTo>
                <a:lnTo>
                  <a:pt x="609330" y="155070"/>
                </a:lnTo>
                <a:lnTo>
                  <a:pt x="603140" y="186322"/>
                </a:lnTo>
                <a:lnTo>
                  <a:pt x="557298" y="241771"/>
                </a:lnTo>
                <a:lnTo>
                  <a:pt x="520095" y="264721"/>
                </a:lnTo>
                <a:lnTo>
                  <a:pt x="475006" y="283657"/>
                </a:lnTo>
                <a:lnTo>
                  <a:pt x="423254" y="297954"/>
                </a:lnTo>
                <a:lnTo>
                  <a:pt x="366065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3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6220063" y="3669284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890643" y="361719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5" y="0"/>
                </a:moveTo>
                <a:lnTo>
                  <a:pt x="243264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10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2"/>
                </a:lnTo>
                <a:lnTo>
                  <a:pt x="89234" y="264722"/>
                </a:lnTo>
                <a:lnTo>
                  <a:pt x="134323" y="283657"/>
                </a:lnTo>
                <a:lnTo>
                  <a:pt x="186075" y="297955"/>
                </a:lnTo>
                <a:lnTo>
                  <a:pt x="243264" y="306991"/>
                </a:lnTo>
                <a:lnTo>
                  <a:pt x="304665" y="310141"/>
                </a:lnTo>
                <a:lnTo>
                  <a:pt x="366066" y="306991"/>
                </a:lnTo>
                <a:lnTo>
                  <a:pt x="423255" y="297955"/>
                </a:lnTo>
                <a:lnTo>
                  <a:pt x="475006" y="283657"/>
                </a:lnTo>
                <a:lnTo>
                  <a:pt x="520096" y="264722"/>
                </a:lnTo>
                <a:lnTo>
                  <a:pt x="557298" y="241772"/>
                </a:lnTo>
                <a:lnTo>
                  <a:pt x="585388" y="215431"/>
                </a:lnTo>
                <a:lnTo>
                  <a:pt x="609330" y="155070"/>
                </a:lnTo>
                <a:lnTo>
                  <a:pt x="603141" y="123818"/>
                </a:lnTo>
                <a:lnTo>
                  <a:pt x="557298" y="68369"/>
                </a:lnTo>
                <a:lnTo>
                  <a:pt x="520096" y="45419"/>
                </a:lnTo>
                <a:lnTo>
                  <a:pt x="475006" y="26483"/>
                </a:lnTo>
                <a:lnTo>
                  <a:pt x="423255" y="12186"/>
                </a:lnTo>
                <a:lnTo>
                  <a:pt x="366066" y="3150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890643" y="361719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4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6" y="3150"/>
                </a:lnTo>
                <a:lnTo>
                  <a:pt x="423255" y="12186"/>
                </a:lnTo>
                <a:lnTo>
                  <a:pt x="475006" y="26483"/>
                </a:lnTo>
                <a:lnTo>
                  <a:pt x="520096" y="45419"/>
                </a:lnTo>
                <a:lnTo>
                  <a:pt x="557298" y="68369"/>
                </a:lnTo>
                <a:lnTo>
                  <a:pt x="585388" y="94710"/>
                </a:lnTo>
                <a:lnTo>
                  <a:pt x="609331" y="155070"/>
                </a:lnTo>
                <a:lnTo>
                  <a:pt x="603141" y="186322"/>
                </a:lnTo>
                <a:lnTo>
                  <a:pt x="557298" y="241771"/>
                </a:lnTo>
                <a:lnTo>
                  <a:pt x="520096" y="264721"/>
                </a:lnTo>
                <a:lnTo>
                  <a:pt x="475006" y="283657"/>
                </a:lnTo>
                <a:lnTo>
                  <a:pt x="423255" y="297954"/>
                </a:lnTo>
                <a:lnTo>
                  <a:pt x="366066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4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7077040" y="3669284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554564" y="2940010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422699" y="0"/>
                </a:moveTo>
                <a:lnTo>
                  <a:pt x="354135" y="2122"/>
                </a:lnTo>
                <a:lnTo>
                  <a:pt x="289093" y="8268"/>
                </a:lnTo>
                <a:lnTo>
                  <a:pt x="228444" y="18102"/>
                </a:lnTo>
                <a:lnTo>
                  <a:pt x="173058" y="31291"/>
                </a:lnTo>
                <a:lnTo>
                  <a:pt x="123805" y="47501"/>
                </a:lnTo>
                <a:lnTo>
                  <a:pt x="81556" y="66398"/>
                </a:lnTo>
                <a:lnTo>
                  <a:pt x="47180" y="87649"/>
                </a:lnTo>
                <a:lnTo>
                  <a:pt x="5532" y="135873"/>
                </a:lnTo>
                <a:lnTo>
                  <a:pt x="0" y="162180"/>
                </a:lnTo>
                <a:lnTo>
                  <a:pt x="5532" y="188486"/>
                </a:lnTo>
                <a:lnTo>
                  <a:pt x="47180" y="236710"/>
                </a:lnTo>
                <a:lnTo>
                  <a:pt x="81556" y="257961"/>
                </a:lnTo>
                <a:lnTo>
                  <a:pt x="123805" y="276858"/>
                </a:lnTo>
                <a:lnTo>
                  <a:pt x="173058" y="293068"/>
                </a:lnTo>
                <a:lnTo>
                  <a:pt x="228444" y="306257"/>
                </a:lnTo>
                <a:lnTo>
                  <a:pt x="289093" y="316091"/>
                </a:lnTo>
                <a:lnTo>
                  <a:pt x="354135" y="322236"/>
                </a:lnTo>
                <a:lnTo>
                  <a:pt x="422699" y="324359"/>
                </a:lnTo>
                <a:lnTo>
                  <a:pt x="491263" y="322236"/>
                </a:lnTo>
                <a:lnTo>
                  <a:pt x="556304" y="316091"/>
                </a:lnTo>
                <a:lnTo>
                  <a:pt x="616953" y="306257"/>
                </a:lnTo>
                <a:lnTo>
                  <a:pt x="672339" y="293068"/>
                </a:lnTo>
                <a:lnTo>
                  <a:pt x="721592" y="276858"/>
                </a:lnTo>
                <a:lnTo>
                  <a:pt x="763841" y="257961"/>
                </a:lnTo>
                <a:lnTo>
                  <a:pt x="798217" y="236710"/>
                </a:lnTo>
                <a:lnTo>
                  <a:pt x="839865" y="188486"/>
                </a:lnTo>
                <a:lnTo>
                  <a:pt x="845398" y="162180"/>
                </a:lnTo>
                <a:lnTo>
                  <a:pt x="839865" y="135873"/>
                </a:lnTo>
                <a:lnTo>
                  <a:pt x="798217" y="87649"/>
                </a:lnTo>
                <a:lnTo>
                  <a:pt x="763841" y="66398"/>
                </a:lnTo>
                <a:lnTo>
                  <a:pt x="721592" y="47501"/>
                </a:lnTo>
                <a:lnTo>
                  <a:pt x="672339" y="31291"/>
                </a:lnTo>
                <a:lnTo>
                  <a:pt x="616953" y="18102"/>
                </a:lnTo>
                <a:lnTo>
                  <a:pt x="556304" y="8268"/>
                </a:lnTo>
                <a:lnTo>
                  <a:pt x="491263" y="2122"/>
                </a:lnTo>
                <a:lnTo>
                  <a:pt x="4226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554564" y="2940010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0" y="162179"/>
                </a:moveTo>
                <a:lnTo>
                  <a:pt x="21549" y="110918"/>
                </a:lnTo>
                <a:lnTo>
                  <a:pt x="81556" y="66398"/>
                </a:lnTo>
                <a:lnTo>
                  <a:pt x="123805" y="47501"/>
                </a:lnTo>
                <a:lnTo>
                  <a:pt x="173058" y="31291"/>
                </a:lnTo>
                <a:lnTo>
                  <a:pt x="228444" y="18102"/>
                </a:lnTo>
                <a:lnTo>
                  <a:pt x="289093" y="8268"/>
                </a:lnTo>
                <a:lnTo>
                  <a:pt x="354135" y="2122"/>
                </a:lnTo>
                <a:lnTo>
                  <a:pt x="422699" y="0"/>
                </a:lnTo>
                <a:lnTo>
                  <a:pt x="491262" y="2122"/>
                </a:lnTo>
                <a:lnTo>
                  <a:pt x="556304" y="8268"/>
                </a:lnTo>
                <a:lnTo>
                  <a:pt x="616953" y="18102"/>
                </a:lnTo>
                <a:lnTo>
                  <a:pt x="672339" y="31291"/>
                </a:lnTo>
                <a:lnTo>
                  <a:pt x="721592" y="47501"/>
                </a:lnTo>
                <a:lnTo>
                  <a:pt x="763841" y="66398"/>
                </a:lnTo>
                <a:lnTo>
                  <a:pt x="798217" y="87648"/>
                </a:lnTo>
                <a:lnTo>
                  <a:pt x="839865" y="135873"/>
                </a:lnTo>
                <a:lnTo>
                  <a:pt x="845398" y="162179"/>
                </a:lnTo>
                <a:lnTo>
                  <a:pt x="839865" y="188485"/>
                </a:lnTo>
                <a:lnTo>
                  <a:pt x="798217" y="236710"/>
                </a:lnTo>
                <a:lnTo>
                  <a:pt x="763841" y="257960"/>
                </a:lnTo>
                <a:lnTo>
                  <a:pt x="721592" y="276857"/>
                </a:lnTo>
                <a:lnTo>
                  <a:pt x="672339" y="293067"/>
                </a:lnTo>
                <a:lnTo>
                  <a:pt x="616953" y="306256"/>
                </a:lnTo>
                <a:lnTo>
                  <a:pt x="556304" y="316090"/>
                </a:lnTo>
                <a:lnTo>
                  <a:pt x="491262" y="322236"/>
                </a:lnTo>
                <a:lnTo>
                  <a:pt x="422699" y="324359"/>
                </a:lnTo>
                <a:lnTo>
                  <a:pt x="354135" y="322236"/>
                </a:lnTo>
                <a:lnTo>
                  <a:pt x="289093" y="316090"/>
                </a:lnTo>
                <a:lnTo>
                  <a:pt x="228444" y="306256"/>
                </a:lnTo>
                <a:lnTo>
                  <a:pt x="173058" y="293067"/>
                </a:lnTo>
                <a:lnTo>
                  <a:pt x="123805" y="276857"/>
                </a:lnTo>
                <a:lnTo>
                  <a:pt x="81556" y="257960"/>
                </a:lnTo>
                <a:lnTo>
                  <a:pt x="47180" y="236710"/>
                </a:lnTo>
                <a:lnTo>
                  <a:pt x="5532" y="188485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7786160" y="2998723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5578565" y="2526668"/>
            <a:ext cx="245110" cy="400685"/>
          </a:xfrm>
          <a:custGeom>
            <a:avLst/>
            <a:gdLst/>
            <a:ahLst/>
            <a:cxnLst/>
            <a:rect l="l" t="t" r="r" b="b"/>
            <a:pathLst>
              <a:path w="245110" h="400685">
                <a:moveTo>
                  <a:pt x="244744" y="0"/>
                </a:moveTo>
                <a:lnTo>
                  <a:pt x="0" y="4003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578565" y="3237196"/>
            <a:ext cx="544830" cy="425450"/>
          </a:xfrm>
          <a:custGeom>
            <a:avLst/>
            <a:gdLst/>
            <a:ahLst/>
            <a:cxnLst/>
            <a:rect l="l" t="t" r="r" b="b"/>
            <a:pathLst>
              <a:path w="544829" h="425450">
                <a:moveTo>
                  <a:pt x="0" y="0"/>
                </a:moveTo>
                <a:lnTo>
                  <a:pt x="544337" y="42542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480465" y="2412047"/>
            <a:ext cx="387350" cy="3175"/>
          </a:xfrm>
          <a:custGeom>
            <a:avLst/>
            <a:gdLst/>
            <a:ahLst/>
            <a:cxnLst/>
            <a:rect l="l" t="t" r="r" b="b"/>
            <a:pathLst>
              <a:path w="387350" h="3175">
                <a:moveTo>
                  <a:pt x="386936" y="0"/>
                </a:moveTo>
                <a:lnTo>
                  <a:pt x="0" y="29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629115" y="2526725"/>
            <a:ext cx="348615" cy="413384"/>
          </a:xfrm>
          <a:custGeom>
            <a:avLst/>
            <a:gdLst/>
            <a:ahLst/>
            <a:cxnLst/>
            <a:rect l="l" t="t" r="r" b="b"/>
            <a:pathLst>
              <a:path w="348615" h="413385">
                <a:moveTo>
                  <a:pt x="348148" y="41328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930739" y="2526726"/>
            <a:ext cx="1067435" cy="445770"/>
          </a:xfrm>
          <a:custGeom>
            <a:avLst/>
            <a:gdLst/>
            <a:ahLst/>
            <a:cxnLst/>
            <a:rect l="l" t="t" r="r" b="b"/>
            <a:pathLst>
              <a:path w="1067434" h="445769">
                <a:moveTo>
                  <a:pt x="0" y="445748"/>
                </a:moveTo>
                <a:lnTo>
                  <a:pt x="106735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076615" y="3082125"/>
            <a:ext cx="1478280" cy="20320"/>
          </a:xfrm>
          <a:custGeom>
            <a:avLst/>
            <a:gdLst/>
            <a:ahLst/>
            <a:cxnLst/>
            <a:rect l="l" t="t" r="r" b="b"/>
            <a:pathLst>
              <a:path w="1478279" h="20319">
                <a:moveTo>
                  <a:pt x="1477949" y="2006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410740" y="3264370"/>
            <a:ext cx="567055" cy="398780"/>
          </a:xfrm>
          <a:custGeom>
            <a:avLst/>
            <a:gdLst/>
            <a:ahLst/>
            <a:cxnLst/>
            <a:rect l="l" t="t" r="r" b="b"/>
            <a:pathLst>
              <a:path w="567054" h="398779">
                <a:moveTo>
                  <a:pt x="0" y="398249"/>
                </a:moveTo>
                <a:lnTo>
                  <a:pt x="56652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08" name="object 10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09" name="object 10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61</a:t>
            </a:fld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5029200" cy="5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78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Example </a:t>
            </a: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color </a:t>
            </a: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refinement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given two</a:t>
            </a:r>
            <a:r>
              <a:rPr dirty="0" sz="3200" spc="2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E66C7D"/>
                </a:solidFill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30324"/>
            <a:ext cx="7868284" cy="198882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32740" marR="594360" indent="-320040">
              <a:lnSpc>
                <a:spcPct val="101899"/>
              </a:lnSpc>
              <a:spcBef>
                <a:spcPts val="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Process </a:t>
            </a:r>
            <a:r>
              <a:rPr dirty="0" sz="3200" spc="-10">
                <a:latin typeface="Calibri"/>
                <a:cs typeface="Calibri"/>
              </a:rPr>
              <a:t>continues </a:t>
            </a:r>
            <a:r>
              <a:rPr dirty="0" sz="3200" spc="-5">
                <a:latin typeface="Calibri"/>
                <a:cs typeface="Calibri"/>
              </a:rPr>
              <a:t>until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5">
                <a:latin typeface="Calibri"/>
                <a:cs typeface="Calibri"/>
              </a:rPr>
              <a:t>stable </a:t>
            </a:r>
            <a:r>
              <a:rPr dirty="0" sz="3200" spc="-5">
                <a:latin typeface="Calibri"/>
                <a:cs typeface="Calibri"/>
              </a:rPr>
              <a:t>coloring </a:t>
            </a:r>
            <a:r>
              <a:rPr dirty="0" sz="3200">
                <a:latin typeface="Calibri"/>
                <a:cs typeface="Calibri"/>
              </a:rPr>
              <a:t>is  </a:t>
            </a:r>
            <a:r>
              <a:rPr dirty="0" sz="3200" spc="-10">
                <a:latin typeface="Calibri"/>
                <a:cs typeface="Calibri"/>
              </a:rPr>
              <a:t>reached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Two </a:t>
            </a:r>
            <a:r>
              <a:rPr dirty="0" sz="3200" spc="-15">
                <a:latin typeface="Calibri"/>
                <a:cs typeface="Calibri"/>
              </a:rPr>
              <a:t>graphs </a:t>
            </a: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15">
                <a:latin typeface="Calibri"/>
                <a:cs typeface="Calibri"/>
              </a:rPr>
              <a:t>considered </a:t>
            </a:r>
            <a:r>
              <a:rPr dirty="0" sz="3200" spc="-5" b="1">
                <a:latin typeface="Calibri"/>
                <a:cs typeface="Calibri"/>
              </a:rPr>
              <a:t>isomorphic </a:t>
            </a:r>
            <a:r>
              <a:rPr dirty="0" sz="3200">
                <a:latin typeface="Calibri"/>
                <a:cs typeface="Calibri"/>
              </a:rPr>
              <a:t>if </a:t>
            </a:r>
            <a:r>
              <a:rPr dirty="0" sz="3200" spc="-10">
                <a:latin typeface="Calibri"/>
                <a:cs typeface="Calibri"/>
              </a:rPr>
              <a:t>they  </a:t>
            </a:r>
            <a:r>
              <a:rPr dirty="0" sz="3200" spc="-20">
                <a:latin typeface="Calibri"/>
                <a:cs typeface="Calibri"/>
              </a:rPr>
              <a:t>have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same </a:t>
            </a:r>
            <a:r>
              <a:rPr dirty="0" sz="3200" spc="-10">
                <a:latin typeface="Calibri"/>
                <a:cs typeface="Calibri"/>
              </a:rPr>
              <a:t>set </a:t>
            </a:r>
            <a:r>
              <a:rPr dirty="0" sz="3200" spc="-5">
                <a:latin typeface="Calibri"/>
                <a:cs typeface="Calibri"/>
              </a:rPr>
              <a:t>of</a:t>
            </a:r>
            <a:r>
              <a:rPr dirty="0" sz="3200" spc="-20">
                <a:latin typeface="Calibri"/>
                <a:cs typeface="Calibri"/>
              </a:rPr>
              <a:t> colors.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2/22/21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8395" y="6694423"/>
            <a:ext cx="44030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Jure Leskovec, Stanford CS224W: Machine Learning with Graphs,</a:t>
            </a:r>
            <a:r>
              <a:rPr dirty="0" sz="900" spc="85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9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13652" y="4638185"/>
            <a:ext cx="575945" cy="292100"/>
          </a:xfrm>
          <a:custGeom>
            <a:avLst/>
            <a:gdLst/>
            <a:ahLst/>
            <a:cxnLst/>
            <a:rect l="l" t="t" r="r" b="b"/>
            <a:pathLst>
              <a:path w="575944" h="292100">
                <a:moveTo>
                  <a:pt x="287723" y="0"/>
                </a:moveTo>
                <a:lnTo>
                  <a:pt x="229737" y="2965"/>
                </a:lnTo>
                <a:lnTo>
                  <a:pt x="175728" y="11468"/>
                </a:lnTo>
                <a:lnTo>
                  <a:pt x="126854" y="24924"/>
                </a:lnTo>
                <a:lnTo>
                  <a:pt x="84272" y="42745"/>
                </a:lnTo>
                <a:lnTo>
                  <a:pt x="49138" y="64344"/>
                </a:lnTo>
                <a:lnTo>
                  <a:pt x="5845" y="116530"/>
                </a:lnTo>
                <a:lnTo>
                  <a:pt x="0" y="145943"/>
                </a:lnTo>
                <a:lnTo>
                  <a:pt x="5845" y="175355"/>
                </a:lnTo>
                <a:lnTo>
                  <a:pt x="49138" y="227541"/>
                </a:lnTo>
                <a:lnTo>
                  <a:pt x="84272" y="249140"/>
                </a:lnTo>
                <a:lnTo>
                  <a:pt x="126854" y="266960"/>
                </a:lnTo>
                <a:lnTo>
                  <a:pt x="175728" y="280416"/>
                </a:lnTo>
                <a:lnTo>
                  <a:pt x="229737" y="288920"/>
                </a:lnTo>
                <a:lnTo>
                  <a:pt x="287723" y="291885"/>
                </a:lnTo>
                <a:lnTo>
                  <a:pt x="345710" y="288920"/>
                </a:lnTo>
                <a:lnTo>
                  <a:pt x="399719" y="280416"/>
                </a:lnTo>
                <a:lnTo>
                  <a:pt x="448593" y="266960"/>
                </a:lnTo>
                <a:lnTo>
                  <a:pt x="491175" y="249140"/>
                </a:lnTo>
                <a:lnTo>
                  <a:pt x="526309" y="227541"/>
                </a:lnTo>
                <a:lnTo>
                  <a:pt x="569602" y="175355"/>
                </a:lnTo>
                <a:lnTo>
                  <a:pt x="575448" y="145943"/>
                </a:lnTo>
                <a:lnTo>
                  <a:pt x="569602" y="116530"/>
                </a:lnTo>
                <a:lnTo>
                  <a:pt x="526309" y="64344"/>
                </a:lnTo>
                <a:lnTo>
                  <a:pt x="491175" y="42745"/>
                </a:lnTo>
                <a:lnTo>
                  <a:pt x="448593" y="24924"/>
                </a:lnTo>
                <a:lnTo>
                  <a:pt x="399719" y="11468"/>
                </a:lnTo>
                <a:lnTo>
                  <a:pt x="345710" y="2965"/>
                </a:lnTo>
                <a:lnTo>
                  <a:pt x="28772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13652" y="4638185"/>
            <a:ext cx="575945" cy="292100"/>
          </a:xfrm>
          <a:custGeom>
            <a:avLst/>
            <a:gdLst/>
            <a:ahLst/>
            <a:cxnLst/>
            <a:rect l="l" t="t" r="r" b="b"/>
            <a:pathLst>
              <a:path w="575944" h="292100">
                <a:moveTo>
                  <a:pt x="0" y="145943"/>
                </a:moveTo>
                <a:lnTo>
                  <a:pt x="22610" y="89135"/>
                </a:lnTo>
                <a:lnTo>
                  <a:pt x="84272" y="42745"/>
                </a:lnTo>
                <a:lnTo>
                  <a:pt x="126854" y="24924"/>
                </a:lnTo>
                <a:lnTo>
                  <a:pt x="175729" y="11468"/>
                </a:lnTo>
                <a:lnTo>
                  <a:pt x="229737" y="2965"/>
                </a:lnTo>
                <a:lnTo>
                  <a:pt x="287724" y="0"/>
                </a:lnTo>
                <a:lnTo>
                  <a:pt x="345711" y="2965"/>
                </a:lnTo>
                <a:lnTo>
                  <a:pt x="399719" y="11468"/>
                </a:lnTo>
                <a:lnTo>
                  <a:pt x="448593" y="24924"/>
                </a:lnTo>
                <a:lnTo>
                  <a:pt x="491176" y="42745"/>
                </a:lnTo>
                <a:lnTo>
                  <a:pt x="526310" y="64344"/>
                </a:lnTo>
                <a:lnTo>
                  <a:pt x="569603" y="116530"/>
                </a:lnTo>
                <a:lnTo>
                  <a:pt x="575449" y="145943"/>
                </a:lnTo>
                <a:lnTo>
                  <a:pt x="569603" y="175355"/>
                </a:lnTo>
                <a:lnTo>
                  <a:pt x="526310" y="227541"/>
                </a:lnTo>
                <a:lnTo>
                  <a:pt x="491176" y="249140"/>
                </a:lnTo>
                <a:lnTo>
                  <a:pt x="448593" y="266961"/>
                </a:lnTo>
                <a:lnTo>
                  <a:pt x="399719" y="280417"/>
                </a:lnTo>
                <a:lnTo>
                  <a:pt x="345711" y="288920"/>
                </a:lnTo>
                <a:lnTo>
                  <a:pt x="287724" y="291886"/>
                </a:lnTo>
                <a:lnTo>
                  <a:pt x="229737" y="288920"/>
                </a:lnTo>
                <a:lnTo>
                  <a:pt x="175729" y="280417"/>
                </a:lnTo>
                <a:lnTo>
                  <a:pt x="126854" y="266961"/>
                </a:lnTo>
                <a:lnTo>
                  <a:pt x="84272" y="249140"/>
                </a:lnTo>
                <a:lnTo>
                  <a:pt x="49138" y="227541"/>
                </a:lnTo>
                <a:lnTo>
                  <a:pt x="5845" y="175355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496855" y="4664964"/>
            <a:ext cx="1968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0">
                <a:solidFill>
                  <a:srgbClr val="8A3C12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17935" y="462340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3"/>
                </a:lnTo>
                <a:lnTo>
                  <a:pt x="27785" y="232135"/>
                </a:lnTo>
                <a:lnTo>
                  <a:pt x="58958" y="263728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8"/>
                </a:lnTo>
                <a:lnTo>
                  <a:pt x="260231" y="232135"/>
                </a:lnTo>
                <a:lnTo>
                  <a:pt x="280675" y="192073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17935" y="462340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400030" y="4649723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34A5A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8704" y="5221959"/>
            <a:ext cx="558800" cy="292100"/>
          </a:xfrm>
          <a:custGeom>
            <a:avLst/>
            <a:gdLst/>
            <a:ahLst/>
            <a:cxnLst/>
            <a:rect l="l" t="t" r="r" b="b"/>
            <a:pathLst>
              <a:path w="558800" h="292100">
                <a:moveTo>
                  <a:pt x="279184" y="0"/>
                </a:moveTo>
                <a:lnTo>
                  <a:pt x="215170" y="3854"/>
                </a:lnTo>
                <a:lnTo>
                  <a:pt x="156406" y="14833"/>
                </a:lnTo>
                <a:lnTo>
                  <a:pt x="104568" y="32062"/>
                </a:lnTo>
                <a:lnTo>
                  <a:pt x="61333" y="54663"/>
                </a:lnTo>
                <a:lnTo>
                  <a:pt x="28376" y="81761"/>
                </a:lnTo>
                <a:lnTo>
                  <a:pt x="0" y="145943"/>
                </a:lnTo>
                <a:lnTo>
                  <a:pt x="7373" y="179406"/>
                </a:lnTo>
                <a:lnTo>
                  <a:pt x="61333" y="237223"/>
                </a:lnTo>
                <a:lnTo>
                  <a:pt x="104568" y="259824"/>
                </a:lnTo>
                <a:lnTo>
                  <a:pt x="156406" y="277052"/>
                </a:lnTo>
                <a:lnTo>
                  <a:pt x="215170" y="288032"/>
                </a:lnTo>
                <a:lnTo>
                  <a:pt x="279184" y="291886"/>
                </a:lnTo>
                <a:lnTo>
                  <a:pt x="343198" y="288032"/>
                </a:lnTo>
                <a:lnTo>
                  <a:pt x="401962" y="277052"/>
                </a:lnTo>
                <a:lnTo>
                  <a:pt x="453800" y="259824"/>
                </a:lnTo>
                <a:lnTo>
                  <a:pt x="497035" y="237223"/>
                </a:lnTo>
                <a:lnTo>
                  <a:pt x="529992" y="210125"/>
                </a:lnTo>
                <a:lnTo>
                  <a:pt x="558368" y="145943"/>
                </a:lnTo>
                <a:lnTo>
                  <a:pt x="550995" y="112479"/>
                </a:lnTo>
                <a:lnTo>
                  <a:pt x="497035" y="54663"/>
                </a:lnTo>
                <a:lnTo>
                  <a:pt x="453800" y="32062"/>
                </a:lnTo>
                <a:lnTo>
                  <a:pt x="401962" y="14833"/>
                </a:lnTo>
                <a:lnTo>
                  <a:pt x="343198" y="3854"/>
                </a:lnTo>
                <a:lnTo>
                  <a:pt x="2791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98704" y="5221959"/>
            <a:ext cx="558800" cy="292100"/>
          </a:xfrm>
          <a:custGeom>
            <a:avLst/>
            <a:gdLst/>
            <a:ahLst/>
            <a:cxnLst/>
            <a:rect l="l" t="t" r="r" b="b"/>
            <a:pathLst>
              <a:path w="558800" h="292100">
                <a:moveTo>
                  <a:pt x="0" y="145943"/>
                </a:moveTo>
                <a:lnTo>
                  <a:pt x="28376" y="81760"/>
                </a:lnTo>
                <a:lnTo>
                  <a:pt x="61333" y="54663"/>
                </a:lnTo>
                <a:lnTo>
                  <a:pt x="104568" y="32062"/>
                </a:lnTo>
                <a:lnTo>
                  <a:pt x="156406" y="14833"/>
                </a:lnTo>
                <a:lnTo>
                  <a:pt x="215170" y="3854"/>
                </a:lnTo>
                <a:lnTo>
                  <a:pt x="279184" y="0"/>
                </a:lnTo>
                <a:lnTo>
                  <a:pt x="343198" y="3854"/>
                </a:lnTo>
                <a:lnTo>
                  <a:pt x="401962" y="14833"/>
                </a:lnTo>
                <a:lnTo>
                  <a:pt x="453800" y="32062"/>
                </a:lnTo>
                <a:lnTo>
                  <a:pt x="497035" y="54663"/>
                </a:lnTo>
                <a:lnTo>
                  <a:pt x="529992" y="81760"/>
                </a:lnTo>
                <a:lnTo>
                  <a:pt x="558369" y="145943"/>
                </a:lnTo>
                <a:lnTo>
                  <a:pt x="550995" y="179406"/>
                </a:lnTo>
                <a:lnTo>
                  <a:pt x="497035" y="237222"/>
                </a:lnTo>
                <a:lnTo>
                  <a:pt x="453800" y="259823"/>
                </a:lnTo>
                <a:lnTo>
                  <a:pt x="401962" y="277052"/>
                </a:lnTo>
                <a:lnTo>
                  <a:pt x="343198" y="288031"/>
                </a:lnTo>
                <a:lnTo>
                  <a:pt x="279184" y="291886"/>
                </a:lnTo>
                <a:lnTo>
                  <a:pt x="215170" y="288031"/>
                </a:lnTo>
                <a:lnTo>
                  <a:pt x="156406" y="277052"/>
                </a:lnTo>
                <a:lnTo>
                  <a:pt x="104568" y="259823"/>
                </a:lnTo>
                <a:lnTo>
                  <a:pt x="61333" y="237222"/>
                </a:lnTo>
                <a:lnTo>
                  <a:pt x="28376" y="210125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66764" y="5247132"/>
            <a:ext cx="2228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785700"/>
                </a:solidFill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01081" y="5831966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9" y="263728"/>
                </a:lnTo>
                <a:lnTo>
                  <a:pt x="98491" y="284446"/>
                </a:lnTo>
                <a:lnTo>
                  <a:pt x="144009" y="291887"/>
                </a:lnTo>
                <a:lnTo>
                  <a:pt x="189526" y="284446"/>
                </a:lnTo>
                <a:lnTo>
                  <a:pt x="229058" y="263728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01081" y="5831966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683178" y="5859779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9253E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43237" y="5831966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9" y="263728"/>
                </a:lnTo>
                <a:lnTo>
                  <a:pt x="98491" y="284446"/>
                </a:lnTo>
                <a:lnTo>
                  <a:pt x="144009" y="291887"/>
                </a:lnTo>
                <a:lnTo>
                  <a:pt x="189526" y="284446"/>
                </a:lnTo>
                <a:lnTo>
                  <a:pt x="229058" y="263728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43237" y="5831966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425334" y="5859779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9253E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39554" y="5221959"/>
            <a:ext cx="561340" cy="292100"/>
          </a:xfrm>
          <a:custGeom>
            <a:avLst/>
            <a:gdLst/>
            <a:ahLst/>
            <a:cxnLst/>
            <a:rect l="l" t="t" r="r" b="b"/>
            <a:pathLst>
              <a:path w="561339" h="292100">
                <a:moveTo>
                  <a:pt x="280478" y="0"/>
                </a:moveTo>
                <a:lnTo>
                  <a:pt x="216166" y="3854"/>
                </a:lnTo>
                <a:lnTo>
                  <a:pt x="157130" y="14833"/>
                </a:lnTo>
                <a:lnTo>
                  <a:pt x="105053" y="32062"/>
                </a:lnTo>
                <a:lnTo>
                  <a:pt x="61617" y="54663"/>
                </a:lnTo>
                <a:lnTo>
                  <a:pt x="28508" y="81761"/>
                </a:lnTo>
                <a:lnTo>
                  <a:pt x="0" y="145943"/>
                </a:lnTo>
                <a:lnTo>
                  <a:pt x="7407" y="179406"/>
                </a:lnTo>
                <a:lnTo>
                  <a:pt x="61617" y="237223"/>
                </a:lnTo>
                <a:lnTo>
                  <a:pt x="105053" y="259824"/>
                </a:lnTo>
                <a:lnTo>
                  <a:pt x="157130" y="277052"/>
                </a:lnTo>
                <a:lnTo>
                  <a:pt x="216166" y="288032"/>
                </a:lnTo>
                <a:lnTo>
                  <a:pt x="280478" y="291886"/>
                </a:lnTo>
                <a:lnTo>
                  <a:pt x="344789" y="288032"/>
                </a:lnTo>
                <a:lnTo>
                  <a:pt x="403825" y="277052"/>
                </a:lnTo>
                <a:lnTo>
                  <a:pt x="455902" y="259824"/>
                </a:lnTo>
                <a:lnTo>
                  <a:pt x="499338" y="237223"/>
                </a:lnTo>
                <a:lnTo>
                  <a:pt x="532448" y="210125"/>
                </a:lnTo>
                <a:lnTo>
                  <a:pt x="560956" y="145943"/>
                </a:lnTo>
                <a:lnTo>
                  <a:pt x="553548" y="112479"/>
                </a:lnTo>
                <a:lnTo>
                  <a:pt x="499338" y="54663"/>
                </a:lnTo>
                <a:lnTo>
                  <a:pt x="455902" y="32062"/>
                </a:lnTo>
                <a:lnTo>
                  <a:pt x="403825" y="14833"/>
                </a:lnTo>
                <a:lnTo>
                  <a:pt x="344789" y="3854"/>
                </a:lnTo>
                <a:lnTo>
                  <a:pt x="28047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39554" y="5221959"/>
            <a:ext cx="561340" cy="292100"/>
          </a:xfrm>
          <a:custGeom>
            <a:avLst/>
            <a:gdLst/>
            <a:ahLst/>
            <a:cxnLst/>
            <a:rect l="l" t="t" r="r" b="b"/>
            <a:pathLst>
              <a:path w="561339" h="292100">
                <a:moveTo>
                  <a:pt x="0" y="145943"/>
                </a:moveTo>
                <a:lnTo>
                  <a:pt x="28508" y="81760"/>
                </a:lnTo>
                <a:lnTo>
                  <a:pt x="61617" y="54663"/>
                </a:lnTo>
                <a:lnTo>
                  <a:pt x="105053" y="32062"/>
                </a:lnTo>
                <a:lnTo>
                  <a:pt x="157130" y="14833"/>
                </a:lnTo>
                <a:lnTo>
                  <a:pt x="216166" y="3854"/>
                </a:lnTo>
                <a:lnTo>
                  <a:pt x="280478" y="0"/>
                </a:lnTo>
                <a:lnTo>
                  <a:pt x="344789" y="3854"/>
                </a:lnTo>
                <a:lnTo>
                  <a:pt x="403825" y="14833"/>
                </a:lnTo>
                <a:lnTo>
                  <a:pt x="455902" y="32062"/>
                </a:lnTo>
                <a:lnTo>
                  <a:pt x="499338" y="54663"/>
                </a:lnTo>
                <a:lnTo>
                  <a:pt x="532447" y="81760"/>
                </a:lnTo>
                <a:lnTo>
                  <a:pt x="560956" y="145943"/>
                </a:lnTo>
                <a:lnTo>
                  <a:pt x="553548" y="179406"/>
                </a:lnTo>
                <a:lnTo>
                  <a:pt x="499338" y="237222"/>
                </a:lnTo>
                <a:lnTo>
                  <a:pt x="455902" y="259823"/>
                </a:lnTo>
                <a:lnTo>
                  <a:pt x="403825" y="277052"/>
                </a:lnTo>
                <a:lnTo>
                  <a:pt x="344789" y="288031"/>
                </a:lnTo>
                <a:lnTo>
                  <a:pt x="280478" y="291886"/>
                </a:lnTo>
                <a:lnTo>
                  <a:pt x="216166" y="288031"/>
                </a:lnTo>
                <a:lnTo>
                  <a:pt x="157130" y="277052"/>
                </a:lnTo>
                <a:lnTo>
                  <a:pt x="105053" y="259823"/>
                </a:lnTo>
                <a:lnTo>
                  <a:pt x="61617" y="237222"/>
                </a:lnTo>
                <a:lnTo>
                  <a:pt x="28508" y="210125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015510" y="5247132"/>
            <a:ext cx="1968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0">
                <a:solidFill>
                  <a:srgbClr val="8A3C12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77889" y="4887324"/>
            <a:ext cx="220345" cy="334645"/>
          </a:xfrm>
          <a:custGeom>
            <a:avLst/>
            <a:gdLst/>
            <a:ahLst/>
            <a:cxnLst/>
            <a:rect l="l" t="t" r="r" b="b"/>
            <a:pathLst>
              <a:path w="220344" h="334645">
                <a:moveTo>
                  <a:pt x="220035" y="0"/>
                </a:moveTo>
                <a:lnTo>
                  <a:pt x="0" y="3346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77889" y="5513847"/>
            <a:ext cx="465455" cy="361315"/>
          </a:xfrm>
          <a:custGeom>
            <a:avLst/>
            <a:gdLst/>
            <a:ahLst/>
            <a:cxnLst/>
            <a:rect l="l" t="t" r="r" b="b"/>
            <a:pathLst>
              <a:path w="465455" h="361314">
                <a:moveTo>
                  <a:pt x="0" y="0"/>
                </a:moveTo>
                <a:lnTo>
                  <a:pt x="465372" y="36086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96708" y="4769349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 h="0">
                <a:moveTo>
                  <a:pt x="42122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563773" y="4872545"/>
            <a:ext cx="556260" cy="349885"/>
          </a:xfrm>
          <a:custGeom>
            <a:avLst/>
            <a:gdLst/>
            <a:ahLst/>
            <a:cxnLst/>
            <a:rect l="l" t="t" r="r" b="b"/>
            <a:pathLst>
              <a:path w="556260" h="349885">
                <a:moveTo>
                  <a:pt x="556260" y="34941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04828" y="4887325"/>
            <a:ext cx="1116965" cy="377825"/>
          </a:xfrm>
          <a:custGeom>
            <a:avLst/>
            <a:gdLst/>
            <a:ahLst/>
            <a:cxnLst/>
            <a:rect l="l" t="t" r="r" b="b"/>
            <a:pathLst>
              <a:path w="1116964" h="377825">
                <a:moveTo>
                  <a:pt x="1116878" y="37738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457073" y="5367902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30" h="0">
                <a:moveTo>
                  <a:pt x="138248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375303" y="5471100"/>
            <a:ext cx="945515" cy="476884"/>
          </a:xfrm>
          <a:custGeom>
            <a:avLst/>
            <a:gdLst/>
            <a:ahLst/>
            <a:cxnLst/>
            <a:rect l="l" t="t" r="r" b="b"/>
            <a:pathLst>
              <a:path w="945514" h="476885">
                <a:moveTo>
                  <a:pt x="945516" y="47658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541889" y="465324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4" y="289784"/>
                </a:lnTo>
                <a:lnTo>
                  <a:pt x="153137" y="297364"/>
                </a:lnTo>
                <a:lnTo>
                  <a:pt x="201541" y="289784"/>
                </a:lnTo>
                <a:lnTo>
                  <a:pt x="243579" y="268677"/>
                </a:lnTo>
                <a:lnTo>
                  <a:pt x="276729" y="236491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29" y="60872"/>
                </a:lnTo>
                <a:lnTo>
                  <a:pt x="243579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541889" y="465324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633114" y="4683252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3792AA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04189" y="4638185"/>
            <a:ext cx="562610" cy="297815"/>
          </a:xfrm>
          <a:custGeom>
            <a:avLst/>
            <a:gdLst/>
            <a:ahLst/>
            <a:cxnLst/>
            <a:rect l="l" t="t" r="r" b="b"/>
            <a:pathLst>
              <a:path w="562609" h="297814">
                <a:moveTo>
                  <a:pt x="281288" y="0"/>
                </a:moveTo>
                <a:lnTo>
                  <a:pt x="216791" y="3926"/>
                </a:lnTo>
                <a:lnTo>
                  <a:pt x="157584" y="15112"/>
                </a:lnTo>
                <a:lnTo>
                  <a:pt x="105356" y="32663"/>
                </a:lnTo>
                <a:lnTo>
                  <a:pt x="61795" y="55689"/>
                </a:lnTo>
                <a:lnTo>
                  <a:pt x="28590" y="83295"/>
                </a:lnTo>
                <a:lnTo>
                  <a:pt x="0" y="148682"/>
                </a:lnTo>
                <a:lnTo>
                  <a:pt x="7429" y="182774"/>
                </a:lnTo>
                <a:lnTo>
                  <a:pt x="61795" y="241675"/>
                </a:lnTo>
                <a:lnTo>
                  <a:pt x="105356" y="264701"/>
                </a:lnTo>
                <a:lnTo>
                  <a:pt x="157584" y="282252"/>
                </a:lnTo>
                <a:lnTo>
                  <a:pt x="216791" y="293438"/>
                </a:lnTo>
                <a:lnTo>
                  <a:pt x="281288" y="297365"/>
                </a:lnTo>
                <a:lnTo>
                  <a:pt x="345785" y="293438"/>
                </a:lnTo>
                <a:lnTo>
                  <a:pt x="404992" y="282252"/>
                </a:lnTo>
                <a:lnTo>
                  <a:pt x="457220" y="264701"/>
                </a:lnTo>
                <a:lnTo>
                  <a:pt x="500781" y="241675"/>
                </a:lnTo>
                <a:lnTo>
                  <a:pt x="533986" y="214069"/>
                </a:lnTo>
                <a:lnTo>
                  <a:pt x="562576" y="148682"/>
                </a:lnTo>
                <a:lnTo>
                  <a:pt x="555147" y="114590"/>
                </a:lnTo>
                <a:lnTo>
                  <a:pt x="500781" y="55689"/>
                </a:lnTo>
                <a:lnTo>
                  <a:pt x="457220" y="32663"/>
                </a:lnTo>
                <a:lnTo>
                  <a:pt x="404992" y="15112"/>
                </a:lnTo>
                <a:lnTo>
                  <a:pt x="345785" y="3926"/>
                </a:lnTo>
                <a:lnTo>
                  <a:pt x="2812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04189" y="4638185"/>
            <a:ext cx="562610" cy="297815"/>
          </a:xfrm>
          <a:custGeom>
            <a:avLst/>
            <a:gdLst/>
            <a:ahLst/>
            <a:cxnLst/>
            <a:rect l="l" t="t" r="r" b="b"/>
            <a:pathLst>
              <a:path w="562609" h="297814">
                <a:moveTo>
                  <a:pt x="0" y="148682"/>
                </a:moveTo>
                <a:lnTo>
                  <a:pt x="28590" y="83295"/>
                </a:lnTo>
                <a:lnTo>
                  <a:pt x="61795" y="55689"/>
                </a:lnTo>
                <a:lnTo>
                  <a:pt x="105356" y="32663"/>
                </a:lnTo>
                <a:lnTo>
                  <a:pt x="157584" y="15112"/>
                </a:lnTo>
                <a:lnTo>
                  <a:pt x="216791" y="3926"/>
                </a:lnTo>
                <a:lnTo>
                  <a:pt x="281288" y="0"/>
                </a:lnTo>
                <a:lnTo>
                  <a:pt x="345785" y="3926"/>
                </a:lnTo>
                <a:lnTo>
                  <a:pt x="404992" y="15112"/>
                </a:lnTo>
                <a:lnTo>
                  <a:pt x="457220" y="32663"/>
                </a:lnTo>
                <a:lnTo>
                  <a:pt x="500781" y="55689"/>
                </a:lnTo>
                <a:lnTo>
                  <a:pt x="533986" y="83295"/>
                </a:lnTo>
                <a:lnTo>
                  <a:pt x="562577" y="148682"/>
                </a:lnTo>
                <a:lnTo>
                  <a:pt x="555147" y="182774"/>
                </a:lnTo>
                <a:lnTo>
                  <a:pt x="500781" y="241675"/>
                </a:lnTo>
                <a:lnTo>
                  <a:pt x="457220" y="264701"/>
                </a:lnTo>
                <a:lnTo>
                  <a:pt x="404992" y="282252"/>
                </a:lnTo>
                <a:lnTo>
                  <a:pt x="345785" y="293438"/>
                </a:lnTo>
                <a:lnTo>
                  <a:pt x="281288" y="297365"/>
                </a:lnTo>
                <a:lnTo>
                  <a:pt x="216791" y="293438"/>
                </a:lnTo>
                <a:lnTo>
                  <a:pt x="157584" y="282252"/>
                </a:lnTo>
                <a:lnTo>
                  <a:pt x="105356" y="264701"/>
                </a:lnTo>
                <a:lnTo>
                  <a:pt x="61795" y="241675"/>
                </a:lnTo>
                <a:lnTo>
                  <a:pt x="28590" y="214069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479243" y="4668011"/>
            <a:ext cx="2032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5" b="1">
                <a:solidFill>
                  <a:srgbClr val="8A3C12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20062" y="5247973"/>
            <a:ext cx="568960" cy="297815"/>
          </a:xfrm>
          <a:custGeom>
            <a:avLst/>
            <a:gdLst/>
            <a:ahLst/>
            <a:cxnLst/>
            <a:rect l="l" t="t" r="r" b="b"/>
            <a:pathLst>
              <a:path w="568960" h="297814">
                <a:moveTo>
                  <a:pt x="284344" y="0"/>
                </a:moveTo>
                <a:lnTo>
                  <a:pt x="227038" y="3020"/>
                </a:lnTo>
                <a:lnTo>
                  <a:pt x="173664" y="11684"/>
                </a:lnTo>
                <a:lnTo>
                  <a:pt x="125364" y="25392"/>
                </a:lnTo>
                <a:lnTo>
                  <a:pt x="83282" y="43547"/>
                </a:lnTo>
                <a:lnTo>
                  <a:pt x="48561" y="65552"/>
                </a:lnTo>
                <a:lnTo>
                  <a:pt x="5776" y="118717"/>
                </a:lnTo>
                <a:lnTo>
                  <a:pt x="0" y="148682"/>
                </a:lnTo>
                <a:lnTo>
                  <a:pt x="5776" y="178647"/>
                </a:lnTo>
                <a:lnTo>
                  <a:pt x="48561" y="231812"/>
                </a:lnTo>
                <a:lnTo>
                  <a:pt x="83282" y="253816"/>
                </a:lnTo>
                <a:lnTo>
                  <a:pt x="125364" y="271972"/>
                </a:lnTo>
                <a:lnTo>
                  <a:pt x="173664" y="285681"/>
                </a:lnTo>
                <a:lnTo>
                  <a:pt x="227038" y="294344"/>
                </a:lnTo>
                <a:lnTo>
                  <a:pt x="284344" y="297365"/>
                </a:lnTo>
                <a:lnTo>
                  <a:pt x="341649" y="294344"/>
                </a:lnTo>
                <a:lnTo>
                  <a:pt x="395024" y="285681"/>
                </a:lnTo>
                <a:lnTo>
                  <a:pt x="443324" y="271972"/>
                </a:lnTo>
                <a:lnTo>
                  <a:pt x="485407" y="253816"/>
                </a:lnTo>
                <a:lnTo>
                  <a:pt x="520128" y="231812"/>
                </a:lnTo>
                <a:lnTo>
                  <a:pt x="562912" y="178647"/>
                </a:lnTo>
                <a:lnTo>
                  <a:pt x="568689" y="148682"/>
                </a:lnTo>
                <a:lnTo>
                  <a:pt x="562912" y="118717"/>
                </a:lnTo>
                <a:lnTo>
                  <a:pt x="520128" y="65552"/>
                </a:lnTo>
                <a:lnTo>
                  <a:pt x="485407" y="43547"/>
                </a:lnTo>
                <a:lnTo>
                  <a:pt x="443324" y="25392"/>
                </a:lnTo>
                <a:lnTo>
                  <a:pt x="395024" y="11684"/>
                </a:lnTo>
                <a:lnTo>
                  <a:pt x="341649" y="3020"/>
                </a:lnTo>
                <a:lnTo>
                  <a:pt x="2843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20062" y="5247973"/>
            <a:ext cx="568960" cy="297815"/>
          </a:xfrm>
          <a:custGeom>
            <a:avLst/>
            <a:gdLst/>
            <a:ahLst/>
            <a:cxnLst/>
            <a:rect l="l" t="t" r="r" b="b"/>
            <a:pathLst>
              <a:path w="568960" h="297814">
                <a:moveTo>
                  <a:pt x="0" y="148682"/>
                </a:moveTo>
                <a:lnTo>
                  <a:pt x="22345" y="90808"/>
                </a:lnTo>
                <a:lnTo>
                  <a:pt x="83282" y="43548"/>
                </a:lnTo>
                <a:lnTo>
                  <a:pt x="125365" y="25392"/>
                </a:lnTo>
                <a:lnTo>
                  <a:pt x="173665" y="11684"/>
                </a:lnTo>
                <a:lnTo>
                  <a:pt x="227039" y="3020"/>
                </a:lnTo>
                <a:lnTo>
                  <a:pt x="284345" y="0"/>
                </a:lnTo>
                <a:lnTo>
                  <a:pt x="341650" y="3020"/>
                </a:lnTo>
                <a:lnTo>
                  <a:pt x="395024" y="11684"/>
                </a:lnTo>
                <a:lnTo>
                  <a:pt x="443324" y="25392"/>
                </a:lnTo>
                <a:lnTo>
                  <a:pt x="485407" y="43548"/>
                </a:lnTo>
                <a:lnTo>
                  <a:pt x="520128" y="65552"/>
                </a:lnTo>
                <a:lnTo>
                  <a:pt x="562913" y="118717"/>
                </a:lnTo>
                <a:lnTo>
                  <a:pt x="568690" y="148682"/>
                </a:lnTo>
                <a:lnTo>
                  <a:pt x="562913" y="178647"/>
                </a:lnTo>
                <a:lnTo>
                  <a:pt x="520128" y="231812"/>
                </a:lnTo>
                <a:lnTo>
                  <a:pt x="485407" y="253816"/>
                </a:lnTo>
                <a:lnTo>
                  <a:pt x="443324" y="271972"/>
                </a:lnTo>
                <a:lnTo>
                  <a:pt x="395024" y="285680"/>
                </a:lnTo>
                <a:lnTo>
                  <a:pt x="341650" y="294344"/>
                </a:lnTo>
                <a:lnTo>
                  <a:pt x="284345" y="297365"/>
                </a:lnTo>
                <a:lnTo>
                  <a:pt x="227039" y="294344"/>
                </a:lnTo>
                <a:lnTo>
                  <a:pt x="173665" y="285680"/>
                </a:lnTo>
                <a:lnTo>
                  <a:pt x="125365" y="271972"/>
                </a:lnTo>
                <a:lnTo>
                  <a:pt x="83282" y="253816"/>
                </a:lnTo>
                <a:lnTo>
                  <a:pt x="48561" y="231812"/>
                </a:lnTo>
                <a:lnTo>
                  <a:pt x="5776" y="17864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5993281" y="5277611"/>
            <a:ext cx="2228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246172"/>
                </a:solidFill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541889" y="5869428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7"/>
                </a:lnTo>
                <a:lnTo>
                  <a:pt x="104734" y="289784"/>
                </a:lnTo>
                <a:lnTo>
                  <a:pt x="153137" y="297364"/>
                </a:lnTo>
                <a:lnTo>
                  <a:pt x="201541" y="289784"/>
                </a:lnTo>
                <a:lnTo>
                  <a:pt x="243579" y="268677"/>
                </a:lnTo>
                <a:lnTo>
                  <a:pt x="276729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29" y="60872"/>
                </a:lnTo>
                <a:lnTo>
                  <a:pt x="243579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541889" y="5869428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6633114" y="5899403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D9253E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331096" y="5869428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331096" y="5869428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422322" y="5899403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B48200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858880" y="5247973"/>
            <a:ext cx="562610" cy="297815"/>
          </a:xfrm>
          <a:custGeom>
            <a:avLst/>
            <a:gdLst/>
            <a:ahLst/>
            <a:cxnLst/>
            <a:rect l="l" t="t" r="r" b="b"/>
            <a:pathLst>
              <a:path w="562609" h="297814">
                <a:moveTo>
                  <a:pt x="281288" y="0"/>
                </a:moveTo>
                <a:lnTo>
                  <a:pt x="216791" y="3926"/>
                </a:lnTo>
                <a:lnTo>
                  <a:pt x="157584" y="15112"/>
                </a:lnTo>
                <a:lnTo>
                  <a:pt x="105356" y="32663"/>
                </a:lnTo>
                <a:lnTo>
                  <a:pt x="61795" y="55689"/>
                </a:lnTo>
                <a:lnTo>
                  <a:pt x="28590" y="83295"/>
                </a:lnTo>
                <a:lnTo>
                  <a:pt x="0" y="148682"/>
                </a:lnTo>
                <a:lnTo>
                  <a:pt x="7429" y="182774"/>
                </a:lnTo>
                <a:lnTo>
                  <a:pt x="61795" y="241675"/>
                </a:lnTo>
                <a:lnTo>
                  <a:pt x="105356" y="264701"/>
                </a:lnTo>
                <a:lnTo>
                  <a:pt x="157584" y="282252"/>
                </a:lnTo>
                <a:lnTo>
                  <a:pt x="216791" y="293438"/>
                </a:lnTo>
                <a:lnTo>
                  <a:pt x="281288" y="297365"/>
                </a:lnTo>
                <a:lnTo>
                  <a:pt x="345785" y="293438"/>
                </a:lnTo>
                <a:lnTo>
                  <a:pt x="404991" y="282252"/>
                </a:lnTo>
                <a:lnTo>
                  <a:pt x="457219" y="264701"/>
                </a:lnTo>
                <a:lnTo>
                  <a:pt x="500780" y="241675"/>
                </a:lnTo>
                <a:lnTo>
                  <a:pt x="533986" y="214069"/>
                </a:lnTo>
                <a:lnTo>
                  <a:pt x="562576" y="148682"/>
                </a:lnTo>
                <a:lnTo>
                  <a:pt x="555147" y="114590"/>
                </a:lnTo>
                <a:lnTo>
                  <a:pt x="500780" y="55689"/>
                </a:lnTo>
                <a:lnTo>
                  <a:pt x="457219" y="32663"/>
                </a:lnTo>
                <a:lnTo>
                  <a:pt x="404991" y="15112"/>
                </a:lnTo>
                <a:lnTo>
                  <a:pt x="345785" y="3926"/>
                </a:lnTo>
                <a:lnTo>
                  <a:pt x="2812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858880" y="5247973"/>
            <a:ext cx="562610" cy="297815"/>
          </a:xfrm>
          <a:custGeom>
            <a:avLst/>
            <a:gdLst/>
            <a:ahLst/>
            <a:cxnLst/>
            <a:rect l="l" t="t" r="r" b="b"/>
            <a:pathLst>
              <a:path w="562609" h="297814">
                <a:moveTo>
                  <a:pt x="0" y="148682"/>
                </a:moveTo>
                <a:lnTo>
                  <a:pt x="28590" y="83295"/>
                </a:lnTo>
                <a:lnTo>
                  <a:pt x="61795" y="55689"/>
                </a:lnTo>
                <a:lnTo>
                  <a:pt x="105356" y="32663"/>
                </a:lnTo>
                <a:lnTo>
                  <a:pt x="157584" y="15112"/>
                </a:lnTo>
                <a:lnTo>
                  <a:pt x="216791" y="3926"/>
                </a:lnTo>
                <a:lnTo>
                  <a:pt x="281288" y="0"/>
                </a:lnTo>
                <a:lnTo>
                  <a:pt x="345785" y="3926"/>
                </a:lnTo>
                <a:lnTo>
                  <a:pt x="404992" y="15112"/>
                </a:lnTo>
                <a:lnTo>
                  <a:pt x="457220" y="32663"/>
                </a:lnTo>
                <a:lnTo>
                  <a:pt x="500781" y="55689"/>
                </a:lnTo>
                <a:lnTo>
                  <a:pt x="533986" y="83295"/>
                </a:lnTo>
                <a:lnTo>
                  <a:pt x="562577" y="148682"/>
                </a:lnTo>
                <a:lnTo>
                  <a:pt x="555147" y="182774"/>
                </a:lnTo>
                <a:lnTo>
                  <a:pt x="500781" y="241675"/>
                </a:lnTo>
                <a:lnTo>
                  <a:pt x="457220" y="264701"/>
                </a:lnTo>
                <a:lnTo>
                  <a:pt x="404992" y="282252"/>
                </a:lnTo>
                <a:lnTo>
                  <a:pt x="345785" y="293438"/>
                </a:lnTo>
                <a:lnTo>
                  <a:pt x="281288" y="297365"/>
                </a:lnTo>
                <a:lnTo>
                  <a:pt x="216791" y="293438"/>
                </a:lnTo>
                <a:lnTo>
                  <a:pt x="157584" y="282252"/>
                </a:lnTo>
                <a:lnTo>
                  <a:pt x="105356" y="264701"/>
                </a:lnTo>
                <a:lnTo>
                  <a:pt x="61795" y="241675"/>
                </a:lnTo>
                <a:lnTo>
                  <a:pt x="28590" y="214069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8029043" y="5277611"/>
            <a:ext cx="2228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solidFill>
                  <a:srgbClr val="479249"/>
                </a:solidFill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104407" y="4907059"/>
            <a:ext cx="482600" cy="340995"/>
          </a:xfrm>
          <a:custGeom>
            <a:avLst/>
            <a:gdLst/>
            <a:ahLst/>
            <a:cxnLst/>
            <a:rect l="l" t="t" r="r" b="b"/>
            <a:pathLst>
              <a:path w="482600" h="340995">
                <a:moveTo>
                  <a:pt x="482336" y="0"/>
                </a:moveTo>
                <a:lnTo>
                  <a:pt x="0" y="34091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04407" y="5545338"/>
            <a:ext cx="482600" cy="367665"/>
          </a:xfrm>
          <a:custGeom>
            <a:avLst/>
            <a:gdLst/>
            <a:ahLst/>
            <a:cxnLst/>
            <a:rect l="l" t="t" r="r" b="b"/>
            <a:pathLst>
              <a:path w="482600" h="367664">
                <a:moveTo>
                  <a:pt x="0" y="0"/>
                </a:moveTo>
                <a:lnTo>
                  <a:pt x="482336" y="367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56257" y="4786867"/>
            <a:ext cx="448309" cy="0"/>
          </a:xfrm>
          <a:custGeom>
            <a:avLst/>
            <a:gdLst/>
            <a:ahLst/>
            <a:cxnLst/>
            <a:rect l="l" t="t" r="r" b="b"/>
            <a:pathLst>
              <a:path w="448309" h="0">
                <a:moveTo>
                  <a:pt x="447932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784379" y="4892002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4" h="356235">
                <a:moveTo>
                  <a:pt x="355790" y="35597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305467" y="4892003"/>
            <a:ext cx="1081405" cy="400050"/>
          </a:xfrm>
          <a:custGeom>
            <a:avLst/>
            <a:gdLst/>
            <a:ahLst/>
            <a:cxnLst/>
            <a:rect l="l" t="t" r="r" b="b"/>
            <a:pathLst>
              <a:path w="1081404" h="400050">
                <a:moveTo>
                  <a:pt x="1081108" y="0"/>
                </a:moveTo>
                <a:lnTo>
                  <a:pt x="0" y="39951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388751" y="5396656"/>
            <a:ext cx="1470660" cy="0"/>
          </a:xfrm>
          <a:custGeom>
            <a:avLst/>
            <a:gdLst/>
            <a:ahLst/>
            <a:cxnLst/>
            <a:rect l="l" t="t" r="r" b="b"/>
            <a:pathLst>
              <a:path w="1470659" h="0">
                <a:moveTo>
                  <a:pt x="1470129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592519" y="5545337"/>
            <a:ext cx="548005" cy="367665"/>
          </a:xfrm>
          <a:custGeom>
            <a:avLst/>
            <a:gdLst/>
            <a:ahLst/>
            <a:cxnLst/>
            <a:rect l="l" t="t" r="r" b="b"/>
            <a:pathLst>
              <a:path w="548004" h="367664">
                <a:moveTo>
                  <a:pt x="0" y="367638"/>
                </a:moveTo>
                <a:lnTo>
                  <a:pt x="54764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4173146" y="4508500"/>
            <a:ext cx="860425" cy="1366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>
                <a:latin typeface="Cambria Math"/>
                <a:cs typeface="Cambria Math"/>
              </a:rPr>
              <a:t>≠</a:t>
            </a:r>
            <a:endParaRPr sz="8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1173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573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GIN uses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neural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network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5" b="1">
                <a:latin typeface="Calibri"/>
                <a:cs typeface="Calibri"/>
              </a:rPr>
              <a:t>model the  </a:t>
            </a:r>
            <a:r>
              <a:rPr dirty="0" sz="3200" spc="-10" b="1">
                <a:latin typeface="Calibri"/>
                <a:cs typeface="Calibri"/>
              </a:rPr>
              <a:t>injective </a:t>
            </a:r>
            <a:r>
              <a:rPr dirty="0" sz="3200" spc="-5" b="1">
                <a:latin typeface="Calibri"/>
                <a:cs typeface="Calibri"/>
              </a:rPr>
              <a:t>HASH function</a:t>
            </a:r>
            <a:r>
              <a:rPr dirty="0" sz="3200" spc="-5"/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787140"/>
            <a:ext cx="6751955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5">
                <a:latin typeface="Calibri"/>
                <a:cs typeface="Calibri"/>
              </a:rPr>
              <a:t>Specifically, </a:t>
            </a:r>
            <a:r>
              <a:rPr dirty="0" sz="3200" spc="-15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will model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injective  function </a:t>
            </a:r>
            <a:r>
              <a:rPr dirty="0" sz="3200" spc="-15">
                <a:latin typeface="Calibri"/>
                <a:cs typeface="Calibri"/>
              </a:rPr>
              <a:t>over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5">
                <a:latin typeface="Calibri"/>
                <a:cs typeface="Calibri"/>
              </a:rPr>
              <a:t> tuple: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33821" y="4867173"/>
            <a:ext cx="381635" cy="271145"/>
          </a:xfrm>
          <a:custGeom>
            <a:avLst/>
            <a:gdLst/>
            <a:ahLst/>
            <a:cxnLst/>
            <a:rect l="l" t="t" r="r" b="b"/>
            <a:pathLst>
              <a:path w="381635" h="271145">
                <a:moveTo>
                  <a:pt x="294811" y="0"/>
                </a:moveTo>
                <a:lnTo>
                  <a:pt x="290959" y="10981"/>
                </a:lnTo>
                <a:lnTo>
                  <a:pt x="306622" y="17778"/>
                </a:lnTo>
                <a:lnTo>
                  <a:pt x="320091" y="27187"/>
                </a:lnTo>
                <a:lnTo>
                  <a:pt x="347440" y="70800"/>
                </a:lnTo>
                <a:lnTo>
                  <a:pt x="355427" y="110843"/>
                </a:lnTo>
                <a:lnTo>
                  <a:pt x="356425" y="133926"/>
                </a:lnTo>
                <a:lnTo>
                  <a:pt x="355422" y="157789"/>
                </a:lnTo>
                <a:lnTo>
                  <a:pt x="347400" y="198937"/>
                </a:lnTo>
                <a:lnTo>
                  <a:pt x="320109" y="243249"/>
                </a:lnTo>
                <a:lnTo>
                  <a:pt x="291387" y="259580"/>
                </a:lnTo>
                <a:lnTo>
                  <a:pt x="294811" y="270563"/>
                </a:lnTo>
                <a:lnTo>
                  <a:pt x="331716" y="253251"/>
                </a:lnTo>
                <a:lnTo>
                  <a:pt x="358851" y="223282"/>
                </a:lnTo>
                <a:lnTo>
                  <a:pt x="375537" y="183150"/>
                </a:lnTo>
                <a:lnTo>
                  <a:pt x="381100" y="135352"/>
                </a:lnTo>
                <a:lnTo>
                  <a:pt x="379705" y="110548"/>
                </a:lnTo>
                <a:lnTo>
                  <a:pt x="368544" y="66584"/>
                </a:lnTo>
                <a:lnTo>
                  <a:pt x="346410" y="30793"/>
                </a:lnTo>
                <a:lnTo>
                  <a:pt x="314427" y="7082"/>
                </a:lnTo>
                <a:lnTo>
                  <a:pt x="294811" y="0"/>
                </a:lnTo>
                <a:close/>
              </a:path>
              <a:path w="381635" h="271145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90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95097" y="4930672"/>
            <a:ext cx="499109" cy="376555"/>
          </a:xfrm>
          <a:custGeom>
            <a:avLst/>
            <a:gdLst/>
            <a:ahLst/>
            <a:cxnLst/>
            <a:rect l="l" t="t" r="r" b="b"/>
            <a:pathLst>
              <a:path w="499110" h="376554">
                <a:moveTo>
                  <a:pt x="378435" y="0"/>
                </a:moveTo>
                <a:lnTo>
                  <a:pt x="373077" y="15279"/>
                </a:lnTo>
                <a:lnTo>
                  <a:pt x="394868" y="24736"/>
                </a:lnTo>
                <a:lnTo>
                  <a:pt x="413608" y="37826"/>
                </a:lnTo>
                <a:lnTo>
                  <a:pt x="441935" y="74909"/>
                </a:lnTo>
                <a:lnTo>
                  <a:pt x="458604" y="124940"/>
                </a:lnTo>
                <a:lnTo>
                  <a:pt x="464160" y="186331"/>
                </a:lnTo>
                <a:lnTo>
                  <a:pt x="462765" y="219533"/>
                </a:lnTo>
                <a:lnTo>
                  <a:pt x="451603" y="276782"/>
                </a:lnTo>
                <a:lnTo>
                  <a:pt x="429204" y="321493"/>
                </a:lnTo>
                <a:lnTo>
                  <a:pt x="395123" y="351655"/>
                </a:lnTo>
                <a:lnTo>
                  <a:pt x="373673" y="361156"/>
                </a:lnTo>
                <a:lnTo>
                  <a:pt x="378435" y="376435"/>
                </a:lnTo>
                <a:lnTo>
                  <a:pt x="429781" y="352350"/>
                </a:lnTo>
                <a:lnTo>
                  <a:pt x="467533" y="310653"/>
                </a:lnTo>
                <a:lnTo>
                  <a:pt x="490751" y="254818"/>
                </a:lnTo>
                <a:lnTo>
                  <a:pt x="498490" y="188316"/>
                </a:lnTo>
                <a:lnTo>
                  <a:pt x="496549" y="153807"/>
                </a:lnTo>
                <a:lnTo>
                  <a:pt x="481021" y="92638"/>
                </a:lnTo>
                <a:lnTo>
                  <a:pt x="450226" y="42843"/>
                </a:lnTo>
                <a:lnTo>
                  <a:pt x="405727" y="9853"/>
                </a:lnTo>
                <a:lnTo>
                  <a:pt x="378435" y="0"/>
                </a:lnTo>
                <a:close/>
              </a:path>
              <a:path w="499110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00035" y="4874577"/>
            <a:ext cx="1517015" cy="488950"/>
          </a:xfrm>
          <a:custGeom>
            <a:avLst/>
            <a:gdLst/>
            <a:ahLst/>
            <a:cxnLst/>
            <a:rect l="l" t="t" r="r" b="b"/>
            <a:pathLst>
              <a:path w="1517014" h="488950">
                <a:moveTo>
                  <a:pt x="1394959" y="0"/>
                </a:moveTo>
                <a:lnTo>
                  <a:pt x="1389800" y="0"/>
                </a:lnTo>
                <a:lnTo>
                  <a:pt x="1389800" y="15081"/>
                </a:lnTo>
                <a:lnTo>
                  <a:pt x="1392775" y="15081"/>
                </a:lnTo>
                <a:lnTo>
                  <a:pt x="1406381" y="16296"/>
                </a:lnTo>
                <a:lnTo>
                  <a:pt x="1444940" y="46112"/>
                </a:lnTo>
                <a:lnTo>
                  <a:pt x="1454094" y="103187"/>
                </a:lnTo>
                <a:lnTo>
                  <a:pt x="1453846" y="112743"/>
                </a:lnTo>
                <a:lnTo>
                  <a:pt x="1453101" y="123353"/>
                </a:lnTo>
                <a:lnTo>
                  <a:pt x="1451861" y="135018"/>
                </a:lnTo>
                <a:lnTo>
                  <a:pt x="1450125" y="147736"/>
                </a:lnTo>
                <a:lnTo>
                  <a:pt x="1448388" y="160045"/>
                </a:lnTo>
                <a:lnTo>
                  <a:pt x="1447148" y="170482"/>
                </a:lnTo>
                <a:lnTo>
                  <a:pt x="1446404" y="179046"/>
                </a:lnTo>
                <a:lnTo>
                  <a:pt x="1446156" y="185737"/>
                </a:lnTo>
                <a:lnTo>
                  <a:pt x="1446776" y="196161"/>
                </a:lnTo>
                <a:lnTo>
                  <a:pt x="1466942" y="233734"/>
                </a:lnTo>
                <a:lnTo>
                  <a:pt x="1479692" y="242291"/>
                </a:lnTo>
                <a:lnTo>
                  <a:pt x="1479692" y="245864"/>
                </a:lnTo>
                <a:lnTo>
                  <a:pt x="1451737" y="273731"/>
                </a:lnTo>
                <a:lnTo>
                  <a:pt x="1446156" y="301823"/>
                </a:lnTo>
                <a:lnTo>
                  <a:pt x="1446404" y="308415"/>
                </a:lnTo>
                <a:lnTo>
                  <a:pt x="1447148" y="316880"/>
                </a:lnTo>
                <a:lnTo>
                  <a:pt x="1448388" y="327217"/>
                </a:lnTo>
                <a:lnTo>
                  <a:pt x="1450125" y="339427"/>
                </a:lnTo>
                <a:lnTo>
                  <a:pt x="1451861" y="352034"/>
                </a:lnTo>
                <a:lnTo>
                  <a:pt x="1453101" y="363562"/>
                </a:lnTo>
                <a:lnTo>
                  <a:pt x="1453846" y="374011"/>
                </a:lnTo>
                <a:lnTo>
                  <a:pt x="1454094" y="383381"/>
                </a:lnTo>
                <a:lnTo>
                  <a:pt x="1453077" y="407156"/>
                </a:lnTo>
                <a:lnTo>
                  <a:pt x="1437821" y="454223"/>
                </a:lnTo>
                <a:lnTo>
                  <a:pt x="1392775" y="473471"/>
                </a:lnTo>
                <a:lnTo>
                  <a:pt x="1389800" y="473471"/>
                </a:lnTo>
                <a:lnTo>
                  <a:pt x="1389800" y="488552"/>
                </a:lnTo>
                <a:lnTo>
                  <a:pt x="1394959" y="488552"/>
                </a:lnTo>
                <a:lnTo>
                  <a:pt x="1416805" y="486487"/>
                </a:lnTo>
                <a:lnTo>
                  <a:pt x="1464710" y="461465"/>
                </a:lnTo>
                <a:lnTo>
                  <a:pt x="1482048" y="427012"/>
                </a:lnTo>
                <a:lnTo>
                  <a:pt x="1487827" y="375839"/>
                </a:lnTo>
                <a:lnTo>
                  <a:pt x="1487536" y="364969"/>
                </a:lnTo>
                <a:lnTo>
                  <a:pt x="1486662" y="353392"/>
                </a:lnTo>
                <a:lnTo>
                  <a:pt x="1485204" y="341107"/>
                </a:lnTo>
                <a:lnTo>
                  <a:pt x="1483164" y="328115"/>
                </a:lnTo>
                <a:lnTo>
                  <a:pt x="1481124" y="315868"/>
                </a:lnTo>
                <a:lnTo>
                  <a:pt x="1479666" y="305816"/>
                </a:lnTo>
                <a:lnTo>
                  <a:pt x="1478792" y="297960"/>
                </a:lnTo>
                <a:lnTo>
                  <a:pt x="1478500" y="292298"/>
                </a:lnTo>
                <a:lnTo>
                  <a:pt x="1479090" y="283976"/>
                </a:lnTo>
                <a:lnTo>
                  <a:pt x="1507479" y="253243"/>
                </a:lnTo>
                <a:lnTo>
                  <a:pt x="1516402" y="252214"/>
                </a:lnTo>
                <a:lnTo>
                  <a:pt x="1516402" y="235941"/>
                </a:lnTo>
                <a:lnTo>
                  <a:pt x="1480857" y="211459"/>
                </a:lnTo>
                <a:lnTo>
                  <a:pt x="1478500" y="195460"/>
                </a:lnTo>
                <a:lnTo>
                  <a:pt x="1478792" y="189780"/>
                </a:lnTo>
                <a:lnTo>
                  <a:pt x="1479666" y="181867"/>
                </a:lnTo>
                <a:lnTo>
                  <a:pt x="1481124" y="171722"/>
                </a:lnTo>
                <a:lnTo>
                  <a:pt x="1483164" y="159345"/>
                </a:lnTo>
                <a:lnTo>
                  <a:pt x="1485204" y="146211"/>
                </a:lnTo>
                <a:lnTo>
                  <a:pt x="1486662" y="133796"/>
                </a:lnTo>
                <a:lnTo>
                  <a:pt x="1487536" y="122101"/>
                </a:lnTo>
                <a:lnTo>
                  <a:pt x="1487827" y="111125"/>
                </a:lnTo>
                <a:lnTo>
                  <a:pt x="1486383" y="84385"/>
                </a:lnTo>
                <a:lnTo>
                  <a:pt x="1474824" y="42515"/>
                </a:lnTo>
                <a:lnTo>
                  <a:pt x="1435713" y="7342"/>
                </a:lnTo>
                <a:lnTo>
                  <a:pt x="1416805" y="2083"/>
                </a:lnTo>
                <a:lnTo>
                  <a:pt x="1394959" y="0"/>
                </a:lnTo>
                <a:close/>
              </a:path>
              <a:path w="1517014" h="488950">
                <a:moveTo>
                  <a:pt x="126602" y="0"/>
                </a:moveTo>
                <a:lnTo>
                  <a:pt x="121443" y="0"/>
                </a:lnTo>
                <a:lnTo>
                  <a:pt x="99596" y="2083"/>
                </a:lnTo>
                <a:lnTo>
                  <a:pt x="51692" y="27385"/>
                </a:lnTo>
                <a:lnTo>
                  <a:pt x="34354" y="61515"/>
                </a:lnTo>
                <a:lnTo>
                  <a:pt x="28575" y="111125"/>
                </a:lnTo>
                <a:lnTo>
                  <a:pt x="28866" y="122101"/>
                </a:lnTo>
                <a:lnTo>
                  <a:pt x="29740" y="133796"/>
                </a:lnTo>
                <a:lnTo>
                  <a:pt x="31197" y="146211"/>
                </a:lnTo>
                <a:lnTo>
                  <a:pt x="33352" y="160045"/>
                </a:lnTo>
                <a:lnTo>
                  <a:pt x="35277" y="171722"/>
                </a:lnTo>
                <a:lnTo>
                  <a:pt x="36734" y="181867"/>
                </a:lnTo>
                <a:lnTo>
                  <a:pt x="37609" y="189780"/>
                </a:lnTo>
                <a:lnTo>
                  <a:pt x="37900" y="195460"/>
                </a:lnTo>
                <a:lnTo>
                  <a:pt x="37311" y="203875"/>
                </a:lnTo>
                <a:lnTo>
                  <a:pt x="8923" y="234906"/>
                </a:lnTo>
                <a:lnTo>
                  <a:pt x="0" y="235941"/>
                </a:lnTo>
                <a:lnTo>
                  <a:pt x="0" y="252214"/>
                </a:lnTo>
                <a:lnTo>
                  <a:pt x="35544" y="276473"/>
                </a:lnTo>
                <a:lnTo>
                  <a:pt x="37900" y="292298"/>
                </a:lnTo>
                <a:lnTo>
                  <a:pt x="37609" y="297960"/>
                </a:lnTo>
                <a:lnTo>
                  <a:pt x="36734" y="305816"/>
                </a:lnTo>
                <a:lnTo>
                  <a:pt x="35277" y="315868"/>
                </a:lnTo>
                <a:lnTo>
                  <a:pt x="33237" y="328115"/>
                </a:lnTo>
                <a:lnTo>
                  <a:pt x="31197" y="341107"/>
                </a:lnTo>
                <a:lnTo>
                  <a:pt x="29740" y="353392"/>
                </a:lnTo>
                <a:lnTo>
                  <a:pt x="28866" y="364969"/>
                </a:lnTo>
                <a:lnTo>
                  <a:pt x="28575" y="375839"/>
                </a:lnTo>
                <a:lnTo>
                  <a:pt x="30019" y="403515"/>
                </a:lnTo>
                <a:lnTo>
                  <a:pt x="41578" y="446328"/>
                </a:lnTo>
                <a:lnTo>
                  <a:pt x="80688" y="481285"/>
                </a:lnTo>
                <a:lnTo>
                  <a:pt x="121443" y="488552"/>
                </a:lnTo>
                <a:lnTo>
                  <a:pt x="126602" y="488552"/>
                </a:lnTo>
                <a:lnTo>
                  <a:pt x="126602" y="473471"/>
                </a:lnTo>
                <a:lnTo>
                  <a:pt x="123625" y="473471"/>
                </a:lnTo>
                <a:lnTo>
                  <a:pt x="110020" y="472268"/>
                </a:lnTo>
                <a:lnTo>
                  <a:pt x="71462" y="442577"/>
                </a:lnTo>
                <a:lnTo>
                  <a:pt x="62308" y="383381"/>
                </a:lnTo>
                <a:lnTo>
                  <a:pt x="62556" y="374011"/>
                </a:lnTo>
                <a:lnTo>
                  <a:pt x="63301" y="363562"/>
                </a:lnTo>
                <a:lnTo>
                  <a:pt x="64541" y="352034"/>
                </a:lnTo>
                <a:lnTo>
                  <a:pt x="66277" y="339427"/>
                </a:lnTo>
                <a:lnTo>
                  <a:pt x="68013" y="327217"/>
                </a:lnTo>
                <a:lnTo>
                  <a:pt x="69253" y="316880"/>
                </a:lnTo>
                <a:lnTo>
                  <a:pt x="69998" y="308415"/>
                </a:lnTo>
                <a:lnTo>
                  <a:pt x="70246" y="301823"/>
                </a:lnTo>
                <a:lnTo>
                  <a:pt x="69626" y="291492"/>
                </a:lnTo>
                <a:lnTo>
                  <a:pt x="49459" y="254247"/>
                </a:lnTo>
                <a:lnTo>
                  <a:pt x="36710" y="245864"/>
                </a:lnTo>
                <a:lnTo>
                  <a:pt x="36710" y="242291"/>
                </a:lnTo>
                <a:lnTo>
                  <a:pt x="64665" y="214070"/>
                </a:lnTo>
                <a:lnTo>
                  <a:pt x="70246" y="185737"/>
                </a:lnTo>
                <a:lnTo>
                  <a:pt x="69998" y="179046"/>
                </a:lnTo>
                <a:lnTo>
                  <a:pt x="69253" y="170482"/>
                </a:lnTo>
                <a:lnTo>
                  <a:pt x="68013" y="160045"/>
                </a:lnTo>
                <a:lnTo>
                  <a:pt x="66277" y="147736"/>
                </a:lnTo>
                <a:lnTo>
                  <a:pt x="64541" y="135018"/>
                </a:lnTo>
                <a:lnTo>
                  <a:pt x="63301" y="123353"/>
                </a:lnTo>
                <a:lnTo>
                  <a:pt x="62556" y="112743"/>
                </a:lnTo>
                <a:lnTo>
                  <a:pt x="62308" y="103187"/>
                </a:lnTo>
                <a:lnTo>
                  <a:pt x="63325" y="80441"/>
                </a:lnTo>
                <a:lnTo>
                  <a:pt x="78581" y="34528"/>
                </a:lnTo>
                <a:lnTo>
                  <a:pt x="123625" y="15081"/>
                </a:lnTo>
                <a:lnTo>
                  <a:pt x="126602" y="15081"/>
                </a:lnTo>
                <a:lnTo>
                  <a:pt x="1266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71346" y="4867173"/>
            <a:ext cx="381635" cy="271145"/>
          </a:xfrm>
          <a:custGeom>
            <a:avLst/>
            <a:gdLst/>
            <a:ahLst/>
            <a:cxnLst/>
            <a:rect l="l" t="t" r="r" b="b"/>
            <a:pathLst>
              <a:path w="381635" h="271145">
                <a:moveTo>
                  <a:pt x="294811" y="0"/>
                </a:moveTo>
                <a:lnTo>
                  <a:pt x="290959" y="10981"/>
                </a:lnTo>
                <a:lnTo>
                  <a:pt x="306622" y="17778"/>
                </a:lnTo>
                <a:lnTo>
                  <a:pt x="320091" y="27187"/>
                </a:lnTo>
                <a:lnTo>
                  <a:pt x="347439" y="70800"/>
                </a:lnTo>
                <a:lnTo>
                  <a:pt x="355427" y="110843"/>
                </a:lnTo>
                <a:lnTo>
                  <a:pt x="356425" y="133926"/>
                </a:lnTo>
                <a:lnTo>
                  <a:pt x="355422" y="157789"/>
                </a:lnTo>
                <a:lnTo>
                  <a:pt x="347400" y="198937"/>
                </a:lnTo>
                <a:lnTo>
                  <a:pt x="320109" y="243249"/>
                </a:lnTo>
                <a:lnTo>
                  <a:pt x="291387" y="259580"/>
                </a:lnTo>
                <a:lnTo>
                  <a:pt x="294811" y="270563"/>
                </a:lnTo>
                <a:lnTo>
                  <a:pt x="331715" y="253251"/>
                </a:lnTo>
                <a:lnTo>
                  <a:pt x="358849" y="223282"/>
                </a:lnTo>
                <a:lnTo>
                  <a:pt x="375537" y="183150"/>
                </a:lnTo>
                <a:lnTo>
                  <a:pt x="381100" y="135352"/>
                </a:lnTo>
                <a:lnTo>
                  <a:pt x="379705" y="110548"/>
                </a:lnTo>
                <a:lnTo>
                  <a:pt x="368544" y="66584"/>
                </a:lnTo>
                <a:lnTo>
                  <a:pt x="346410" y="30793"/>
                </a:lnTo>
                <a:lnTo>
                  <a:pt x="314426" y="7082"/>
                </a:lnTo>
                <a:lnTo>
                  <a:pt x="294811" y="0"/>
                </a:lnTo>
                <a:close/>
              </a:path>
              <a:path w="381635" h="271145">
                <a:moveTo>
                  <a:pt x="86288" y="0"/>
                </a:moveTo>
                <a:lnTo>
                  <a:pt x="49473" y="17346"/>
                </a:lnTo>
                <a:lnTo>
                  <a:pt x="22320" y="47423"/>
                </a:lnTo>
                <a:lnTo>
                  <a:pt x="5579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4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1" y="259580"/>
                </a:lnTo>
                <a:lnTo>
                  <a:pt x="74294" y="252752"/>
                </a:lnTo>
                <a:lnTo>
                  <a:pt x="60989" y="243249"/>
                </a:lnTo>
                <a:lnTo>
                  <a:pt x="33699" y="198937"/>
                </a:lnTo>
                <a:lnTo>
                  <a:pt x="25676" y="157789"/>
                </a:lnTo>
                <a:lnTo>
                  <a:pt x="24673" y="133926"/>
                </a:lnTo>
                <a:lnTo>
                  <a:pt x="25676" y="110843"/>
                </a:lnTo>
                <a:lnTo>
                  <a:pt x="33699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32623" y="4930672"/>
            <a:ext cx="509905" cy="376555"/>
          </a:xfrm>
          <a:custGeom>
            <a:avLst/>
            <a:gdLst/>
            <a:ahLst/>
            <a:cxnLst/>
            <a:rect l="l" t="t" r="r" b="b"/>
            <a:pathLst>
              <a:path w="509904" h="376554">
                <a:moveTo>
                  <a:pt x="389548" y="0"/>
                </a:moveTo>
                <a:lnTo>
                  <a:pt x="384190" y="15279"/>
                </a:lnTo>
                <a:lnTo>
                  <a:pt x="405981" y="24736"/>
                </a:lnTo>
                <a:lnTo>
                  <a:pt x="424721" y="37826"/>
                </a:lnTo>
                <a:lnTo>
                  <a:pt x="453048" y="74909"/>
                </a:lnTo>
                <a:lnTo>
                  <a:pt x="469717" y="124940"/>
                </a:lnTo>
                <a:lnTo>
                  <a:pt x="475273" y="186331"/>
                </a:lnTo>
                <a:lnTo>
                  <a:pt x="473877" y="219533"/>
                </a:lnTo>
                <a:lnTo>
                  <a:pt x="462715" y="276782"/>
                </a:lnTo>
                <a:lnTo>
                  <a:pt x="440317" y="321493"/>
                </a:lnTo>
                <a:lnTo>
                  <a:pt x="406235" y="351655"/>
                </a:lnTo>
                <a:lnTo>
                  <a:pt x="384785" y="361156"/>
                </a:lnTo>
                <a:lnTo>
                  <a:pt x="389548" y="376435"/>
                </a:lnTo>
                <a:lnTo>
                  <a:pt x="440893" y="352350"/>
                </a:lnTo>
                <a:lnTo>
                  <a:pt x="478646" y="310653"/>
                </a:lnTo>
                <a:lnTo>
                  <a:pt x="501863" y="254818"/>
                </a:lnTo>
                <a:lnTo>
                  <a:pt x="509602" y="188316"/>
                </a:lnTo>
                <a:lnTo>
                  <a:pt x="507661" y="153807"/>
                </a:lnTo>
                <a:lnTo>
                  <a:pt x="492134" y="92638"/>
                </a:lnTo>
                <a:lnTo>
                  <a:pt x="461339" y="42843"/>
                </a:lnTo>
                <a:lnTo>
                  <a:pt x="416839" y="9853"/>
                </a:lnTo>
                <a:lnTo>
                  <a:pt x="389548" y="0"/>
                </a:lnTo>
                <a:close/>
              </a:path>
              <a:path w="509904" h="376554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3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5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73030" y="5207723"/>
            <a:ext cx="368935" cy="271145"/>
          </a:xfrm>
          <a:custGeom>
            <a:avLst/>
            <a:gdLst/>
            <a:ahLst/>
            <a:cxnLst/>
            <a:rect l="l" t="t" r="r" b="b"/>
            <a:pathLst>
              <a:path w="368935" h="271145">
                <a:moveTo>
                  <a:pt x="282555" y="0"/>
                </a:moveTo>
                <a:lnTo>
                  <a:pt x="278705" y="10981"/>
                </a:lnTo>
                <a:lnTo>
                  <a:pt x="294367" y="17778"/>
                </a:lnTo>
                <a:lnTo>
                  <a:pt x="307837" y="27187"/>
                </a:lnTo>
                <a:lnTo>
                  <a:pt x="335185" y="70800"/>
                </a:lnTo>
                <a:lnTo>
                  <a:pt x="343172" y="110843"/>
                </a:lnTo>
                <a:lnTo>
                  <a:pt x="344171" y="133926"/>
                </a:lnTo>
                <a:lnTo>
                  <a:pt x="343168" y="157789"/>
                </a:lnTo>
                <a:lnTo>
                  <a:pt x="335146" y="198937"/>
                </a:lnTo>
                <a:lnTo>
                  <a:pt x="307854" y="243249"/>
                </a:lnTo>
                <a:lnTo>
                  <a:pt x="279133" y="259580"/>
                </a:lnTo>
                <a:lnTo>
                  <a:pt x="282555" y="270563"/>
                </a:lnTo>
                <a:lnTo>
                  <a:pt x="319460" y="253251"/>
                </a:lnTo>
                <a:lnTo>
                  <a:pt x="346595" y="223282"/>
                </a:lnTo>
                <a:lnTo>
                  <a:pt x="363283" y="183150"/>
                </a:lnTo>
                <a:lnTo>
                  <a:pt x="368846" y="135352"/>
                </a:lnTo>
                <a:lnTo>
                  <a:pt x="367450" y="110548"/>
                </a:lnTo>
                <a:lnTo>
                  <a:pt x="356290" y="66584"/>
                </a:lnTo>
                <a:lnTo>
                  <a:pt x="334156" y="30793"/>
                </a:lnTo>
                <a:lnTo>
                  <a:pt x="302172" y="7082"/>
                </a:lnTo>
                <a:lnTo>
                  <a:pt x="282555" y="0"/>
                </a:lnTo>
                <a:close/>
              </a:path>
              <a:path w="368935" h="271145">
                <a:moveTo>
                  <a:pt x="86290" y="0"/>
                </a:moveTo>
                <a:lnTo>
                  <a:pt x="49474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6" y="239849"/>
                </a:lnTo>
                <a:lnTo>
                  <a:pt x="66616" y="263489"/>
                </a:lnTo>
                <a:lnTo>
                  <a:pt x="86290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40" y="10981"/>
                </a:lnTo>
                <a:lnTo>
                  <a:pt x="86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422582" y="5006340"/>
            <a:ext cx="12452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7395" algn="l"/>
              </a:tabLst>
            </a:pPr>
            <a:r>
              <a:rPr dirty="0" sz="2300" spc="-114">
                <a:latin typeface="Cambria Math"/>
                <a:cs typeface="Cambria Math"/>
              </a:rPr>
              <a:t>%∈&amp;	</a:t>
            </a:r>
            <a:r>
              <a:rPr dirty="0" sz="2300" spc="750">
                <a:latin typeface="Cambria Math"/>
                <a:cs typeface="Cambria Math"/>
              </a:rPr>
              <a:t>'</a:t>
            </a:r>
            <a:r>
              <a:rPr dirty="0" sz="2300" spc="235">
                <a:latin typeface="Cambria Math"/>
                <a:cs typeface="Cambria Math"/>
              </a:rPr>
              <a:t> </a:t>
            </a:r>
            <a:r>
              <a:rPr dirty="0" baseline="26041" sz="4800">
                <a:latin typeface="Cambria Math"/>
                <a:cs typeface="Cambria Math"/>
              </a:rPr>
              <a:t>)</a:t>
            </a:r>
            <a:endParaRPr baseline="26041" sz="4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47750" y="2549978"/>
            <a:ext cx="7287986" cy="8980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90469" y="2609596"/>
            <a:ext cx="8153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833" sz="4200">
                <a:latin typeface="Cambria Math"/>
                <a:cs typeface="Cambria Math"/>
              </a:rPr>
              <a:t>𝑐</a:t>
            </a:r>
            <a:r>
              <a:rPr dirty="0" baseline="-20833" sz="4200" spc="419">
                <a:latin typeface="Cambria Math"/>
                <a:cs typeface="Cambria Math"/>
              </a:rPr>
              <a:t> </a:t>
            </a:r>
            <a:r>
              <a:rPr dirty="0" sz="2000" spc="805">
                <a:latin typeface="Cambria Math"/>
                <a:cs typeface="Cambria Math"/>
              </a:rPr>
              <a:t>,-.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53713" y="2740659"/>
            <a:ext cx="42271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2915" algn="l"/>
                <a:tab pos="1941195" algn="l"/>
                <a:tab pos="2665095" algn="l"/>
                <a:tab pos="3016250" algn="l"/>
                <a:tab pos="3286760" algn="l"/>
                <a:tab pos="4010025" algn="l"/>
              </a:tabLst>
            </a:pPr>
            <a:r>
              <a:rPr dirty="0" sz="2800">
                <a:latin typeface="Cambria Math"/>
                <a:cs typeface="Cambria Math"/>
              </a:rPr>
              <a:t>𝑣	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H</a:t>
            </a:r>
            <a:r>
              <a:rPr dirty="0" sz="2800" spc="-45">
                <a:latin typeface="Cambria Math"/>
                <a:cs typeface="Cambria Math"/>
              </a:rPr>
              <a:t>A</a:t>
            </a:r>
            <a:r>
              <a:rPr dirty="0" sz="2800" spc="-5">
                <a:latin typeface="Cambria Math"/>
                <a:cs typeface="Cambria Math"/>
              </a:rPr>
              <a:t>S</a:t>
            </a:r>
            <a:r>
              <a:rPr dirty="0" sz="2800">
                <a:latin typeface="Cambria Math"/>
                <a:cs typeface="Cambria Math"/>
              </a:rPr>
              <a:t>H	𝑐 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baseline="29166" sz="3000" spc="1185">
                <a:latin typeface="Cambria Math"/>
                <a:cs typeface="Cambria Math"/>
              </a:rPr>
              <a:t>,</a:t>
            </a:r>
            <a:r>
              <a:rPr dirty="0" baseline="29166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𝑣	,	𝑐 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baseline="29166" sz="3000" spc="1185">
                <a:latin typeface="Cambria Math"/>
                <a:cs typeface="Cambria Math"/>
              </a:rPr>
              <a:t>,</a:t>
            </a:r>
            <a:r>
              <a:rPr dirty="0" baseline="29166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𝑢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50402" y="3009900"/>
            <a:ext cx="814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55">
                <a:latin typeface="Cambria Math"/>
                <a:cs typeface="Cambria Math"/>
              </a:rPr>
              <a:t>!∈#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sz="2000" spc="-650">
                <a:latin typeface="Cambria Math"/>
                <a:cs typeface="Cambria Math"/>
              </a:rPr>
              <a:t>%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85509" y="4763651"/>
            <a:ext cx="1226820" cy="621665"/>
          </a:xfrm>
          <a:custGeom>
            <a:avLst/>
            <a:gdLst/>
            <a:ahLst/>
            <a:cxnLst/>
            <a:rect l="l" t="t" r="r" b="b"/>
            <a:pathLst>
              <a:path w="1226820" h="621664">
                <a:moveTo>
                  <a:pt x="0" y="0"/>
                </a:moveTo>
                <a:lnTo>
                  <a:pt x="1226517" y="0"/>
                </a:lnTo>
                <a:lnTo>
                  <a:pt x="1226517" y="621125"/>
                </a:lnTo>
                <a:lnTo>
                  <a:pt x="0" y="62112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60679" y="4763651"/>
            <a:ext cx="2682240" cy="735330"/>
          </a:xfrm>
          <a:custGeom>
            <a:avLst/>
            <a:gdLst/>
            <a:ahLst/>
            <a:cxnLst/>
            <a:rect l="l" t="t" r="r" b="b"/>
            <a:pathLst>
              <a:path w="2682240" h="735329">
                <a:moveTo>
                  <a:pt x="0" y="0"/>
                </a:moveTo>
                <a:lnTo>
                  <a:pt x="2681635" y="0"/>
                </a:lnTo>
                <a:lnTo>
                  <a:pt x="2681635" y="734910"/>
                </a:lnTo>
                <a:lnTo>
                  <a:pt x="0" y="73491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157912" y="4650401"/>
            <a:ext cx="2954020" cy="1534795"/>
          </a:xfrm>
          <a:prstGeom prst="rect">
            <a:avLst/>
          </a:prstGeom>
        </p:spPr>
        <p:txBody>
          <a:bodyPr wrap="square" lIns="0" tIns="176530" rIns="0" bIns="0" rtlCol="0" vert="horz">
            <a:spAutoFit/>
          </a:bodyPr>
          <a:lstStyle/>
          <a:p>
            <a:pPr marL="174625">
              <a:lnSpc>
                <a:spcPct val="100000"/>
              </a:lnSpc>
              <a:spcBef>
                <a:spcPts val="1390"/>
              </a:spcBef>
              <a:tabLst>
                <a:tab pos="673100" algn="l"/>
                <a:tab pos="1169670" algn="l"/>
                <a:tab pos="1570990" algn="l"/>
                <a:tab pos="1880235" algn="l"/>
                <a:tab pos="2210435" algn="l"/>
                <a:tab pos="2707005" algn="l"/>
              </a:tabLst>
            </a:pPr>
            <a:r>
              <a:rPr dirty="0" sz="3200" spc="-5">
                <a:latin typeface="Cambria Math"/>
                <a:cs typeface="Cambria Math"/>
              </a:rPr>
              <a:t>(</a:t>
            </a:r>
            <a:r>
              <a:rPr dirty="0" sz="3200">
                <a:latin typeface="Cambria Math"/>
                <a:cs typeface="Cambria Math"/>
              </a:rPr>
              <a:t>𝑐	</a:t>
            </a:r>
            <a:r>
              <a:rPr dirty="0" baseline="27777" sz="3450" spc="337">
                <a:latin typeface="Cambria Math"/>
                <a:cs typeface="Cambria Math"/>
              </a:rPr>
              <a:t>$</a:t>
            </a:r>
            <a:r>
              <a:rPr dirty="0" baseline="27777" sz="3450">
                <a:latin typeface="Cambria Math"/>
                <a:cs typeface="Cambria Math"/>
              </a:rPr>
              <a:t>	</a:t>
            </a:r>
            <a:r>
              <a:rPr dirty="0" sz="3200">
                <a:latin typeface="Cambria Math"/>
                <a:cs typeface="Cambria Math"/>
              </a:rPr>
              <a:t>𝑣	,	𝑐	</a:t>
            </a:r>
            <a:r>
              <a:rPr dirty="0" baseline="27777" sz="3450" spc="337">
                <a:latin typeface="Cambria Math"/>
                <a:cs typeface="Cambria Math"/>
              </a:rPr>
              <a:t>$</a:t>
            </a:r>
            <a:r>
              <a:rPr dirty="0" baseline="27777" sz="3450">
                <a:latin typeface="Cambria Math"/>
                <a:cs typeface="Cambria Math"/>
              </a:rPr>
              <a:t>	</a:t>
            </a:r>
            <a:r>
              <a:rPr dirty="0" sz="3200">
                <a:latin typeface="Cambria Math"/>
                <a:cs typeface="Cambria Math"/>
              </a:rPr>
              <a:t>𝑢</a:t>
            </a:r>
            <a:endParaRPr sz="3200">
              <a:latin typeface="Cambria Math"/>
              <a:cs typeface="Cambria Math"/>
            </a:endParaRPr>
          </a:p>
          <a:p>
            <a:pPr marL="12700" marR="1525270">
              <a:lnSpc>
                <a:spcPct val="100800"/>
              </a:lnSpc>
              <a:spcBef>
                <a:spcPts val="945"/>
              </a:spcBef>
            </a:pP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r>
              <a:rPr dirty="0" sz="2400" spc="-10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node 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6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70483" y="5583428"/>
            <a:ext cx="1672589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Neighbo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ing  node</a:t>
            </a:r>
            <a:r>
              <a:rPr dirty="0" sz="2400" spc="-10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colors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1173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03440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Theorem </a:t>
            </a:r>
            <a:r>
              <a:rPr dirty="0" spc="-10"/>
              <a:t>(Xu </a:t>
            </a:r>
            <a:r>
              <a:rPr dirty="0" spc="-5"/>
              <a:t>et </a:t>
            </a:r>
            <a:r>
              <a:rPr dirty="0"/>
              <a:t>al. </a:t>
            </a:r>
            <a:r>
              <a:rPr dirty="0" spc="-5"/>
              <a:t>ICLR</a:t>
            </a:r>
            <a:r>
              <a:rPr dirty="0" spc="-25"/>
              <a:t> </a:t>
            </a:r>
            <a:r>
              <a:rPr dirty="0" spc="-5"/>
              <a:t>2019)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815"/>
              </a:lnSpc>
            </a:pPr>
            <a:r>
              <a:rPr dirty="0" sz="3200" spc="-20"/>
              <a:t>Any </a:t>
            </a:r>
            <a:r>
              <a:rPr dirty="0" sz="3200" spc="-10"/>
              <a:t>injective </a:t>
            </a:r>
            <a:r>
              <a:rPr dirty="0" sz="3200" spc="-5"/>
              <a:t>function </a:t>
            </a:r>
            <a:r>
              <a:rPr dirty="0" sz="3200" spc="-15"/>
              <a:t>over </a:t>
            </a:r>
            <a:r>
              <a:rPr dirty="0" sz="3200"/>
              <a:t>the</a:t>
            </a:r>
            <a:r>
              <a:rPr dirty="0" sz="3200" spc="50"/>
              <a:t> </a:t>
            </a:r>
            <a:r>
              <a:rPr dirty="0" sz="3200"/>
              <a:t>tuple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18108" y="3113532"/>
            <a:ext cx="31165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>
                <a:latin typeface="Calibri"/>
                <a:cs typeface="Calibri"/>
              </a:rPr>
              <a:t>be </a:t>
            </a:r>
            <a:r>
              <a:rPr dirty="0" sz="3200" spc="-5">
                <a:latin typeface="Calibri"/>
                <a:cs typeface="Calibri"/>
              </a:rPr>
              <a:t>modeled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5551932"/>
            <a:ext cx="47440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>
                <a:latin typeface="Calibri"/>
                <a:cs typeface="Calibri"/>
              </a:rPr>
              <a:t>where </a:t>
            </a:r>
            <a:r>
              <a:rPr dirty="0" sz="3200">
                <a:latin typeface="Cambria Math"/>
                <a:cs typeface="Cambria Math"/>
              </a:rPr>
              <a:t>𝜖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5">
                <a:latin typeface="Calibri"/>
                <a:cs typeface="Calibri"/>
              </a:rPr>
              <a:t>learnable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 spc="-55">
                <a:latin typeface="Calibri"/>
                <a:cs typeface="Calibri"/>
              </a:rPr>
              <a:t>scalar.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40595" y="2361561"/>
            <a:ext cx="1082675" cy="621665"/>
          </a:xfrm>
          <a:custGeom>
            <a:avLst/>
            <a:gdLst/>
            <a:ahLst/>
            <a:cxnLst/>
            <a:rect l="l" t="t" r="r" b="b"/>
            <a:pathLst>
              <a:path w="1082675" h="621664">
                <a:moveTo>
                  <a:pt x="0" y="0"/>
                </a:moveTo>
                <a:lnTo>
                  <a:pt x="1082317" y="0"/>
                </a:lnTo>
                <a:lnTo>
                  <a:pt x="1082317" y="621125"/>
                </a:lnTo>
                <a:lnTo>
                  <a:pt x="0" y="62112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38906" y="2322339"/>
            <a:ext cx="2332990" cy="796290"/>
          </a:xfrm>
          <a:custGeom>
            <a:avLst/>
            <a:gdLst/>
            <a:ahLst/>
            <a:cxnLst/>
            <a:rect l="l" t="t" r="r" b="b"/>
            <a:pathLst>
              <a:path w="2332990" h="796289">
                <a:moveTo>
                  <a:pt x="0" y="0"/>
                </a:moveTo>
                <a:lnTo>
                  <a:pt x="2332929" y="0"/>
                </a:lnTo>
                <a:lnTo>
                  <a:pt x="2332929" y="795935"/>
                </a:lnTo>
                <a:lnTo>
                  <a:pt x="0" y="795935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37829" y="2675635"/>
            <a:ext cx="974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ea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7411" y="2785364"/>
            <a:ext cx="18910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dirty="0" sz="2400" spc="-7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9412" y="4008627"/>
            <a:ext cx="8794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M</a:t>
            </a:r>
            <a:r>
              <a:rPr dirty="0" sz="2800" spc="-5">
                <a:latin typeface="Cambria Math"/>
                <a:cs typeface="Cambria Math"/>
              </a:rPr>
              <a:t>L</a:t>
            </a:r>
            <a:r>
              <a:rPr dirty="0" sz="2800" spc="-380">
                <a:latin typeface="Cambria Math"/>
                <a:cs typeface="Cambria Math"/>
              </a:rPr>
              <a:t>P</a:t>
            </a:r>
            <a:r>
              <a:rPr dirty="0" baseline="-15277" sz="3000" spc="1327">
                <a:latin typeface="Cambria Math"/>
                <a:cs typeface="Cambria Math"/>
              </a:rPr>
              <a:t>)</a:t>
            </a:r>
            <a:endParaRPr baseline="-15277" sz="3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41870" y="3726733"/>
            <a:ext cx="7647940" cy="1322070"/>
          </a:xfrm>
          <a:custGeom>
            <a:avLst/>
            <a:gdLst/>
            <a:ahLst/>
            <a:cxnLst/>
            <a:rect l="l" t="t" r="r" b="b"/>
            <a:pathLst>
              <a:path w="7647940" h="1322070">
                <a:moveTo>
                  <a:pt x="7455113" y="0"/>
                </a:moveTo>
                <a:lnTo>
                  <a:pt x="7443307" y="11979"/>
                </a:lnTo>
                <a:lnTo>
                  <a:pt x="7469318" y="48739"/>
                </a:lnTo>
                <a:lnTo>
                  <a:pt x="7493178" y="89333"/>
                </a:lnTo>
                <a:lnTo>
                  <a:pt x="7514887" y="133761"/>
                </a:lnTo>
                <a:lnTo>
                  <a:pt x="7534445" y="182024"/>
                </a:lnTo>
                <a:lnTo>
                  <a:pt x="7551851" y="234121"/>
                </a:lnTo>
                <a:lnTo>
                  <a:pt x="7567107" y="290052"/>
                </a:lnTo>
                <a:lnTo>
                  <a:pt x="7578393" y="340100"/>
                </a:lnTo>
                <a:lnTo>
                  <a:pt x="7587943" y="391072"/>
                </a:lnTo>
                <a:lnTo>
                  <a:pt x="7595756" y="442968"/>
                </a:lnTo>
                <a:lnTo>
                  <a:pt x="7601833" y="495790"/>
                </a:lnTo>
                <a:lnTo>
                  <a:pt x="7606174" y="549536"/>
                </a:lnTo>
                <a:lnTo>
                  <a:pt x="7608778" y="604208"/>
                </a:lnTo>
                <a:lnTo>
                  <a:pt x="7609644" y="659978"/>
                </a:lnTo>
                <a:lnTo>
                  <a:pt x="7608778" y="714138"/>
                </a:lnTo>
                <a:lnTo>
                  <a:pt x="7606174" y="767902"/>
                </a:lnTo>
                <a:lnTo>
                  <a:pt x="7601833" y="821096"/>
                </a:lnTo>
                <a:lnTo>
                  <a:pt x="7595756" y="873719"/>
                </a:lnTo>
                <a:lnTo>
                  <a:pt x="7587943" y="925772"/>
                </a:lnTo>
                <a:lnTo>
                  <a:pt x="7578393" y="977254"/>
                </a:lnTo>
                <a:lnTo>
                  <a:pt x="7567107" y="1028166"/>
                </a:lnTo>
                <a:lnTo>
                  <a:pt x="7551851" y="1085216"/>
                </a:lnTo>
                <a:lnTo>
                  <a:pt x="7534445" y="1138239"/>
                </a:lnTo>
                <a:lnTo>
                  <a:pt x="7514887" y="1187235"/>
                </a:lnTo>
                <a:lnTo>
                  <a:pt x="7493178" y="1232203"/>
                </a:lnTo>
                <a:lnTo>
                  <a:pt x="7469318" y="1273144"/>
                </a:lnTo>
                <a:lnTo>
                  <a:pt x="7443307" y="1310058"/>
                </a:lnTo>
                <a:lnTo>
                  <a:pt x="7455113" y="1321692"/>
                </a:lnTo>
                <a:lnTo>
                  <a:pt x="7483510" y="1285569"/>
                </a:lnTo>
                <a:lnTo>
                  <a:pt x="7509895" y="1245149"/>
                </a:lnTo>
                <a:lnTo>
                  <a:pt x="7534269" y="1200431"/>
                </a:lnTo>
                <a:lnTo>
                  <a:pt x="7556631" y="1151416"/>
                </a:lnTo>
                <a:lnTo>
                  <a:pt x="7576982" y="1098104"/>
                </a:lnTo>
                <a:lnTo>
                  <a:pt x="7595322" y="1040494"/>
                </a:lnTo>
                <a:lnTo>
                  <a:pt x="7607510" y="995332"/>
                </a:lnTo>
                <a:lnTo>
                  <a:pt x="7618073" y="949483"/>
                </a:lnTo>
                <a:lnTo>
                  <a:pt x="7627011" y="902948"/>
                </a:lnTo>
                <a:lnTo>
                  <a:pt x="7634324" y="855727"/>
                </a:lnTo>
                <a:lnTo>
                  <a:pt x="7640012" y="807819"/>
                </a:lnTo>
                <a:lnTo>
                  <a:pt x="7644075" y="759225"/>
                </a:lnTo>
                <a:lnTo>
                  <a:pt x="7646512" y="709944"/>
                </a:lnTo>
                <a:lnTo>
                  <a:pt x="7647322" y="659804"/>
                </a:lnTo>
                <a:lnTo>
                  <a:pt x="7646512" y="609004"/>
                </a:lnTo>
                <a:lnTo>
                  <a:pt x="7644075" y="558961"/>
                </a:lnTo>
                <a:lnTo>
                  <a:pt x="7640012" y="509849"/>
                </a:lnTo>
                <a:lnTo>
                  <a:pt x="7634324" y="461667"/>
                </a:lnTo>
                <a:lnTo>
                  <a:pt x="7627011" y="414416"/>
                </a:lnTo>
                <a:lnTo>
                  <a:pt x="7618073" y="368095"/>
                </a:lnTo>
                <a:lnTo>
                  <a:pt x="7607510" y="322705"/>
                </a:lnTo>
                <a:lnTo>
                  <a:pt x="7595322" y="278245"/>
                </a:lnTo>
                <a:lnTo>
                  <a:pt x="7576982" y="221634"/>
                </a:lnTo>
                <a:lnTo>
                  <a:pt x="7556631" y="169117"/>
                </a:lnTo>
                <a:lnTo>
                  <a:pt x="7534269" y="120696"/>
                </a:lnTo>
                <a:lnTo>
                  <a:pt x="7509895" y="76369"/>
                </a:lnTo>
                <a:lnTo>
                  <a:pt x="7483510" y="36137"/>
                </a:lnTo>
                <a:lnTo>
                  <a:pt x="7455113" y="0"/>
                </a:lnTo>
                <a:close/>
              </a:path>
              <a:path w="7647940" h="1322070">
                <a:moveTo>
                  <a:pt x="192211" y="0"/>
                </a:moveTo>
                <a:lnTo>
                  <a:pt x="163765" y="36137"/>
                </a:lnTo>
                <a:lnTo>
                  <a:pt x="137344" y="76369"/>
                </a:lnTo>
                <a:lnTo>
                  <a:pt x="112948" y="120696"/>
                </a:lnTo>
                <a:lnTo>
                  <a:pt x="90578" y="169117"/>
                </a:lnTo>
                <a:lnTo>
                  <a:pt x="70234" y="221634"/>
                </a:lnTo>
                <a:lnTo>
                  <a:pt x="51916" y="278245"/>
                </a:lnTo>
                <a:lnTo>
                  <a:pt x="39748" y="322705"/>
                </a:lnTo>
                <a:lnTo>
                  <a:pt x="29203" y="368095"/>
                </a:lnTo>
                <a:lnTo>
                  <a:pt x="20280" y="414416"/>
                </a:lnTo>
                <a:lnTo>
                  <a:pt x="12979" y="461667"/>
                </a:lnTo>
                <a:lnTo>
                  <a:pt x="7300" y="509849"/>
                </a:lnTo>
                <a:lnTo>
                  <a:pt x="3244" y="558961"/>
                </a:lnTo>
                <a:lnTo>
                  <a:pt x="811" y="609004"/>
                </a:lnTo>
                <a:lnTo>
                  <a:pt x="0" y="659978"/>
                </a:lnTo>
                <a:lnTo>
                  <a:pt x="811" y="709944"/>
                </a:lnTo>
                <a:lnTo>
                  <a:pt x="3244" y="759225"/>
                </a:lnTo>
                <a:lnTo>
                  <a:pt x="7300" y="807819"/>
                </a:lnTo>
                <a:lnTo>
                  <a:pt x="12979" y="855727"/>
                </a:lnTo>
                <a:lnTo>
                  <a:pt x="20280" y="902948"/>
                </a:lnTo>
                <a:lnTo>
                  <a:pt x="29203" y="949483"/>
                </a:lnTo>
                <a:lnTo>
                  <a:pt x="39748" y="995332"/>
                </a:lnTo>
                <a:lnTo>
                  <a:pt x="51916" y="1040494"/>
                </a:lnTo>
                <a:lnTo>
                  <a:pt x="70234" y="1098104"/>
                </a:lnTo>
                <a:lnTo>
                  <a:pt x="90578" y="1151416"/>
                </a:lnTo>
                <a:lnTo>
                  <a:pt x="112948" y="1200431"/>
                </a:lnTo>
                <a:lnTo>
                  <a:pt x="137344" y="1245149"/>
                </a:lnTo>
                <a:lnTo>
                  <a:pt x="163765" y="1285569"/>
                </a:lnTo>
                <a:lnTo>
                  <a:pt x="192211" y="1321692"/>
                </a:lnTo>
                <a:lnTo>
                  <a:pt x="203845" y="1310058"/>
                </a:lnTo>
                <a:lnTo>
                  <a:pt x="177836" y="1273144"/>
                </a:lnTo>
                <a:lnTo>
                  <a:pt x="153983" y="1232203"/>
                </a:lnTo>
                <a:lnTo>
                  <a:pt x="132286" y="1187235"/>
                </a:lnTo>
                <a:lnTo>
                  <a:pt x="112745" y="1138239"/>
                </a:lnTo>
                <a:lnTo>
                  <a:pt x="95360" y="1085216"/>
                </a:lnTo>
                <a:lnTo>
                  <a:pt x="80131" y="1028166"/>
                </a:lnTo>
                <a:lnTo>
                  <a:pt x="68868" y="977254"/>
                </a:lnTo>
                <a:lnTo>
                  <a:pt x="59338" y="925772"/>
                </a:lnTo>
                <a:lnTo>
                  <a:pt x="51540" y="873719"/>
                </a:lnTo>
                <a:lnTo>
                  <a:pt x="45476" y="821096"/>
                </a:lnTo>
                <a:lnTo>
                  <a:pt x="41144" y="767902"/>
                </a:lnTo>
                <a:lnTo>
                  <a:pt x="38544" y="714138"/>
                </a:lnTo>
                <a:lnTo>
                  <a:pt x="37678" y="659804"/>
                </a:lnTo>
                <a:lnTo>
                  <a:pt x="38546" y="604208"/>
                </a:lnTo>
                <a:lnTo>
                  <a:pt x="41151" y="549536"/>
                </a:lnTo>
                <a:lnTo>
                  <a:pt x="45492" y="495790"/>
                </a:lnTo>
                <a:lnTo>
                  <a:pt x="51569" y="442968"/>
                </a:lnTo>
                <a:lnTo>
                  <a:pt x="59382" y="391072"/>
                </a:lnTo>
                <a:lnTo>
                  <a:pt x="68932" y="340100"/>
                </a:lnTo>
                <a:lnTo>
                  <a:pt x="80218" y="290052"/>
                </a:lnTo>
                <a:lnTo>
                  <a:pt x="95469" y="234121"/>
                </a:lnTo>
                <a:lnTo>
                  <a:pt x="112861" y="182024"/>
                </a:lnTo>
                <a:lnTo>
                  <a:pt x="132395" y="133761"/>
                </a:lnTo>
                <a:lnTo>
                  <a:pt x="154070" y="89333"/>
                </a:lnTo>
                <a:lnTo>
                  <a:pt x="177887" y="48739"/>
                </a:lnTo>
                <a:lnTo>
                  <a:pt x="203845" y="11979"/>
                </a:lnTo>
                <a:lnTo>
                  <a:pt x="1922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88244" y="4109460"/>
            <a:ext cx="1029335" cy="329565"/>
          </a:xfrm>
          <a:custGeom>
            <a:avLst/>
            <a:gdLst/>
            <a:ahLst/>
            <a:cxnLst/>
            <a:rect l="l" t="t" r="r" b="b"/>
            <a:pathLst>
              <a:path w="1029335" h="329564">
                <a:moveTo>
                  <a:pt x="923959" y="0"/>
                </a:moveTo>
                <a:lnTo>
                  <a:pt x="919271" y="13369"/>
                </a:lnTo>
                <a:lnTo>
                  <a:pt x="938338" y="21643"/>
                </a:lnTo>
                <a:lnTo>
                  <a:pt x="954735" y="33098"/>
                </a:lnTo>
                <a:lnTo>
                  <a:pt x="979521" y="65545"/>
                </a:lnTo>
                <a:lnTo>
                  <a:pt x="994107" y="109323"/>
                </a:lnTo>
                <a:lnTo>
                  <a:pt x="998969" y="163041"/>
                </a:lnTo>
                <a:lnTo>
                  <a:pt x="997748" y="192092"/>
                </a:lnTo>
                <a:lnTo>
                  <a:pt x="987981" y="242184"/>
                </a:lnTo>
                <a:lnTo>
                  <a:pt x="968382" y="281306"/>
                </a:lnTo>
                <a:lnTo>
                  <a:pt x="938561" y="307698"/>
                </a:lnTo>
                <a:lnTo>
                  <a:pt x="919792" y="316011"/>
                </a:lnTo>
                <a:lnTo>
                  <a:pt x="923959" y="329380"/>
                </a:lnTo>
                <a:lnTo>
                  <a:pt x="968886" y="308306"/>
                </a:lnTo>
                <a:lnTo>
                  <a:pt x="1001920" y="271821"/>
                </a:lnTo>
                <a:lnTo>
                  <a:pt x="1022235" y="222965"/>
                </a:lnTo>
                <a:lnTo>
                  <a:pt x="1029007" y="164777"/>
                </a:lnTo>
                <a:lnTo>
                  <a:pt x="1027309" y="134581"/>
                </a:lnTo>
                <a:lnTo>
                  <a:pt x="1013722" y="81058"/>
                </a:lnTo>
                <a:lnTo>
                  <a:pt x="986776" y="37488"/>
                </a:lnTo>
                <a:lnTo>
                  <a:pt x="947839" y="8621"/>
                </a:lnTo>
                <a:lnTo>
                  <a:pt x="923959" y="0"/>
                </a:lnTo>
                <a:close/>
              </a:path>
              <a:path w="1029335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69"/>
                </a:lnTo>
                <a:lnTo>
                  <a:pt x="105048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30"/>
                </a:lnTo>
                <a:lnTo>
                  <a:pt x="49571" y="263226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47812" y="4055225"/>
            <a:ext cx="333375" cy="235585"/>
          </a:xfrm>
          <a:custGeom>
            <a:avLst/>
            <a:gdLst/>
            <a:ahLst/>
            <a:cxnLst/>
            <a:rect l="l" t="t" r="r" b="b"/>
            <a:pathLst>
              <a:path w="333375" h="235585">
                <a:moveTo>
                  <a:pt x="258279" y="0"/>
                </a:moveTo>
                <a:lnTo>
                  <a:pt x="254930" y="9550"/>
                </a:lnTo>
                <a:lnTo>
                  <a:pt x="268550" y="15460"/>
                </a:lnTo>
                <a:lnTo>
                  <a:pt x="280262" y="23642"/>
                </a:lnTo>
                <a:lnTo>
                  <a:pt x="304044" y="61565"/>
                </a:lnTo>
                <a:lnTo>
                  <a:pt x="311858" y="116457"/>
                </a:lnTo>
                <a:lnTo>
                  <a:pt x="310986" y="137208"/>
                </a:lnTo>
                <a:lnTo>
                  <a:pt x="297905" y="188019"/>
                </a:lnTo>
                <a:lnTo>
                  <a:pt x="268709" y="219784"/>
                </a:lnTo>
                <a:lnTo>
                  <a:pt x="255303" y="225722"/>
                </a:lnTo>
                <a:lnTo>
                  <a:pt x="258279" y="235272"/>
                </a:lnTo>
                <a:lnTo>
                  <a:pt x="303230" y="208564"/>
                </a:lnTo>
                <a:lnTo>
                  <a:pt x="328477" y="159261"/>
                </a:lnTo>
                <a:lnTo>
                  <a:pt x="333314" y="117698"/>
                </a:lnTo>
                <a:lnTo>
                  <a:pt x="332100" y="96129"/>
                </a:lnTo>
                <a:lnTo>
                  <a:pt x="322395" y="57899"/>
                </a:lnTo>
                <a:lnTo>
                  <a:pt x="290293" y="15084"/>
                </a:lnTo>
                <a:lnTo>
                  <a:pt x="275336" y="6158"/>
                </a:lnTo>
                <a:lnTo>
                  <a:pt x="258279" y="0"/>
                </a:lnTo>
                <a:close/>
              </a:path>
              <a:path w="333375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791863" y="4008627"/>
            <a:ext cx="38811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5050" algn="l"/>
              </a:tabLst>
            </a:pPr>
            <a:r>
              <a:rPr dirty="0" sz="2800">
                <a:latin typeface="Cambria Math"/>
                <a:cs typeface="Cambria Math"/>
              </a:rPr>
              <a:t>1 + 𝜖	⋅ </a:t>
            </a:r>
            <a:r>
              <a:rPr dirty="0" sz="2800" spc="-15">
                <a:latin typeface="Cambria Math"/>
                <a:cs typeface="Cambria Math"/>
              </a:rPr>
              <a:t>MLP</a:t>
            </a:r>
            <a:r>
              <a:rPr dirty="0" baseline="-15277" sz="3000" spc="-22">
                <a:latin typeface="Cambria Math"/>
                <a:cs typeface="Cambria Math"/>
              </a:rPr>
              <a:t>*</a:t>
            </a:r>
            <a:r>
              <a:rPr dirty="0" sz="2800" spc="-15">
                <a:latin typeface="Cambria Math"/>
                <a:cs typeface="Cambria Math"/>
              </a:rPr>
              <a:t>(𝑐 </a:t>
            </a:r>
            <a:r>
              <a:rPr dirty="0" baseline="29166" sz="3000" spc="1185">
                <a:latin typeface="Cambria Math"/>
                <a:cs typeface="Cambria Math"/>
              </a:rPr>
              <a:t>, </a:t>
            </a:r>
            <a:r>
              <a:rPr dirty="0" sz="2800" spc="10">
                <a:latin typeface="Cambria Math"/>
                <a:cs typeface="Cambria Math"/>
              </a:rPr>
              <a:t>(𝑣)))</a:t>
            </a:r>
            <a:r>
              <a:rPr dirty="0" sz="2800" spc="-1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+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98176" y="4640632"/>
            <a:ext cx="321310" cy="235585"/>
          </a:xfrm>
          <a:custGeom>
            <a:avLst/>
            <a:gdLst/>
            <a:ahLst/>
            <a:cxnLst/>
            <a:rect l="l" t="t" r="r" b="b"/>
            <a:pathLst>
              <a:path w="321309" h="235585">
                <a:moveTo>
                  <a:pt x="246151" y="0"/>
                </a:moveTo>
                <a:lnTo>
                  <a:pt x="242802" y="9550"/>
                </a:lnTo>
                <a:lnTo>
                  <a:pt x="256422" y="15460"/>
                </a:lnTo>
                <a:lnTo>
                  <a:pt x="268134" y="23642"/>
                </a:lnTo>
                <a:lnTo>
                  <a:pt x="291915" y="61565"/>
                </a:lnTo>
                <a:lnTo>
                  <a:pt x="299728" y="116457"/>
                </a:lnTo>
                <a:lnTo>
                  <a:pt x="298856" y="137208"/>
                </a:lnTo>
                <a:lnTo>
                  <a:pt x="285776" y="188019"/>
                </a:lnTo>
                <a:lnTo>
                  <a:pt x="256580" y="219784"/>
                </a:lnTo>
                <a:lnTo>
                  <a:pt x="243174" y="225722"/>
                </a:lnTo>
                <a:lnTo>
                  <a:pt x="246151" y="235272"/>
                </a:lnTo>
                <a:lnTo>
                  <a:pt x="291102" y="208564"/>
                </a:lnTo>
                <a:lnTo>
                  <a:pt x="316348" y="159261"/>
                </a:lnTo>
                <a:lnTo>
                  <a:pt x="321185" y="117698"/>
                </a:lnTo>
                <a:lnTo>
                  <a:pt x="319972" y="96129"/>
                </a:lnTo>
                <a:lnTo>
                  <a:pt x="310267" y="57899"/>
                </a:lnTo>
                <a:lnTo>
                  <a:pt x="278164" y="15084"/>
                </a:lnTo>
                <a:lnTo>
                  <a:pt x="263208" y="6158"/>
                </a:lnTo>
                <a:lnTo>
                  <a:pt x="246151" y="0"/>
                </a:lnTo>
                <a:close/>
              </a:path>
              <a:path w="321309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844591" y="4055225"/>
            <a:ext cx="333375" cy="235585"/>
          </a:xfrm>
          <a:custGeom>
            <a:avLst/>
            <a:gdLst/>
            <a:ahLst/>
            <a:cxnLst/>
            <a:rect l="l" t="t" r="r" b="b"/>
            <a:pathLst>
              <a:path w="333375" h="235585">
                <a:moveTo>
                  <a:pt x="258279" y="0"/>
                </a:moveTo>
                <a:lnTo>
                  <a:pt x="254930" y="9550"/>
                </a:lnTo>
                <a:lnTo>
                  <a:pt x="268549" y="15460"/>
                </a:lnTo>
                <a:lnTo>
                  <a:pt x="280262" y="23642"/>
                </a:lnTo>
                <a:lnTo>
                  <a:pt x="304044" y="61565"/>
                </a:lnTo>
                <a:lnTo>
                  <a:pt x="311857" y="116457"/>
                </a:lnTo>
                <a:lnTo>
                  <a:pt x="310985" y="137208"/>
                </a:lnTo>
                <a:lnTo>
                  <a:pt x="297905" y="188019"/>
                </a:lnTo>
                <a:lnTo>
                  <a:pt x="268709" y="219784"/>
                </a:lnTo>
                <a:lnTo>
                  <a:pt x="255303" y="225722"/>
                </a:lnTo>
                <a:lnTo>
                  <a:pt x="258279" y="235272"/>
                </a:lnTo>
                <a:lnTo>
                  <a:pt x="303229" y="208564"/>
                </a:lnTo>
                <a:lnTo>
                  <a:pt x="328477" y="159261"/>
                </a:lnTo>
                <a:lnTo>
                  <a:pt x="333314" y="117698"/>
                </a:lnTo>
                <a:lnTo>
                  <a:pt x="332100" y="96129"/>
                </a:lnTo>
                <a:lnTo>
                  <a:pt x="322395" y="57899"/>
                </a:lnTo>
                <a:lnTo>
                  <a:pt x="290292" y="15084"/>
                </a:lnTo>
                <a:lnTo>
                  <a:pt x="275336" y="6158"/>
                </a:lnTo>
                <a:lnTo>
                  <a:pt x="258279" y="0"/>
                </a:lnTo>
                <a:close/>
              </a:path>
              <a:path w="33337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60"/>
                </a:lnTo>
                <a:lnTo>
                  <a:pt x="78383" y="9550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248554" y="4109460"/>
            <a:ext cx="447040" cy="329565"/>
          </a:xfrm>
          <a:custGeom>
            <a:avLst/>
            <a:gdLst/>
            <a:ahLst/>
            <a:cxnLst/>
            <a:rect l="l" t="t" r="r" b="b"/>
            <a:pathLst>
              <a:path w="447040" h="329564">
                <a:moveTo>
                  <a:pt x="341411" y="0"/>
                </a:moveTo>
                <a:lnTo>
                  <a:pt x="336722" y="13369"/>
                </a:lnTo>
                <a:lnTo>
                  <a:pt x="355790" y="21643"/>
                </a:lnTo>
                <a:lnTo>
                  <a:pt x="372187" y="33098"/>
                </a:lnTo>
                <a:lnTo>
                  <a:pt x="396974" y="65545"/>
                </a:lnTo>
                <a:lnTo>
                  <a:pt x="411558" y="109323"/>
                </a:lnTo>
                <a:lnTo>
                  <a:pt x="416420" y="163041"/>
                </a:lnTo>
                <a:lnTo>
                  <a:pt x="415199" y="192092"/>
                </a:lnTo>
                <a:lnTo>
                  <a:pt x="405432" y="242184"/>
                </a:lnTo>
                <a:lnTo>
                  <a:pt x="385833" y="281306"/>
                </a:lnTo>
                <a:lnTo>
                  <a:pt x="356012" y="307698"/>
                </a:lnTo>
                <a:lnTo>
                  <a:pt x="337243" y="316011"/>
                </a:lnTo>
                <a:lnTo>
                  <a:pt x="341411" y="329380"/>
                </a:lnTo>
                <a:lnTo>
                  <a:pt x="386339" y="308306"/>
                </a:lnTo>
                <a:lnTo>
                  <a:pt x="419371" y="271821"/>
                </a:lnTo>
                <a:lnTo>
                  <a:pt x="439686" y="222965"/>
                </a:lnTo>
                <a:lnTo>
                  <a:pt x="446458" y="164777"/>
                </a:lnTo>
                <a:lnTo>
                  <a:pt x="444760" y="134581"/>
                </a:lnTo>
                <a:lnTo>
                  <a:pt x="431173" y="81058"/>
                </a:lnTo>
                <a:lnTo>
                  <a:pt x="404228" y="37488"/>
                </a:lnTo>
                <a:lnTo>
                  <a:pt x="365291" y="8621"/>
                </a:lnTo>
                <a:lnTo>
                  <a:pt x="341411" y="0"/>
                </a:lnTo>
                <a:close/>
              </a:path>
              <a:path w="447040" h="329564">
                <a:moveTo>
                  <a:pt x="105048" y="0"/>
                </a:moveTo>
                <a:lnTo>
                  <a:pt x="60229" y="21117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69"/>
                </a:lnTo>
                <a:lnTo>
                  <a:pt x="105048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30"/>
                </a:lnTo>
                <a:lnTo>
                  <a:pt x="49571" y="263226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39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725561" y="3827983"/>
            <a:ext cx="3161030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229870">
              <a:lnSpc>
                <a:spcPct val="100000"/>
              </a:lnSpc>
              <a:spcBef>
                <a:spcPts val="1520"/>
              </a:spcBef>
              <a:tabLst>
                <a:tab pos="977265" algn="l"/>
                <a:tab pos="2639060" algn="l"/>
                <a:tab pos="3000375" algn="l"/>
              </a:tabLst>
            </a:pPr>
            <a:r>
              <a:rPr dirty="0" sz="2800" spc="2775">
                <a:latin typeface="Cambria Math"/>
                <a:cs typeface="Cambria Math"/>
              </a:rPr>
              <a:t>-</a:t>
            </a:r>
            <a:r>
              <a:rPr dirty="0" sz="2800" spc="2775">
                <a:latin typeface="Cambria Math"/>
                <a:cs typeface="Cambria Math"/>
              </a:rPr>
              <a:t>	M</a:t>
            </a:r>
            <a:r>
              <a:rPr dirty="0" sz="2800" spc="-5">
                <a:latin typeface="Cambria Math"/>
                <a:cs typeface="Cambria Math"/>
              </a:rPr>
              <a:t>L</a:t>
            </a:r>
            <a:r>
              <a:rPr dirty="0" sz="2800" spc="-550">
                <a:latin typeface="Cambria Math"/>
                <a:cs typeface="Cambria Math"/>
              </a:rPr>
              <a:t>P</a:t>
            </a:r>
            <a:r>
              <a:rPr dirty="0" baseline="-15277" sz="3000" spc="712">
                <a:latin typeface="Cambria Math"/>
                <a:cs typeface="Cambria Math"/>
              </a:rPr>
              <a:t>*</a:t>
            </a:r>
            <a:r>
              <a:rPr dirty="0" sz="2800">
                <a:latin typeface="Cambria Math"/>
                <a:cs typeface="Cambria Math"/>
              </a:rPr>
              <a:t>(𝑐 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baseline="29166" sz="3000" spc="1185">
                <a:latin typeface="Cambria Math"/>
                <a:cs typeface="Cambria Math"/>
              </a:rPr>
              <a:t>,</a:t>
            </a:r>
            <a:r>
              <a:rPr dirty="0" baseline="29166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𝑢	)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355">
                <a:latin typeface="Cambria Math"/>
                <a:cs typeface="Cambria Math"/>
              </a:rPr>
              <a:t>!∈#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sz="2000" spc="-650">
                <a:latin typeface="Cambria Math"/>
                <a:cs typeface="Cambria Math"/>
              </a:rPr>
              <a:t>%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71508" y="2482232"/>
            <a:ext cx="333375" cy="235585"/>
          </a:xfrm>
          <a:custGeom>
            <a:avLst/>
            <a:gdLst/>
            <a:ahLst/>
            <a:cxnLst/>
            <a:rect l="l" t="t" r="r" b="b"/>
            <a:pathLst>
              <a:path w="333375" h="235585">
                <a:moveTo>
                  <a:pt x="258278" y="0"/>
                </a:moveTo>
                <a:lnTo>
                  <a:pt x="254929" y="9549"/>
                </a:lnTo>
                <a:lnTo>
                  <a:pt x="268549" y="15459"/>
                </a:lnTo>
                <a:lnTo>
                  <a:pt x="280261" y="23641"/>
                </a:lnTo>
                <a:lnTo>
                  <a:pt x="304043" y="61565"/>
                </a:lnTo>
                <a:lnTo>
                  <a:pt x="311857" y="116457"/>
                </a:lnTo>
                <a:lnTo>
                  <a:pt x="310985" y="137208"/>
                </a:lnTo>
                <a:lnTo>
                  <a:pt x="297903" y="188019"/>
                </a:lnTo>
                <a:lnTo>
                  <a:pt x="268707" y="219784"/>
                </a:lnTo>
                <a:lnTo>
                  <a:pt x="255301" y="225722"/>
                </a:lnTo>
                <a:lnTo>
                  <a:pt x="258278" y="235272"/>
                </a:lnTo>
                <a:lnTo>
                  <a:pt x="303229" y="208564"/>
                </a:lnTo>
                <a:lnTo>
                  <a:pt x="328475" y="159261"/>
                </a:lnTo>
                <a:lnTo>
                  <a:pt x="333312" y="117698"/>
                </a:lnTo>
                <a:lnTo>
                  <a:pt x="332099" y="96129"/>
                </a:lnTo>
                <a:lnTo>
                  <a:pt x="322395" y="57899"/>
                </a:lnTo>
                <a:lnTo>
                  <a:pt x="290292" y="15084"/>
                </a:lnTo>
                <a:lnTo>
                  <a:pt x="275336" y="6158"/>
                </a:lnTo>
                <a:lnTo>
                  <a:pt x="258278" y="0"/>
                </a:lnTo>
                <a:close/>
              </a:path>
              <a:path w="33337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4" y="211521"/>
                </a:lnTo>
                <a:lnTo>
                  <a:pt x="29303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7" y="46818"/>
                </a:lnTo>
                <a:lnTo>
                  <a:pt x="64813" y="15459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37829" y="2256028"/>
            <a:ext cx="21856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2420" algn="l"/>
              </a:tabLst>
            </a:pP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r>
              <a:rPr dirty="0" sz="240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node	</a:t>
            </a:r>
            <a:r>
              <a:rPr dirty="0" baseline="-27777" sz="4200">
                <a:latin typeface="Cambria Math"/>
                <a:cs typeface="Cambria Math"/>
              </a:rPr>
              <a:t>(𝑐</a:t>
            </a:r>
            <a:r>
              <a:rPr dirty="0" baseline="-27777" sz="4200" spc="397">
                <a:latin typeface="Cambria Math"/>
                <a:cs typeface="Cambria Math"/>
              </a:rPr>
              <a:t> </a:t>
            </a:r>
            <a:r>
              <a:rPr dirty="0" baseline="-11111" sz="3000" spc="1185">
                <a:latin typeface="Cambria Math"/>
                <a:cs typeface="Cambria Math"/>
              </a:rPr>
              <a:t>,</a:t>
            </a:r>
            <a:endParaRPr baseline="-11111" sz="3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75470" y="2536468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69"/>
                </a:lnTo>
                <a:lnTo>
                  <a:pt x="346074" y="21643"/>
                </a:lnTo>
                <a:lnTo>
                  <a:pt x="362471" y="33098"/>
                </a:lnTo>
                <a:lnTo>
                  <a:pt x="387257" y="65545"/>
                </a:lnTo>
                <a:lnTo>
                  <a:pt x="401843" y="109322"/>
                </a:lnTo>
                <a:lnTo>
                  <a:pt x="406704" y="163040"/>
                </a:lnTo>
                <a:lnTo>
                  <a:pt x="405483" y="192091"/>
                </a:lnTo>
                <a:lnTo>
                  <a:pt x="395716" y="242184"/>
                </a:lnTo>
                <a:lnTo>
                  <a:pt x="376118" y="281305"/>
                </a:lnTo>
                <a:lnTo>
                  <a:pt x="346296" y="307698"/>
                </a:lnTo>
                <a:lnTo>
                  <a:pt x="327527" y="316011"/>
                </a:lnTo>
                <a:lnTo>
                  <a:pt x="331694" y="329380"/>
                </a:lnTo>
                <a:lnTo>
                  <a:pt x="376622" y="308306"/>
                </a:lnTo>
                <a:lnTo>
                  <a:pt x="409656" y="271821"/>
                </a:lnTo>
                <a:lnTo>
                  <a:pt x="429971" y="222965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8"/>
                </a:lnTo>
                <a:lnTo>
                  <a:pt x="394512" y="37488"/>
                </a:lnTo>
                <a:lnTo>
                  <a:pt x="355574" y="8621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7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69"/>
                </a:lnTo>
                <a:lnTo>
                  <a:pt x="105048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29"/>
                </a:lnTo>
                <a:lnTo>
                  <a:pt x="49571" y="263226"/>
                </a:lnTo>
                <a:lnTo>
                  <a:pt x="34921" y="218472"/>
                </a:lnTo>
                <a:lnTo>
                  <a:pt x="30038" y="163040"/>
                </a:lnTo>
                <a:lnTo>
                  <a:pt x="31258" y="134938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92219" y="2487416"/>
            <a:ext cx="1327785" cy="427990"/>
          </a:xfrm>
          <a:custGeom>
            <a:avLst/>
            <a:gdLst/>
            <a:ahLst/>
            <a:cxnLst/>
            <a:rect l="l" t="t" r="r" b="b"/>
            <a:pathLst>
              <a:path w="1327785" h="427989">
                <a:moveTo>
                  <a:pt x="1221002" y="0"/>
                </a:moveTo>
                <a:lnTo>
                  <a:pt x="1216487" y="0"/>
                </a:lnTo>
                <a:lnTo>
                  <a:pt x="1216487" y="13196"/>
                </a:lnTo>
                <a:lnTo>
                  <a:pt x="1219092" y="13196"/>
                </a:lnTo>
                <a:lnTo>
                  <a:pt x="1230996" y="14260"/>
                </a:lnTo>
                <a:lnTo>
                  <a:pt x="1264735" y="40347"/>
                </a:lnTo>
                <a:lnTo>
                  <a:pt x="1272744" y="90289"/>
                </a:lnTo>
                <a:lnTo>
                  <a:pt x="1272527" y="98650"/>
                </a:lnTo>
                <a:lnTo>
                  <a:pt x="1271876" y="107934"/>
                </a:lnTo>
                <a:lnTo>
                  <a:pt x="1270791" y="118140"/>
                </a:lnTo>
                <a:lnTo>
                  <a:pt x="1269272" y="129269"/>
                </a:lnTo>
                <a:lnTo>
                  <a:pt x="1267753" y="140040"/>
                </a:lnTo>
                <a:lnTo>
                  <a:pt x="1266667" y="149172"/>
                </a:lnTo>
                <a:lnTo>
                  <a:pt x="1266017" y="156665"/>
                </a:lnTo>
                <a:lnTo>
                  <a:pt x="1265800" y="162520"/>
                </a:lnTo>
                <a:lnTo>
                  <a:pt x="1266342" y="171641"/>
                </a:lnTo>
                <a:lnTo>
                  <a:pt x="1289359" y="208658"/>
                </a:lnTo>
                <a:lnTo>
                  <a:pt x="1295143" y="212006"/>
                </a:lnTo>
                <a:lnTo>
                  <a:pt x="1295143" y="215130"/>
                </a:lnTo>
                <a:lnTo>
                  <a:pt x="1267970" y="246862"/>
                </a:lnTo>
                <a:lnTo>
                  <a:pt x="1265800" y="264095"/>
                </a:lnTo>
                <a:lnTo>
                  <a:pt x="1266017" y="269862"/>
                </a:lnTo>
                <a:lnTo>
                  <a:pt x="1266667" y="277269"/>
                </a:lnTo>
                <a:lnTo>
                  <a:pt x="1267753" y="286314"/>
                </a:lnTo>
                <a:lnTo>
                  <a:pt x="1269272" y="296998"/>
                </a:lnTo>
                <a:lnTo>
                  <a:pt x="1270791" y="308029"/>
                </a:lnTo>
                <a:lnTo>
                  <a:pt x="1271876" y="318116"/>
                </a:lnTo>
                <a:lnTo>
                  <a:pt x="1272527" y="327259"/>
                </a:lnTo>
                <a:lnTo>
                  <a:pt x="1272744" y="335457"/>
                </a:lnTo>
                <a:lnTo>
                  <a:pt x="1271854" y="356261"/>
                </a:lnTo>
                <a:lnTo>
                  <a:pt x="1258506" y="397445"/>
                </a:lnTo>
                <a:lnTo>
                  <a:pt x="1219092" y="414287"/>
                </a:lnTo>
                <a:lnTo>
                  <a:pt x="1216487" y="414287"/>
                </a:lnTo>
                <a:lnTo>
                  <a:pt x="1216487" y="427483"/>
                </a:lnTo>
                <a:lnTo>
                  <a:pt x="1221002" y="427483"/>
                </a:lnTo>
                <a:lnTo>
                  <a:pt x="1240117" y="425676"/>
                </a:lnTo>
                <a:lnTo>
                  <a:pt x="1282034" y="403782"/>
                </a:lnTo>
                <a:lnTo>
                  <a:pt x="1300997" y="353076"/>
                </a:lnTo>
                <a:lnTo>
                  <a:pt x="1302261" y="328860"/>
                </a:lnTo>
                <a:lnTo>
                  <a:pt x="1302006" y="319348"/>
                </a:lnTo>
                <a:lnTo>
                  <a:pt x="1301241" y="309218"/>
                </a:lnTo>
                <a:lnTo>
                  <a:pt x="1299967" y="298468"/>
                </a:lnTo>
                <a:lnTo>
                  <a:pt x="1298182" y="287101"/>
                </a:lnTo>
                <a:lnTo>
                  <a:pt x="1296397" y="276384"/>
                </a:lnTo>
                <a:lnTo>
                  <a:pt x="1295122" y="267589"/>
                </a:lnTo>
                <a:lnTo>
                  <a:pt x="1294357" y="260714"/>
                </a:lnTo>
                <a:lnTo>
                  <a:pt x="1294102" y="255761"/>
                </a:lnTo>
                <a:lnTo>
                  <a:pt x="1294617" y="248479"/>
                </a:lnTo>
                <a:lnTo>
                  <a:pt x="1327265" y="220686"/>
                </a:lnTo>
                <a:lnTo>
                  <a:pt x="1327265" y="206449"/>
                </a:lnTo>
                <a:lnTo>
                  <a:pt x="1294617" y="178391"/>
                </a:lnTo>
                <a:lnTo>
                  <a:pt x="1294102" y="171028"/>
                </a:lnTo>
                <a:lnTo>
                  <a:pt x="1294357" y="166057"/>
                </a:lnTo>
                <a:lnTo>
                  <a:pt x="1295122" y="159134"/>
                </a:lnTo>
                <a:lnTo>
                  <a:pt x="1296397" y="150257"/>
                </a:lnTo>
                <a:lnTo>
                  <a:pt x="1298182" y="139426"/>
                </a:lnTo>
                <a:lnTo>
                  <a:pt x="1299967" y="127934"/>
                </a:lnTo>
                <a:lnTo>
                  <a:pt x="1301241" y="117071"/>
                </a:lnTo>
                <a:lnTo>
                  <a:pt x="1302006" y="106838"/>
                </a:lnTo>
                <a:lnTo>
                  <a:pt x="1302261" y="97233"/>
                </a:lnTo>
                <a:lnTo>
                  <a:pt x="1300997" y="73836"/>
                </a:lnTo>
                <a:lnTo>
                  <a:pt x="1282034" y="23961"/>
                </a:lnTo>
                <a:lnTo>
                  <a:pt x="1240117" y="1823"/>
                </a:lnTo>
                <a:lnTo>
                  <a:pt x="1221002" y="0"/>
                </a:lnTo>
                <a:close/>
              </a:path>
              <a:path w="1327785" h="427989">
                <a:moveTo>
                  <a:pt x="110777" y="0"/>
                </a:moveTo>
                <a:lnTo>
                  <a:pt x="106263" y="0"/>
                </a:lnTo>
                <a:lnTo>
                  <a:pt x="87147" y="1823"/>
                </a:lnTo>
                <a:lnTo>
                  <a:pt x="45231" y="23961"/>
                </a:lnTo>
                <a:lnTo>
                  <a:pt x="26266" y="73836"/>
                </a:lnTo>
                <a:lnTo>
                  <a:pt x="25002" y="97233"/>
                </a:lnTo>
                <a:lnTo>
                  <a:pt x="25257" y="106838"/>
                </a:lnTo>
                <a:lnTo>
                  <a:pt x="26022" y="117071"/>
                </a:lnTo>
                <a:lnTo>
                  <a:pt x="27297" y="127934"/>
                </a:lnTo>
                <a:lnTo>
                  <a:pt x="29184" y="140040"/>
                </a:lnTo>
                <a:lnTo>
                  <a:pt x="30868" y="150257"/>
                </a:lnTo>
                <a:lnTo>
                  <a:pt x="32143" y="159134"/>
                </a:lnTo>
                <a:lnTo>
                  <a:pt x="32908" y="166057"/>
                </a:lnTo>
                <a:lnTo>
                  <a:pt x="33163" y="171028"/>
                </a:lnTo>
                <a:lnTo>
                  <a:pt x="32647" y="178391"/>
                </a:lnTo>
                <a:lnTo>
                  <a:pt x="0" y="206449"/>
                </a:lnTo>
                <a:lnTo>
                  <a:pt x="0" y="220686"/>
                </a:lnTo>
                <a:lnTo>
                  <a:pt x="32647" y="248479"/>
                </a:lnTo>
                <a:lnTo>
                  <a:pt x="33163" y="255761"/>
                </a:lnTo>
                <a:lnTo>
                  <a:pt x="32908" y="260714"/>
                </a:lnTo>
                <a:lnTo>
                  <a:pt x="32143" y="267589"/>
                </a:lnTo>
                <a:lnTo>
                  <a:pt x="30868" y="276384"/>
                </a:lnTo>
                <a:lnTo>
                  <a:pt x="29083" y="287101"/>
                </a:lnTo>
                <a:lnTo>
                  <a:pt x="27297" y="298468"/>
                </a:lnTo>
                <a:lnTo>
                  <a:pt x="26022" y="309218"/>
                </a:lnTo>
                <a:lnTo>
                  <a:pt x="25257" y="319348"/>
                </a:lnTo>
                <a:lnTo>
                  <a:pt x="25002" y="328860"/>
                </a:lnTo>
                <a:lnTo>
                  <a:pt x="26266" y="353076"/>
                </a:lnTo>
                <a:lnTo>
                  <a:pt x="36380" y="390538"/>
                </a:lnTo>
                <a:lnTo>
                  <a:pt x="70602" y="421124"/>
                </a:lnTo>
                <a:lnTo>
                  <a:pt x="106263" y="427483"/>
                </a:lnTo>
                <a:lnTo>
                  <a:pt x="110777" y="427483"/>
                </a:lnTo>
                <a:lnTo>
                  <a:pt x="110777" y="414287"/>
                </a:lnTo>
                <a:lnTo>
                  <a:pt x="108173" y="414287"/>
                </a:lnTo>
                <a:lnTo>
                  <a:pt x="96268" y="413235"/>
                </a:lnTo>
                <a:lnTo>
                  <a:pt x="62528" y="387255"/>
                </a:lnTo>
                <a:lnTo>
                  <a:pt x="54519" y="335457"/>
                </a:lnTo>
                <a:lnTo>
                  <a:pt x="54736" y="327259"/>
                </a:lnTo>
                <a:lnTo>
                  <a:pt x="55388" y="318116"/>
                </a:lnTo>
                <a:lnTo>
                  <a:pt x="56473" y="308029"/>
                </a:lnTo>
                <a:lnTo>
                  <a:pt x="57993" y="296998"/>
                </a:lnTo>
                <a:lnTo>
                  <a:pt x="59512" y="286314"/>
                </a:lnTo>
                <a:lnTo>
                  <a:pt x="60597" y="277269"/>
                </a:lnTo>
                <a:lnTo>
                  <a:pt x="61248" y="269862"/>
                </a:lnTo>
                <a:lnTo>
                  <a:pt x="61465" y="264095"/>
                </a:lnTo>
                <a:lnTo>
                  <a:pt x="60922" y="255055"/>
                </a:lnTo>
                <a:lnTo>
                  <a:pt x="37906" y="218396"/>
                </a:lnTo>
                <a:lnTo>
                  <a:pt x="32122" y="215130"/>
                </a:lnTo>
                <a:lnTo>
                  <a:pt x="32122" y="212006"/>
                </a:lnTo>
                <a:lnTo>
                  <a:pt x="59294" y="179905"/>
                </a:lnTo>
                <a:lnTo>
                  <a:pt x="61465" y="162520"/>
                </a:lnTo>
                <a:lnTo>
                  <a:pt x="61248" y="156665"/>
                </a:lnTo>
                <a:lnTo>
                  <a:pt x="60597" y="149172"/>
                </a:lnTo>
                <a:lnTo>
                  <a:pt x="59426" y="139426"/>
                </a:lnTo>
                <a:lnTo>
                  <a:pt x="57993" y="129269"/>
                </a:lnTo>
                <a:lnTo>
                  <a:pt x="56473" y="118140"/>
                </a:lnTo>
                <a:lnTo>
                  <a:pt x="55388" y="107934"/>
                </a:lnTo>
                <a:lnTo>
                  <a:pt x="54736" y="98650"/>
                </a:lnTo>
                <a:lnTo>
                  <a:pt x="54519" y="90289"/>
                </a:lnTo>
                <a:lnTo>
                  <a:pt x="55409" y="70386"/>
                </a:lnTo>
                <a:lnTo>
                  <a:pt x="68757" y="30212"/>
                </a:lnTo>
                <a:lnTo>
                  <a:pt x="108173" y="13196"/>
                </a:lnTo>
                <a:lnTo>
                  <a:pt x="110777" y="13196"/>
                </a:lnTo>
                <a:lnTo>
                  <a:pt x="110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216628" y="2482232"/>
            <a:ext cx="333375" cy="235585"/>
          </a:xfrm>
          <a:custGeom>
            <a:avLst/>
            <a:gdLst/>
            <a:ahLst/>
            <a:cxnLst/>
            <a:rect l="l" t="t" r="r" b="b"/>
            <a:pathLst>
              <a:path w="333375" h="235585">
                <a:moveTo>
                  <a:pt x="258278" y="0"/>
                </a:moveTo>
                <a:lnTo>
                  <a:pt x="254929" y="9549"/>
                </a:lnTo>
                <a:lnTo>
                  <a:pt x="268549" y="15459"/>
                </a:lnTo>
                <a:lnTo>
                  <a:pt x="280261" y="23641"/>
                </a:lnTo>
                <a:lnTo>
                  <a:pt x="304043" y="61565"/>
                </a:lnTo>
                <a:lnTo>
                  <a:pt x="311856" y="116457"/>
                </a:lnTo>
                <a:lnTo>
                  <a:pt x="310984" y="137208"/>
                </a:lnTo>
                <a:lnTo>
                  <a:pt x="297903" y="188019"/>
                </a:lnTo>
                <a:lnTo>
                  <a:pt x="268707" y="219784"/>
                </a:lnTo>
                <a:lnTo>
                  <a:pt x="255301" y="225722"/>
                </a:lnTo>
                <a:lnTo>
                  <a:pt x="258278" y="235272"/>
                </a:lnTo>
                <a:lnTo>
                  <a:pt x="303229" y="208564"/>
                </a:lnTo>
                <a:lnTo>
                  <a:pt x="328475" y="159261"/>
                </a:lnTo>
                <a:lnTo>
                  <a:pt x="333312" y="117698"/>
                </a:lnTo>
                <a:lnTo>
                  <a:pt x="332099" y="96129"/>
                </a:lnTo>
                <a:lnTo>
                  <a:pt x="322395" y="57899"/>
                </a:lnTo>
                <a:lnTo>
                  <a:pt x="290291" y="15084"/>
                </a:lnTo>
                <a:lnTo>
                  <a:pt x="275335" y="6158"/>
                </a:lnTo>
                <a:lnTo>
                  <a:pt x="258278" y="0"/>
                </a:lnTo>
                <a:close/>
              </a:path>
              <a:path w="333375" h="235585">
                <a:moveTo>
                  <a:pt x="75034" y="0"/>
                </a:moveTo>
                <a:lnTo>
                  <a:pt x="30164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2" y="177543"/>
                </a:lnTo>
                <a:lnTo>
                  <a:pt x="42942" y="220219"/>
                </a:lnTo>
                <a:lnTo>
                  <a:pt x="75034" y="235272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4" y="211521"/>
                </a:lnTo>
                <a:lnTo>
                  <a:pt x="29303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7" y="46818"/>
                </a:lnTo>
                <a:lnTo>
                  <a:pt x="64813" y="15459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20591" y="2536468"/>
            <a:ext cx="447040" cy="329565"/>
          </a:xfrm>
          <a:custGeom>
            <a:avLst/>
            <a:gdLst/>
            <a:ahLst/>
            <a:cxnLst/>
            <a:rect l="l" t="t" r="r" b="b"/>
            <a:pathLst>
              <a:path w="447039" h="329564">
                <a:moveTo>
                  <a:pt x="341410" y="0"/>
                </a:moveTo>
                <a:lnTo>
                  <a:pt x="336722" y="13369"/>
                </a:lnTo>
                <a:lnTo>
                  <a:pt x="355789" y="21643"/>
                </a:lnTo>
                <a:lnTo>
                  <a:pt x="372186" y="33098"/>
                </a:lnTo>
                <a:lnTo>
                  <a:pt x="396972" y="65545"/>
                </a:lnTo>
                <a:lnTo>
                  <a:pt x="411558" y="109322"/>
                </a:lnTo>
                <a:lnTo>
                  <a:pt x="416420" y="163040"/>
                </a:lnTo>
                <a:lnTo>
                  <a:pt x="415199" y="192091"/>
                </a:lnTo>
                <a:lnTo>
                  <a:pt x="405432" y="242184"/>
                </a:lnTo>
                <a:lnTo>
                  <a:pt x="385833" y="281305"/>
                </a:lnTo>
                <a:lnTo>
                  <a:pt x="356012" y="307698"/>
                </a:lnTo>
                <a:lnTo>
                  <a:pt x="337243" y="316011"/>
                </a:lnTo>
                <a:lnTo>
                  <a:pt x="341410" y="329380"/>
                </a:lnTo>
                <a:lnTo>
                  <a:pt x="386337" y="308306"/>
                </a:lnTo>
                <a:lnTo>
                  <a:pt x="419371" y="271821"/>
                </a:lnTo>
                <a:lnTo>
                  <a:pt x="439686" y="222965"/>
                </a:lnTo>
                <a:lnTo>
                  <a:pt x="446458" y="164777"/>
                </a:lnTo>
                <a:lnTo>
                  <a:pt x="444760" y="134581"/>
                </a:lnTo>
                <a:lnTo>
                  <a:pt x="431173" y="81058"/>
                </a:lnTo>
                <a:lnTo>
                  <a:pt x="404227" y="37488"/>
                </a:lnTo>
                <a:lnTo>
                  <a:pt x="365290" y="8621"/>
                </a:lnTo>
                <a:lnTo>
                  <a:pt x="341410" y="0"/>
                </a:lnTo>
                <a:close/>
              </a:path>
              <a:path w="447039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2" y="195037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69"/>
                </a:lnTo>
                <a:lnTo>
                  <a:pt x="105048" y="329380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49" y="296129"/>
                </a:lnTo>
                <a:lnTo>
                  <a:pt x="49571" y="263226"/>
                </a:lnTo>
                <a:lnTo>
                  <a:pt x="34921" y="218472"/>
                </a:lnTo>
                <a:lnTo>
                  <a:pt x="30038" y="163040"/>
                </a:lnTo>
                <a:lnTo>
                  <a:pt x="31258" y="134938"/>
                </a:lnTo>
                <a:lnTo>
                  <a:pt x="41025" y="86191"/>
                </a:lnTo>
                <a:lnTo>
                  <a:pt x="60657" y="47732"/>
                </a:lnTo>
                <a:lnTo>
                  <a:pt x="90739" y="21643"/>
                </a:lnTo>
                <a:lnTo>
                  <a:pt x="109735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379091" y="2435859"/>
            <a:ext cx="15748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3855" algn="l"/>
                <a:tab pos="633730" algn="l"/>
                <a:tab pos="1357630" algn="l"/>
              </a:tabLst>
            </a:pPr>
            <a:r>
              <a:rPr dirty="0" sz="2800">
                <a:latin typeface="Cambria Math"/>
                <a:cs typeface="Cambria Math"/>
              </a:rPr>
              <a:t>𝑣	,	𝑐 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baseline="29166" sz="3000" spc="1185">
                <a:latin typeface="Cambria Math"/>
                <a:cs typeface="Cambria Math"/>
              </a:rPr>
              <a:t>,</a:t>
            </a:r>
            <a:r>
              <a:rPr dirty="0" baseline="29166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𝑢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95872" y="2780174"/>
            <a:ext cx="321310" cy="235585"/>
          </a:xfrm>
          <a:custGeom>
            <a:avLst/>
            <a:gdLst/>
            <a:ahLst/>
            <a:cxnLst/>
            <a:rect l="l" t="t" r="r" b="b"/>
            <a:pathLst>
              <a:path w="321310" h="235585">
                <a:moveTo>
                  <a:pt x="246151" y="0"/>
                </a:moveTo>
                <a:lnTo>
                  <a:pt x="242802" y="9549"/>
                </a:lnTo>
                <a:lnTo>
                  <a:pt x="256422" y="15459"/>
                </a:lnTo>
                <a:lnTo>
                  <a:pt x="268134" y="23641"/>
                </a:lnTo>
                <a:lnTo>
                  <a:pt x="291916" y="61565"/>
                </a:lnTo>
                <a:lnTo>
                  <a:pt x="299728" y="116457"/>
                </a:lnTo>
                <a:lnTo>
                  <a:pt x="298856" y="137208"/>
                </a:lnTo>
                <a:lnTo>
                  <a:pt x="285776" y="188019"/>
                </a:lnTo>
                <a:lnTo>
                  <a:pt x="256580" y="219784"/>
                </a:lnTo>
                <a:lnTo>
                  <a:pt x="243174" y="225722"/>
                </a:lnTo>
                <a:lnTo>
                  <a:pt x="246151" y="235272"/>
                </a:lnTo>
                <a:lnTo>
                  <a:pt x="291102" y="208564"/>
                </a:lnTo>
                <a:lnTo>
                  <a:pt x="316348" y="159261"/>
                </a:lnTo>
                <a:lnTo>
                  <a:pt x="321185" y="117698"/>
                </a:lnTo>
                <a:lnTo>
                  <a:pt x="319972" y="96129"/>
                </a:lnTo>
                <a:lnTo>
                  <a:pt x="310267" y="57899"/>
                </a:lnTo>
                <a:lnTo>
                  <a:pt x="278164" y="15084"/>
                </a:lnTo>
                <a:lnTo>
                  <a:pt x="263208" y="6158"/>
                </a:lnTo>
                <a:lnTo>
                  <a:pt x="246151" y="0"/>
                </a:lnTo>
                <a:close/>
              </a:path>
              <a:path w="321310" h="235585">
                <a:moveTo>
                  <a:pt x="75034" y="0"/>
                </a:moveTo>
                <a:lnTo>
                  <a:pt x="30165" y="26777"/>
                </a:lnTo>
                <a:lnTo>
                  <a:pt x="4852" y="76196"/>
                </a:lnTo>
                <a:lnTo>
                  <a:pt x="0" y="117698"/>
                </a:lnTo>
                <a:lnTo>
                  <a:pt x="1209" y="139313"/>
                </a:lnTo>
                <a:lnTo>
                  <a:pt x="10883" y="177543"/>
                </a:lnTo>
                <a:lnTo>
                  <a:pt x="42943" y="220219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9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223257" y="2705100"/>
            <a:ext cx="814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55">
                <a:latin typeface="Cambria Math"/>
                <a:cs typeface="Cambria Math"/>
              </a:rPr>
              <a:t>!∈#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sz="2000" spc="-650">
                <a:latin typeface="Cambria Math"/>
                <a:cs typeface="Cambria Math"/>
              </a:rPr>
              <a:t>%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43753" y="2365755"/>
            <a:ext cx="18764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0912" sz="4200">
                <a:latin typeface="Cambria Math"/>
                <a:cs typeface="Cambria Math"/>
              </a:rPr>
              <a:t>)</a:t>
            </a:r>
            <a:r>
              <a:rPr dirty="0" baseline="-10912" sz="4200" spc="-345">
                <a:latin typeface="Cambria Math"/>
                <a:cs typeface="Cambria Math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Neighboring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1173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55280" y="1438173"/>
            <a:ext cx="364490" cy="271145"/>
          </a:xfrm>
          <a:custGeom>
            <a:avLst/>
            <a:gdLst/>
            <a:ahLst/>
            <a:cxnLst/>
            <a:rect l="l" t="t" r="r" b="b"/>
            <a:pathLst>
              <a:path w="364489" h="271144">
                <a:moveTo>
                  <a:pt x="278174" y="0"/>
                </a:moveTo>
                <a:lnTo>
                  <a:pt x="274322" y="10981"/>
                </a:lnTo>
                <a:lnTo>
                  <a:pt x="289985" y="17778"/>
                </a:lnTo>
                <a:lnTo>
                  <a:pt x="303454" y="27187"/>
                </a:lnTo>
                <a:lnTo>
                  <a:pt x="330803" y="70800"/>
                </a:lnTo>
                <a:lnTo>
                  <a:pt x="338790" y="110843"/>
                </a:lnTo>
                <a:lnTo>
                  <a:pt x="339788" y="133926"/>
                </a:lnTo>
                <a:lnTo>
                  <a:pt x="338785" y="157789"/>
                </a:lnTo>
                <a:lnTo>
                  <a:pt x="330763" y="198937"/>
                </a:lnTo>
                <a:lnTo>
                  <a:pt x="303472" y="243249"/>
                </a:lnTo>
                <a:lnTo>
                  <a:pt x="274750" y="259580"/>
                </a:lnTo>
                <a:lnTo>
                  <a:pt x="278174" y="270563"/>
                </a:lnTo>
                <a:lnTo>
                  <a:pt x="315079" y="253251"/>
                </a:lnTo>
                <a:lnTo>
                  <a:pt x="342212" y="223282"/>
                </a:lnTo>
                <a:lnTo>
                  <a:pt x="358900" y="183150"/>
                </a:lnTo>
                <a:lnTo>
                  <a:pt x="364463" y="135352"/>
                </a:lnTo>
                <a:lnTo>
                  <a:pt x="363068" y="110548"/>
                </a:lnTo>
                <a:lnTo>
                  <a:pt x="351907" y="66584"/>
                </a:lnTo>
                <a:lnTo>
                  <a:pt x="329773" y="30793"/>
                </a:lnTo>
                <a:lnTo>
                  <a:pt x="297790" y="7082"/>
                </a:lnTo>
                <a:lnTo>
                  <a:pt x="278174" y="0"/>
                </a:lnTo>
                <a:close/>
              </a:path>
              <a:path w="364489" h="271144">
                <a:moveTo>
                  <a:pt x="86288" y="0"/>
                </a:moveTo>
                <a:lnTo>
                  <a:pt x="49473" y="17346"/>
                </a:lnTo>
                <a:lnTo>
                  <a:pt x="22321" y="47423"/>
                </a:lnTo>
                <a:lnTo>
                  <a:pt x="5580" y="87626"/>
                </a:lnTo>
                <a:lnTo>
                  <a:pt x="0" y="135352"/>
                </a:lnTo>
                <a:lnTo>
                  <a:pt x="1390" y="160209"/>
                </a:lnTo>
                <a:lnTo>
                  <a:pt x="12515" y="204174"/>
                </a:lnTo>
                <a:lnTo>
                  <a:pt x="34595" y="239849"/>
                </a:lnTo>
                <a:lnTo>
                  <a:pt x="66615" y="263489"/>
                </a:lnTo>
                <a:lnTo>
                  <a:pt x="86288" y="270563"/>
                </a:lnTo>
                <a:lnTo>
                  <a:pt x="89712" y="259580"/>
                </a:lnTo>
                <a:lnTo>
                  <a:pt x="74295" y="252752"/>
                </a:lnTo>
                <a:lnTo>
                  <a:pt x="60991" y="243249"/>
                </a:lnTo>
                <a:lnTo>
                  <a:pt x="33700" y="198937"/>
                </a:lnTo>
                <a:lnTo>
                  <a:pt x="25677" y="157789"/>
                </a:lnTo>
                <a:lnTo>
                  <a:pt x="24674" y="133926"/>
                </a:lnTo>
                <a:lnTo>
                  <a:pt x="25677" y="110843"/>
                </a:lnTo>
                <a:lnTo>
                  <a:pt x="33700" y="70800"/>
                </a:lnTo>
                <a:lnTo>
                  <a:pt x="61097" y="27187"/>
                </a:lnTo>
                <a:lnTo>
                  <a:pt x="90139" y="10981"/>
                </a:lnTo>
                <a:lnTo>
                  <a:pt x="86288" y="0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85316"/>
            <a:ext cx="7866380" cy="998219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3234055" algn="l"/>
              </a:tabLst>
            </a:pPr>
            <a:r>
              <a:rPr dirty="0" sz="3200">
                <a:solidFill>
                  <a:srgbClr val="D60093"/>
                </a:solidFill>
              </a:rPr>
              <a:t>If input </a:t>
            </a:r>
            <a:r>
              <a:rPr dirty="0" sz="3200" spc="-25">
                <a:solidFill>
                  <a:srgbClr val="D60093"/>
                </a:solidFill>
              </a:rPr>
              <a:t>feature</a:t>
            </a:r>
            <a:r>
              <a:rPr dirty="0" sz="3200">
                <a:solidFill>
                  <a:srgbClr val="D60093"/>
                </a:solidFill>
              </a:rPr>
              <a:t> </a:t>
            </a:r>
            <a:r>
              <a:rPr dirty="0" sz="3200">
                <a:solidFill>
                  <a:srgbClr val="D60093"/>
                </a:solidFill>
                <a:latin typeface="Cambria Math"/>
                <a:cs typeface="Cambria Math"/>
              </a:rPr>
              <a:t>𝑐	</a:t>
            </a:r>
            <a:r>
              <a:rPr dirty="0" baseline="27777" sz="3450" spc="562">
                <a:solidFill>
                  <a:srgbClr val="D60093"/>
                </a:solidFill>
                <a:latin typeface="Cambria Math"/>
                <a:cs typeface="Cambria Math"/>
              </a:rPr>
              <a:t>( </a:t>
            </a:r>
            <a:r>
              <a:rPr dirty="0" sz="3200" spc="25">
                <a:solidFill>
                  <a:srgbClr val="D60093"/>
                </a:solidFill>
                <a:latin typeface="Cambria Math"/>
                <a:cs typeface="Cambria Math"/>
              </a:rPr>
              <a:t>(𝑣) </a:t>
            </a:r>
            <a:r>
              <a:rPr dirty="0" sz="3200">
                <a:solidFill>
                  <a:srgbClr val="D60093"/>
                </a:solidFill>
              </a:rPr>
              <a:t>is </a:t>
            </a:r>
            <a:r>
              <a:rPr dirty="0" sz="3200" spc="-20">
                <a:solidFill>
                  <a:srgbClr val="D60093"/>
                </a:solidFill>
              </a:rPr>
              <a:t>represented</a:t>
            </a:r>
            <a:r>
              <a:rPr dirty="0" sz="3200" spc="-120">
                <a:solidFill>
                  <a:srgbClr val="D60093"/>
                </a:solidFill>
              </a:rPr>
              <a:t> </a:t>
            </a:r>
            <a:r>
              <a:rPr dirty="0" sz="3200">
                <a:solidFill>
                  <a:srgbClr val="D60093"/>
                </a:solidFill>
              </a:rPr>
              <a:t>as</a:t>
            </a:r>
            <a:r>
              <a:rPr dirty="0" sz="3200" spc="-15">
                <a:solidFill>
                  <a:srgbClr val="D60093"/>
                </a:solidFill>
              </a:rPr>
              <a:t> </a:t>
            </a:r>
            <a:r>
              <a:rPr dirty="0" sz="3200" spc="-5">
                <a:solidFill>
                  <a:srgbClr val="D60093"/>
                </a:solidFill>
              </a:rPr>
              <a:t>one- </a:t>
            </a:r>
            <a:r>
              <a:rPr dirty="0" sz="3200">
                <a:solidFill>
                  <a:srgbClr val="D60093"/>
                </a:solidFill>
              </a:rPr>
              <a:t> </a:t>
            </a:r>
            <a:r>
              <a:rPr dirty="0" sz="3200" spc="-5">
                <a:solidFill>
                  <a:srgbClr val="D60093"/>
                </a:solidFill>
              </a:rPr>
              <a:t>hot,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direct summation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is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injective</a:t>
            </a:r>
            <a:r>
              <a:rPr dirty="0" sz="3200" spc="-5">
                <a:solidFill>
                  <a:srgbClr val="D60093"/>
                </a:solidFill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308348"/>
            <a:ext cx="71043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only need </a:t>
            </a:r>
            <a:r>
              <a:rPr dirty="0" sz="3200">
                <a:latin typeface="Cambria Math"/>
                <a:cs typeface="Cambria Math"/>
              </a:rPr>
              <a:t>Φ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ensure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injectivity.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7995" y="2469387"/>
            <a:ext cx="4248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Cambria Math"/>
                <a:cs typeface="Cambria Math"/>
              </a:rPr>
              <a:t>Φ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95329" y="2593093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9" y="24453"/>
                </a:lnTo>
                <a:lnTo>
                  <a:pt x="56688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29" y="333758"/>
                </a:lnTo>
                <a:lnTo>
                  <a:pt x="330400" y="305752"/>
                </a:lnTo>
                <a:lnTo>
                  <a:pt x="360664" y="269503"/>
                </a:lnTo>
                <a:lnTo>
                  <a:pt x="380174" y="226719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4" y="88707"/>
                </a:lnTo>
                <a:lnTo>
                  <a:pt x="330400" y="52459"/>
                </a:lnTo>
                <a:lnTo>
                  <a:pt x="291229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653383" y="2640228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4" y="0"/>
                </a:moveTo>
                <a:lnTo>
                  <a:pt x="142092" y="6397"/>
                </a:lnTo>
                <a:lnTo>
                  <a:pt x="95859" y="24453"/>
                </a:lnTo>
                <a:lnTo>
                  <a:pt x="56688" y="52459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9"/>
                </a:lnTo>
                <a:lnTo>
                  <a:pt x="26424" y="269503"/>
                </a:lnTo>
                <a:lnTo>
                  <a:pt x="56688" y="305752"/>
                </a:lnTo>
                <a:lnTo>
                  <a:pt x="95859" y="333758"/>
                </a:lnTo>
                <a:lnTo>
                  <a:pt x="142092" y="351813"/>
                </a:lnTo>
                <a:lnTo>
                  <a:pt x="193544" y="358211"/>
                </a:lnTo>
                <a:lnTo>
                  <a:pt x="244996" y="351813"/>
                </a:lnTo>
                <a:lnTo>
                  <a:pt x="291229" y="333758"/>
                </a:lnTo>
                <a:lnTo>
                  <a:pt x="330400" y="305752"/>
                </a:lnTo>
                <a:lnTo>
                  <a:pt x="360664" y="269503"/>
                </a:lnTo>
                <a:lnTo>
                  <a:pt x="380174" y="226719"/>
                </a:lnTo>
                <a:lnTo>
                  <a:pt x="387088" y="179105"/>
                </a:lnTo>
                <a:lnTo>
                  <a:pt x="380174" y="131492"/>
                </a:lnTo>
                <a:lnTo>
                  <a:pt x="360664" y="88707"/>
                </a:lnTo>
                <a:lnTo>
                  <a:pt x="330400" y="52459"/>
                </a:lnTo>
                <a:lnTo>
                  <a:pt x="291229" y="24453"/>
                </a:lnTo>
                <a:lnTo>
                  <a:pt x="244996" y="6397"/>
                </a:lnTo>
                <a:lnTo>
                  <a:pt x="193544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92144" y="2624015"/>
            <a:ext cx="387350" cy="358775"/>
          </a:xfrm>
          <a:custGeom>
            <a:avLst/>
            <a:gdLst/>
            <a:ahLst/>
            <a:cxnLst/>
            <a:rect l="l" t="t" r="r" b="b"/>
            <a:pathLst>
              <a:path w="387350" h="358775">
                <a:moveTo>
                  <a:pt x="193545" y="0"/>
                </a:moveTo>
                <a:lnTo>
                  <a:pt x="142093" y="6397"/>
                </a:lnTo>
                <a:lnTo>
                  <a:pt x="95859" y="24453"/>
                </a:lnTo>
                <a:lnTo>
                  <a:pt x="56688" y="52458"/>
                </a:lnTo>
                <a:lnTo>
                  <a:pt x="26424" y="88707"/>
                </a:lnTo>
                <a:lnTo>
                  <a:pt x="6913" y="131492"/>
                </a:lnTo>
                <a:lnTo>
                  <a:pt x="0" y="179105"/>
                </a:lnTo>
                <a:lnTo>
                  <a:pt x="6913" y="226718"/>
                </a:lnTo>
                <a:lnTo>
                  <a:pt x="26424" y="269502"/>
                </a:lnTo>
                <a:lnTo>
                  <a:pt x="56688" y="305751"/>
                </a:lnTo>
                <a:lnTo>
                  <a:pt x="95859" y="333756"/>
                </a:lnTo>
                <a:lnTo>
                  <a:pt x="142093" y="351812"/>
                </a:lnTo>
                <a:lnTo>
                  <a:pt x="193545" y="358209"/>
                </a:lnTo>
                <a:lnTo>
                  <a:pt x="244996" y="351812"/>
                </a:lnTo>
                <a:lnTo>
                  <a:pt x="291230" y="333756"/>
                </a:lnTo>
                <a:lnTo>
                  <a:pt x="330401" y="305751"/>
                </a:lnTo>
                <a:lnTo>
                  <a:pt x="360665" y="269502"/>
                </a:lnTo>
                <a:lnTo>
                  <a:pt x="380176" y="226718"/>
                </a:lnTo>
                <a:lnTo>
                  <a:pt x="387089" y="179105"/>
                </a:lnTo>
                <a:lnTo>
                  <a:pt x="380176" y="131492"/>
                </a:lnTo>
                <a:lnTo>
                  <a:pt x="360665" y="88707"/>
                </a:lnTo>
                <a:lnTo>
                  <a:pt x="330401" y="52458"/>
                </a:lnTo>
                <a:lnTo>
                  <a:pt x="291230" y="24453"/>
                </a:lnTo>
                <a:lnTo>
                  <a:pt x="244996" y="6397"/>
                </a:lnTo>
                <a:lnTo>
                  <a:pt x="19354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55657" y="2488692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+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79514" y="2503932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+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74041" y="2479812"/>
            <a:ext cx="109220" cy="655320"/>
          </a:xfrm>
          <a:custGeom>
            <a:avLst/>
            <a:gdLst/>
            <a:ahLst/>
            <a:cxnLst/>
            <a:rect l="l" t="t" r="r" b="b"/>
            <a:pathLst>
              <a:path w="109219" h="655319">
                <a:moveTo>
                  <a:pt x="109212" y="655269"/>
                </a:moveTo>
                <a:lnTo>
                  <a:pt x="66701" y="646686"/>
                </a:lnTo>
                <a:lnTo>
                  <a:pt x="31987" y="623281"/>
                </a:lnTo>
                <a:lnTo>
                  <a:pt x="8582" y="588567"/>
                </a:lnTo>
                <a:lnTo>
                  <a:pt x="0" y="546056"/>
                </a:lnTo>
                <a:lnTo>
                  <a:pt x="0" y="109212"/>
                </a:lnTo>
                <a:lnTo>
                  <a:pt x="8582" y="66701"/>
                </a:lnTo>
                <a:lnTo>
                  <a:pt x="31987" y="31987"/>
                </a:lnTo>
                <a:lnTo>
                  <a:pt x="66701" y="8582"/>
                </a:lnTo>
                <a:lnTo>
                  <a:pt x="10921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774777" y="2479812"/>
            <a:ext cx="109220" cy="655320"/>
          </a:xfrm>
          <a:custGeom>
            <a:avLst/>
            <a:gdLst/>
            <a:ahLst/>
            <a:cxnLst/>
            <a:rect l="l" t="t" r="r" b="b"/>
            <a:pathLst>
              <a:path w="109220" h="655319">
                <a:moveTo>
                  <a:pt x="0" y="0"/>
                </a:moveTo>
                <a:lnTo>
                  <a:pt x="42510" y="8582"/>
                </a:lnTo>
                <a:lnTo>
                  <a:pt x="77224" y="31987"/>
                </a:lnTo>
                <a:lnTo>
                  <a:pt x="100629" y="66701"/>
                </a:lnTo>
                <a:lnTo>
                  <a:pt x="109212" y="109212"/>
                </a:lnTo>
                <a:lnTo>
                  <a:pt x="109212" y="546056"/>
                </a:lnTo>
                <a:lnTo>
                  <a:pt x="100629" y="588567"/>
                </a:lnTo>
                <a:lnTo>
                  <a:pt x="77224" y="623281"/>
                </a:lnTo>
                <a:lnTo>
                  <a:pt x="42510" y="646686"/>
                </a:lnTo>
                <a:lnTo>
                  <a:pt x="0" y="65526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57719" y="3545763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7" y="0"/>
                </a:moveTo>
                <a:lnTo>
                  <a:pt x="303265" y="9970"/>
                </a:lnTo>
                <a:lnTo>
                  <a:pt x="321273" y="29802"/>
                </a:lnTo>
                <a:lnTo>
                  <a:pt x="337644" y="54470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8"/>
                </a:lnTo>
                <a:lnTo>
                  <a:pt x="388497" y="248691"/>
                </a:lnTo>
                <a:lnTo>
                  <a:pt x="390031" y="301078"/>
                </a:lnTo>
                <a:lnTo>
                  <a:pt x="388497" y="353466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39"/>
                </a:lnTo>
                <a:lnTo>
                  <a:pt x="337644" y="547687"/>
                </a:lnTo>
                <a:lnTo>
                  <a:pt x="303265" y="592187"/>
                </a:lnTo>
                <a:lnTo>
                  <a:pt x="311897" y="602157"/>
                </a:lnTo>
                <a:lnTo>
                  <a:pt x="352155" y="557825"/>
                </a:lnTo>
                <a:lnTo>
                  <a:pt x="386906" y="492099"/>
                </a:lnTo>
                <a:lnTo>
                  <a:pt x="400905" y="451492"/>
                </a:lnTo>
                <a:lnTo>
                  <a:pt x="410904" y="406095"/>
                </a:lnTo>
                <a:lnTo>
                  <a:pt x="416904" y="355908"/>
                </a:lnTo>
                <a:lnTo>
                  <a:pt x="418904" y="300930"/>
                </a:lnTo>
                <a:lnTo>
                  <a:pt x="416904" y="246082"/>
                </a:lnTo>
                <a:lnTo>
                  <a:pt x="410904" y="195987"/>
                </a:lnTo>
                <a:lnTo>
                  <a:pt x="400905" y="150646"/>
                </a:lnTo>
                <a:lnTo>
                  <a:pt x="386906" y="110058"/>
                </a:lnTo>
                <a:lnTo>
                  <a:pt x="370219" y="74520"/>
                </a:lnTo>
                <a:lnTo>
                  <a:pt x="332714" y="19491"/>
                </a:lnTo>
                <a:lnTo>
                  <a:pt x="311897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3" y="110058"/>
                </a:lnTo>
                <a:lnTo>
                  <a:pt x="17994" y="150646"/>
                </a:lnTo>
                <a:lnTo>
                  <a:pt x="7994" y="195987"/>
                </a:lnTo>
                <a:lnTo>
                  <a:pt x="1994" y="246082"/>
                </a:lnTo>
                <a:lnTo>
                  <a:pt x="0" y="301078"/>
                </a:lnTo>
                <a:lnTo>
                  <a:pt x="1994" y="355908"/>
                </a:lnTo>
                <a:lnTo>
                  <a:pt x="7994" y="406095"/>
                </a:lnTo>
                <a:lnTo>
                  <a:pt x="17994" y="451492"/>
                </a:lnTo>
                <a:lnTo>
                  <a:pt x="31993" y="492099"/>
                </a:lnTo>
                <a:lnTo>
                  <a:pt x="48680" y="527636"/>
                </a:lnTo>
                <a:lnTo>
                  <a:pt x="86185" y="582666"/>
                </a:lnTo>
                <a:lnTo>
                  <a:pt x="107002" y="602157"/>
                </a:lnTo>
                <a:lnTo>
                  <a:pt x="115634" y="592187"/>
                </a:lnTo>
                <a:lnTo>
                  <a:pt x="97626" y="572355"/>
                </a:lnTo>
                <a:lnTo>
                  <a:pt x="81254" y="547687"/>
                </a:lnTo>
                <a:lnTo>
                  <a:pt x="53424" y="483839"/>
                </a:lnTo>
                <a:lnTo>
                  <a:pt x="42681" y="444847"/>
                </a:lnTo>
                <a:lnTo>
                  <a:pt x="35007" y="401389"/>
                </a:lnTo>
                <a:lnTo>
                  <a:pt x="30402" y="353466"/>
                </a:lnTo>
                <a:lnTo>
                  <a:pt x="28872" y="300930"/>
                </a:lnTo>
                <a:lnTo>
                  <a:pt x="30402" y="248691"/>
                </a:lnTo>
                <a:lnTo>
                  <a:pt x="35007" y="200768"/>
                </a:lnTo>
                <a:lnTo>
                  <a:pt x="42681" y="157311"/>
                </a:lnTo>
                <a:lnTo>
                  <a:pt x="53424" y="118318"/>
                </a:lnTo>
                <a:lnTo>
                  <a:pt x="81254" y="54470"/>
                </a:lnTo>
                <a:lnTo>
                  <a:pt x="115634" y="9970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70334" y="3315716"/>
            <a:ext cx="194310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50919" y="3565065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3" y="118318"/>
                </a:lnTo>
                <a:lnTo>
                  <a:pt x="376217" y="157311"/>
                </a:lnTo>
                <a:lnTo>
                  <a:pt x="383891" y="200769"/>
                </a:lnTo>
                <a:lnTo>
                  <a:pt x="388495" y="248692"/>
                </a:lnTo>
                <a:lnTo>
                  <a:pt x="390030" y="301080"/>
                </a:lnTo>
                <a:lnTo>
                  <a:pt x="388495" y="353467"/>
                </a:lnTo>
                <a:lnTo>
                  <a:pt x="383891" y="401389"/>
                </a:lnTo>
                <a:lnTo>
                  <a:pt x="376217" y="444847"/>
                </a:lnTo>
                <a:lnTo>
                  <a:pt x="365473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9"/>
                </a:lnTo>
                <a:lnTo>
                  <a:pt x="352154" y="557827"/>
                </a:lnTo>
                <a:lnTo>
                  <a:pt x="386905" y="492100"/>
                </a:lnTo>
                <a:lnTo>
                  <a:pt x="400904" y="451494"/>
                </a:lnTo>
                <a:lnTo>
                  <a:pt x="410904" y="406096"/>
                </a:lnTo>
                <a:lnTo>
                  <a:pt x="416904" y="355909"/>
                </a:lnTo>
                <a:lnTo>
                  <a:pt x="418904" y="300931"/>
                </a:lnTo>
                <a:lnTo>
                  <a:pt x="416904" y="246083"/>
                </a:lnTo>
                <a:lnTo>
                  <a:pt x="410904" y="195988"/>
                </a:lnTo>
                <a:lnTo>
                  <a:pt x="400904" y="150647"/>
                </a:lnTo>
                <a:lnTo>
                  <a:pt x="386905" y="110059"/>
                </a:lnTo>
                <a:lnTo>
                  <a:pt x="370218" y="74521"/>
                </a:lnTo>
                <a:lnTo>
                  <a:pt x="332713" y="19492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9"/>
                </a:lnTo>
                <a:lnTo>
                  <a:pt x="17993" y="150647"/>
                </a:lnTo>
                <a:lnTo>
                  <a:pt x="7993" y="195988"/>
                </a:lnTo>
                <a:lnTo>
                  <a:pt x="1994" y="246083"/>
                </a:lnTo>
                <a:lnTo>
                  <a:pt x="0" y="301080"/>
                </a:lnTo>
                <a:lnTo>
                  <a:pt x="1994" y="355909"/>
                </a:lnTo>
                <a:lnTo>
                  <a:pt x="7993" y="406096"/>
                </a:lnTo>
                <a:lnTo>
                  <a:pt x="17993" y="451494"/>
                </a:lnTo>
                <a:lnTo>
                  <a:pt x="31992" y="492100"/>
                </a:lnTo>
                <a:lnTo>
                  <a:pt x="48679" y="527638"/>
                </a:lnTo>
                <a:lnTo>
                  <a:pt x="86184" y="582667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7"/>
                </a:lnTo>
                <a:lnTo>
                  <a:pt x="28871" y="300931"/>
                </a:lnTo>
                <a:lnTo>
                  <a:pt x="30401" y="248692"/>
                </a:lnTo>
                <a:lnTo>
                  <a:pt x="35006" y="200769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763535" y="3334003"/>
            <a:ext cx="194310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51526" y="2901010"/>
            <a:ext cx="1031875" cy="504825"/>
          </a:xfrm>
          <a:custGeom>
            <a:avLst/>
            <a:gdLst/>
            <a:ahLst/>
            <a:cxnLst/>
            <a:rect l="l" t="t" r="r" b="b"/>
            <a:pathLst>
              <a:path w="1031875" h="504825">
                <a:moveTo>
                  <a:pt x="1031558" y="0"/>
                </a:moveTo>
                <a:lnTo>
                  <a:pt x="1029413" y="79765"/>
                </a:lnTo>
                <a:lnTo>
                  <a:pt x="1023443" y="149040"/>
                </a:lnTo>
                <a:lnTo>
                  <a:pt x="1014339" y="203668"/>
                </a:lnTo>
                <a:lnTo>
                  <a:pt x="989500" y="252359"/>
                </a:lnTo>
                <a:lnTo>
                  <a:pt x="557836" y="252359"/>
                </a:lnTo>
                <a:lnTo>
                  <a:pt x="544543" y="265225"/>
                </a:lnTo>
                <a:lnTo>
                  <a:pt x="532997" y="301050"/>
                </a:lnTo>
                <a:lnTo>
                  <a:pt x="523893" y="355678"/>
                </a:lnTo>
                <a:lnTo>
                  <a:pt x="517923" y="424953"/>
                </a:lnTo>
                <a:lnTo>
                  <a:pt x="515779" y="504719"/>
                </a:lnTo>
                <a:lnTo>
                  <a:pt x="513634" y="424953"/>
                </a:lnTo>
                <a:lnTo>
                  <a:pt x="507664" y="355678"/>
                </a:lnTo>
                <a:lnTo>
                  <a:pt x="498560" y="301050"/>
                </a:lnTo>
                <a:lnTo>
                  <a:pt x="487014" y="265225"/>
                </a:lnTo>
                <a:lnTo>
                  <a:pt x="473721" y="252359"/>
                </a:lnTo>
                <a:lnTo>
                  <a:pt x="42057" y="252359"/>
                </a:lnTo>
                <a:lnTo>
                  <a:pt x="28764" y="239494"/>
                </a:lnTo>
                <a:lnTo>
                  <a:pt x="17219" y="203668"/>
                </a:lnTo>
                <a:lnTo>
                  <a:pt x="8114" y="149040"/>
                </a:lnTo>
                <a:lnTo>
                  <a:pt x="2144" y="79765"/>
                </a:ln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20045" y="2901010"/>
            <a:ext cx="1031875" cy="504825"/>
          </a:xfrm>
          <a:custGeom>
            <a:avLst/>
            <a:gdLst/>
            <a:ahLst/>
            <a:cxnLst/>
            <a:rect l="l" t="t" r="r" b="b"/>
            <a:pathLst>
              <a:path w="1031875" h="504825">
                <a:moveTo>
                  <a:pt x="1031558" y="0"/>
                </a:moveTo>
                <a:lnTo>
                  <a:pt x="1029413" y="79765"/>
                </a:lnTo>
                <a:lnTo>
                  <a:pt x="1023443" y="149040"/>
                </a:lnTo>
                <a:lnTo>
                  <a:pt x="1014339" y="203668"/>
                </a:lnTo>
                <a:lnTo>
                  <a:pt x="989500" y="252359"/>
                </a:lnTo>
                <a:lnTo>
                  <a:pt x="557836" y="252359"/>
                </a:lnTo>
                <a:lnTo>
                  <a:pt x="544543" y="265225"/>
                </a:lnTo>
                <a:lnTo>
                  <a:pt x="532997" y="301050"/>
                </a:lnTo>
                <a:lnTo>
                  <a:pt x="523893" y="355678"/>
                </a:lnTo>
                <a:lnTo>
                  <a:pt x="517923" y="424953"/>
                </a:lnTo>
                <a:lnTo>
                  <a:pt x="515779" y="504719"/>
                </a:lnTo>
                <a:lnTo>
                  <a:pt x="513634" y="424953"/>
                </a:lnTo>
                <a:lnTo>
                  <a:pt x="507664" y="355678"/>
                </a:lnTo>
                <a:lnTo>
                  <a:pt x="498560" y="301050"/>
                </a:lnTo>
                <a:lnTo>
                  <a:pt x="487014" y="265225"/>
                </a:lnTo>
                <a:lnTo>
                  <a:pt x="473721" y="252359"/>
                </a:lnTo>
                <a:lnTo>
                  <a:pt x="42057" y="252359"/>
                </a:lnTo>
                <a:lnTo>
                  <a:pt x="28764" y="239494"/>
                </a:lnTo>
                <a:lnTo>
                  <a:pt x="17219" y="203668"/>
                </a:lnTo>
                <a:lnTo>
                  <a:pt x="8114" y="149040"/>
                </a:lnTo>
                <a:lnTo>
                  <a:pt x="2144" y="79765"/>
                </a:ln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69910" y="2935006"/>
            <a:ext cx="1031875" cy="504825"/>
          </a:xfrm>
          <a:custGeom>
            <a:avLst/>
            <a:gdLst/>
            <a:ahLst/>
            <a:cxnLst/>
            <a:rect l="l" t="t" r="r" b="b"/>
            <a:pathLst>
              <a:path w="1031875" h="504825">
                <a:moveTo>
                  <a:pt x="1031558" y="0"/>
                </a:moveTo>
                <a:lnTo>
                  <a:pt x="1029413" y="79765"/>
                </a:lnTo>
                <a:lnTo>
                  <a:pt x="1023443" y="149040"/>
                </a:lnTo>
                <a:lnTo>
                  <a:pt x="1014339" y="203668"/>
                </a:lnTo>
                <a:lnTo>
                  <a:pt x="989500" y="252359"/>
                </a:lnTo>
                <a:lnTo>
                  <a:pt x="557836" y="252359"/>
                </a:lnTo>
                <a:lnTo>
                  <a:pt x="544543" y="265225"/>
                </a:lnTo>
                <a:lnTo>
                  <a:pt x="532997" y="301050"/>
                </a:lnTo>
                <a:lnTo>
                  <a:pt x="523893" y="355678"/>
                </a:lnTo>
                <a:lnTo>
                  <a:pt x="517923" y="424953"/>
                </a:lnTo>
                <a:lnTo>
                  <a:pt x="515779" y="504719"/>
                </a:lnTo>
                <a:lnTo>
                  <a:pt x="513634" y="424953"/>
                </a:lnTo>
                <a:lnTo>
                  <a:pt x="507664" y="355678"/>
                </a:lnTo>
                <a:lnTo>
                  <a:pt x="498560" y="301050"/>
                </a:lnTo>
                <a:lnTo>
                  <a:pt x="487014" y="265225"/>
                </a:lnTo>
                <a:lnTo>
                  <a:pt x="473721" y="252359"/>
                </a:lnTo>
                <a:lnTo>
                  <a:pt x="42057" y="252359"/>
                </a:lnTo>
                <a:lnTo>
                  <a:pt x="28764" y="239494"/>
                </a:lnTo>
                <a:lnTo>
                  <a:pt x="17219" y="203668"/>
                </a:lnTo>
                <a:lnTo>
                  <a:pt x="8114" y="149040"/>
                </a:lnTo>
                <a:lnTo>
                  <a:pt x="2144" y="79765"/>
                </a:lnTo>
                <a:lnTo>
                  <a:pt x="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75767" y="3565065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5" y="118318"/>
                </a:lnTo>
                <a:lnTo>
                  <a:pt x="376218" y="157311"/>
                </a:lnTo>
                <a:lnTo>
                  <a:pt x="383892" y="200769"/>
                </a:lnTo>
                <a:lnTo>
                  <a:pt x="388497" y="248692"/>
                </a:lnTo>
                <a:lnTo>
                  <a:pt x="390031" y="301080"/>
                </a:lnTo>
                <a:lnTo>
                  <a:pt x="388497" y="353467"/>
                </a:lnTo>
                <a:lnTo>
                  <a:pt x="383892" y="401389"/>
                </a:lnTo>
                <a:lnTo>
                  <a:pt x="376218" y="444847"/>
                </a:lnTo>
                <a:lnTo>
                  <a:pt x="365475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9"/>
                </a:lnTo>
                <a:lnTo>
                  <a:pt x="352154" y="557827"/>
                </a:lnTo>
                <a:lnTo>
                  <a:pt x="386906" y="492100"/>
                </a:lnTo>
                <a:lnTo>
                  <a:pt x="400905" y="451494"/>
                </a:lnTo>
                <a:lnTo>
                  <a:pt x="410904" y="406096"/>
                </a:lnTo>
                <a:lnTo>
                  <a:pt x="416904" y="355909"/>
                </a:lnTo>
                <a:lnTo>
                  <a:pt x="418904" y="300931"/>
                </a:lnTo>
                <a:lnTo>
                  <a:pt x="416904" y="246083"/>
                </a:lnTo>
                <a:lnTo>
                  <a:pt x="410904" y="195988"/>
                </a:lnTo>
                <a:lnTo>
                  <a:pt x="400905" y="150647"/>
                </a:lnTo>
                <a:lnTo>
                  <a:pt x="386906" y="110059"/>
                </a:lnTo>
                <a:lnTo>
                  <a:pt x="370218" y="74521"/>
                </a:lnTo>
                <a:lnTo>
                  <a:pt x="332713" y="19492"/>
                </a:lnTo>
                <a:lnTo>
                  <a:pt x="311896" y="0"/>
                </a:lnTo>
                <a:close/>
              </a:path>
              <a:path w="419100" h="602614">
                <a:moveTo>
                  <a:pt x="107002" y="0"/>
                </a:moveTo>
                <a:lnTo>
                  <a:pt x="66744" y="44332"/>
                </a:lnTo>
                <a:lnTo>
                  <a:pt x="31992" y="110059"/>
                </a:lnTo>
                <a:lnTo>
                  <a:pt x="17993" y="150647"/>
                </a:lnTo>
                <a:lnTo>
                  <a:pt x="7994" y="195988"/>
                </a:lnTo>
                <a:lnTo>
                  <a:pt x="1994" y="246083"/>
                </a:lnTo>
                <a:lnTo>
                  <a:pt x="0" y="301080"/>
                </a:lnTo>
                <a:lnTo>
                  <a:pt x="1994" y="355909"/>
                </a:lnTo>
                <a:lnTo>
                  <a:pt x="7994" y="406096"/>
                </a:lnTo>
                <a:lnTo>
                  <a:pt x="17993" y="451494"/>
                </a:lnTo>
                <a:lnTo>
                  <a:pt x="31992" y="492100"/>
                </a:lnTo>
                <a:lnTo>
                  <a:pt x="48679" y="527638"/>
                </a:lnTo>
                <a:lnTo>
                  <a:pt x="86184" y="582667"/>
                </a:lnTo>
                <a:lnTo>
                  <a:pt x="107002" y="602159"/>
                </a:lnTo>
                <a:lnTo>
                  <a:pt x="115634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80" y="444847"/>
                </a:lnTo>
                <a:lnTo>
                  <a:pt x="35006" y="401389"/>
                </a:lnTo>
                <a:lnTo>
                  <a:pt x="30401" y="353467"/>
                </a:lnTo>
                <a:lnTo>
                  <a:pt x="28871" y="300931"/>
                </a:lnTo>
                <a:lnTo>
                  <a:pt x="30401" y="248692"/>
                </a:lnTo>
                <a:lnTo>
                  <a:pt x="35006" y="200769"/>
                </a:lnTo>
                <a:lnTo>
                  <a:pt x="42680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4" y="9972"/>
                </a:lnTo>
                <a:lnTo>
                  <a:pt x="107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088382" y="3334003"/>
            <a:ext cx="194310" cy="89725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93854" y="3534155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+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8441" y="3509772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+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19296" y="3515867"/>
            <a:ext cx="3295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=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39915" y="3541862"/>
            <a:ext cx="419100" cy="602615"/>
          </a:xfrm>
          <a:custGeom>
            <a:avLst/>
            <a:gdLst/>
            <a:ahLst/>
            <a:cxnLst/>
            <a:rect l="l" t="t" r="r" b="b"/>
            <a:pathLst>
              <a:path w="419100" h="602614">
                <a:moveTo>
                  <a:pt x="311896" y="0"/>
                </a:moveTo>
                <a:lnTo>
                  <a:pt x="303264" y="9972"/>
                </a:lnTo>
                <a:lnTo>
                  <a:pt x="321272" y="29803"/>
                </a:lnTo>
                <a:lnTo>
                  <a:pt x="337643" y="54471"/>
                </a:lnTo>
                <a:lnTo>
                  <a:pt x="365473" y="118318"/>
                </a:lnTo>
                <a:lnTo>
                  <a:pt x="376217" y="157311"/>
                </a:lnTo>
                <a:lnTo>
                  <a:pt x="383891" y="200769"/>
                </a:lnTo>
                <a:lnTo>
                  <a:pt x="388495" y="248692"/>
                </a:lnTo>
                <a:lnTo>
                  <a:pt x="390030" y="301080"/>
                </a:lnTo>
                <a:lnTo>
                  <a:pt x="388495" y="353467"/>
                </a:lnTo>
                <a:lnTo>
                  <a:pt x="383891" y="401389"/>
                </a:lnTo>
                <a:lnTo>
                  <a:pt x="376217" y="444847"/>
                </a:lnTo>
                <a:lnTo>
                  <a:pt x="365473" y="483840"/>
                </a:lnTo>
                <a:lnTo>
                  <a:pt x="337643" y="547687"/>
                </a:lnTo>
                <a:lnTo>
                  <a:pt x="303264" y="592187"/>
                </a:lnTo>
                <a:lnTo>
                  <a:pt x="311896" y="602159"/>
                </a:lnTo>
                <a:lnTo>
                  <a:pt x="352153" y="557827"/>
                </a:lnTo>
                <a:lnTo>
                  <a:pt x="386905" y="492100"/>
                </a:lnTo>
                <a:lnTo>
                  <a:pt x="400904" y="451494"/>
                </a:lnTo>
                <a:lnTo>
                  <a:pt x="410903" y="406096"/>
                </a:lnTo>
                <a:lnTo>
                  <a:pt x="416902" y="355908"/>
                </a:lnTo>
                <a:lnTo>
                  <a:pt x="418902" y="300930"/>
                </a:lnTo>
                <a:lnTo>
                  <a:pt x="416902" y="246082"/>
                </a:lnTo>
                <a:lnTo>
                  <a:pt x="410903" y="195988"/>
                </a:lnTo>
                <a:lnTo>
                  <a:pt x="400904" y="150646"/>
                </a:lnTo>
                <a:lnTo>
                  <a:pt x="386905" y="110058"/>
                </a:lnTo>
                <a:lnTo>
                  <a:pt x="370217" y="74521"/>
                </a:lnTo>
                <a:lnTo>
                  <a:pt x="332713" y="19492"/>
                </a:lnTo>
                <a:lnTo>
                  <a:pt x="311896" y="0"/>
                </a:lnTo>
                <a:close/>
              </a:path>
              <a:path w="419100" h="602614">
                <a:moveTo>
                  <a:pt x="107000" y="0"/>
                </a:moveTo>
                <a:lnTo>
                  <a:pt x="66743" y="44332"/>
                </a:lnTo>
                <a:lnTo>
                  <a:pt x="31992" y="110058"/>
                </a:lnTo>
                <a:lnTo>
                  <a:pt x="17993" y="150646"/>
                </a:lnTo>
                <a:lnTo>
                  <a:pt x="7993" y="195988"/>
                </a:lnTo>
                <a:lnTo>
                  <a:pt x="1994" y="246082"/>
                </a:lnTo>
                <a:lnTo>
                  <a:pt x="0" y="301080"/>
                </a:lnTo>
                <a:lnTo>
                  <a:pt x="1994" y="355908"/>
                </a:lnTo>
                <a:lnTo>
                  <a:pt x="7993" y="406096"/>
                </a:lnTo>
                <a:lnTo>
                  <a:pt x="17993" y="451494"/>
                </a:lnTo>
                <a:lnTo>
                  <a:pt x="31992" y="492100"/>
                </a:lnTo>
                <a:lnTo>
                  <a:pt x="48679" y="527638"/>
                </a:lnTo>
                <a:lnTo>
                  <a:pt x="86183" y="582667"/>
                </a:lnTo>
                <a:lnTo>
                  <a:pt x="107000" y="602159"/>
                </a:lnTo>
                <a:lnTo>
                  <a:pt x="115633" y="592187"/>
                </a:lnTo>
                <a:lnTo>
                  <a:pt x="97625" y="572355"/>
                </a:lnTo>
                <a:lnTo>
                  <a:pt x="81254" y="547687"/>
                </a:lnTo>
                <a:lnTo>
                  <a:pt x="53423" y="483840"/>
                </a:lnTo>
                <a:lnTo>
                  <a:pt x="42679" y="444847"/>
                </a:lnTo>
                <a:lnTo>
                  <a:pt x="35005" y="401389"/>
                </a:lnTo>
                <a:lnTo>
                  <a:pt x="30401" y="353467"/>
                </a:lnTo>
                <a:lnTo>
                  <a:pt x="28871" y="300930"/>
                </a:lnTo>
                <a:lnTo>
                  <a:pt x="30401" y="248692"/>
                </a:lnTo>
                <a:lnTo>
                  <a:pt x="35005" y="200769"/>
                </a:lnTo>
                <a:lnTo>
                  <a:pt x="42679" y="157311"/>
                </a:lnTo>
                <a:lnTo>
                  <a:pt x="53423" y="118318"/>
                </a:lnTo>
                <a:lnTo>
                  <a:pt x="81254" y="54471"/>
                </a:lnTo>
                <a:lnTo>
                  <a:pt x="115633" y="9972"/>
                </a:lnTo>
                <a:lnTo>
                  <a:pt x="10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452530" y="3315715"/>
            <a:ext cx="194310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0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63191" y="2529332"/>
            <a:ext cx="1297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2481" y="5183123"/>
            <a:ext cx="979169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0000FF"/>
                </a:solidFill>
                <a:latin typeface="Cambria Math"/>
                <a:cs typeface="Cambria Math"/>
              </a:rPr>
              <a:t>GINConv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493451" y="5168699"/>
            <a:ext cx="2699385" cy="419100"/>
          </a:xfrm>
          <a:custGeom>
            <a:avLst/>
            <a:gdLst/>
            <a:ahLst/>
            <a:cxnLst/>
            <a:rect l="l" t="t" r="r" b="b"/>
            <a:pathLst>
              <a:path w="2699385" h="419100">
                <a:moveTo>
                  <a:pt x="2608684" y="0"/>
                </a:moveTo>
                <a:lnTo>
                  <a:pt x="2604715" y="9921"/>
                </a:lnTo>
                <a:lnTo>
                  <a:pt x="2620330" y="22614"/>
                </a:lnTo>
                <a:lnTo>
                  <a:pt x="2634186" y="39113"/>
                </a:lnTo>
                <a:lnTo>
                  <a:pt x="2656620" y="83529"/>
                </a:lnTo>
                <a:lnTo>
                  <a:pt x="2670804" y="141061"/>
                </a:lnTo>
                <a:lnTo>
                  <a:pt x="2675533" y="209599"/>
                </a:lnTo>
                <a:lnTo>
                  <a:pt x="2674358" y="244682"/>
                </a:lnTo>
                <a:lnTo>
                  <a:pt x="2664963" y="307314"/>
                </a:lnTo>
                <a:lnTo>
                  <a:pt x="2646445" y="359218"/>
                </a:lnTo>
                <a:lnTo>
                  <a:pt x="2620431" y="396301"/>
                </a:lnTo>
                <a:lnTo>
                  <a:pt x="2604715" y="409028"/>
                </a:lnTo>
                <a:lnTo>
                  <a:pt x="2608684" y="418951"/>
                </a:lnTo>
                <a:lnTo>
                  <a:pt x="2645968" y="389123"/>
                </a:lnTo>
                <a:lnTo>
                  <a:pt x="2674726" y="341312"/>
                </a:lnTo>
                <a:lnTo>
                  <a:pt x="2693097" y="279920"/>
                </a:lnTo>
                <a:lnTo>
                  <a:pt x="2699221" y="209351"/>
                </a:lnTo>
                <a:lnTo>
                  <a:pt x="2697690" y="172733"/>
                </a:lnTo>
                <a:lnTo>
                  <a:pt x="2685443" y="106752"/>
                </a:lnTo>
                <a:lnTo>
                  <a:pt x="2661413" y="51438"/>
                </a:lnTo>
                <a:lnTo>
                  <a:pt x="2628392" y="12743"/>
                </a:lnTo>
                <a:lnTo>
                  <a:pt x="2608684" y="0"/>
                </a:lnTo>
                <a:close/>
              </a:path>
              <a:path w="2699385" h="419100">
                <a:moveTo>
                  <a:pt x="90412" y="0"/>
                </a:moveTo>
                <a:lnTo>
                  <a:pt x="53221" y="29889"/>
                </a:lnTo>
                <a:lnTo>
                  <a:pt x="24494" y="77389"/>
                </a:lnTo>
                <a:lnTo>
                  <a:pt x="6123" y="138534"/>
                </a:lnTo>
                <a:lnTo>
                  <a:pt x="0" y="209351"/>
                </a:lnTo>
                <a:lnTo>
                  <a:pt x="1530" y="245783"/>
                </a:lnTo>
                <a:lnTo>
                  <a:pt x="13778" y="311763"/>
                </a:lnTo>
                <a:lnTo>
                  <a:pt x="37799" y="367466"/>
                </a:lnTo>
                <a:lnTo>
                  <a:pt x="70758" y="406285"/>
                </a:lnTo>
                <a:lnTo>
                  <a:pt x="90412" y="418951"/>
                </a:lnTo>
                <a:lnTo>
                  <a:pt x="94505" y="409028"/>
                </a:lnTo>
                <a:lnTo>
                  <a:pt x="78739" y="396301"/>
                </a:lnTo>
                <a:lnTo>
                  <a:pt x="64802" y="379697"/>
                </a:lnTo>
                <a:lnTo>
                  <a:pt x="42415" y="334863"/>
                </a:lnTo>
                <a:lnTo>
                  <a:pt x="28369" y="277254"/>
                </a:lnTo>
                <a:lnTo>
                  <a:pt x="23688" y="209599"/>
                </a:lnTo>
                <a:lnTo>
                  <a:pt x="24870" y="173954"/>
                </a:lnTo>
                <a:lnTo>
                  <a:pt x="34327" y="110919"/>
                </a:lnTo>
                <a:lnTo>
                  <a:pt x="52938" y="59418"/>
                </a:lnTo>
                <a:lnTo>
                  <a:pt x="78890" y="22614"/>
                </a:lnTo>
                <a:lnTo>
                  <a:pt x="94505" y="9921"/>
                </a:lnTo>
                <a:lnTo>
                  <a:pt x="904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742747" y="5215350"/>
            <a:ext cx="241300" cy="176530"/>
          </a:xfrm>
          <a:custGeom>
            <a:avLst/>
            <a:gdLst/>
            <a:ahLst/>
            <a:cxnLst/>
            <a:rect l="l" t="t" r="r" b="b"/>
            <a:pathLst>
              <a:path w="241300" h="176529">
                <a:moveTo>
                  <a:pt x="184438" y="0"/>
                </a:moveTo>
                <a:lnTo>
                  <a:pt x="181926" y="7162"/>
                </a:lnTo>
                <a:lnTo>
                  <a:pt x="192141" y="11595"/>
                </a:lnTo>
                <a:lnTo>
                  <a:pt x="200925" y="17731"/>
                </a:lnTo>
                <a:lnTo>
                  <a:pt x="222017" y="58565"/>
                </a:lnTo>
                <a:lnTo>
                  <a:pt x="224622" y="87342"/>
                </a:lnTo>
                <a:lnTo>
                  <a:pt x="223968" y="102906"/>
                </a:lnTo>
                <a:lnTo>
                  <a:pt x="214157" y="141014"/>
                </a:lnTo>
                <a:lnTo>
                  <a:pt x="182205" y="169292"/>
                </a:lnTo>
                <a:lnTo>
                  <a:pt x="184438" y="176453"/>
                </a:lnTo>
                <a:lnTo>
                  <a:pt x="218151" y="156423"/>
                </a:lnTo>
                <a:lnTo>
                  <a:pt x="237085" y="119446"/>
                </a:lnTo>
                <a:lnTo>
                  <a:pt x="240713" y="88273"/>
                </a:lnTo>
                <a:lnTo>
                  <a:pt x="239803" y="72097"/>
                </a:lnTo>
                <a:lnTo>
                  <a:pt x="226156" y="30928"/>
                </a:lnTo>
                <a:lnTo>
                  <a:pt x="197231" y="4618"/>
                </a:lnTo>
                <a:lnTo>
                  <a:pt x="184438" y="0"/>
                </a:lnTo>
                <a:close/>
              </a:path>
              <a:path w="241300" h="176529">
                <a:moveTo>
                  <a:pt x="56274" y="0"/>
                </a:moveTo>
                <a:lnTo>
                  <a:pt x="22623" y="20082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4" y="171841"/>
                </a:lnTo>
                <a:lnTo>
                  <a:pt x="56274" y="176453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030966" y="5260590"/>
            <a:ext cx="311785" cy="235585"/>
          </a:xfrm>
          <a:custGeom>
            <a:avLst/>
            <a:gdLst/>
            <a:ahLst/>
            <a:cxnLst/>
            <a:rect l="l" t="t" r="r" b="b"/>
            <a:pathLst>
              <a:path w="311785" h="235585">
                <a:moveTo>
                  <a:pt x="236689" y="0"/>
                </a:moveTo>
                <a:lnTo>
                  <a:pt x="233340" y="9549"/>
                </a:lnTo>
                <a:lnTo>
                  <a:pt x="246960" y="15459"/>
                </a:lnTo>
                <a:lnTo>
                  <a:pt x="258672" y="23641"/>
                </a:lnTo>
                <a:lnTo>
                  <a:pt x="282454" y="61565"/>
                </a:lnTo>
                <a:lnTo>
                  <a:pt x="290267" y="116457"/>
                </a:lnTo>
                <a:lnTo>
                  <a:pt x="289395" y="137208"/>
                </a:lnTo>
                <a:lnTo>
                  <a:pt x="276315" y="188018"/>
                </a:lnTo>
                <a:lnTo>
                  <a:pt x="247119" y="219784"/>
                </a:lnTo>
                <a:lnTo>
                  <a:pt x="233713" y="225722"/>
                </a:lnTo>
                <a:lnTo>
                  <a:pt x="236689" y="235271"/>
                </a:lnTo>
                <a:lnTo>
                  <a:pt x="281639" y="208563"/>
                </a:lnTo>
                <a:lnTo>
                  <a:pt x="306887" y="159260"/>
                </a:lnTo>
                <a:lnTo>
                  <a:pt x="311724" y="117697"/>
                </a:lnTo>
                <a:lnTo>
                  <a:pt x="310510" y="96129"/>
                </a:lnTo>
                <a:lnTo>
                  <a:pt x="300805" y="57898"/>
                </a:lnTo>
                <a:lnTo>
                  <a:pt x="268703" y="15083"/>
                </a:lnTo>
                <a:lnTo>
                  <a:pt x="253746" y="6158"/>
                </a:lnTo>
                <a:lnTo>
                  <a:pt x="236689" y="0"/>
                </a:lnTo>
                <a:close/>
              </a:path>
              <a:path w="311785" h="235585">
                <a:moveTo>
                  <a:pt x="75034" y="0"/>
                </a:moveTo>
                <a:lnTo>
                  <a:pt x="30165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3" y="177542"/>
                </a:lnTo>
                <a:lnTo>
                  <a:pt x="42943" y="220218"/>
                </a:lnTo>
                <a:lnTo>
                  <a:pt x="75034" y="235271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471528" y="5225562"/>
            <a:ext cx="949325" cy="305435"/>
          </a:xfrm>
          <a:custGeom>
            <a:avLst/>
            <a:gdLst/>
            <a:ahLst/>
            <a:cxnLst/>
            <a:rect l="l" t="t" r="r" b="b"/>
            <a:pathLst>
              <a:path w="949325" h="305435">
                <a:moveTo>
                  <a:pt x="873089" y="0"/>
                </a:moveTo>
                <a:lnTo>
                  <a:pt x="869863" y="0"/>
                </a:lnTo>
                <a:lnTo>
                  <a:pt x="869863" y="9425"/>
                </a:lnTo>
                <a:lnTo>
                  <a:pt x="871724" y="9425"/>
                </a:lnTo>
                <a:lnTo>
                  <a:pt x="880227" y="10185"/>
                </a:lnTo>
                <a:lnTo>
                  <a:pt x="907515" y="38447"/>
                </a:lnTo>
                <a:lnTo>
                  <a:pt x="910047" y="64491"/>
                </a:lnTo>
                <a:lnTo>
                  <a:pt x="909892" y="70464"/>
                </a:lnTo>
                <a:lnTo>
                  <a:pt x="909427" y="77096"/>
                </a:lnTo>
                <a:lnTo>
                  <a:pt x="908652" y="84386"/>
                </a:lnTo>
                <a:lnTo>
                  <a:pt x="907567" y="92335"/>
                </a:lnTo>
                <a:lnTo>
                  <a:pt x="905913" y="103374"/>
                </a:lnTo>
                <a:lnTo>
                  <a:pt x="905134" y="110835"/>
                </a:lnTo>
                <a:lnTo>
                  <a:pt x="920342" y="148621"/>
                </a:lnTo>
                <a:lnTo>
                  <a:pt x="926047" y="151432"/>
                </a:lnTo>
                <a:lnTo>
                  <a:pt x="926047" y="153664"/>
                </a:lnTo>
                <a:lnTo>
                  <a:pt x="920342" y="156394"/>
                </a:lnTo>
                <a:lnTo>
                  <a:pt x="915422" y="160651"/>
                </a:lnTo>
                <a:lnTo>
                  <a:pt x="907153" y="172227"/>
                </a:lnTo>
                <a:lnTo>
                  <a:pt x="905087" y="179627"/>
                </a:lnTo>
                <a:lnTo>
                  <a:pt x="905150" y="193951"/>
                </a:lnTo>
                <a:lnTo>
                  <a:pt x="905913" y="201187"/>
                </a:lnTo>
                <a:lnTo>
                  <a:pt x="907567" y="212142"/>
                </a:lnTo>
                <a:lnTo>
                  <a:pt x="908652" y="220021"/>
                </a:lnTo>
                <a:lnTo>
                  <a:pt x="909427" y="227226"/>
                </a:lnTo>
                <a:lnTo>
                  <a:pt x="909892" y="233757"/>
                </a:lnTo>
                <a:lnTo>
                  <a:pt x="910047" y="239613"/>
                </a:lnTo>
                <a:lnTo>
                  <a:pt x="909412" y="254472"/>
                </a:lnTo>
                <a:lnTo>
                  <a:pt x="887754" y="292912"/>
                </a:lnTo>
                <a:lnTo>
                  <a:pt x="871724" y="295920"/>
                </a:lnTo>
                <a:lnTo>
                  <a:pt x="869863" y="295920"/>
                </a:lnTo>
                <a:lnTo>
                  <a:pt x="869863" y="305346"/>
                </a:lnTo>
                <a:lnTo>
                  <a:pt x="873089" y="305346"/>
                </a:lnTo>
                <a:lnTo>
                  <a:pt x="886743" y="304055"/>
                </a:lnTo>
                <a:lnTo>
                  <a:pt x="923004" y="278955"/>
                </a:lnTo>
                <a:lnTo>
                  <a:pt x="931132" y="234900"/>
                </a:lnTo>
                <a:lnTo>
                  <a:pt x="930950" y="228106"/>
                </a:lnTo>
                <a:lnTo>
                  <a:pt x="930403" y="220870"/>
                </a:lnTo>
                <a:lnTo>
                  <a:pt x="929492" y="213192"/>
                </a:lnTo>
                <a:lnTo>
                  <a:pt x="928217" y="205073"/>
                </a:lnTo>
                <a:lnTo>
                  <a:pt x="926274" y="193951"/>
                </a:lnTo>
                <a:lnTo>
                  <a:pt x="925302" y="186490"/>
                </a:lnTo>
                <a:lnTo>
                  <a:pt x="925302" y="175411"/>
                </a:lnTo>
                <a:lnTo>
                  <a:pt x="927266" y="169499"/>
                </a:lnTo>
                <a:lnTo>
                  <a:pt x="935121" y="160403"/>
                </a:lnTo>
                <a:lnTo>
                  <a:pt x="941053" y="157965"/>
                </a:lnTo>
                <a:lnTo>
                  <a:pt x="948990" y="157633"/>
                </a:lnTo>
                <a:lnTo>
                  <a:pt x="948990" y="147463"/>
                </a:lnTo>
                <a:lnTo>
                  <a:pt x="941053" y="147133"/>
                </a:lnTo>
                <a:lnTo>
                  <a:pt x="935121" y="144673"/>
                </a:lnTo>
                <a:lnTo>
                  <a:pt x="927266" y="135496"/>
                </a:lnTo>
                <a:lnTo>
                  <a:pt x="925302" y="129522"/>
                </a:lnTo>
                <a:lnTo>
                  <a:pt x="925302" y="118360"/>
                </a:lnTo>
                <a:lnTo>
                  <a:pt x="926274" y="110835"/>
                </a:lnTo>
                <a:lnTo>
                  <a:pt x="928217" y="99590"/>
                </a:lnTo>
                <a:lnTo>
                  <a:pt x="929492" y="91382"/>
                </a:lnTo>
                <a:lnTo>
                  <a:pt x="930403" y="83623"/>
                </a:lnTo>
                <a:lnTo>
                  <a:pt x="930950" y="76313"/>
                </a:lnTo>
                <a:lnTo>
                  <a:pt x="931132" y="69453"/>
                </a:lnTo>
                <a:lnTo>
                  <a:pt x="930229" y="52741"/>
                </a:lnTo>
                <a:lnTo>
                  <a:pt x="916683" y="17115"/>
                </a:lnTo>
                <a:lnTo>
                  <a:pt x="886743" y="1302"/>
                </a:lnTo>
                <a:lnTo>
                  <a:pt x="873089" y="0"/>
                </a:lnTo>
                <a:close/>
              </a:path>
              <a:path w="949325" h="305435">
                <a:moveTo>
                  <a:pt x="79127" y="0"/>
                </a:moveTo>
                <a:lnTo>
                  <a:pt x="75902" y="0"/>
                </a:lnTo>
                <a:lnTo>
                  <a:pt x="62248" y="1302"/>
                </a:lnTo>
                <a:lnTo>
                  <a:pt x="25987" y="26572"/>
                </a:lnTo>
                <a:lnTo>
                  <a:pt x="17860" y="69453"/>
                </a:lnTo>
                <a:lnTo>
                  <a:pt x="18042" y="76313"/>
                </a:lnTo>
                <a:lnTo>
                  <a:pt x="18588" y="83623"/>
                </a:lnTo>
                <a:lnTo>
                  <a:pt x="19499" y="91382"/>
                </a:lnTo>
                <a:lnTo>
                  <a:pt x="20774" y="99590"/>
                </a:lnTo>
                <a:lnTo>
                  <a:pt x="22717" y="110835"/>
                </a:lnTo>
                <a:lnTo>
                  <a:pt x="23689" y="118360"/>
                </a:lnTo>
                <a:lnTo>
                  <a:pt x="23689" y="129522"/>
                </a:lnTo>
                <a:lnTo>
                  <a:pt x="21725" y="135496"/>
                </a:lnTo>
                <a:lnTo>
                  <a:pt x="13870" y="144673"/>
                </a:lnTo>
                <a:lnTo>
                  <a:pt x="7937" y="147133"/>
                </a:lnTo>
                <a:lnTo>
                  <a:pt x="0" y="147463"/>
                </a:lnTo>
                <a:lnTo>
                  <a:pt x="0" y="157633"/>
                </a:lnTo>
                <a:lnTo>
                  <a:pt x="7937" y="157965"/>
                </a:lnTo>
                <a:lnTo>
                  <a:pt x="13870" y="160403"/>
                </a:lnTo>
                <a:lnTo>
                  <a:pt x="21725" y="169499"/>
                </a:lnTo>
                <a:lnTo>
                  <a:pt x="23689" y="175411"/>
                </a:lnTo>
                <a:lnTo>
                  <a:pt x="23689" y="186490"/>
                </a:lnTo>
                <a:lnTo>
                  <a:pt x="22717" y="193951"/>
                </a:lnTo>
                <a:lnTo>
                  <a:pt x="20774" y="205073"/>
                </a:lnTo>
                <a:lnTo>
                  <a:pt x="19499" y="213192"/>
                </a:lnTo>
                <a:lnTo>
                  <a:pt x="18588" y="220870"/>
                </a:lnTo>
                <a:lnTo>
                  <a:pt x="18042" y="228106"/>
                </a:lnTo>
                <a:lnTo>
                  <a:pt x="17860" y="234900"/>
                </a:lnTo>
                <a:lnTo>
                  <a:pt x="18762" y="252197"/>
                </a:lnTo>
                <a:lnTo>
                  <a:pt x="32308" y="288417"/>
                </a:lnTo>
                <a:lnTo>
                  <a:pt x="75902" y="305346"/>
                </a:lnTo>
                <a:lnTo>
                  <a:pt x="79127" y="305346"/>
                </a:lnTo>
                <a:lnTo>
                  <a:pt x="79127" y="295920"/>
                </a:lnTo>
                <a:lnTo>
                  <a:pt x="77266" y="295920"/>
                </a:lnTo>
                <a:lnTo>
                  <a:pt x="68763" y="295168"/>
                </a:lnTo>
                <a:lnTo>
                  <a:pt x="41486" y="266805"/>
                </a:lnTo>
                <a:lnTo>
                  <a:pt x="38943" y="239613"/>
                </a:lnTo>
                <a:lnTo>
                  <a:pt x="39098" y="233757"/>
                </a:lnTo>
                <a:lnTo>
                  <a:pt x="39563" y="227226"/>
                </a:lnTo>
                <a:lnTo>
                  <a:pt x="40339" y="220021"/>
                </a:lnTo>
                <a:lnTo>
                  <a:pt x="41424" y="212142"/>
                </a:lnTo>
                <a:lnTo>
                  <a:pt x="43078" y="201187"/>
                </a:lnTo>
                <a:lnTo>
                  <a:pt x="43841" y="193951"/>
                </a:lnTo>
                <a:lnTo>
                  <a:pt x="28649" y="156394"/>
                </a:lnTo>
                <a:lnTo>
                  <a:pt x="22945" y="153664"/>
                </a:lnTo>
                <a:lnTo>
                  <a:pt x="22945" y="151432"/>
                </a:lnTo>
                <a:lnTo>
                  <a:pt x="28649" y="148621"/>
                </a:lnTo>
                <a:lnTo>
                  <a:pt x="33569" y="144301"/>
                </a:lnTo>
                <a:lnTo>
                  <a:pt x="41837" y="132642"/>
                </a:lnTo>
                <a:lnTo>
                  <a:pt x="43905" y="125181"/>
                </a:lnTo>
                <a:lnTo>
                  <a:pt x="43857" y="110835"/>
                </a:lnTo>
                <a:lnTo>
                  <a:pt x="43078" y="103374"/>
                </a:lnTo>
                <a:lnTo>
                  <a:pt x="41424" y="92335"/>
                </a:lnTo>
                <a:lnTo>
                  <a:pt x="40339" y="84386"/>
                </a:lnTo>
                <a:lnTo>
                  <a:pt x="39563" y="77096"/>
                </a:lnTo>
                <a:lnTo>
                  <a:pt x="39098" y="70464"/>
                </a:lnTo>
                <a:lnTo>
                  <a:pt x="38943" y="64491"/>
                </a:lnTo>
                <a:lnTo>
                  <a:pt x="39579" y="50276"/>
                </a:lnTo>
                <a:lnTo>
                  <a:pt x="61237" y="12464"/>
                </a:lnTo>
                <a:lnTo>
                  <a:pt x="77266" y="9425"/>
                </a:lnTo>
                <a:lnTo>
                  <a:pt x="79127" y="9425"/>
                </a:lnTo>
                <a:lnTo>
                  <a:pt x="7912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704708" y="5215350"/>
            <a:ext cx="241300" cy="176530"/>
          </a:xfrm>
          <a:custGeom>
            <a:avLst/>
            <a:gdLst/>
            <a:ahLst/>
            <a:cxnLst/>
            <a:rect l="l" t="t" r="r" b="b"/>
            <a:pathLst>
              <a:path w="241300" h="176529">
                <a:moveTo>
                  <a:pt x="184438" y="0"/>
                </a:moveTo>
                <a:lnTo>
                  <a:pt x="181926" y="7162"/>
                </a:lnTo>
                <a:lnTo>
                  <a:pt x="192141" y="11595"/>
                </a:lnTo>
                <a:lnTo>
                  <a:pt x="200925" y="17731"/>
                </a:lnTo>
                <a:lnTo>
                  <a:pt x="222016" y="58565"/>
                </a:lnTo>
                <a:lnTo>
                  <a:pt x="224621" y="87342"/>
                </a:lnTo>
                <a:lnTo>
                  <a:pt x="223967" y="102906"/>
                </a:lnTo>
                <a:lnTo>
                  <a:pt x="214157" y="141014"/>
                </a:lnTo>
                <a:lnTo>
                  <a:pt x="182205" y="169292"/>
                </a:lnTo>
                <a:lnTo>
                  <a:pt x="184438" y="176453"/>
                </a:lnTo>
                <a:lnTo>
                  <a:pt x="218151" y="156423"/>
                </a:lnTo>
                <a:lnTo>
                  <a:pt x="237085" y="119446"/>
                </a:lnTo>
                <a:lnTo>
                  <a:pt x="240713" y="88273"/>
                </a:lnTo>
                <a:lnTo>
                  <a:pt x="239803" y="72097"/>
                </a:lnTo>
                <a:lnTo>
                  <a:pt x="226156" y="30928"/>
                </a:lnTo>
                <a:lnTo>
                  <a:pt x="197231" y="4618"/>
                </a:lnTo>
                <a:lnTo>
                  <a:pt x="184438" y="0"/>
                </a:lnTo>
                <a:close/>
              </a:path>
              <a:path w="241300" h="176529">
                <a:moveTo>
                  <a:pt x="56274" y="0"/>
                </a:moveTo>
                <a:lnTo>
                  <a:pt x="22623" y="20082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09" y="145619"/>
                </a:lnTo>
                <a:lnTo>
                  <a:pt x="43444" y="171841"/>
                </a:lnTo>
                <a:lnTo>
                  <a:pt x="56274" y="176453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992927" y="5260590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5">
                <a:moveTo>
                  <a:pt x="243674" y="0"/>
                </a:moveTo>
                <a:lnTo>
                  <a:pt x="240325" y="9549"/>
                </a:lnTo>
                <a:lnTo>
                  <a:pt x="253945" y="15459"/>
                </a:lnTo>
                <a:lnTo>
                  <a:pt x="265657" y="23641"/>
                </a:lnTo>
                <a:lnTo>
                  <a:pt x="289439" y="61565"/>
                </a:lnTo>
                <a:lnTo>
                  <a:pt x="297252" y="116457"/>
                </a:lnTo>
                <a:lnTo>
                  <a:pt x="296380" y="137208"/>
                </a:lnTo>
                <a:lnTo>
                  <a:pt x="283300" y="188018"/>
                </a:lnTo>
                <a:lnTo>
                  <a:pt x="254104" y="219784"/>
                </a:lnTo>
                <a:lnTo>
                  <a:pt x="240698" y="225722"/>
                </a:lnTo>
                <a:lnTo>
                  <a:pt x="243674" y="235271"/>
                </a:lnTo>
                <a:lnTo>
                  <a:pt x="288624" y="208563"/>
                </a:lnTo>
                <a:lnTo>
                  <a:pt x="313872" y="159260"/>
                </a:lnTo>
                <a:lnTo>
                  <a:pt x="318709" y="117697"/>
                </a:lnTo>
                <a:lnTo>
                  <a:pt x="317495" y="96129"/>
                </a:lnTo>
                <a:lnTo>
                  <a:pt x="307790" y="57898"/>
                </a:lnTo>
                <a:lnTo>
                  <a:pt x="275688" y="15083"/>
                </a:lnTo>
                <a:lnTo>
                  <a:pt x="260731" y="6158"/>
                </a:lnTo>
                <a:lnTo>
                  <a:pt x="243674" y="0"/>
                </a:lnTo>
                <a:close/>
              </a:path>
              <a:path w="31877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3" y="177542"/>
                </a:lnTo>
                <a:lnTo>
                  <a:pt x="42943" y="220218"/>
                </a:lnTo>
                <a:lnTo>
                  <a:pt x="75034" y="235271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4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32786" y="5428202"/>
            <a:ext cx="232410" cy="176530"/>
          </a:xfrm>
          <a:custGeom>
            <a:avLst/>
            <a:gdLst/>
            <a:ahLst/>
            <a:cxnLst/>
            <a:rect l="l" t="t" r="r" b="b"/>
            <a:pathLst>
              <a:path w="232410" h="176529">
                <a:moveTo>
                  <a:pt x="175738" y="0"/>
                </a:moveTo>
                <a:lnTo>
                  <a:pt x="173226" y="7162"/>
                </a:lnTo>
                <a:lnTo>
                  <a:pt x="183441" y="11595"/>
                </a:lnTo>
                <a:lnTo>
                  <a:pt x="192225" y="17731"/>
                </a:lnTo>
                <a:lnTo>
                  <a:pt x="213317" y="58565"/>
                </a:lnTo>
                <a:lnTo>
                  <a:pt x="215921" y="87342"/>
                </a:lnTo>
                <a:lnTo>
                  <a:pt x="215267" y="102906"/>
                </a:lnTo>
                <a:lnTo>
                  <a:pt x="205458" y="141014"/>
                </a:lnTo>
                <a:lnTo>
                  <a:pt x="173506" y="169291"/>
                </a:lnTo>
                <a:lnTo>
                  <a:pt x="175738" y="176454"/>
                </a:lnTo>
                <a:lnTo>
                  <a:pt x="209451" y="156423"/>
                </a:lnTo>
                <a:lnTo>
                  <a:pt x="228386" y="119446"/>
                </a:lnTo>
                <a:lnTo>
                  <a:pt x="232013" y="88273"/>
                </a:lnTo>
                <a:lnTo>
                  <a:pt x="231103" y="72097"/>
                </a:lnTo>
                <a:lnTo>
                  <a:pt x="217457" y="30928"/>
                </a:lnTo>
                <a:lnTo>
                  <a:pt x="188531" y="4618"/>
                </a:lnTo>
                <a:lnTo>
                  <a:pt x="175738" y="0"/>
                </a:lnTo>
                <a:close/>
              </a:path>
              <a:path w="232410" h="176529">
                <a:moveTo>
                  <a:pt x="56274" y="0"/>
                </a:moveTo>
                <a:lnTo>
                  <a:pt x="22623" y="20082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09" y="145619"/>
                </a:lnTo>
                <a:lnTo>
                  <a:pt x="43444" y="171841"/>
                </a:lnTo>
                <a:lnTo>
                  <a:pt x="56274" y="176454"/>
                </a:lnTo>
                <a:lnTo>
                  <a:pt x="58507" y="169291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0" y="87342"/>
                </a:lnTo>
                <a:lnTo>
                  <a:pt x="16745" y="72288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231942" y="4987231"/>
            <a:ext cx="3809365" cy="944244"/>
          </a:xfrm>
          <a:custGeom>
            <a:avLst/>
            <a:gdLst/>
            <a:ahLst/>
            <a:cxnLst/>
            <a:rect l="l" t="t" r="r" b="b"/>
            <a:pathLst>
              <a:path w="3809365" h="944245">
                <a:moveTo>
                  <a:pt x="3671895" y="0"/>
                </a:moveTo>
                <a:lnTo>
                  <a:pt x="3663461" y="8557"/>
                </a:lnTo>
                <a:lnTo>
                  <a:pt x="3690754" y="48969"/>
                </a:lnTo>
                <a:lnTo>
                  <a:pt x="3714590" y="95544"/>
                </a:lnTo>
                <a:lnTo>
                  <a:pt x="3734968" y="148281"/>
                </a:lnTo>
                <a:lnTo>
                  <a:pt x="3751889" y="207180"/>
                </a:lnTo>
                <a:lnTo>
                  <a:pt x="3762829" y="257412"/>
                </a:lnTo>
                <a:lnTo>
                  <a:pt x="3771337" y="308939"/>
                </a:lnTo>
                <a:lnTo>
                  <a:pt x="3777414" y="361761"/>
                </a:lnTo>
                <a:lnTo>
                  <a:pt x="3781060" y="415877"/>
                </a:lnTo>
                <a:lnTo>
                  <a:pt x="3782273" y="471412"/>
                </a:lnTo>
                <a:lnTo>
                  <a:pt x="3781060" y="525508"/>
                </a:lnTo>
                <a:lnTo>
                  <a:pt x="3777414" y="578930"/>
                </a:lnTo>
                <a:lnTo>
                  <a:pt x="3771337" y="631554"/>
                </a:lnTo>
                <a:lnTo>
                  <a:pt x="3762829" y="683378"/>
                </a:lnTo>
                <a:lnTo>
                  <a:pt x="3751889" y="734404"/>
                </a:lnTo>
                <a:lnTo>
                  <a:pt x="3734968" y="794450"/>
                </a:lnTo>
                <a:lnTo>
                  <a:pt x="3714590" y="848025"/>
                </a:lnTo>
                <a:lnTo>
                  <a:pt x="3690754" y="895127"/>
                </a:lnTo>
                <a:lnTo>
                  <a:pt x="3663461" y="935756"/>
                </a:lnTo>
                <a:lnTo>
                  <a:pt x="3671895" y="944065"/>
                </a:lnTo>
                <a:lnTo>
                  <a:pt x="3701780" y="904211"/>
                </a:lnTo>
                <a:lnTo>
                  <a:pt x="3728434" y="857450"/>
                </a:lnTo>
                <a:lnTo>
                  <a:pt x="3751855" y="803783"/>
                </a:lnTo>
                <a:lnTo>
                  <a:pt x="3772043" y="743209"/>
                </a:lnTo>
                <a:lnTo>
                  <a:pt x="3785415" y="691360"/>
                </a:lnTo>
                <a:lnTo>
                  <a:pt x="3795816" y="638256"/>
                </a:lnTo>
                <a:lnTo>
                  <a:pt x="3803246" y="583897"/>
                </a:lnTo>
                <a:lnTo>
                  <a:pt x="3807703" y="528282"/>
                </a:lnTo>
                <a:lnTo>
                  <a:pt x="3809186" y="471288"/>
                </a:lnTo>
                <a:lnTo>
                  <a:pt x="3807703" y="413476"/>
                </a:lnTo>
                <a:lnTo>
                  <a:pt x="3803246" y="357241"/>
                </a:lnTo>
                <a:lnTo>
                  <a:pt x="3795816" y="302708"/>
                </a:lnTo>
                <a:lnTo>
                  <a:pt x="3785415" y="249877"/>
                </a:lnTo>
                <a:lnTo>
                  <a:pt x="3772043" y="198747"/>
                </a:lnTo>
                <a:lnTo>
                  <a:pt x="3751855" y="139189"/>
                </a:lnTo>
                <a:lnTo>
                  <a:pt x="3728434" y="86211"/>
                </a:lnTo>
                <a:lnTo>
                  <a:pt x="3701780" y="39815"/>
                </a:lnTo>
                <a:lnTo>
                  <a:pt x="3671895" y="0"/>
                </a:lnTo>
                <a:close/>
              </a:path>
              <a:path w="3809365" h="944245">
                <a:moveTo>
                  <a:pt x="137293" y="0"/>
                </a:moveTo>
                <a:lnTo>
                  <a:pt x="107357" y="39815"/>
                </a:lnTo>
                <a:lnTo>
                  <a:pt x="80676" y="86211"/>
                </a:lnTo>
                <a:lnTo>
                  <a:pt x="57251" y="139189"/>
                </a:lnTo>
                <a:lnTo>
                  <a:pt x="37082" y="198747"/>
                </a:lnTo>
                <a:lnTo>
                  <a:pt x="23732" y="249877"/>
                </a:lnTo>
                <a:lnTo>
                  <a:pt x="13349" y="302708"/>
                </a:lnTo>
                <a:lnTo>
                  <a:pt x="5933" y="357241"/>
                </a:lnTo>
                <a:lnTo>
                  <a:pt x="1483" y="413476"/>
                </a:lnTo>
                <a:lnTo>
                  <a:pt x="0" y="471412"/>
                </a:lnTo>
                <a:lnTo>
                  <a:pt x="1483" y="528282"/>
                </a:lnTo>
                <a:lnTo>
                  <a:pt x="5933" y="583897"/>
                </a:lnTo>
                <a:lnTo>
                  <a:pt x="13349" y="638256"/>
                </a:lnTo>
                <a:lnTo>
                  <a:pt x="23732" y="691360"/>
                </a:lnTo>
                <a:lnTo>
                  <a:pt x="37082" y="743209"/>
                </a:lnTo>
                <a:lnTo>
                  <a:pt x="57251" y="803783"/>
                </a:lnTo>
                <a:lnTo>
                  <a:pt x="80676" y="857450"/>
                </a:lnTo>
                <a:lnTo>
                  <a:pt x="107357" y="904211"/>
                </a:lnTo>
                <a:lnTo>
                  <a:pt x="137293" y="944065"/>
                </a:lnTo>
                <a:lnTo>
                  <a:pt x="145602" y="935756"/>
                </a:lnTo>
                <a:lnTo>
                  <a:pt x="118314" y="895127"/>
                </a:lnTo>
                <a:lnTo>
                  <a:pt x="94490" y="848025"/>
                </a:lnTo>
                <a:lnTo>
                  <a:pt x="74130" y="794450"/>
                </a:lnTo>
                <a:lnTo>
                  <a:pt x="57236" y="734404"/>
                </a:lnTo>
                <a:lnTo>
                  <a:pt x="46319" y="683378"/>
                </a:lnTo>
                <a:lnTo>
                  <a:pt x="37829" y="631554"/>
                </a:lnTo>
                <a:lnTo>
                  <a:pt x="31764" y="578930"/>
                </a:lnTo>
                <a:lnTo>
                  <a:pt x="28125" y="525508"/>
                </a:lnTo>
                <a:lnTo>
                  <a:pt x="26912" y="471288"/>
                </a:lnTo>
                <a:lnTo>
                  <a:pt x="28128" y="415877"/>
                </a:lnTo>
                <a:lnTo>
                  <a:pt x="31774" y="361761"/>
                </a:lnTo>
                <a:lnTo>
                  <a:pt x="37851" y="308939"/>
                </a:lnTo>
                <a:lnTo>
                  <a:pt x="46359" y="257412"/>
                </a:lnTo>
                <a:lnTo>
                  <a:pt x="57298" y="207180"/>
                </a:lnTo>
                <a:lnTo>
                  <a:pt x="74212" y="148281"/>
                </a:lnTo>
                <a:lnTo>
                  <a:pt x="94568" y="95544"/>
                </a:lnTo>
                <a:lnTo>
                  <a:pt x="118364" y="48969"/>
                </a:lnTo>
                <a:lnTo>
                  <a:pt x="145602" y="8557"/>
                </a:lnTo>
                <a:lnTo>
                  <a:pt x="13729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407959" y="5260590"/>
            <a:ext cx="736600" cy="235585"/>
          </a:xfrm>
          <a:custGeom>
            <a:avLst/>
            <a:gdLst/>
            <a:ahLst/>
            <a:cxnLst/>
            <a:rect l="l" t="t" r="r" b="b"/>
            <a:pathLst>
              <a:path w="736600" h="235585">
                <a:moveTo>
                  <a:pt x="661377" y="0"/>
                </a:moveTo>
                <a:lnTo>
                  <a:pt x="658028" y="9549"/>
                </a:lnTo>
                <a:lnTo>
                  <a:pt x="671647" y="15459"/>
                </a:lnTo>
                <a:lnTo>
                  <a:pt x="683360" y="23641"/>
                </a:lnTo>
                <a:lnTo>
                  <a:pt x="707142" y="61565"/>
                </a:lnTo>
                <a:lnTo>
                  <a:pt x="714955" y="116457"/>
                </a:lnTo>
                <a:lnTo>
                  <a:pt x="714083" y="137208"/>
                </a:lnTo>
                <a:lnTo>
                  <a:pt x="701003" y="188018"/>
                </a:lnTo>
                <a:lnTo>
                  <a:pt x="671807" y="219784"/>
                </a:lnTo>
                <a:lnTo>
                  <a:pt x="658401" y="225722"/>
                </a:lnTo>
                <a:lnTo>
                  <a:pt x="661377" y="235271"/>
                </a:lnTo>
                <a:lnTo>
                  <a:pt x="706327" y="208563"/>
                </a:lnTo>
                <a:lnTo>
                  <a:pt x="731575" y="159260"/>
                </a:lnTo>
                <a:lnTo>
                  <a:pt x="736412" y="117697"/>
                </a:lnTo>
                <a:lnTo>
                  <a:pt x="735198" y="96129"/>
                </a:lnTo>
                <a:lnTo>
                  <a:pt x="725493" y="57898"/>
                </a:lnTo>
                <a:lnTo>
                  <a:pt x="693391" y="15083"/>
                </a:lnTo>
                <a:lnTo>
                  <a:pt x="678434" y="6158"/>
                </a:lnTo>
                <a:lnTo>
                  <a:pt x="661377" y="0"/>
                </a:lnTo>
                <a:close/>
              </a:path>
              <a:path w="73660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1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497626" y="5215350"/>
            <a:ext cx="241300" cy="176530"/>
          </a:xfrm>
          <a:custGeom>
            <a:avLst/>
            <a:gdLst/>
            <a:ahLst/>
            <a:cxnLst/>
            <a:rect l="l" t="t" r="r" b="b"/>
            <a:pathLst>
              <a:path w="241300" h="176529">
                <a:moveTo>
                  <a:pt x="184439" y="0"/>
                </a:moveTo>
                <a:lnTo>
                  <a:pt x="181927" y="7162"/>
                </a:lnTo>
                <a:lnTo>
                  <a:pt x="192142" y="11595"/>
                </a:lnTo>
                <a:lnTo>
                  <a:pt x="200926" y="17731"/>
                </a:lnTo>
                <a:lnTo>
                  <a:pt x="222018" y="58565"/>
                </a:lnTo>
                <a:lnTo>
                  <a:pt x="224622" y="87342"/>
                </a:lnTo>
                <a:lnTo>
                  <a:pt x="223968" y="102906"/>
                </a:lnTo>
                <a:lnTo>
                  <a:pt x="214158" y="141014"/>
                </a:lnTo>
                <a:lnTo>
                  <a:pt x="182206" y="169292"/>
                </a:lnTo>
                <a:lnTo>
                  <a:pt x="184439" y="176453"/>
                </a:lnTo>
                <a:lnTo>
                  <a:pt x="218151" y="156423"/>
                </a:lnTo>
                <a:lnTo>
                  <a:pt x="237087" y="119446"/>
                </a:lnTo>
                <a:lnTo>
                  <a:pt x="240714" y="88273"/>
                </a:lnTo>
                <a:lnTo>
                  <a:pt x="239804" y="72097"/>
                </a:lnTo>
                <a:lnTo>
                  <a:pt x="226157" y="30928"/>
                </a:lnTo>
                <a:lnTo>
                  <a:pt x="197231" y="4618"/>
                </a:lnTo>
                <a:lnTo>
                  <a:pt x="184439" y="0"/>
                </a:lnTo>
                <a:close/>
              </a:path>
              <a:path w="241300" h="176529">
                <a:moveTo>
                  <a:pt x="56276" y="0"/>
                </a:moveTo>
                <a:lnTo>
                  <a:pt x="22623" y="20082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3"/>
                </a:lnTo>
                <a:lnTo>
                  <a:pt x="58508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6" y="35114"/>
                </a:lnTo>
                <a:lnTo>
                  <a:pt x="58787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822491" y="5633624"/>
            <a:ext cx="232410" cy="176530"/>
          </a:xfrm>
          <a:custGeom>
            <a:avLst/>
            <a:gdLst/>
            <a:ahLst/>
            <a:cxnLst/>
            <a:rect l="l" t="t" r="r" b="b"/>
            <a:pathLst>
              <a:path w="232409" h="176529">
                <a:moveTo>
                  <a:pt x="175738" y="0"/>
                </a:moveTo>
                <a:lnTo>
                  <a:pt x="173226" y="7162"/>
                </a:lnTo>
                <a:lnTo>
                  <a:pt x="183441" y="11595"/>
                </a:lnTo>
                <a:lnTo>
                  <a:pt x="192225" y="17731"/>
                </a:lnTo>
                <a:lnTo>
                  <a:pt x="213317" y="58566"/>
                </a:lnTo>
                <a:lnTo>
                  <a:pt x="215921" y="87343"/>
                </a:lnTo>
                <a:lnTo>
                  <a:pt x="215267" y="102906"/>
                </a:lnTo>
                <a:lnTo>
                  <a:pt x="205458" y="141014"/>
                </a:lnTo>
                <a:lnTo>
                  <a:pt x="173506" y="169291"/>
                </a:lnTo>
                <a:lnTo>
                  <a:pt x="175738" y="176454"/>
                </a:lnTo>
                <a:lnTo>
                  <a:pt x="209451" y="156423"/>
                </a:lnTo>
                <a:lnTo>
                  <a:pt x="228386" y="119446"/>
                </a:lnTo>
                <a:lnTo>
                  <a:pt x="232013" y="88273"/>
                </a:lnTo>
                <a:lnTo>
                  <a:pt x="231103" y="72097"/>
                </a:lnTo>
                <a:lnTo>
                  <a:pt x="217457" y="30928"/>
                </a:lnTo>
                <a:lnTo>
                  <a:pt x="188531" y="4618"/>
                </a:lnTo>
                <a:lnTo>
                  <a:pt x="175738" y="0"/>
                </a:lnTo>
                <a:close/>
              </a:path>
              <a:path w="232409" h="176529">
                <a:moveTo>
                  <a:pt x="56274" y="0"/>
                </a:moveTo>
                <a:lnTo>
                  <a:pt x="22623" y="20083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4"/>
                </a:lnTo>
                <a:lnTo>
                  <a:pt x="14509" y="145618"/>
                </a:lnTo>
                <a:lnTo>
                  <a:pt x="43444" y="171841"/>
                </a:lnTo>
                <a:lnTo>
                  <a:pt x="56274" y="176454"/>
                </a:lnTo>
                <a:lnTo>
                  <a:pt x="58507" y="169291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2" y="87343"/>
                </a:lnTo>
                <a:lnTo>
                  <a:pt x="16746" y="72289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272353" y="5070009"/>
            <a:ext cx="3731260" cy="75692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  <a:tabLst>
                <a:tab pos="1218565" algn="l"/>
                <a:tab pos="1950720" algn="l"/>
                <a:tab pos="3304540" algn="l"/>
              </a:tabLst>
            </a:pP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dirty="0" sz="2000" spc="114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000" spc="-5">
                <a:solidFill>
                  <a:srgbClr val="0000FF"/>
                </a:solidFill>
                <a:latin typeface="Cambria Math"/>
                <a:cs typeface="Cambria Math"/>
              </a:rPr>
              <a:t>MLP</a:t>
            </a:r>
            <a:r>
              <a:rPr dirty="0" baseline="-14814" sz="2250" spc="-7">
                <a:solidFill>
                  <a:srgbClr val="0000FF"/>
                </a:solidFill>
                <a:latin typeface="Cambria Math"/>
                <a:cs typeface="Cambria Math"/>
              </a:rPr>
              <a:t>&amp;	</a:t>
            </a: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1 + 𝜖	⋅ 𝑐  </a:t>
            </a:r>
            <a:r>
              <a:rPr dirty="0" baseline="25925" sz="2250" spc="712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r>
              <a:rPr dirty="0" baseline="25925" sz="2250" spc="37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000" spc="5">
                <a:solidFill>
                  <a:srgbClr val="0000FF"/>
                </a:solidFill>
                <a:latin typeface="Cambria Math"/>
                <a:cs typeface="Cambria Math"/>
              </a:rPr>
              <a:t>(𝑣)</a:t>
            </a:r>
            <a:r>
              <a:rPr dirty="0" sz="2000" spc="-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+	</a:t>
            </a:r>
            <a:r>
              <a:rPr dirty="0" sz="2000" spc="1525">
                <a:solidFill>
                  <a:srgbClr val="0000FF"/>
                </a:solidFill>
                <a:latin typeface="Cambria Math"/>
                <a:cs typeface="Cambria Math"/>
              </a:rPr>
              <a:t>C</a:t>
            </a:r>
            <a:endParaRPr sz="20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665"/>
              </a:spcBef>
            </a:pPr>
            <a:r>
              <a:rPr dirty="0" sz="1500" spc="235">
                <a:solidFill>
                  <a:srgbClr val="0000FF"/>
                </a:solidFill>
                <a:latin typeface="Cambria Math"/>
                <a:cs typeface="Cambria Math"/>
              </a:rPr>
              <a:t>"∈$</a:t>
            </a:r>
            <a:r>
              <a:rPr dirty="0" sz="1500" spc="18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1500" spc="-490">
                <a:solidFill>
                  <a:srgbClr val="0000FF"/>
                </a:solidFill>
                <a:latin typeface="Cambria Math"/>
                <a:cs typeface="Cambria Math"/>
              </a:rPr>
              <a:t>%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258101" y="5215350"/>
            <a:ext cx="241300" cy="176530"/>
          </a:xfrm>
          <a:custGeom>
            <a:avLst/>
            <a:gdLst/>
            <a:ahLst/>
            <a:cxnLst/>
            <a:rect l="l" t="t" r="r" b="b"/>
            <a:pathLst>
              <a:path w="241300" h="176529">
                <a:moveTo>
                  <a:pt x="184438" y="0"/>
                </a:moveTo>
                <a:lnTo>
                  <a:pt x="181926" y="7162"/>
                </a:lnTo>
                <a:lnTo>
                  <a:pt x="192140" y="11595"/>
                </a:lnTo>
                <a:lnTo>
                  <a:pt x="200925" y="17731"/>
                </a:lnTo>
                <a:lnTo>
                  <a:pt x="222016" y="58565"/>
                </a:lnTo>
                <a:lnTo>
                  <a:pt x="224621" y="87342"/>
                </a:lnTo>
                <a:lnTo>
                  <a:pt x="223967" y="102906"/>
                </a:lnTo>
                <a:lnTo>
                  <a:pt x="214156" y="141014"/>
                </a:lnTo>
                <a:lnTo>
                  <a:pt x="182205" y="169292"/>
                </a:lnTo>
                <a:lnTo>
                  <a:pt x="184438" y="176453"/>
                </a:lnTo>
                <a:lnTo>
                  <a:pt x="218150" y="156423"/>
                </a:lnTo>
                <a:lnTo>
                  <a:pt x="237085" y="119446"/>
                </a:lnTo>
                <a:lnTo>
                  <a:pt x="240713" y="88273"/>
                </a:lnTo>
                <a:lnTo>
                  <a:pt x="239803" y="72097"/>
                </a:lnTo>
                <a:lnTo>
                  <a:pt x="226156" y="30928"/>
                </a:lnTo>
                <a:lnTo>
                  <a:pt x="197230" y="4618"/>
                </a:lnTo>
                <a:lnTo>
                  <a:pt x="184438" y="0"/>
                </a:lnTo>
                <a:close/>
              </a:path>
              <a:path w="241300" h="176529">
                <a:moveTo>
                  <a:pt x="56274" y="0"/>
                </a:moveTo>
                <a:lnTo>
                  <a:pt x="22623" y="20082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09" y="145619"/>
                </a:lnTo>
                <a:lnTo>
                  <a:pt x="43444" y="171841"/>
                </a:lnTo>
                <a:lnTo>
                  <a:pt x="56274" y="176453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0" y="87342"/>
                </a:lnTo>
                <a:lnTo>
                  <a:pt x="16745" y="72288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8098800" y="5091683"/>
            <a:ext cx="3479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444" sz="3000">
                <a:solidFill>
                  <a:srgbClr val="0000FF"/>
                </a:solidFill>
                <a:latin typeface="Cambria Math"/>
                <a:cs typeface="Cambria Math"/>
              </a:rPr>
              <a:t>𝑐</a:t>
            </a:r>
            <a:r>
              <a:rPr dirty="0" baseline="-19444" sz="3000" spc="240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1500" spc="475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546320" y="5260590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5">
                <a:moveTo>
                  <a:pt x="243674" y="0"/>
                </a:moveTo>
                <a:lnTo>
                  <a:pt x="240325" y="9549"/>
                </a:lnTo>
                <a:lnTo>
                  <a:pt x="253944" y="15459"/>
                </a:lnTo>
                <a:lnTo>
                  <a:pt x="265657" y="23641"/>
                </a:lnTo>
                <a:lnTo>
                  <a:pt x="289439" y="61565"/>
                </a:lnTo>
                <a:lnTo>
                  <a:pt x="297252" y="116457"/>
                </a:lnTo>
                <a:lnTo>
                  <a:pt x="296380" y="137208"/>
                </a:lnTo>
                <a:lnTo>
                  <a:pt x="283300" y="188018"/>
                </a:lnTo>
                <a:lnTo>
                  <a:pt x="254104" y="219784"/>
                </a:lnTo>
                <a:lnTo>
                  <a:pt x="240698" y="225722"/>
                </a:lnTo>
                <a:lnTo>
                  <a:pt x="243674" y="235271"/>
                </a:lnTo>
                <a:lnTo>
                  <a:pt x="288624" y="208563"/>
                </a:lnTo>
                <a:lnTo>
                  <a:pt x="313871" y="159260"/>
                </a:lnTo>
                <a:lnTo>
                  <a:pt x="318709" y="117697"/>
                </a:lnTo>
                <a:lnTo>
                  <a:pt x="317495" y="96129"/>
                </a:lnTo>
                <a:lnTo>
                  <a:pt x="307790" y="57898"/>
                </a:lnTo>
                <a:lnTo>
                  <a:pt x="275687" y="15083"/>
                </a:lnTo>
                <a:lnTo>
                  <a:pt x="260731" y="6158"/>
                </a:lnTo>
                <a:lnTo>
                  <a:pt x="243674" y="0"/>
                </a:lnTo>
                <a:close/>
              </a:path>
              <a:path w="31877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1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616705" y="5183123"/>
            <a:ext cx="1714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00FF"/>
                </a:solidFill>
                <a:latin typeface="Cambria Math"/>
                <a:cs typeface="Cambria Math"/>
              </a:rPr>
              <a:t>𝑢</a:t>
            </a:r>
            <a:endParaRPr sz="2000">
              <a:latin typeface="Cambria Math"/>
              <a:cs typeface="Cambria Math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1528475" y="5055057"/>
          <a:ext cx="2592070" cy="621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445"/>
                <a:gridCol w="258162"/>
                <a:gridCol w="292475"/>
                <a:gridCol w="124845"/>
                <a:gridCol w="286477"/>
                <a:gridCol w="258162"/>
                <a:gridCol w="348931"/>
                <a:gridCol w="755116"/>
              </a:tblGrid>
              <a:tr h="520700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20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T w="5397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5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66675">
                    <a:lnT w="5397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20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𝑣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T w="5397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20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,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R w="53975">
                      <a:solidFill>
                        <a:srgbClr val="008000"/>
                      </a:solidFill>
                      <a:prstDash val="solid"/>
                    </a:lnR>
                    <a:lnT w="5397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20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𝑐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L w="53975">
                      <a:solidFill>
                        <a:srgbClr val="008000"/>
                      </a:solidFill>
                      <a:prstDash val="solid"/>
                    </a:lnL>
                    <a:lnT w="53975">
                      <a:solidFill>
                        <a:srgbClr val="008000"/>
                      </a:solidFill>
                      <a:prstDash val="solid"/>
                    </a:lnT>
                    <a:lnB w="53975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5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66675">
                    <a:lnT w="53975">
                      <a:solidFill>
                        <a:srgbClr val="008000"/>
                      </a:solidFill>
                      <a:prstDash val="solid"/>
                    </a:lnT>
                    <a:lnB w="53975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dirty="0" sz="200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𝑢</a:t>
                      </a:r>
                      <a:endParaRPr sz="2000">
                        <a:latin typeface="Cambria Math"/>
                        <a:cs typeface="Cambria Math"/>
                      </a:endParaRPr>
                    </a:p>
                  </a:txBody>
                  <a:tcPr marL="0" marR="0" marB="0" marT="94615">
                    <a:lnT w="53975">
                      <a:solidFill>
                        <a:srgbClr val="008000"/>
                      </a:solidFill>
                      <a:prstDash val="solid"/>
                    </a:lnT>
                    <a:lnB w="53975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dirty="0" sz="1500" spc="235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"∈$</a:t>
                      </a:r>
                      <a:r>
                        <a:rPr dirty="0" sz="1500" spc="185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 </a:t>
                      </a:r>
                      <a:r>
                        <a:rPr dirty="0" sz="1500" spc="-490">
                          <a:solidFill>
                            <a:srgbClr val="0000FF"/>
                          </a:solidFill>
                          <a:latin typeface="Cambria Math"/>
                          <a:cs typeface="Cambria Math"/>
                        </a:rPr>
                        <a:t>%</a:t>
                      </a:r>
                      <a:endParaRPr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2540">
                    <a:lnR w="53975">
                      <a:solidFill>
                        <a:srgbClr val="008000"/>
                      </a:solidFill>
                      <a:prstDash val="solid"/>
                    </a:lnR>
                    <a:lnT w="53975">
                      <a:solidFill>
                        <a:srgbClr val="008000"/>
                      </a:solidFill>
                      <a:prstDash val="solid"/>
                    </a:lnT>
                    <a:lnB w="53975">
                      <a:solidFill>
                        <a:srgbClr val="008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7" name="object 47"/>
          <p:cNvSpPr txBox="1"/>
          <p:nvPr/>
        </p:nvSpPr>
        <p:spPr>
          <a:xfrm>
            <a:off x="1142849" y="5542788"/>
            <a:ext cx="11969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r>
              <a:rPr dirty="0" sz="2000" spc="-9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node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42849" y="5847588"/>
            <a:ext cx="941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re</a:t>
            </a:r>
            <a:r>
              <a:rPr dirty="0" sz="200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513755" y="5734811"/>
            <a:ext cx="2031364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Neighboring</a:t>
            </a:r>
            <a:r>
              <a:rPr dirty="0" sz="2000" spc="-6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node  features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12974" y="6058915"/>
            <a:ext cx="378079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This MLP can provide “one-hot” input  feature for the next</a:t>
            </a:r>
            <a:r>
              <a:rPr dirty="0" sz="18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Arial"/>
                <a:cs typeface="Arial"/>
              </a:rPr>
              <a:t>layer.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835826" y="5522532"/>
            <a:ext cx="338455" cy="517525"/>
          </a:xfrm>
          <a:custGeom>
            <a:avLst/>
            <a:gdLst/>
            <a:ahLst/>
            <a:cxnLst/>
            <a:rect l="l" t="t" r="r" b="b"/>
            <a:pathLst>
              <a:path w="338454" h="517525">
                <a:moveTo>
                  <a:pt x="58382" y="64377"/>
                </a:moveTo>
                <a:lnTo>
                  <a:pt x="34347" y="79832"/>
                </a:lnTo>
                <a:lnTo>
                  <a:pt x="314336" y="515261"/>
                </a:lnTo>
                <a:lnTo>
                  <a:pt x="323176" y="517182"/>
                </a:lnTo>
                <a:lnTo>
                  <a:pt x="336450" y="508646"/>
                </a:lnTo>
                <a:lnTo>
                  <a:pt x="338371" y="499806"/>
                </a:lnTo>
                <a:lnTo>
                  <a:pt x="58382" y="64377"/>
                </a:lnTo>
                <a:close/>
              </a:path>
              <a:path w="338454" h="517525">
                <a:moveTo>
                  <a:pt x="0" y="0"/>
                </a:moveTo>
                <a:lnTo>
                  <a:pt x="10312" y="95287"/>
                </a:lnTo>
                <a:lnTo>
                  <a:pt x="34347" y="79832"/>
                </a:lnTo>
                <a:lnTo>
                  <a:pt x="22351" y="61177"/>
                </a:lnTo>
                <a:lnTo>
                  <a:pt x="24272" y="52337"/>
                </a:lnTo>
                <a:lnTo>
                  <a:pt x="37546" y="43802"/>
                </a:lnTo>
                <a:lnTo>
                  <a:pt x="73790" y="43802"/>
                </a:lnTo>
                <a:lnTo>
                  <a:pt x="0" y="0"/>
                </a:lnTo>
                <a:close/>
              </a:path>
              <a:path w="338454" h="517525">
                <a:moveTo>
                  <a:pt x="37546" y="43802"/>
                </a:moveTo>
                <a:lnTo>
                  <a:pt x="24272" y="52337"/>
                </a:lnTo>
                <a:lnTo>
                  <a:pt x="22351" y="61177"/>
                </a:lnTo>
                <a:lnTo>
                  <a:pt x="34347" y="79832"/>
                </a:lnTo>
                <a:lnTo>
                  <a:pt x="58382" y="64377"/>
                </a:lnTo>
                <a:lnTo>
                  <a:pt x="46386" y="45722"/>
                </a:lnTo>
                <a:lnTo>
                  <a:pt x="37546" y="43802"/>
                </a:lnTo>
                <a:close/>
              </a:path>
              <a:path w="338454" h="517525">
                <a:moveTo>
                  <a:pt x="73790" y="43802"/>
                </a:moveTo>
                <a:lnTo>
                  <a:pt x="37546" y="43802"/>
                </a:lnTo>
                <a:lnTo>
                  <a:pt x="46386" y="45722"/>
                </a:lnTo>
                <a:lnTo>
                  <a:pt x="58382" y="64377"/>
                </a:lnTo>
                <a:lnTo>
                  <a:pt x="82416" y="48922"/>
                </a:lnTo>
                <a:lnTo>
                  <a:pt x="73790" y="438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73</a:t>
            </a:fld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1173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3069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40" b="1">
                <a:latin typeface="Calibri"/>
                <a:cs typeface="Calibri"/>
              </a:rPr>
              <a:t>GIN’s </a:t>
            </a:r>
            <a:r>
              <a:rPr dirty="0" sz="3200" spc="-5" b="1">
                <a:latin typeface="Calibri"/>
                <a:cs typeface="Calibri"/>
              </a:rPr>
              <a:t>node embedding</a:t>
            </a:r>
            <a:r>
              <a:rPr dirty="0" sz="3200" spc="-15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updates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Given: </a:t>
            </a:r>
            <a:r>
              <a:rPr dirty="0" sz="3200"/>
              <a:t>A </a:t>
            </a:r>
            <a:r>
              <a:rPr dirty="0" sz="3200" spc="-15"/>
              <a:t>graph </a:t>
            </a:r>
            <a:r>
              <a:rPr dirty="0" sz="3200">
                <a:latin typeface="Cambria Math"/>
                <a:cs typeface="Cambria Math"/>
              </a:rPr>
              <a:t>𝐺 </a:t>
            </a:r>
            <a:r>
              <a:rPr dirty="0" sz="3200" spc="-5"/>
              <a:t>with </a:t>
            </a:r>
            <a:r>
              <a:rPr dirty="0" sz="3200"/>
              <a:t>a </a:t>
            </a:r>
            <a:r>
              <a:rPr dirty="0" sz="3200" spc="-10"/>
              <a:t>set </a:t>
            </a:r>
            <a:r>
              <a:rPr dirty="0" sz="3200"/>
              <a:t>of </a:t>
            </a:r>
            <a:r>
              <a:rPr dirty="0" sz="3200" spc="-5"/>
              <a:t>nodes</a:t>
            </a:r>
            <a:r>
              <a:rPr dirty="0" sz="3200" spc="180"/>
              <a:t> </a:t>
            </a:r>
            <a:r>
              <a:rPr dirty="0" sz="3200" spc="40">
                <a:latin typeface="Cambria Math"/>
                <a:cs typeface="Cambria Math"/>
              </a:rPr>
              <a:t>𝑉.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9812" y="2501438"/>
            <a:ext cx="319405" cy="235585"/>
          </a:xfrm>
          <a:custGeom>
            <a:avLst/>
            <a:gdLst/>
            <a:ahLst/>
            <a:cxnLst/>
            <a:rect l="l" t="t" r="r" b="b"/>
            <a:pathLst>
              <a:path w="319404" h="235585">
                <a:moveTo>
                  <a:pt x="244308" y="0"/>
                </a:moveTo>
                <a:lnTo>
                  <a:pt x="240960" y="9549"/>
                </a:lnTo>
                <a:lnTo>
                  <a:pt x="254579" y="15459"/>
                </a:lnTo>
                <a:lnTo>
                  <a:pt x="266292" y="23641"/>
                </a:lnTo>
                <a:lnTo>
                  <a:pt x="290073" y="61565"/>
                </a:lnTo>
                <a:lnTo>
                  <a:pt x="297887" y="116457"/>
                </a:lnTo>
                <a:lnTo>
                  <a:pt x="297015" y="137208"/>
                </a:lnTo>
                <a:lnTo>
                  <a:pt x="283933" y="188018"/>
                </a:lnTo>
                <a:lnTo>
                  <a:pt x="254739" y="219784"/>
                </a:lnTo>
                <a:lnTo>
                  <a:pt x="241333" y="225722"/>
                </a:lnTo>
                <a:lnTo>
                  <a:pt x="244308" y="235272"/>
                </a:lnTo>
                <a:lnTo>
                  <a:pt x="289259" y="208563"/>
                </a:lnTo>
                <a:lnTo>
                  <a:pt x="314505" y="159260"/>
                </a:lnTo>
                <a:lnTo>
                  <a:pt x="319342" y="117697"/>
                </a:lnTo>
                <a:lnTo>
                  <a:pt x="318129" y="96129"/>
                </a:lnTo>
                <a:lnTo>
                  <a:pt x="308425" y="57898"/>
                </a:lnTo>
                <a:lnTo>
                  <a:pt x="276322" y="15083"/>
                </a:lnTo>
                <a:lnTo>
                  <a:pt x="261366" y="6158"/>
                </a:lnTo>
                <a:lnTo>
                  <a:pt x="244308" y="0"/>
                </a:lnTo>
                <a:close/>
              </a:path>
              <a:path w="31940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6563" y="2454147"/>
            <a:ext cx="41084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Assign an </a:t>
            </a:r>
            <a:r>
              <a:rPr dirty="0" sz="2800" spc="-5" b="1">
                <a:latin typeface="Calibri"/>
                <a:cs typeface="Calibri"/>
              </a:rPr>
              <a:t>initial </a:t>
            </a:r>
            <a:r>
              <a:rPr dirty="0" sz="2800" spc="-15" b="1">
                <a:latin typeface="Calibri"/>
                <a:cs typeface="Calibri"/>
              </a:rPr>
              <a:t>vector </a:t>
            </a:r>
            <a:r>
              <a:rPr dirty="0" sz="2800">
                <a:latin typeface="Cambria Math"/>
                <a:cs typeface="Cambria Math"/>
              </a:rPr>
              <a:t>𝑐</a:t>
            </a:r>
            <a:r>
              <a:rPr dirty="0" sz="2800" spc="400">
                <a:latin typeface="Cambria Math"/>
                <a:cs typeface="Cambria Math"/>
              </a:rPr>
              <a:t> </a:t>
            </a:r>
            <a:r>
              <a:rPr dirty="0" baseline="29166" sz="3000" spc="-1327">
                <a:latin typeface="Cambria Math"/>
                <a:cs typeface="Cambria Math"/>
              </a:rPr>
              <a:t>+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9805" y="25556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6" y="0"/>
                </a:moveTo>
                <a:lnTo>
                  <a:pt x="327007" y="13370"/>
                </a:lnTo>
                <a:lnTo>
                  <a:pt x="346074" y="21645"/>
                </a:lnTo>
                <a:lnTo>
                  <a:pt x="362471" y="33099"/>
                </a:lnTo>
                <a:lnTo>
                  <a:pt x="387258" y="65547"/>
                </a:lnTo>
                <a:lnTo>
                  <a:pt x="401843" y="109324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7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6" y="329382"/>
                </a:lnTo>
                <a:lnTo>
                  <a:pt x="376622" y="308307"/>
                </a:lnTo>
                <a:lnTo>
                  <a:pt x="409656" y="271823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5" y="8622"/>
                </a:lnTo>
                <a:lnTo>
                  <a:pt x="331696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59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313426" y="2454147"/>
            <a:ext cx="27203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134" algn="l"/>
              </a:tabLst>
            </a:pPr>
            <a:r>
              <a:rPr dirty="0" sz="2800">
                <a:latin typeface="Cambria Math"/>
                <a:cs typeface="Cambria Math"/>
              </a:rPr>
              <a:t>𝑣	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each node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7750" y="3409950"/>
            <a:ext cx="7658099" cy="8980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360918" y="3902964"/>
            <a:ext cx="814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55">
                <a:latin typeface="Cambria Math"/>
                <a:cs typeface="Cambria Math"/>
              </a:rPr>
              <a:t>!∈#</a:t>
            </a:r>
            <a:r>
              <a:rPr dirty="0" sz="2000" spc="390">
                <a:latin typeface="Cambria Math"/>
                <a:cs typeface="Cambria Math"/>
              </a:rPr>
              <a:t> </a:t>
            </a:r>
            <a:r>
              <a:rPr dirty="0" sz="2000" spc="-650">
                <a:latin typeface="Cambria Math"/>
                <a:cs typeface="Cambria Math"/>
              </a:rPr>
              <a:t>%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59079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203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pc="-20"/>
              <a:t>Iteratively </a:t>
            </a:r>
            <a:r>
              <a:rPr dirty="0" spc="-15"/>
              <a:t>update </a:t>
            </a:r>
            <a:r>
              <a:rPr dirty="0" spc="-5"/>
              <a:t>node </a:t>
            </a:r>
            <a:r>
              <a:rPr dirty="0" spc="-20"/>
              <a:t>vectors</a:t>
            </a:r>
            <a:r>
              <a:rPr dirty="0" spc="5"/>
              <a:t> </a:t>
            </a:r>
            <a:r>
              <a:rPr dirty="0" spc="-5"/>
              <a:t>by</a:t>
            </a:r>
          </a:p>
          <a:p>
            <a:pPr marL="252095">
              <a:lnSpc>
                <a:spcPct val="100000"/>
              </a:lnSpc>
              <a:spcBef>
                <a:spcPts val="1939"/>
              </a:spcBef>
              <a:tabLst>
                <a:tab pos="1315085" algn="l"/>
                <a:tab pos="1765935" algn="l"/>
                <a:tab pos="3848735" algn="l"/>
                <a:tab pos="4572635" algn="l"/>
                <a:tab pos="4924425" algn="l"/>
                <a:tab pos="5194300" algn="l"/>
                <a:tab pos="5917565" algn="l"/>
                <a:tab pos="7721600" algn="l"/>
              </a:tabLst>
            </a:pPr>
            <a:r>
              <a:rPr dirty="0">
                <a:latin typeface="Cambria Math"/>
                <a:cs typeface="Cambria Math"/>
              </a:rPr>
              <a:t>𝑐 </a:t>
            </a:r>
            <a:r>
              <a:rPr dirty="0" spc="-250">
                <a:latin typeface="Cambria Math"/>
                <a:cs typeface="Cambria Math"/>
              </a:rPr>
              <a:t> </a:t>
            </a:r>
            <a:r>
              <a:rPr dirty="0" baseline="27777" sz="3000" spc="1312">
                <a:latin typeface="Cambria Math"/>
                <a:cs typeface="Cambria Math"/>
              </a:rPr>
              <a:t>,</a:t>
            </a:r>
            <a:r>
              <a:rPr dirty="0" baseline="27777" sz="3000" spc="1222">
                <a:latin typeface="Cambria Math"/>
                <a:cs typeface="Cambria Math"/>
              </a:rPr>
              <a:t>-</a:t>
            </a:r>
            <a:r>
              <a:rPr dirty="0" baseline="27777" sz="3000" spc="1110">
                <a:latin typeface="Cambria Math"/>
                <a:cs typeface="Cambria Math"/>
              </a:rPr>
              <a:t>.</a:t>
            </a:r>
            <a:r>
              <a:rPr dirty="0" baseline="27777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𝑣	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GI</a:t>
            </a:r>
            <a:r>
              <a:rPr dirty="0" sz="2800" spc="-10">
                <a:solidFill>
                  <a:srgbClr val="C00000"/>
                </a:solidFill>
                <a:latin typeface="Cambria Math"/>
                <a:cs typeface="Cambria Math"/>
              </a:rPr>
              <a:t>N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Co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n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v	</a:t>
            </a:r>
            <a:r>
              <a:rPr dirty="0" sz="2800">
                <a:latin typeface="Cambria Math"/>
                <a:cs typeface="Cambria Math"/>
              </a:rPr>
              <a:t>𝑐 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baseline="27777" sz="3000" spc="1185">
                <a:latin typeface="Cambria Math"/>
                <a:cs typeface="Cambria Math"/>
              </a:rPr>
              <a:t>,</a:t>
            </a:r>
            <a:r>
              <a:rPr dirty="0" baseline="27777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𝑣	,	𝑐 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baseline="27777" sz="3000" spc="1185">
                <a:latin typeface="Cambria Math"/>
                <a:cs typeface="Cambria Math"/>
              </a:rPr>
              <a:t>,</a:t>
            </a:r>
            <a:r>
              <a:rPr dirty="0" baseline="27777" sz="3000"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𝑢	,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70115" y="5231939"/>
            <a:ext cx="363855" cy="235585"/>
          </a:xfrm>
          <a:custGeom>
            <a:avLst/>
            <a:gdLst/>
            <a:ahLst/>
            <a:cxnLst/>
            <a:rect l="l" t="t" r="r" b="b"/>
            <a:pathLst>
              <a:path w="363854" h="235585">
                <a:moveTo>
                  <a:pt x="288695" y="0"/>
                </a:moveTo>
                <a:lnTo>
                  <a:pt x="285347" y="9549"/>
                </a:lnTo>
                <a:lnTo>
                  <a:pt x="298966" y="15459"/>
                </a:lnTo>
                <a:lnTo>
                  <a:pt x="310678" y="23641"/>
                </a:lnTo>
                <a:lnTo>
                  <a:pt x="334460" y="61565"/>
                </a:lnTo>
                <a:lnTo>
                  <a:pt x="342273" y="116457"/>
                </a:lnTo>
                <a:lnTo>
                  <a:pt x="341401" y="137208"/>
                </a:lnTo>
                <a:lnTo>
                  <a:pt x="328320" y="188018"/>
                </a:lnTo>
                <a:lnTo>
                  <a:pt x="299125" y="219784"/>
                </a:lnTo>
                <a:lnTo>
                  <a:pt x="285719" y="225722"/>
                </a:lnTo>
                <a:lnTo>
                  <a:pt x="288695" y="235271"/>
                </a:lnTo>
                <a:lnTo>
                  <a:pt x="333646" y="208563"/>
                </a:lnTo>
                <a:lnTo>
                  <a:pt x="358892" y="159260"/>
                </a:lnTo>
                <a:lnTo>
                  <a:pt x="363729" y="117697"/>
                </a:lnTo>
                <a:lnTo>
                  <a:pt x="362516" y="96129"/>
                </a:lnTo>
                <a:lnTo>
                  <a:pt x="352811" y="57898"/>
                </a:lnTo>
                <a:lnTo>
                  <a:pt x="320708" y="15083"/>
                </a:lnTo>
                <a:lnTo>
                  <a:pt x="305752" y="6158"/>
                </a:lnTo>
                <a:lnTo>
                  <a:pt x="288695" y="0"/>
                </a:lnTo>
                <a:close/>
              </a:path>
              <a:path w="36385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7"/>
                </a:lnTo>
                <a:lnTo>
                  <a:pt x="75034" y="235271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56563" y="5185155"/>
            <a:ext cx="52946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After </a:t>
            </a:r>
            <a:r>
              <a:rPr dirty="0" sz="2800">
                <a:latin typeface="Cambria Math"/>
                <a:cs typeface="Cambria Math"/>
              </a:rPr>
              <a:t>𝐾 </a:t>
            </a:r>
            <a:r>
              <a:rPr dirty="0" sz="2800" spc="-20">
                <a:latin typeface="Calibri"/>
                <a:cs typeface="Calibri"/>
              </a:rPr>
              <a:t>steps </a:t>
            </a:r>
            <a:r>
              <a:rPr dirty="0" sz="2800" spc="-5">
                <a:latin typeface="Calibri"/>
                <a:cs typeface="Calibri"/>
              </a:rPr>
              <a:t>of GIN </a:t>
            </a:r>
            <a:r>
              <a:rPr dirty="0" sz="2800" spc="-15">
                <a:latin typeface="Calibri"/>
                <a:cs typeface="Calibri"/>
              </a:rPr>
              <a:t>iterations,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𝑐</a:t>
            </a:r>
            <a:r>
              <a:rPr dirty="0" sz="2800" spc="47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9166" sz="3000" spc="-104">
                <a:solidFill>
                  <a:srgbClr val="C00000"/>
                </a:solidFill>
                <a:latin typeface="Cambria Math"/>
                <a:cs typeface="Cambria Math"/>
              </a:rPr>
              <a:t>/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04494" y="52861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70"/>
                </a:lnTo>
                <a:lnTo>
                  <a:pt x="346074" y="21644"/>
                </a:lnTo>
                <a:lnTo>
                  <a:pt x="362471" y="33099"/>
                </a:lnTo>
                <a:lnTo>
                  <a:pt x="387257" y="65547"/>
                </a:lnTo>
                <a:lnTo>
                  <a:pt x="401843" y="109324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7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4" y="329381"/>
                </a:lnTo>
                <a:lnTo>
                  <a:pt x="376622" y="308306"/>
                </a:lnTo>
                <a:lnTo>
                  <a:pt x="409656" y="271821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4" y="8621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1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4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508115" y="5185155"/>
            <a:ext cx="21755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134" algn="l"/>
              </a:tabLst>
            </a:pP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𝑣	</a:t>
            </a:r>
            <a:r>
              <a:rPr dirty="0" sz="2800" spc="0">
                <a:solidFill>
                  <a:srgbClr val="C00000"/>
                </a:solidFill>
                <a:latin typeface="Calibri"/>
                <a:cs typeface="Calibri"/>
              </a:rPr>
              <a:t>su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ari</a:t>
            </a:r>
            <a:r>
              <a:rPr dirty="0" sz="2800" spc="-75">
                <a:solidFill>
                  <a:srgbClr val="C00000"/>
                </a:solidFill>
                <a:latin typeface="Calibri"/>
                <a:cs typeface="Calibri"/>
              </a:rPr>
              <a:t>z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73</a:t>
            </a:fld>
          </a:p>
        </p:txBody>
      </p:sp>
      <p:sp>
        <p:nvSpPr>
          <p:cNvPr id="15" name="object 15"/>
          <p:cNvSpPr txBox="1"/>
          <p:nvPr/>
        </p:nvSpPr>
        <p:spPr>
          <a:xfrm>
            <a:off x="1230883" y="5602732"/>
            <a:ext cx="55118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structure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800" spc="5">
                <a:solidFill>
                  <a:srgbClr val="C00000"/>
                </a:solidFill>
                <a:latin typeface="Cambria Math"/>
                <a:cs typeface="Cambria Math"/>
              </a:rPr>
              <a:t>𝐾</a:t>
            </a:r>
            <a:r>
              <a:rPr dirty="0" sz="2800" spc="5">
                <a:solidFill>
                  <a:srgbClr val="C00000"/>
                </a:solidFill>
                <a:latin typeface="Calibri"/>
                <a:cs typeface="Calibri"/>
              </a:rPr>
              <a:t>-hop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neighborhood.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6563" y="4246541"/>
            <a:ext cx="7872095" cy="83248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2312670">
              <a:lnSpc>
                <a:spcPct val="100000"/>
              </a:lnSpc>
              <a:spcBef>
                <a:spcPts val="585"/>
              </a:spcBef>
            </a:pPr>
            <a:r>
              <a:rPr dirty="0" sz="2000" spc="-5">
                <a:solidFill>
                  <a:srgbClr val="B48200"/>
                </a:solidFill>
                <a:latin typeface="Arial"/>
                <a:cs typeface="Arial"/>
              </a:rPr>
              <a:t>Differentiable </a:t>
            </a:r>
            <a:r>
              <a:rPr dirty="0" sz="2000">
                <a:solidFill>
                  <a:srgbClr val="B48200"/>
                </a:solidFill>
                <a:latin typeface="Arial"/>
                <a:cs typeface="Arial"/>
              </a:rPr>
              <a:t>color HASH</a:t>
            </a:r>
            <a:r>
              <a:rPr dirty="0" sz="2000" spc="-60">
                <a:solidFill>
                  <a:srgbClr val="B482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B48200"/>
                </a:solidFill>
                <a:latin typeface="Arial"/>
                <a:cs typeface="Arial"/>
              </a:rPr>
              <a:t>function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2400" spc="-10">
                <a:latin typeface="Calibri"/>
                <a:cs typeface="Calibri"/>
              </a:rPr>
              <a:t>where 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GINConv </a:t>
            </a:r>
            <a:r>
              <a:rPr dirty="0" sz="2400" spc="-5">
                <a:latin typeface="Calibri"/>
                <a:cs typeface="Calibri"/>
              </a:rPr>
              <a:t>maps </a:t>
            </a:r>
            <a:r>
              <a:rPr dirty="0" sz="2400" spc="-20">
                <a:latin typeface="Calibri"/>
                <a:cs typeface="Calibri"/>
              </a:rPr>
              <a:t>different </a:t>
            </a:r>
            <a:r>
              <a:rPr dirty="0" sz="2400" spc="-5">
                <a:latin typeface="Calibri"/>
                <a:cs typeface="Calibri"/>
              </a:rPr>
              <a:t>inputs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20">
                <a:latin typeface="Calibri"/>
                <a:cs typeface="Calibri"/>
              </a:rPr>
              <a:t>different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embeddings.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61904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72922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latin typeface="Calibri"/>
                <a:cs typeface="Calibri"/>
              </a:rPr>
              <a:t>GIN </a:t>
            </a:r>
            <a:r>
              <a:rPr dirty="0" sz="3000" spc="-15" b="1">
                <a:latin typeface="Calibri"/>
                <a:cs typeface="Calibri"/>
              </a:rPr>
              <a:t>can </a:t>
            </a:r>
            <a:r>
              <a:rPr dirty="0" sz="3000" b="1">
                <a:latin typeface="Calibri"/>
                <a:cs typeface="Calibri"/>
              </a:rPr>
              <a:t>be </a:t>
            </a:r>
            <a:r>
              <a:rPr dirty="0" sz="3000" spc="-15" b="1">
                <a:latin typeface="Calibri"/>
                <a:cs typeface="Calibri"/>
              </a:rPr>
              <a:t>understood </a:t>
            </a:r>
            <a:r>
              <a:rPr dirty="0" sz="3000" spc="-5" b="1">
                <a:latin typeface="Calibri"/>
                <a:cs typeface="Calibri"/>
              </a:rPr>
              <a:t>as </a:t>
            </a:r>
            <a:r>
              <a:rPr dirty="0" sz="3000" spc="-15" b="1">
                <a:latin typeface="Calibri"/>
                <a:cs typeface="Calibri"/>
              </a:rPr>
              <a:t>differentiable neural  </a:t>
            </a:r>
            <a:r>
              <a:rPr dirty="0" sz="3000" spc="-10" b="1">
                <a:latin typeface="Calibri"/>
                <a:cs typeface="Calibri"/>
              </a:rPr>
              <a:t>version </a:t>
            </a:r>
            <a:r>
              <a:rPr dirty="0" sz="3000" b="1">
                <a:latin typeface="Calibri"/>
                <a:cs typeface="Calibri"/>
              </a:rPr>
              <a:t>of </a:t>
            </a:r>
            <a:r>
              <a:rPr dirty="0" sz="3000" spc="-5" b="1">
                <a:latin typeface="Calibri"/>
                <a:cs typeface="Calibri"/>
              </a:rPr>
              <a:t>the </a:t>
            </a:r>
            <a:r>
              <a:rPr dirty="0" sz="3000" b="1">
                <a:latin typeface="Calibri"/>
                <a:cs typeface="Calibri"/>
              </a:rPr>
              <a:t>WL </a:t>
            </a:r>
            <a:r>
              <a:rPr dirty="0" sz="3000" spc="-20" b="1">
                <a:latin typeface="Calibri"/>
                <a:cs typeface="Calibri"/>
              </a:rPr>
              <a:t>graph</a:t>
            </a:r>
            <a:r>
              <a:rPr dirty="0" sz="3000" spc="-8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Kernel: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73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4605697"/>
            <a:ext cx="7739380" cy="216471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44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Advantages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of </a:t>
            </a:r>
            <a:r>
              <a:rPr dirty="0" sz="2800" b="1">
                <a:solidFill>
                  <a:srgbClr val="008000"/>
                </a:solidFill>
                <a:latin typeface="Calibri"/>
                <a:cs typeface="Calibri"/>
              </a:rPr>
              <a:t>GIN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over </a:t>
            </a:r>
            <a:r>
              <a:rPr dirty="0" sz="2800" spc="-5" b="1">
                <a:solidFill>
                  <a:srgbClr val="008000"/>
                </a:solidFill>
                <a:latin typeface="Calibri"/>
                <a:cs typeface="Calibri"/>
              </a:rPr>
              <a:t>the WL </a:t>
            </a: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graph kernel</a:t>
            </a:r>
            <a:r>
              <a:rPr dirty="0" sz="2800" spc="6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8000"/>
                </a:solidFill>
                <a:latin typeface="Calibri"/>
                <a:cs typeface="Calibri"/>
              </a:rPr>
              <a:t>are:</a:t>
            </a:r>
            <a:endParaRPr sz="2800">
              <a:latin typeface="Calibri"/>
              <a:cs typeface="Calibri"/>
            </a:endParaRPr>
          </a:p>
          <a:p>
            <a:pPr lvl="1" marL="625475" marR="104139" indent="-274320">
              <a:lnSpc>
                <a:spcPct val="100800"/>
              </a:lnSpc>
              <a:spcBef>
                <a:spcPts val="61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Node embeddings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10" b="1">
                <a:latin typeface="Calibri"/>
                <a:cs typeface="Calibri"/>
              </a:rPr>
              <a:t>low-dimensional</a:t>
            </a:r>
            <a:r>
              <a:rPr dirty="0" sz="2400" spc="-10">
                <a:latin typeface="Calibri"/>
                <a:cs typeface="Calibri"/>
              </a:rPr>
              <a:t>; </a:t>
            </a:r>
            <a:r>
              <a:rPr dirty="0" sz="2400" spc="-5">
                <a:latin typeface="Calibri"/>
                <a:cs typeface="Calibri"/>
              </a:rPr>
              <a:t>hence, they </a:t>
            </a:r>
            <a:r>
              <a:rPr dirty="0" sz="2400" spc="-10">
                <a:latin typeface="Calibri"/>
                <a:cs typeface="Calibri"/>
              </a:rPr>
              <a:t>can  </a:t>
            </a:r>
            <a:r>
              <a:rPr dirty="0" sz="2400" spc="-15">
                <a:latin typeface="Calibri"/>
                <a:cs typeface="Calibri"/>
              </a:rPr>
              <a:t>capture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fine-grained </a:t>
            </a:r>
            <a:r>
              <a:rPr dirty="0" sz="2400" spc="-5">
                <a:latin typeface="Calibri"/>
                <a:cs typeface="Calibri"/>
              </a:rPr>
              <a:t>similarity of </a:t>
            </a:r>
            <a:r>
              <a:rPr dirty="0" sz="2400" spc="-20">
                <a:latin typeface="Calibri"/>
                <a:cs typeface="Calibri"/>
              </a:rPr>
              <a:t>different</a:t>
            </a:r>
            <a:r>
              <a:rPr dirty="0" sz="2400" spc="1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800"/>
              </a:lnSpc>
              <a:spcBef>
                <a:spcPts val="505"/>
              </a:spcBef>
              <a:buClr>
                <a:srgbClr val="60B5CC"/>
              </a:buClr>
              <a:buFont typeface="Arial"/>
              <a:buChar char="▪"/>
              <a:tabLst>
                <a:tab pos="624840" algn="l"/>
                <a:tab pos="625475" algn="l"/>
              </a:tabLst>
            </a:pPr>
            <a:r>
              <a:rPr dirty="0" sz="2400" spc="-20">
                <a:latin typeface="Calibri"/>
                <a:cs typeface="Calibri"/>
              </a:rPr>
              <a:t>Parameters </a:t>
            </a:r>
            <a:r>
              <a:rPr dirty="0" sz="2400" spc="-5">
                <a:latin typeface="Calibri"/>
                <a:cs typeface="Calibri"/>
              </a:rPr>
              <a:t>of the </a:t>
            </a:r>
            <a:r>
              <a:rPr dirty="0" sz="2400" spc="-10">
                <a:latin typeface="Calibri"/>
                <a:cs typeface="Calibri"/>
              </a:rPr>
              <a:t>update </a:t>
            </a:r>
            <a:r>
              <a:rPr dirty="0" sz="2400" spc="-5">
                <a:latin typeface="Calibri"/>
                <a:cs typeface="Calibri"/>
              </a:rPr>
              <a:t>function </a:t>
            </a:r>
            <a:r>
              <a:rPr dirty="0" sz="2400" spc="-10">
                <a:latin typeface="Calibri"/>
                <a:cs typeface="Calibri"/>
              </a:rPr>
              <a:t>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 b="1">
                <a:latin typeface="Calibri"/>
                <a:cs typeface="Calibri"/>
              </a:rPr>
              <a:t>learned </a:t>
            </a:r>
            <a:r>
              <a:rPr dirty="0" sz="2400" spc="-15" b="1">
                <a:latin typeface="Calibri"/>
                <a:cs typeface="Calibri"/>
              </a:rPr>
              <a:t>for </a:t>
            </a:r>
            <a:r>
              <a:rPr dirty="0" sz="2400" b="1">
                <a:latin typeface="Calibri"/>
                <a:cs typeface="Calibri"/>
              </a:rPr>
              <a:t>the  </a:t>
            </a:r>
            <a:r>
              <a:rPr dirty="0" sz="2400" spc="-10" b="1">
                <a:latin typeface="Calibri"/>
                <a:cs typeface="Calibri"/>
              </a:rPr>
              <a:t>downstream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tasks.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50188" y="2466883"/>
          <a:ext cx="7948930" cy="2115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43107"/>
                <a:gridCol w="2890808"/>
                <a:gridCol w="2395407"/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2400" spc="-5" b="1">
                          <a:latin typeface="Corbel"/>
                          <a:cs typeface="Corbel"/>
                        </a:rPr>
                        <a:t>Update</a:t>
                      </a:r>
                      <a:r>
                        <a:rPr dirty="0" sz="2400" spc="-70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2400" spc="-5" b="1">
                          <a:latin typeface="Corbel"/>
                          <a:cs typeface="Corbel"/>
                        </a:rPr>
                        <a:t>target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2400" spc="-5" b="1">
                          <a:latin typeface="Corbel"/>
                          <a:cs typeface="Corbel"/>
                        </a:rPr>
                        <a:t>Update</a:t>
                      </a:r>
                      <a:r>
                        <a:rPr dirty="0" sz="2400" spc="-60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2400" spc="-5" b="1">
                          <a:latin typeface="Corbel"/>
                          <a:cs typeface="Corbel"/>
                        </a:rPr>
                        <a:t>function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0AD00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marL="81915">
                        <a:lnSpc>
                          <a:spcPts val="2825"/>
                        </a:lnSpc>
                      </a:pPr>
                      <a:r>
                        <a:rPr dirty="0" sz="2400" b="1">
                          <a:latin typeface="Corbel"/>
                          <a:cs typeface="Corbel"/>
                        </a:rPr>
                        <a:t>WL </a:t>
                      </a:r>
                      <a:r>
                        <a:rPr dirty="0" sz="2400" spc="-5" b="1">
                          <a:latin typeface="Corbel"/>
                          <a:cs typeface="Corbel"/>
                        </a:rPr>
                        <a:t>Graph</a:t>
                      </a:r>
                      <a:r>
                        <a:rPr dirty="0" sz="2400" spc="-160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2400" spc="-15" b="1">
                          <a:latin typeface="Corbel"/>
                          <a:cs typeface="Corbel"/>
                        </a:rPr>
                        <a:t>Kernel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81280" marR="1277620">
                        <a:lnSpc>
                          <a:spcPts val="2900"/>
                        </a:lnSpc>
                        <a:spcBef>
                          <a:spcPts val="25"/>
                        </a:spcBef>
                      </a:pPr>
                      <a:r>
                        <a:rPr dirty="0" sz="2400" spc="-5">
                          <a:latin typeface="Corbel"/>
                          <a:cs typeface="Corbel"/>
                        </a:rPr>
                        <a:t>Node</a:t>
                      </a:r>
                      <a:r>
                        <a:rPr dirty="0" sz="2400" spc="-8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2400" spc="-5">
                          <a:latin typeface="Corbel"/>
                          <a:cs typeface="Corbel"/>
                        </a:rPr>
                        <a:t>colors  </a:t>
                      </a:r>
                      <a:r>
                        <a:rPr dirty="0" sz="2400" spc="-10">
                          <a:latin typeface="Corbel"/>
                          <a:cs typeface="Corbel"/>
                        </a:rPr>
                        <a:t>(one-hot)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B="0" marT="31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825"/>
                        </a:lnSpc>
                      </a:pPr>
                      <a:r>
                        <a:rPr dirty="0" sz="2400" spc="-5">
                          <a:latin typeface="Corbel"/>
                          <a:cs typeface="Corbel"/>
                        </a:rPr>
                        <a:t>HASH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9E3C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2400" spc="-5" b="1">
                          <a:latin typeface="Corbel"/>
                          <a:cs typeface="Corbel"/>
                        </a:rPr>
                        <a:t>GIN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marL="81280" marR="466090">
                        <a:lnSpc>
                          <a:spcPct val="10080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latin typeface="Corbel"/>
                          <a:cs typeface="Corbel"/>
                        </a:rPr>
                        <a:t>Node embeddings  (low-dim</a:t>
                      </a:r>
                      <a:r>
                        <a:rPr dirty="0" sz="2400" spc="-20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2400" spc="-5">
                          <a:latin typeface="Corbel"/>
                          <a:cs typeface="Corbel"/>
                        </a:rPr>
                        <a:t>vectors)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B="0" marT="762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2400" spc="-5">
                          <a:latin typeface="Corbel"/>
                          <a:cs typeface="Corbel"/>
                        </a:rPr>
                        <a:t>GINConv</a:t>
                      </a:r>
                      <a:endParaRPr sz="2400">
                        <a:latin typeface="Corbel"/>
                        <a:cs typeface="Corbel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CF1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90397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234045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Because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the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relation between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GIN and the  WL </a:t>
            </a:r>
            <a:r>
              <a:rPr dirty="0" sz="3200" spc="-20" b="1">
                <a:solidFill>
                  <a:srgbClr val="60B5CC"/>
                </a:solidFill>
                <a:latin typeface="Calibri"/>
                <a:cs typeface="Calibri"/>
              </a:rPr>
              <a:t>graph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kernel,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their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expressive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is </a:t>
            </a:r>
            <a:r>
              <a:rPr dirty="0" sz="3200" spc="-20" b="1">
                <a:solidFill>
                  <a:srgbClr val="60B5CC"/>
                </a:solidFill>
                <a:latin typeface="Calibri"/>
                <a:cs typeface="Calibri"/>
              </a:rPr>
              <a:t>exactly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the  same.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74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96616"/>
            <a:ext cx="8143875" cy="3639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625475" marR="5080" indent="-274320">
              <a:lnSpc>
                <a:spcPts val="3220"/>
              </a:lnSpc>
              <a:spcBef>
                <a:spcPts val="2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700" spc="-5">
                <a:latin typeface="Calibri"/>
                <a:cs typeface="Calibri"/>
              </a:rPr>
              <a:t>If </a:t>
            </a:r>
            <a:r>
              <a:rPr dirty="0" sz="2700" spc="-15">
                <a:latin typeface="Calibri"/>
                <a:cs typeface="Calibri"/>
              </a:rPr>
              <a:t>two graphs can </a:t>
            </a:r>
            <a:r>
              <a:rPr dirty="0" sz="2700" spc="-5">
                <a:latin typeface="Calibri"/>
                <a:cs typeface="Calibri"/>
              </a:rPr>
              <a:t>be </a:t>
            </a:r>
            <a:r>
              <a:rPr dirty="0" sz="2700" spc="-10">
                <a:latin typeface="Calibri"/>
                <a:cs typeface="Calibri"/>
              </a:rPr>
              <a:t>distinguished by GIN, they </a:t>
            </a:r>
            <a:r>
              <a:rPr dirty="0" sz="2700" spc="-15">
                <a:latin typeface="Calibri"/>
                <a:cs typeface="Calibri"/>
              </a:rPr>
              <a:t>can </a:t>
            </a:r>
            <a:r>
              <a:rPr dirty="0" sz="2700" spc="-285">
                <a:latin typeface="Calibri"/>
                <a:cs typeface="Calibri"/>
              </a:rPr>
              <a:t>be  </a:t>
            </a:r>
            <a:r>
              <a:rPr dirty="0" sz="2700" spc="-5">
                <a:latin typeface="Calibri"/>
                <a:cs typeface="Calibri"/>
              </a:rPr>
              <a:t>also </a:t>
            </a:r>
            <a:r>
              <a:rPr dirty="0" sz="2700" spc="-10">
                <a:latin typeface="Calibri"/>
                <a:cs typeface="Calibri"/>
              </a:rPr>
              <a:t>distinguished by </a:t>
            </a:r>
            <a:r>
              <a:rPr dirty="0" sz="2700" spc="-5">
                <a:latin typeface="Calibri"/>
                <a:cs typeface="Calibri"/>
              </a:rPr>
              <a:t>the WL </a:t>
            </a:r>
            <a:r>
              <a:rPr dirty="0" sz="2700" spc="-20">
                <a:latin typeface="Calibri"/>
                <a:cs typeface="Calibri"/>
              </a:rPr>
              <a:t>kernel, </a:t>
            </a:r>
            <a:r>
              <a:rPr dirty="0" sz="2700" spc="-10">
                <a:latin typeface="Calibri"/>
                <a:cs typeface="Calibri"/>
              </a:rPr>
              <a:t>and </a:t>
            </a:r>
            <a:r>
              <a:rPr dirty="0" sz="2700" spc="-5">
                <a:latin typeface="Calibri"/>
                <a:cs typeface="Calibri"/>
              </a:rPr>
              <a:t>vice</a:t>
            </a:r>
            <a:r>
              <a:rPr dirty="0" sz="2700" spc="6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versa.</a:t>
            </a:r>
            <a:endParaRPr sz="2700">
              <a:latin typeface="Calibri"/>
              <a:cs typeface="Calibri"/>
            </a:endParaRPr>
          </a:p>
          <a:p>
            <a:pPr marL="332740" indent="-320040">
              <a:lnSpc>
                <a:spcPts val="36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How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powerful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is</a:t>
            </a:r>
            <a:r>
              <a:rPr dirty="0" sz="3200" spc="-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this?</a:t>
            </a:r>
            <a:endParaRPr sz="3200">
              <a:latin typeface="Calibri"/>
              <a:cs typeface="Calibri"/>
            </a:endParaRPr>
          </a:p>
          <a:p>
            <a:pPr lvl="1" marL="625475" marR="400050" indent="-274320">
              <a:lnSpc>
                <a:spcPct val="99600"/>
              </a:lnSpc>
              <a:spcBef>
                <a:spcPts val="7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WL </a:t>
            </a:r>
            <a:r>
              <a:rPr dirty="0" sz="2800" spc="-20">
                <a:latin typeface="Calibri"/>
                <a:cs typeface="Calibri"/>
              </a:rPr>
              <a:t>kernel </a:t>
            </a:r>
            <a:r>
              <a:rPr dirty="0" sz="2800" spc="-5">
                <a:latin typeface="Calibri"/>
                <a:cs typeface="Calibri"/>
              </a:rPr>
              <a:t>has been both </a:t>
            </a:r>
            <a:r>
              <a:rPr dirty="0" sz="2800" spc="-15">
                <a:latin typeface="Calibri"/>
                <a:cs typeface="Calibri"/>
              </a:rPr>
              <a:t>theoretically </a:t>
            </a:r>
            <a:r>
              <a:rPr dirty="0" sz="2800" spc="-5">
                <a:latin typeface="Calibri"/>
                <a:cs typeface="Calibri"/>
              </a:rPr>
              <a:t>and  </a:t>
            </a:r>
            <a:r>
              <a:rPr dirty="0" sz="2800" spc="-10">
                <a:latin typeface="Calibri"/>
                <a:cs typeface="Calibri"/>
              </a:rPr>
              <a:t>empirically </a:t>
            </a:r>
            <a:r>
              <a:rPr dirty="0" sz="2800" spc="-5">
                <a:latin typeface="Calibri"/>
                <a:cs typeface="Calibri"/>
              </a:rPr>
              <a:t>shown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distinguish most </a:t>
            </a:r>
            <a:r>
              <a:rPr dirty="0" sz="2800" spc="-5">
                <a:latin typeface="Calibri"/>
                <a:cs typeface="Calibri"/>
              </a:rPr>
              <a:t>of the </a:t>
            </a:r>
            <a:r>
              <a:rPr dirty="0" sz="2800" spc="-10">
                <a:latin typeface="Calibri"/>
                <a:cs typeface="Calibri"/>
              </a:rPr>
              <a:t>real-  world </a:t>
            </a:r>
            <a:r>
              <a:rPr dirty="0" sz="2800" spc="-15">
                <a:latin typeface="Calibri"/>
                <a:cs typeface="Calibri"/>
              </a:rPr>
              <a:t>graphs </a:t>
            </a:r>
            <a:r>
              <a:rPr dirty="0" sz="1800" spc="-5">
                <a:latin typeface="Calibri"/>
                <a:cs typeface="Calibri"/>
              </a:rPr>
              <a:t>[Cai et </a:t>
            </a:r>
            <a:r>
              <a:rPr dirty="0" sz="1800">
                <a:latin typeface="Calibri"/>
                <a:cs typeface="Calibri"/>
              </a:rPr>
              <a:t>al.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1992].</a:t>
            </a:r>
            <a:endParaRPr sz="1800">
              <a:latin typeface="Calibri"/>
              <a:cs typeface="Calibri"/>
            </a:endParaRPr>
          </a:p>
          <a:p>
            <a:pPr lvl="1" marL="625475" marR="351155" indent="-274320">
              <a:lnSpc>
                <a:spcPct val="100699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Hence, GIN is also </a:t>
            </a:r>
            <a:r>
              <a:rPr dirty="0" sz="2800" spc="-10">
                <a:latin typeface="Calibri"/>
                <a:cs typeface="Calibri"/>
              </a:rPr>
              <a:t>powerful </a:t>
            </a:r>
            <a:r>
              <a:rPr dirty="0" sz="2800" spc="-5">
                <a:latin typeface="Calibri"/>
                <a:cs typeface="Calibri"/>
              </a:rPr>
              <a:t>enough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60">
                <a:latin typeface="Calibri"/>
                <a:cs typeface="Calibri"/>
              </a:rPr>
              <a:t>distinguish  </a:t>
            </a:r>
            <a:r>
              <a:rPr dirty="0" sz="2800" spc="-10">
                <a:latin typeface="Calibri"/>
                <a:cs typeface="Calibri"/>
              </a:rPr>
              <a:t>most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real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graphs!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1375"/>
            <a:ext cx="59222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887334" cy="49085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34734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design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5">
                <a:latin typeface="Calibri"/>
                <a:cs typeface="Calibri"/>
              </a:rPr>
              <a:t>neural </a:t>
            </a:r>
            <a:r>
              <a:rPr dirty="0" sz="3200" spc="-10">
                <a:latin typeface="Calibri"/>
                <a:cs typeface="Calibri"/>
              </a:rPr>
              <a:t>network that can </a:t>
            </a:r>
            <a:r>
              <a:rPr dirty="0" sz="3200" spc="-5">
                <a:latin typeface="Calibri"/>
                <a:cs typeface="Calibri"/>
              </a:rPr>
              <a:t>model </a:t>
            </a: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 injective multi-set</a:t>
            </a:r>
            <a:r>
              <a:rPr dirty="0" sz="3200" spc="-2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function</a:t>
            </a:r>
            <a:r>
              <a:rPr dirty="0" sz="3200" spc="-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marR="282575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neural </a:t>
            </a:r>
            <a:r>
              <a:rPr dirty="0" sz="3200" spc="-10">
                <a:latin typeface="Calibri"/>
                <a:cs typeface="Calibri"/>
              </a:rPr>
              <a:t>network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5">
                <a:latin typeface="Calibri"/>
                <a:cs typeface="Calibri"/>
              </a:rPr>
              <a:t>neighbor  </a:t>
            </a:r>
            <a:r>
              <a:rPr dirty="0" sz="3200" spc="-10">
                <a:latin typeface="Calibri"/>
                <a:cs typeface="Calibri"/>
              </a:rPr>
              <a:t>aggregation </a:t>
            </a:r>
            <a:r>
              <a:rPr dirty="0" sz="3200" spc="-5">
                <a:latin typeface="Calibri"/>
                <a:cs typeface="Calibri"/>
              </a:rPr>
              <a:t>function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10">
                <a:latin typeface="Calibri"/>
                <a:cs typeface="Calibri"/>
              </a:rPr>
              <a:t>arrive </a:t>
            </a:r>
            <a:r>
              <a:rPr dirty="0" sz="3200" spc="-15">
                <a:latin typeface="Calibri"/>
                <a:cs typeface="Calibri"/>
              </a:rPr>
              <a:t>at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GIN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---the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770"/>
              </a:lnSpc>
            </a:pPr>
            <a:r>
              <a:rPr dirty="0" sz="3200" spc="-15">
                <a:solidFill>
                  <a:srgbClr val="C00000"/>
                </a:solidFill>
                <a:latin typeface="Calibri"/>
                <a:cs typeface="Calibri"/>
              </a:rPr>
              <a:t>most </a:t>
            </a:r>
            <a:r>
              <a:rPr dirty="0" sz="3200" spc="-20">
                <a:solidFill>
                  <a:srgbClr val="C00000"/>
                </a:solidFill>
                <a:latin typeface="Calibri"/>
                <a:cs typeface="Calibri"/>
              </a:rPr>
              <a:t>expressive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GNN</a:t>
            </a:r>
            <a:r>
              <a:rPr dirty="0" sz="320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model</a:t>
            </a:r>
            <a:r>
              <a:rPr dirty="0" sz="3200" spc="-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marR="199390" indent="-320040">
              <a:lnSpc>
                <a:spcPts val="3790"/>
              </a:lnSpc>
              <a:spcBef>
                <a:spcPts val="1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0">
                <a:latin typeface="Calibri"/>
                <a:cs typeface="Calibri"/>
              </a:rPr>
              <a:t>key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 spc="-15" b="1">
                <a:latin typeface="Calibri"/>
                <a:cs typeface="Calibri"/>
              </a:rPr>
              <a:t>element-wise </a:t>
            </a:r>
            <a:r>
              <a:rPr dirty="0" sz="3200" spc="-5" b="1">
                <a:latin typeface="Calibri"/>
                <a:cs typeface="Calibri"/>
              </a:rPr>
              <a:t>sum pooling</a:t>
            </a:r>
            <a:r>
              <a:rPr dirty="0" sz="3200" spc="-5">
                <a:latin typeface="Calibri"/>
                <a:cs typeface="Calibri"/>
              </a:rPr>
              <a:t>,  </a:t>
            </a:r>
            <a:r>
              <a:rPr dirty="0" sz="3200" spc="-15">
                <a:latin typeface="Calibri"/>
                <a:cs typeface="Calibri"/>
              </a:rPr>
              <a:t>instead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10">
                <a:latin typeface="Calibri"/>
                <a:cs typeface="Calibri"/>
              </a:rPr>
              <a:t> mean-/max-pooling.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7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GIN is </a:t>
            </a:r>
            <a:r>
              <a:rPr dirty="0" sz="3200" spc="-5">
                <a:latin typeface="Calibri"/>
                <a:cs typeface="Calibri"/>
              </a:rPr>
              <a:t>closely </a:t>
            </a:r>
            <a:r>
              <a:rPr dirty="0" sz="3200" spc="-20">
                <a:latin typeface="Calibri"/>
                <a:cs typeface="Calibri"/>
              </a:rPr>
              <a:t>related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WL </a:t>
            </a:r>
            <a:r>
              <a:rPr dirty="0" sz="3200" spc="-15">
                <a:latin typeface="Calibri"/>
                <a:cs typeface="Calibri"/>
              </a:rPr>
              <a:t>graph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kernel.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Both </a:t>
            </a:r>
            <a:r>
              <a:rPr dirty="0" sz="3200">
                <a:latin typeface="Calibri"/>
                <a:cs typeface="Calibri"/>
              </a:rPr>
              <a:t>GIN and WL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25">
                <a:latin typeface="Calibri"/>
                <a:cs typeface="Calibri"/>
              </a:rPr>
              <a:t>kernel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distinguish  </a:t>
            </a:r>
            <a:r>
              <a:rPr dirty="0" sz="3200" spc="-15">
                <a:latin typeface="Calibri"/>
                <a:cs typeface="Calibri"/>
              </a:rPr>
              <a:t>most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real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2/22/21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6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74</a:t>
            </a:fld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1375"/>
            <a:ext cx="518769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67805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 b="1">
                <a:latin typeface="Calibri"/>
                <a:cs typeface="Calibri"/>
              </a:rPr>
              <a:t>Failure </a:t>
            </a:r>
            <a:r>
              <a:rPr dirty="0" sz="3200" spc="-10" b="1">
                <a:latin typeface="Calibri"/>
                <a:cs typeface="Calibri"/>
              </a:rPr>
              <a:t>cases </a:t>
            </a:r>
            <a:r>
              <a:rPr dirty="0" sz="3200" spc="-20" b="1">
                <a:latin typeface="Calibri"/>
                <a:cs typeface="Calibri"/>
              </a:rPr>
              <a:t>for </a:t>
            </a:r>
            <a:r>
              <a:rPr dirty="0" sz="3200" spc="-5" b="1">
                <a:latin typeface="Calibri"/>
                <a:cs typeface="Calibri"/>
              </a:rPr>
              <a:t>mean and </a:t>
            </a:r>
            <a:r>
              <a:rPr dirty="0" sz="3200" spc="-15" b="1">
                <a:latin typeface="Calibri"/>
                <a:cs typeface="Calibri"/>
              </a:rPr>
              <a:t>max</a:t>
            </a:r>
            <a:r>
              <a:rPr dirty="0" sz="3200" spc="4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pooling: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363" y="4027932"/>
            <a:ext cx="56299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latin typeface="Calibri"/>
                <a:cs typeface="Calibri"/>
              </a:rPr>
              <a:t>Ranking </a:t>
            </a:r>
            <a:r>
              <a:rPr dirty="0" sz="3200" spc="-15" b="1">
                <a:latin typeface="Calibri"/>
                <a:cs typeface="Calibri"/>
              </a:rPr>
              <a:t>by </a:t>
            </a:r>
            <a:r>
              <a:rPr dirty="0" sz="3200" spc="-10" b="1">
                <a:latin typeface="Calibri"/>
                <a:cs typeface="Calibri"/>
              </a:rPr>
              <a:t>discriminative</a:t>
            </a:r>
            <a:r>
              <a:rPr dirty="0" sz="3200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power: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045" y="2433662"/>
            <a:ext cx="230070" cy="2309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19045" y="3284166"/>
            <a:ext cx="230070" cy="2309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01014" y="2858914"/>
            <a:ext cx="256031" cy="252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34574" y="2664625"/>
            <a:ext cx="0" cy="194310"/>
          </a:xfrm>
          <a:custGeom>
            <a:avLst/>
            <a:gdLst/>
            <a:ahLst/>
            <a:cxnLst/>
            <a:rect l="l" t="t" r="r" b="b"/>
            <a:pathLst>
              <a:path w="0" h="194310">
                <a:moveTo>
                  <a:pt x="0" y="194287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34081" y="3089879"/>
            <a:ext cx="0" cy="194310"/>
          </a:xfrm>
          <a:custGeom>
            <a:avLst/>
            <a:gdLst/>
            <a:ahLst/>
            <a:cxnLst/>
            <a:rect l="l" t="t" r="r" b="b"/>
            <a:pathLst>
              <a:path w="0" h="194310">
                <a:moveTo>
                  <a:pt x="0" y="194287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67343" y="2523061"/>
            <a:ext cx="230070" cy="2309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28753" y="3286086"/>
            <a:ext cx="230070" cy="2309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63259" y="2922192"/>
            <a:ext cx="256031" cy="25708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82873" y="2754026"/>
            <a:ext cx="0" cy="194310"/>
          </a:xfrm>
          <a:custGeom>
            <a:avLst/>
            <a:gdLst/>
            <a:ahLst/>
            <a:cxnLst/>
            <a:rect l="l" t="t" r="r" b="b"/>
            <a:pathLst>
              <a:path w="0" h="194310">
                <a:moveTo>
                  <a:pt x="0" y="194287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05138" y="3126121"/>
            <a:ext cx="180340" cy="180975"/>
          </a:xfrm>
          <a:custGeom>
            <a:avLst/>
            <a:gdLst/>
            <a:ahLst/>
            <a:cxnLst/>
            <a:rect l="l" t="t" r="r" b="b"/>
            <a:pathLst>
              <a:path w="180339" h="180975">
                <a:moveTo>
                  <a:pt x="0" y="180881"/>
                </a:moveTo>
                <a:lnTo>
                  <a:pt x="180181" y="0"/>
                </a:lnTo>
              </a:path>
            </a:pathLst>
          </a:custGeom>
          <a:ln w="12604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79437" y="3124545"/>
            <a:ext cx="183515" cy="184150"/>
          </a:xfrm>
          <a:custGeom>
            <a:avLst/>
            <a:gdLst/>
            <a:ahLst/>
            <a:cxnLst/>
            <a:rect l="l" t="t" r="r" b="b"/>
            <a:pathLst>
              <a:path w="183514" h="184150">
                <a:moveTo>
                  <a:pt x="0" y="0"/>
                </a:moveTo>
                <a:lnTo>
                  <a:pt x="183323" y="184036"/>
                </a:lnTo>
              </a:path>
            </a:pathLst>
          </a:custGeom>
          <a:ln w="12604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02951" y="3291415"/>
            <a:ext cx="230070" cy="2309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571574" y="3014779"/>
            <a:ext cx="247015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0">
                <a:solidFill>
                  <a:srgbClr val="5E5E5E"/>
                </a:solidFill>
                <a:latin typeface="Arial"/>
                <a:cs typeface="Arial"/>
              </a:rPr>
              <a:t>vs.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3336" y="3527819"/>
            <a:ext cx="1717039" cy="210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(a) </a:t>
            </a:r>
            <a:r>
              <a:rPr dirty="0" sz="1200" spc="0">
                <a:latin typeface="Times New Roman"/>
                <a:cs typeface="Times New Roman"/>
              </a:rPr>
              <a:t>Mean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0">
                <a:latin typeface="Times New Roman"/>
                <a:cs typeface="Times New Roman"/>
              </a:rPr>
              <a:t>Max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fail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93066" y="2664625"/>
            <a:ext cx="0" cy="194310"/>
          </a:xfrm>
          <a:custGeom>
            <a:avLst/>
            <a:gdLst/>
            <a:ahLst/>
            <a:cxnLst/>
            <a:rect l="l" t="t" r="r" b="b"/>
            <a:pathLst>
              <a:path w="0" h="194310">
                <a:moveTo>
                  <a:pt x="0" y="194287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92574" y="3089879"/>
            <a:ext cx="0" cy="194310"/>
          </a:xfrm>
          <a:custGeom>
            <a:avLst/>
            <a:gdLst/>
            <a:ahLst/>
            <a:cxnLst/>
            <a:rect l="l" t="t" r="r" b="b"/>
            <a:pathLst>
              <a:path w="0" h="194310">
                <a:moveTo>
                  <a:pt x="0" y="194287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41366" y="2754026"/>
            <a:ext cx="0" cy="194310"/>
          </a:xfrm>
          <a:custGeom>
            <a:avLst/>
            <a:gdLst/>
            <a:ahLst/>
            <a:cxnLst/>
            <a:rect l="l" t="t" r="r" b="b"/>
            <a:pathLst>
              <a:path w="0" h="194310">
                <a:moveTo>
                  <a:pt x="0" y="194287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463631" y="3126121"/>
            <a:ext cx="180340" cy="180975"/>
          </a:xfrm>
          <a:custGeom>
            <a:avLst/>
            <a:gdLst/>
            <a:ahLst/>
            <a:cxnLst/>
            <a:rect l="l" t="t" r="r" b="b"/>
            <a:pathLst>
              <a:path w="180339" h="180975">
                <a:moveTo>
                  <a:pt x="0" y="180881"/>
                </a:moveTo>
                <a:lnTo>
                  <a:pt x="180181" y="0"/>
                </a:lnTo>
              </a:path>
            </a:pathLst>
          </a:custGeom>
          <a:ln w="12604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37930" y="3124545"/>
            <a:ext cx="183515" cy="184150"/>
          </a:xfrm>
          <a:custGeom>
            <a:avLst/>
            <a:gdLst/>
            <a:ahLst/>
            <a:cxnLst/>
            <a:rect l="l" t="t" r="r" b="b"/>
            <a:pathLst>
              <a:path w="183514" h="184150">
                <a:moveTo>
                  <a:pt x="0" y="0"/>
                </a:moveTo>
                <a:lnTo>
                  <a:pt x="183323" y="184036"/>
                </a:lnTo>
              </a:path>
            </a:pathLst>
          </a:custGeom>
          <a:ln w="12604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631747" y="2535798"/>
            <a:ext cx="218249" cy="2190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83449" y="2445529"/>
            <a:ext cx="218248" cy="2190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981092" y="3282677"/>
            <a:ext cx="218249" cy="2190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88716" y="3282207"/>
            <a:ext cx="218249" cy="2190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83449" y="3283296"/>
            <a:ext cx="218248" cy="2190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23139" y="2922192"/>
            <a:ext cx="256031" cy="2576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60894" y="2858914"/>
            <a:ext cx="256031" cy="2525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047351" y="3527819"/>
            <a:ext cx="825500" cy="210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>
                <a:latin typeface="Times New Roman"/>
                <a:cs typeface="Times New Roman"/>
              </a:rPr>
              <a:t>(b) </a:t>
            </a:r>
            <a:r>
              <a:rPr dirty="0" sz="1200" spc="0">
                <a:latin typeface="Times New Roman"/>
                <a:cs typeface="Times New Roman"/>
              </a:rPr>
              <a:t>Max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fails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74336" y="2463770"/>
            <a:ext cx="218249" cy="21909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074336" y="3270573"/>
            <a:ext cx="218249" cy="21909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059403" y="2852640"/>
            <a:ext cx="256031" cy="25161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83929" y="2682866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184304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183462" y="3086269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184304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997100" y="2872074"/>
            <a:ext cx="256031" cy="25161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014960" y="2477388"/>
            <a:ext cx="218248" cy="21909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24552" y="2696486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184304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016530" y="3282696"/>
            <a:ext cx="218247" cy="21909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125653" y="3098392"/>
            <a:ext cx="0" cy="184785"/>
          </a:xfrm>
          <a:custGeom>
            <a:avLst/>
            <a:gdLst/>
            <a:ahLst/>
            <a:cxnLst/>
            <a:rect l="l" t="t" r="r" b="b"/>
            <a:pathLst>
              <a:path w="0" h="184785">
                <a:moveTo>
                  <a:pt x="0" y="184304"/>
                </a:moveTo>
                <a:lnTo>
                  <a:pt x="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565173" y="2865817"/>
            <a:ext cx="218249" cy="21909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81185" y="2995990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 h="0">
                <a:moveTo>
                  <a:pt x="0" y="0"/>
                </a:moveTo>
                <a:lnTo>
                  <a:pt x="23452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231832" y="2995990"/>
            <a:ext cx="234950" cy="0"/>
          </a:xfrm>
          <a:custGeom>
            <a:avLst/>
            <a:gdLst/>
            <a:ahLst/>
            <a:cxnLst/>
            <a:rect l="l" t="t" r="r" b="b"/>
            <a:pathLst>
              <a:path w="234950" h="0">
                <a:moveTo>
                  <a:pt x="0" y="0"/>
                </a:moveTo>
                <a:lnTo>
                  <a:pt x="234520" y="0"/>
                </a:lnTo>
              </a:path>
            </a:pathLst>
          </a:custGeom>
          <a:ln w="12629">
            <a:solidFill>
              <a:srgbClr val="5E5E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464747" y="2886442"/>
            <a:ext cx="218247" cy="21909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93303" y="4888234"/>
            <a:ext cx="1624427" cy="150909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7780" y="5351255"/>
            <a:ext cx="290032" cy="28981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466165" y="4859058"/>
            <a:ext cx="290032" cy="28981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10288" y="4859058"/>
            <a:ext cx="290033" cy="28981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93303" y="4888234"/>
            <a:ext cx="2671186" cy="150909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764538" y="5351255"/>
            <a:ext cx="290034" cy="28981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010288" y="5753510"/>
            <a:ext cx="290033" cy="28981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466165" y="5753510"/>
            <a:ext cx="290032" cy="28981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058299" y="4901091"/>
            <a:ext cx="2729558" cy="150909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268331" y="5344550"/>
            <a:ext cx="309494" cy="309257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066933" y="4819327"/>
            <a:ext cx="309493" cy="30925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580466" y="4819327"/>
            <a:ext cx="309494" cy="309257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175294" y="4901091"/>
            <a:ext cx="2729558" cy="150909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385326" y="5344550"/>
            <a:ext cx="309494" cy="30925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580466" y="5773796"/>
            <a:ext cx="309494" cy="30925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066933" y="5773796"/>
            <a:ext cx="309493" cy="30925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2673615" y="6262988"/>
            <a:ext cx="1931670" cy="594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88340">
              <a:lnSpc>
                <a:spcPct val="100000"/>
              </a:lnSpc>
              <a:spcBef>
                <a:spcPts val="135"/>
              </a:spcBef>
            </a:pPr>
            <a:r>
              <a:rPr dirty="0" sz="1550">
                <a:latin typeface="Arial"/>
                <a:cs typeface="Arial"/>
              </a:rPr>
              <a:t>sum </a:t>
            </a:r>
            <a:r>
              <a:rPr dirty="0" sz="1550" spc="65">
                <a:latin typeface="Arial"/>
                <a:cs typeface="Arial"/>
              </a:rPr>
              <a:t>-</a:t>
            </a:r>
            <a:r>
              <a:rPr dirty="0" sz="1550" spc="-55">
                <a:latin typeface="Arial"/>
                <a:cs typeface="Arial"/>
              </a:rPr>
              <a:t> </a:t>
            </a:r>
            <a:r>
              <a:rPr dirty="0" sz="1550" spc="-10">
                <a:latin typeface="Arial"/>
                <a:cs typeface="Arial"/>
              </a:rPr>
              <a:t>multiset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Jure Leskovec, Stanford</a:t>
            </a:r>
            <a:r>
              <a:rPr dirty="0" sz="90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898989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092700" y="5435600"/>
            <a:ext cx="355600" cy="36830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5081140" y="5126133"/>
            <a:ext cx="387985" cy="749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50" spc="75" b="1">
                <a:solidFill>
                  <a:srgbClr val="D6D5D5"/>
                </a:solidFill>
                <a:latin typeface="Arial"/>
                <a:cs typeface="Arial"/>
              </a:rPr>
              <a:t>&gt;</a:t>
            </a:r>
            <a:endParaRPr sz="475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900165" y="5172954"/>
            <a:ext cx="2729558" cy="1474978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110199" y="5616412"/>
            <a:ext cx="309492" cy="30925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743519" y="4954884"/>
            <a:ext cx="309494" cy="30925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415672" y="4954884"/>
            <a:ext cx="309494" cy="309257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5443601" y="6262988"/>
            <a:ext cx="164782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5">
                <a:latin typeface="Arial"/>
                <a:cs typeface="Arial"/>
              </a:rPr>
              <a:t>mean </a:t>
            </a:r>
            <a:r>
              <a:rPr dirty="0" sz="1550" spc="65">
                <a:latin typeface="Arial"/>
                <a:cs typeface="Arial"/>
              </a:rPr>
              <a:t>-</a:t>
            </a:r>
            <a:r>
              <a:rPr dirty="0" sz="1550" spc="-15">
                <a:latin typeface="Arial"/>
                <a:cs typeface="Arial"/>
              </a:rPr>
              <a:t> </a:t>
            </a:r>
            <a:r>
              <a:rPr dirty="0" sz="1550" spc="-5">
                <a:latin typeface="Arial"/>
                <a:cs typeface="Arial"/>
              </a:rPr>
              <a:t>distribution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967384" y="4872861"/>
            <a:ext cx="309492" cy="309258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757351" y="5309567"/>
            <a:ext cx="1890605" cy="133836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967384" y="5753025"/>
            <a:ext cx="309492" cy="309257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7688836" y="6262988"/>
            <a:ext cx="84201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latin typeface="Arial"/>
                <a:cs typeface="Arial"/>
              </a:rPr>
              <a:t>max </a:t>
            </a:r>
            <a:r>
              <a:rPr dirty="0" sz="1550" spc="65">
                <a:latin typeface="Arial"/>
                <a:cs typeface="Arial"/>
              </a:rPr>
              <a:t>-</a:t>
            </a:r>
            <a:r>
              <a:rPr dirty="0" sz="1550" spc="-60">
                <a:latin typeface="Arial"/>
                <a:cs typeface="Arial"/>
              </a:rPr>
              <a:t> </a:t>
            </a:r>
            <a:r>
              <a:rPr dirty="0" sz="1550" spc="-5">
                <a:latin typeface="Arial"/>
                <a:cs typeface="Arial"/>
              </a:rPr>
              <a:t>set</a:t>
            </a:r>
            <a:endParaRPr sz="1550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086600" y="5435600"/>
            <a:ext cx="355600" cy="36830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084738" y="5126133"/>
            <a:ext cx="387985" cy="749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50" spc="75" b="1">
                <a:solidFill>
                  <a:srgbClr val="D6D5D5"/>
                </a:solidFill>
                <a:latin typeface="Arial"/>
                <a:cs typeface="Arial"/>
              </a:rPr>
              <a:t>&gt;</a:t>
            </a:r>
            <a:endParaRPr sz="47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033677" y="6232805"/>
            <a:ext cx="64071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10" b="1">
                <a:latin typeface="Arial"/>
                <a:cs typeface="Arial"/>
              </a:rPr>
              <a:t>Input</a:t>
            </a:r>
            <a:endParaRPr sz="19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963193" y="3487266"/>
            <a:ext cx="3070225" cy="5854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430"/>
              </a:spcBef>
            </a:pPr>
            <a:r>
              <a:rPr dirty="0" sz="1200">
                <a:latin typeface="Times New Roman"/>
                <a:cs typeface="Times New Roman"/>
              </a:rPr>
              <a:t>(c) </a:t>
            </a:r>
            <a:r>
              <a:rPr dirty="0" sz="1200" spc="0">
                <a:latin typeface="Times New Roman"/>
                <a:cs typeface="Times New Roman"/>
              </a:rPr>
              <a:t>Mean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0">
                <a:latin typeface="Times New Roman"/>
                <a:cs typeface="Times New Roman"/>
              </a:rPr>
              <a:t>Max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fail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800" spc="-35">
                <a:latin typeface="Arial"/>
                <a:cs typeface="Arial"/>
              </a:rPr>
              <a:t>Colors </a:t>
            </a:r>
            <a:r>
              <a:rPr dirty="0" sz="1800" spc="-40">
                <a:latin typeface="Arial"/>
                <a:cs typeface="Arial"/>
              </a:rPr>
              <a:t>represent </a:t>
            </a:r>
            <a:r>
              <a:rPr dirty="0" sz="1800" spc="-50">
                <a:latin typeface="Arial"/>
                <a:cs typeface="Arial"/>
              </a:rPr>
              <a:t>feature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60">
                <a:latin typeface="Arial"/>
                <a:cs typeface="Arial"/>
              </a:rPr>
              <a:t>values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158239" y="2840735"/>
            <a:ext cx="341375" cy="338327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075944" y="2764535"/>
            <a:ext cx="505968" cy="56997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201014" y="2859801"/>
            <a:ext cx="256540" cy="252095"/>
          </a:xfrm>
          <a:custGeom>
            <a:avLst/>
            <a:gdLst/>
            <a:ahLst/>
            <a:cxnLst/>
            <a:rect l="l" t="t" r="r" b="b"/>
            <a:pathLst>
              <a:path w="256540" h="252094">
                <a:moveTo>
                  <a:pt x="0" y="125807"/>
                </a:moveTo>
                <a:lnTo>
                  <a:pt x="10060" y="76837"/>
                </a:lnTo>
                <a:lnTo>
                  <a:pt x="37495" y="36848"/>
                </a:lnTo>
                <a:lnTo>
                  <a:pt x="78186" y="9886"/>
                </a:lnTo>
                <a:lnTo>
                  <a:pt x="128016" y="0"/>
                </a:lnTo>
                <a:lnTo>
                  <a:pt x="177845" y="9886"/>
                </a:lnTo>
                <a:lnTo>
                  <a:pt x="218536" y="36848"/>
                </a:lnTo>
                <a:lnTo>
                  <a:pt x="245971" y="76837"/>
                </a:lnTo>
                <a:lnTo>
                  <a:pt x="256032" y="125807"/>
                </a:lnTo>
                <a:lnTo>
                  <a:pt x="245971" y="174776"/>
                </a:lnTo>
                <a:lnTo>
                  <a:pt x="218536" y="214765"/>
                </a:lnTo>
                <a:lnTo>
                  <a:pt x="177845" y="241727"/>
                </a:lnTo>
                <a:lnTo>
                  <a:pt x="128016" y="251614"/>
                </a:lnTo>
                <a:lnTo>
                  <a:pt x="78186" y="241727"/>
                </a:lnTo>
                <a:lnTo>
                  <a:pt x="37495" y="214765"/>
                </a:lnTo>
                <a:lnTo>
                  <a:pt x="10060" y="174776"/>
                </a:lnTo>
                <a:lnTo>
                  <a:pt x="0" y="125807"/>
                </a:lnTo>
                <a:close/>
              </a:path>
            </a:pathLst>
          </a:custGeom>
          <a:ln w="6350">
            <a:solidFill>
              <a:srgbClr val="E682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1244099" y="2821939"/>
            <a:ext cx="170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118360" y="2904744"/>
            <a:ext cx="344424" cy="338327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042160" y="2825495"/>
            <a:ext cx="496824" cy="56997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163259" y="2922192"/>
            <a:ext cx="256540" cy="252095"/>
          </a:xfrm>
          <a:custGeom>
            <a:avLst/>
            <a:gdLst/>
            <a:ahLst/>
            <a:cxnLst/>
            <a:rect l="l" t="t" r="r" b="b"/>
            <a:pathLst>
              <a:path w="256539" h="252094">
                <a:moveTo>
                  <a:pt x="0" y="125807"/>
                </a:moveTo>
                <a:lnTo>
                  <a:pt x="10060" y="76837"/>
                </a:lnTo>
                <a:lnTo>
                  <a:pt x="37495" y="36848"/>
                </a:lnTo>
                <a:lnTo>
                  <a:pt x="78186" y="9886"/>
                </a:lnTo>
                <a:lnTo>
                  <a:pt x="128016" y="0"/>
                </a:lnTo>
                <a:lnTo>
                  <a:pt x="177845" y="9886"/>
                </a:lnTo>
                <a:lnTo>
                  <a:pt x="218536" y="36848"/>
                </a:lnTo>
                <a:lnTo>
                  <a:pt x="245971" y="76837"/>
                </a:lnTo>
                <a:lnTo>
                  <a:pt x="256032" y="125807"/>
                </a:lnTo>
                <a:lnTo>
                  <a:pt x="245971" y="174776"/>
                </a:lnTo>
                <a:lnTo>
                  <a:pt x="218536" y="214765"/>
                </a:lnTo>
                <a:lnTo>
                  <a:pt x="177845" y="241727"/>
                </a:lnTo>
                <a:lnTo>
                  <a:pt x="128016" y="251614"/>
                </a:lnTo>
                <a:lnTo>
                  <a:pt x="78186" y="241727"/>
                </a:lnTo>
                <a:lnTo>
                  <a:pt x="37495" y="214765"/>
                </a:lnTo>
                <a:lnTo>
                  <a:pt x="10060" y="174776"/>
                </a:lnTo>
                <a:lnTo>
                  <a:pt x="0" y="125807"/>
                </a:lnTo>
                <a:close/>
              </a:path>
            </a:pathLst>
          </a:custGeom>
          <a:ln w="6350">
            <a:solidFill>
              <a:srgbClr val="E682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2211106" y="2885948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617976" y="2840735"/>
            <a:ext cx="341375" cy="338327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535679" y="2764535"/>
            <a:ext cx="505968" cy="56997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660894" y="2859801"/>
            <a:ext cx="256540" cy="252095"/>
          </a:xfrm>
          <a:custGeom>
            <a:avLst/>
            <a:gdLst/>
            <a:ahLst/>
            <a:cxnLst/>
            <a:rect l="l" t="t" r="r" b="b"/>
            <a:pathLst>
              <a:path w="256539" h="252094">
                <a:moveTo>
                  <a:pt x="0" y="125807"/>
                </a:moveTo>
                <a:lnTo>
                  <a:pt x="10060" y="76837"/>
                </a:lnTo>
                <a:lnTo>
                  <a:pt x="37495" y="36848"/>
                </a:lnTo>
                <a:lnTo>
                  <a:pt x="78186" y="9886"/>
                </a:lnTo>
                <a:lnTo>
                  <a:pt x="128016" y="0"/>
                </a:lnTo>
                <a:lnTo>
                  <a:pt x="177845" y="9886"/>
                </a:lnTo>
                <a:lnTo>
                  <a:pt x="218536" y="36848"/>
                </a:lnTo>
                <a:lnTo>
                  <a:pt x="245971" y="76837"/>
                </a:lnTo>
                <a:lnTo>
                  <a:pt x="256032" y="125807"/>
                </a:lnTo>
                <a:lnTo>
                  <a:pt x="245971" y="174776"/>
                </a:lnTo>
                <a:lnTo>
                  <a:pt x="218536" y="214765"/>
                </a:lnTo>
                <a:lnTo>
                  <a:pt x="177845" y="241727"/>
                </a:lnTo>
                <a:lnTo>
                  <a:pt x="128016" y="251614"/>
                </a:lnTo>
                <a:lnTo>
                  <a:pt x="78186" y="241727"/>
                </a:lnTo>
                <a:lnTo>
                  <a:pt x="37495" y="214765"/>
                </a:lnTo>
                <a:lnTo>
                  <a:pt x="10060" y="174776"/>
                </a:lnTo>
                <a:lnTo>
                  <a:pt x="0" y="125807"/>
                </a:lnTo>
                <a:close/>
              </a:path>
            </a:pathLst>
          </a:custGeom>
          <a:ln w="6350">
            <a:solidFill>
              <a:srgbClr val="E682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3703977" y="2955093"/>
            <a:ext cx="506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32407" sz="2700">
                <a:solidFill>
                  <a:srgbClr val="FFFFFF"/>
                </a:solidFill>
                <a:latin typeface="Corbel"/>
                <a:cs typeface="Corbel"/>
              </a:rPr>
              <a:t>A </a:t>
            </a:r>
            <a:r>
              <a:rPr dirty="0" baseline="32407" sz="2700" spc="112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350" spc="0">
                <a:solidFill>
                  <a:srgbClr val="5E5E5E"/>
                </a:solidFill>
                <a:latin typeface="Arial"/>
                <a:cs typeface="Arial"/>
              </a:rPr>
              <a:t>vs.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4578096" y="2904744"/>
            <a:ext cx="344424" cy="338327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504944" y="2825495"/>
            <a:ext cx="493775" cy="56997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623139" y="2922192"/>
            <a:ext cx="256540" cy="252095"/>
          </a:xfrm>
          <a:custGeom>
            <a:avLst/>
            <a:gdLst/>
            <a:ahLst/>
            <a:cxnLst/>
            <a:rect l="l" t="t" r="r" b="b"/>
            <a:pathLst>
              <a:path w="256539" h="252094">
                <a:moveTo>
                  <a:pt x="0" y="125807"/>
                </a:moveTo>
                <a:lnTo>
                  <a:pt x="10060" y="76837"/>
                </a:lnTo>
                <a:lnTo>
                  <a:pt x="37495" y="36848"/>
                </a:lnTo>
                <a:lnTo>
                  <a:pt x="78186" y="9886"/>
                </a:lnTo>
                <a:lnTo>
                  <a:pt x="128016" y="0"/>
                </a:lnTo>
                <a:lnTo>
                  <a:pt x="177845" y="9886"/>
                </a:lnTo>
                <a:lnTo>
                  <a:pt x="218536" y="36848"/>
                </a:lnTo>
                <a:lnTo>
                  <a:pt x="245971" y="76837"/>
                </a:lnTo>
                <a:lnTo>
                  <a:pt x="256032" y="125807"/>
                </a:lnTo>
                <a:lnTo>
                  <a:pt x="245971" y="174776"/>
                </a:lnTo>
                <a:lnTo>
                  <a:pt x="218536" y="214765"/>
                </a:lnTo>
                <a:lnTo>
                  <a:pt x="177845" y="241727"/>
                </a:lnTo>
                <a:lnTo>
                  <a:pt x="128016" y="251614"/>
                </a:lnTo>
                <a:lnTo>
                  <a:pt x="78186" y="241727"/>
                </a:lnTo>
                <a:lnTo>
                  <a:pt x="37495" y="214765"/>
                </a:lnTo>
                <a:lnTo>
                  <a:pt x="10060" y="174776"/>
                </a:lnTo>
                <a:lnTo>
                  <a:pt x="0" y="125807"/>
                </a:lnTo>
                <a:close/>
              </a:path>
            </a:pathLst>
          </a:custGeom>
          <a:ln w="6350">
            <a:solidFill>
              <a:srgbClr val="E682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4670986" y="2885948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016752" y="2834639"/>
            <a:ext cx="341375" cy="338327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934455" y="2755392"/>
            <a:ext cx="505968" cy="56997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059403" y="2852640"/>
            <a:ext cx="256540" cy="252095"/>
          </a:xfrm>
          <a:custGeom>
            <a:avLst/>
            <a:gdLst/>
            <a:ahLst/>
            <a:cxnLst/>
            <a:rect l="l" t="t" r="r" b="b"/>
            <a:pathLst>
              <a:path w="256539" h="252094">
                <a:moveTo>
                  <a:pt x="0" y="125807"/>
                </a:moveTo>
                <a:lnTo>
                  <a:pt x="10060" y="76837"/>
                </a:lnTo>
                <a:lnTo>
                  <a:pt x="37495" y="36848"/>
                </a:lnTo>
                <a:lnTo>
                  <a:pt x="78186" y="9886"/>
                </a:lnTo>
                <a:lnTo>
                  <a:pt x="128016" y="0"/>
                </a:lnTo>
                <a:lnTo>
                  <a:pt x="177845" y="9886"/>
                </a:lnTo>
                <a:lnTo>
                  <a:pt x="218536" y="36848"/>
                </a:lnTo>
                <a:lnTo>
                  <a:pt x="245971" y="76837"/>
                </a:lnTo>
                <a:lnTo>
                  <a:pt x="256032" y="125807"/>
                </a:lnTo>
                <a:lnTo>
                  <a:pt x="245971" y="174776"/>
                </a:lnTo>
                <a:lnTo>
                  <a:pt x="218536" y="214765"/>
                </a:lnTo>
                <a:lnTo>
                  <a:pt x="177845" y="241727"/>
                </a:lnTo>
                <a:lnTo>
                  <a:pt x="128016" y="251614"/>
                </a:lnTo>
                <a:lnTo>
                  <a:pt x="78186" y="241727"/>
                </a:lnTo>
                <a:lnTo>
                  <a:pt x="37495" y="214765"/>
                </a:lnTo>
                <a:lnTo>
                  <a:pt x="10060" y="174776"/>
                </a:lnTo>
                <a:lnTo>
                  <a:pt x="0" y="125807"/>
                </a:lnTo>
                <a:close/>
              </a:path>
            </a:pathLst>
          </a:custGeom>
          <a:ln w="6350">
            <a:solidFill>
              <a:srgbClr val="E682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6102488" y="2815844"/>
            <a:ext cx="495934" cy="447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3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endParaRPr sz="1800">
              <a:latin typeface="Corbel"/>
              <a:cs typeface="Corbel"/>
            </a:endParaRPr>
          </a:p>
          <a:p>
            <a:pPr marL="261620">
              <a:lnSpc>
                <a:spcPts val="1390"/>
              </a:lnSpc>
            </a:pPr>
            <a:r>
              <a:rPr dirty="0" sz="1350" spc="0">
                <a:solidFill>
                  <a:srgbClr val="5E5E5E"/>
                </a:solidFill>
                <a:latin typeface="Arial"/>
                <a:cs typeface="Arial"/>
              </a:rPr>
              <a:t>vs.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6952488" y="2852927"/>
            <a:ext cx="344424" cy="341375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876288" y="2776727"/>
            <a:ext cx="496824" cy="56997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997100" y="2872074"/>
            <a:ext cx="256540" cy="252095"/>
          </a:xfrm>
          <a:custGeom>
            <a:avLst/>
            <a:gdLst/>
            <a:ahLst/>
            <a:cxnLst/>
            <a:rect l="l" t="t" r="r" b="b"/>
            <a:pathLst>
              <a:path w="256540" h="252094">
                <a:moveTo>
                  <a:pt x="0" y="125807"/>
                </a:moveTo>
                <a:lnTo>
                  <a:pt x="10060" y="76837"/>
                </a:lnTo>
                <a:lnTo>
                  <a:pt x="37495" y="36848"/>
                </a:lnTo>
                <a:lnTo>
                  <a:pt x="78186" y="9886"/>
                </a:lnTo>
                <a:lnTo>
                  <a:pt x="128016" y="0"/>
                </a:lnTo>
                <a:lnTo>
                  <a:pt x="177845" y="9886"/>
                </a:lnTo>
                <a:lnTo>
                  <a:pt x="218536" y="36848"/>
                </a:lnTo>
                <a:lnTo>
                  <a:pt x="245971" y="76837"/>
                </a:lnTo>
                <a:lnTo>
                  <a:pt x="256032" y="125807"/>
                </a:lnTo>
                <a:lnTo>
                  <a:pt x="245971" y="174776"/>
                </a:lnTo>
                <a:lnTo>
                  <a:pt x="218536" y="214765"/>
                </a:lnTo>
                <a:lnTo>
                  <a:pt x="177845" y="241727"/>
                </a:lnTo>
                <a:lnTo>
                  <a:pt x="128016" y="251614"/>
                </a:lnTo>
                <a:lnTo>
                  <a:pt x="78186" y="241727"/>
                </a:lnTo>
                <a:lnTo>
                  <a:pt x="37495" y="214765"/>
                </a:lnTo>
                <a:lnTo>
                  <a:pt x="10060" y="174776"/>
                </a:lnTo>
                <a:lnTo>
                  <a:pt x="0" y="125807"/>
                </a:lnTo>
                <a:close/>
              </a:path>
            </a:pathLst>
          </a:custGeom>
          <a:ln w="6350">
            <a:solidFill>
              <a:srgbClr val="E682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7044947" y="2834132"/>
            <a:ext cx="161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orbel"/>
                <a:cs typeface="Corbel"/>
              </a:rPr>
              <a:t>B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667" y="1309116"/>
            <a:ext cx="79114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Can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expressive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power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GNNs be</a:t>
            </a:r>
            <a:r>
              <a:rPr dirty="0" sz="32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improved?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7121" y="1879092"/>
            <a:ext cx="812101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10">
                <a:latin typeface="Calibri"/>
                <a:cs typeface="Calibri"/>
              </a:rPr>
              <a:t>There are </a:t>
            </a:r>
            <a:r>
              <a:rPr dirty="0" sz="2600" spc="-5">
                <a:latin typeface="Calibri"/>
                <a:cs typeface="Calibri"/>
              </a:rPr>
              <a:t>basic </a:t>
            </a:r>
            <a:r>
              <a:rPr dirty="0" sz="2600" spc="-15">
                <a:latin typeface="Calibri"/>
                <a:cs typeface="Calibri"/>
              </a:rPr>
              <a:t>graph </a:t>
            </a:r>
            <a:r>
              <a:rPr dirty="0" sz="2600" spc="-10">
                <a:latin typeface="Calibri"/>
                <a:cs typeface="Calibri"/>
              </a:rPr>
              <a:t>structures that </a:t>
            </a:r>
            <a:r>
              <a:rPr dirty="0" sz="2600" spc="-15">
                <a:latin typeface="Calibri"/>
                <a:cs typeface="Calibri"/>
              </a:rPr>
              <a:t>existing </a:t>
            </a:r>
            <a:r>
              <a:rPr dirty="0" sz="2600" spc="-5">
                <a:latin typeface="Calibri"/>
                <a:cs typeface="Calibri"/>
              </a:rPr>
              <a:t>GNN  </a:t>
            </a:r>
            <a:r>
              <a:rPr dirty="0" sz="2600" spc="-15">
                <a:latin typeface="Calibri"/>
                <a:cs typeface="Calibri"/>
              </a:rPr>
              <a:t>framework </a:t>
            </a:r>
            <a:r>
              <a:rPr dirty="0" sz="2600" spc="-10">
                <a:latin typeface="Calibri"/>
                <a:cs typeface="Calibri"/>
              </a:rPr>
              <a:t>cannot </a:t>
            </a:r>
            <a:r>
              <a:rPr dirty="0" sz="2600" spc="-5">
                <a:latin typeface="Calibri"/>
                <a:cs typeface="Calibri"/>
              </a:rPr>
              <a:t>distinguish, such </a:t>
            </a:r>
            <a:r>
              <a:rPr dirty="0" sz="2600">
                <a:latin typeface="Calibri"/>
                <a:cs typeface="Calibri"/>
              </a:rPr>
              <a:t>as </a:t>
            </a:r>
            <a:r>
              <a:rPr dirty="0" sz="2600" spc="-20">
                <a:latin typeface="Calibri"/>
                <a:cs typeface="Calibri"/>
              </a:rPr>
              <a:t>difference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cycles.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7121" y="5322315"/>
            <a:ext cx="7842884" cy="8699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87020" marR="5080" indent="-274320">
              <a:lnSpc>
                <a:spcPts val="3290"/>
              </a:lnSpc>
              <a:spcBef>
                <a:spcPts val="26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GNNs’ </a:t>
            </a:r>
            <a:r>
              <a:rPr dirty="0" sz="2800" spc="-15">
                <a:latin typeface="Calibri"/>
                <a:cs typeface="Calibri"/>
              </a:rPr>
              <a:t>expressive power </a:t>
            </a:r>
            <a:r>
              <a:rPr dirty="0" sz="2800" spc="-5" b="1">
                <a:latin typeface="Calibri"/>
                <a:cs typeface="Calibri"/>
              </a:rPr>
              <a:t>can be </a:t>
            </a:r>
            <a:r>
              <a:rPr dirty="0" sz="2800" spc="-15" b="1">
                <a:latin typeface="Calibri"/>
                <a:cs typeface="Calibri"/>
              </a:rPr>
              <a:t>improved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5">
                <a:latin typeface="Calibri"/>
                <a:cs typeface="Calibri"/>
              </a:rPr>
              <a:t>resolve 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above </a:t>
            </a:r>
            <a:r>
              <a:rPr dirty="0" sz="2800" spc="-10">
                <a:latin typeface="Calibri"/>
                <a:cs typeface="Calibri"/>
              </a:rPr>
              <a:t>problem. </a:t>
            </a:r>
            <a:r>
              <a:rPr dirty="0" sz="1800" spc="-40">
                <a:latin typeface="Calibri"/>
                <a:cs typeface="Calibri"/>
              </a:rPr>
              <a:t>[You </a:t>
            </a:r>
            <a:r>
              <a:rPr dirty="0" sz="1800" spc="-5">
                <a:latin typeface="Calibri"/>
                <a:cs typeface="Calibri"/>
              </a:rPr>
              <a:t>et al. AAAI </a:t>
            </a:r>
            <a:r>
              <a:rPr dirty="0" sz="1800">
                <a:latin typeface="Calibri"/>
                <a:cs typeface="Calibri"/>
              </a:rPr>
              <a:t>2021, Li </a:t>
            </a:r>
            <a:r>
              <a:rPr dirty="0" sz="1800" spc="-5">
                <a:latin typeface="Calibri"/>
                <a:cs typeface="Calibri"/>
              </a:rPr>
              <a:t>et al. NeurIPS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2020]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2168" y="365759"/>
            <a:ext cx="5346191" cy="50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2/22/21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3615" y="6694423"/>
            <a:ext cx="434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7432" y="3332964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464" y="0"/>
                </a:moveTo>
                <a:lnTo>
                  <a:pt x="131756" y="6410"/>
                </a:lnTo>
                <a:lnTo>
                  <a:pt x="88885" y="24502"/>
                </a:lnTo>
                <a:lnTo>
                  <a:pt x="52564" y="52564"/>
                </a:lnTo>
                <a:lnTo>
                  <a:pt x="24502" y="88885"/>
                </a:lnTo>
                <a:lnTo>
                  <a:pt x="6410" y="131756"/>
                </a:lnTo>
                <a:lnTo>
                  <a:pt x="0" y="179464"/>
                </a:lnTo>
                <a:lnTo>
                  <a:pt x="6410" y="227173"/>
                </a:lnTo>
                <a:lnTo>
                  <a:pt x="24502" y="270044"/>
                </a:lnTo>
                <a:lnTo>
                  <a:pt x="52564" y="306365"/>
                </a:lnTo>
                <a:lnTo>
                  <a:pt x="88885" y="334427"/>
                </a:lnTo>
                <a:lnTo>
                  <a:pt x="131756" y="352519"/>
                </a:lnTo>
                <a:lnTo>
                  <a:pt x="179464" y="358929"/>
                </a:lnTo>
                <a:lnTo>
                  <a:pt x="227173" y="352519"/>
                </a:lnTo>
                <a:lnTo>
                  <a:pt x="270044" y="334427"/>
                </a:lnTo>
                <a:lnTo>
                  <a:pt x="306365" y="306365"/>
                </a:lnTo>
                <a:lnTo>
                  <a:pt x="334427" y="270044"/>
                </a:lnTo>
                <a:lnTo>
                  <a:pt x="352519" y="227173"/>
                </a:lnTo>
                <a:lnTo>
                  <a:pt x="358930" y="179464"/>
                </a:lnTo>
                <a:lnTo>
                  <a:pt x="352519" y="131756"/>
                </a:lnTo>
                <a:lnTo>
                  <a:pt x="334427" y="88885"/>
                </a:lnTo>
                <a:lnTo>
                  <a:pt x="306365" y="52564"/>
                </a:lnTo>
                <a:lnTo>
                  <a:pt x="270044" y="24502"/>
                </a:lnTo>
                <a:lnTo>
                  <a:pt x="227173" y="6410"/>
                </a:lnTo>
                <a:lnTo>
                  <a:pt x="17946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4749" y="3321037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09" h="383539">
                <a:moveTo>
                  <a:pt x="191508" y="0"/>
                </a:moveTo>
                <a:lnTo>
                  <a:pt x="152817" y="3810"/>
                </a:lnTo>
                <a:lnTo>
                  <a:pt x="100011" y="22860"/>
                </a:lnTo>
                <a:lnTo>
                  <a:pt x="55849" y="57150"/>
                </a:lnTo>
                <a:lnTo>
                  <a:pt x="22902" y="101600"/>
                </a:lnTo>
                <a:lnTo>
                  <a:pt x="3775" y="153669"/>
                </a:lnTo>
                <a:lnTo>
                  <a:pt x="0" y="193039"/>
                </a:lnTo>
                <a:lnTo>
                  <a:pt x="1055" y="212089"/>
                </a:lnTo>
                <a:lnTo>
                  <a:pt x="8825" y="250189"/>
                </a:lnTo>
                <a:lnTo>
                  <a:pt x="33162" y="299719"/>
                </a:lnTo>
                <a:lnTo>
                  <a:pt x="70386" y="340359"/>
                </a:lnTo>
                <a:lnTo>
                  <a:pt x="117928" y="369569"/>
                </a:lnTo>
                <a:lnTo>
                  <a:pt x="173159" y="383539"/>
                </a:lnTo>
                <a:lnTo>
                  <a:pt x="212414" y="383539"/>
                </a:lnTo>
                <a:lnTo>
                  <a:pt x="249881" y="375919"/>
                </a:lnTo>
                <a:lnTo>
                  <a:pt x="264577" y="369569"/>
                </a:lnTo>
                <a:lnTo>
                  <a:pt x="192020" y="369569"/>
                </a:lnTo>
                <a:lnTo>
                  <a:pt x="173927" y="368300"/>
                </a:lnTo>
                <a:lnTo>
                  <a:pt x="123165" y="355600"/>
                </a:lnTo>
                <a:lnTo>
                  <a:pt x="79513" y="328929"/>
                </a:lnTo>
                <a:lnTo>
                  <a:pt x="45367" y="290829"/>
                </a:lnTo>
                <a:lnTo>
                  <a:pt x="23137" y="245110"/>
                </a:lnTo>
                <a:lnTo>
                  <a:pt x="15220" y="191769"/>
                </a:lnTo>
                <a:lnTo>
                  <a:pt x="16147" y="173989"/>
                </a:lnTo>
                <a:lnTo>
                  <a:pt x="29172" y="123189"/>
                </a:lnTo>
                <a:lnTo>
                  <a:pt x="55699" y="80010"/>
                </a:lnTo>
                <a:lnTo>
                  <a:pt x="93329" y="45719"/>
                </a:lnTo>
                <a:lnTo>
                  <a:pt x="139654" y="22860"/>
                </a:lnTo>
                <a:lnTo>
                  <a:pt x="192276" y="15239"/>
                </a:lnTo>
                <a:lnTo>
                  <a:pt x="266369" y="15239"/>
                </a:lnTo>
                <a:lnTo>
                  <a:pt x="248678" y="8889"/>
                </a:lnTo>
                <a:lnTo>
                  <a:pt x="230233" y="3810"/>
                </a:lnTo>
                <a:lnTo>
                  <a:pt x="211138" y="1269"/>
                </a:lnTo>
                <a:lnTo>
                  <a:pt x="191508" y="0"/>
                </a:lnTo>
                <a:close/>
              </a:path>
              <a:path w="384809" h="383539">
                <a:moveTo>
                  <a:pt x="266369" y="15239"/>
                </a:moveTo>
                <a:lnTo>
                  <a:pt x="192276" y="15239"/>
                </a:lnTo>
                <a:lnTo>
                  <a:pt x="210370" y="16510"/>
                </a:lnTo>
                <a:lnTo>
                  <a:pt x="227934" y="19050"/>
                </a:lnTo>
                <a:lnTo>
                  <a:pt x="276590" y="36829"/>
                </a:lnTo>
                <a:lnTo>
                  <a:pt x="317341" y="67310"/>
                </a:lnTo>
                <a:lnTo>
                  <a:pt x="347782" y="107950"/>
                </a:lnTo>
                <a:lnTo>
                  <a:pt x="365507" y="156210"/>
                </a:lnTo>
                <a:lnTo>
                  <a:pt x="369077" y="191769"/>
                </a:lnTo>
                <a:lnTo>
                  <a:pt x="368150" y="210819"/>
                </a:lnTo>
                <a:lnTo>
                  <a:pt x="355125" y="261619"/>
                </a:lnTo>
                <a:lnTo>
                  <a:pt x="328598" y="304800"/>
                </a:lnTo>
                <a:lnTo>
                  <a:pt x="290968" y="339089"/>
                </a:lnTo>
                <a:lnTo>
                  <a:pt x="244643" y="360679"/>
                </a:lnTo>
                <a:lnTo>
                  <a:pt x="192020" y="369569"/>
                </a:lnTo>
                <a:lnTo>
                  <a:pt x="264577" y="369569"/>
                </a:lnTo>
                <a:lnTo>
                  <a:pt x="300095" y="350519"/>
                </a:lnTo>
                <a:lnTo>
                  <a:pt x="340803" y="313689"/>
                </a:lnTo>
                <a:lnTo>
                  <a:pt x="369436" y="266700"/>
                </a:lnTo>
                <a:lnTo>
                  <a:pt x="380522" y="229869"/>
                </a:lnTo>
                <a:lnTo>
                  <a:pt x="384297" y="191769"/>
                </a:lnTo>
                <a:lnTo>
                  <a:pt x="383241" y="171450"/>
                </a:lnTo>
                <a:lnTo>
                  <a:pt x="368952" y="116839"/>
                </a:lnTo>
                <a:lnTo>
                  <a:pt x="340031" y="69850"/>
                </a:lnTo>
                <a:lnTo>
                  <a:pt x="299083" y="31750"/>
                </a:lnTo>
                <a:lnTo>
                  <a:pt x="283204" y="22860"/>
                </a:lnTo>
                <a:lnTo>
                  <a:pt x="266369" y="15239"/>
                </a:lnTo>
                <a:close/>
              </a:path>
              <a:path w="384809" h="383539">
                <a:moveTo>
                  <a:pt x="192533" y="20319"/>
                </a:moveTo>
                <a:lnTo>
                  <a:pt x="141400" y="27939"/>
                </a:lnTo>
                <a:lnTo>
                  <a:pt x="96371" y="49529"/>
                </a:lnTo>
                <a:lnTo>
                  <a:pt x="59767" y="82550"/>
                </a:lnTo>
                <a:lnTo>
                  <a:pt x="33942" y="124460"/>
                </a:lnTo>
                <a:lnTo>
                  <a:pt x="21220" y="173989"/>
                </a:lnTo>
                <a:lnTo>
                  <a:pt x="20294" y="191769"/>
                </a:lnTo>
                <a:lnTo>
                  <a:pt x="21143" y="209550"/>
                </a:lnTo>
                <a:lnTo>
                  <a:pt x="33652" y="259079"/>
                </a:lnTo>
                <a:lnTo>
                  <a:pt x="59303" y="300989"/>
                </a:lnTo>
                <a:lnTo>
                  <a:pt x="95764" y="334009"/>
                </a:lnTo>
                <a:lnTo>
                  <a:pt x="140679" y="355600"/>
                </a:lnTo>
                <a:lnTo>
                  <a:pt x="191764" y="364489"/>
                </a:lnTo>
                <a:lnTo>
                  <a:pt x="209348" y="363219"/>
                </a:lnTo>
                <a:lnTo>
                  <a:pt x="226419" y="360679"/>
                </a:lnTo>
                <a:lnTo>
                  <a:pt x="231912" y="359409"/>
                </a:lnTo>
                <a:lnTo>
                  <a:pt x="191508" y="359409"/>
                </a:lnTo>
                <a:lnTo>
                  <a:pt x="174440" y="358139"/>
                </a:lnTo>
                <a:lnTo>
                  <a:pt x="126658" y="345439"/>
                </a:lnTo>
                <a:lnTo>
                  <a:pt x="85598" y="320039"/>
                </a:lnTo>
                <a:lnTo>
                  <a:pt x="53504" y="284479"/>
                </a:lnTo>
                <a:lnTo>
                  <a:pt x="32678" y="241300"/>
                </a:lnTo>
                <a:lnTo>
                  <a:pt x="25367" y="191769"/>
                </a:lnTo>
                <a:lnTo>
                  <a:pt x="26294" y="173989"/>
                </a:lnTo>
                <a:lnTo>
                  <a:pt x="38713" y="127000"/>
                </a:lnTo>
                <a:lnTo>
                  <a:pt x="63835" y="85089"/>
                </a:lnTo>
                <a:lnTo>
                  <a:pt x="99413" y="53339"/>
                </a:lnTo>
                <a:lnTo>
                  <a:pt x="143146" y="33019"/>
                </a:lnTo>
                <a:lnTo>
                  <a:pt x="192789" y="25400"/>
                </a:lnTo>
                <a:lnTo>
                  <a:pt x="232651" y="25400"/>
                </a:lnTo>
                <a:lnTo>
                  <a:pt x="227167" y="24129"/>
                </a:lnTo>
                <a:lnTo>
                  <a:pt x="210113" y="21589"/>
                </a:lnTo>
                <a:lnTo>
                  <a:pt x="192533" y="20319"/>
                </a:lnTo>
                <a:close/>
              </a:path>
              <a:path w="384809" h="383539">
                <a:moveTo>
                  <a:pt x="232651" y="25400"/>
                </a:moveTo>
                <a:lnTo>
                  <a:pt x="192789" y="25400"/>
                </a:lnTo>
                <a:lnTo>
                  <a:pt x="209857" y="26669"/>
                </a:lnTo>
                <a:lnTo>
                  <a:pt x="226401" y="29210"/>
                </a:lnTo>
                <a:lnTo>
                  <a:pt x="272180" y="45719"/>
                </a:lnTo>
                <a:lnTo>
                  <a:pt x="310508" y="74929"/>
                </a:lnTo>
                <a:lnTo>
                  <a:pt x="339099" y="113029"/>
                </a:lnTo>
                <a:lnTo>
                  <a:pt x="355667" y="158750"/>
                </a:lnTo>
                <a:lnTo>
                  <a:pt x="358930" y="193039"/>
                </a:lnTo>
                <a:lnTo>
                  <a:pt x="358003" y="209550"/>
                </a:lnTo>
                <a:lnTo>
                  <a:pt x="345584" y="257810"/>
                </a:lnTo>
                <a:lnTo>
                  <a:pt x="320462" y="298450"/>
                </a:lnTo>
                <a:lnTo>
                  <a:pt x="284883" y="330200"/>
                </a:lnTo>
                <a:lnTo>
                  <a:pt x="241151" y="351789"/>
                </a:lnTo>
                <a:lnTo>
                  <a:pt x="191508" y="359409"/>
                </a:lnTo>
                <a:lnTo>
                  <a:pt x="231912" y="359409"/>
                </a:lnTo>
                <a:lnTo>
                  <a:pt x="273736" y="342900"/>
                </a:lnTo>
                <a:lnTo>
                  <a:pt x="313410" y="313689"/>
                </a:lnTo>
                <a:lnTo>
                  <a:pt x="343088" y="274319"/>
                </a:lnTo>
                <a:lnTo>
                  <a:pt x="360435" y="227329"/>
                </a:lnTo>
                <a:lnTo>
                  <a:pt x="364003" y="193039"/>
                </a:lnTo>
                <a:lnTo>
                  <a:pt x="363154" y="175260"/>
                </a:lnTo>
                <a:lnTo>
                  <a:pt x="350645" y="125729"/>
                </a:lnTo>
                <a:lnTo>
                  <a:pt x="324993" y="82550"/>
                </a:lnTo>
                <a:lnTo>
                  <a:pt x="288533" y="49529"/>
                </a:lnTo>
                <a:lnTo>
                  <a:pt x="243618" y="27939"/>
                </a:lnTo>
                <a:lnTo>
                  <a:pt x="23265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7432" y="4790855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464" y="0"/>
                </a:moveTo>
                <a:lnTo>
                  <a:pt x="131756" y="6410"/>
                </a:lnTo>
                <a:lnTo>
                  <a:pt x="88885" y="24502"/>
                </a:lnTo>
                <a:lnTo>
                  <a:pt x="52564" y="52564"/>
                </a:lnTo>
                <a:lnTo>
                  <a:pt x="24502" y="88885"/>
                </a:lnTo>
                <a:lnTo>
                  <a:pt x="6410" y="131756"/>
                </a:lnTo>
                <a:lnTo>
                  <a:pt x="0" y="179464"/>
                </a:lnTo>
                <a:lnTo>
                  <a:pt x="6410" y="227173"/>
                </a:lnTo>
                <a:lnTo>
                  <a:pt x="24502" y="270044"/>
                </a:lnTo>
                <a:lnTo>
                  <a:pt x="52564" y="306365"/>
                </a:lnTo>
                <a:lnTo>
                  <a:pt x="88885" y="334427"/>
                </a:lnTo>
                <a:lnTo>
                  <a:pt x="131756" y="352519"/>
                </a:lnTo>
                <a:lnTo>
                  <a:pt x="179464" y="358929"/>
                </a:lnTo>
                <a:lnTo>
                  <a:pt x="227173" y="352519"/>
                </a:lnTo>
                <a:lnTo>
                  <a:pt x="270044" y="334427"/>
                </a:lnTo>
                <a:lnTo>
                  <a:pt x="306365" y="306365"/>
                </a:lnTo>
                <a:lnTo>
                  <a:pt x="334427" y="270044"/>
                </a:lnTo>
                <a:lnTo>
                  <a:pt x="352519" y="227173"/>
                </a:lnTo>
                <a:lnTo>
                  <a:pt x="358930" y="179464"/>
                </a:lnTo>
                <a:lnTo>
                  <a:pt x="352519" y="131756"/>
                </a:lnTo>
                <a:lnTo>
                  <a:pt x="334427" y="88885"/>
                </a:lnTo>
                <a:lnTo>
                  <a:pt x="306365" y="52564"/>
                </a:lnTo>
                <a:lnTo>
                  <a:pt x="270044" y="24502"/>
                </a:lnTo>
                <a:lnTo>
                  <a:pt x="227173" y="6410"/>
                </a:lnTo>
                <a:lnTo>
                  <a:pt x="17946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14743" y="4053493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179464" y="0"/>
                </a:moveTo>
                <a:lnTo>
                  <a:pt x="131756" y="6410"/>
                </a:lnTo>
                <a:lnTo>
                  <a:pt x="88885" y="24502"/>
                </a:lnTo>
                <a:lnTo>
                  <a:pt x="52564" y="52564"/>
                </a:lnTo>
                <a:lnTo>
                  <a:pt x="24502" y="88885"/>
                </a:lnTo>
                <a:lnTo>
                  <a:pt x="6410" y="131756"/>
                </a:lnTo>
                <a:lnTo>
                  <a:pt x="0" y="179464"/>
                </a:lnTo>
                <a:lnTo>
                  <a:pt x="6410" y="227173"/>
                </a:lnTo>
                <a:lnTo>
                  <a:pt x="24502" y="270044"/>
                </a:lnTo>
                <a:lnTo>
                  <a:pt x="52564" y="306365"/>
                </a:lnTo>
                <a:lnTo>
                  <a:pt x="88885" y="334427"/>
                </a:lnTo>
                <a:lnTo>
                  <a:pt x="131756" y="352519"/>
                </a:lnTo>
                <a:lnTo>
                  <a:pt x="179464" y="358929"/>
                </a:lnTo>
                <a:lnTo>
                  <a:pt x="227173" y="352519"/>
                </a:lnTo>
                <a:lnTo>
                  <a:pt x="270044" y="334427"/>
                </a:lnTo>
                <a:lnTo>
                  <a:pt x="306365" y="306365"/>
                </a:lnTo>
                <a:lnTo>
                  <a:pt x="334427" y="270044"/>
                </a:lnTo>
                <a:lnTo>
                  <a:pt x="352519" y="227173"/>
                </a:lnTo>
                <a:lnTo>
                  <a:pt x="358929" y="179464"/>
                </a:lnTo>
                <a:lnTo>
                  <a:pt x="352519" y="131756"/>
                </a:lnTo>
                <a:lnTo>
                  <a:pt x="334427" y="88885"/>
                </a:lnTo>
                <a:lnTo>
                  <a:pt x="306365" y="52564"/>
                </a:lnTo>
                <a:lnTo>
                  <a:pt x="270044" y="24502"/>
                </a:lnTo>
                <a:lnTo>
                  <a:pt x="227173" y="6410"/>
                </a:lnTo>
                <a:lnTo>
                  <a:pt x="17946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56897" y="3691895"/>
            <a:ext cx="0" cy="1099185"/>
          </a:xfrm>
          <a:custGeom>
            <a:avLst/>
            <a:gdLst/>
            <a:ahLst/>
            <a:cxnLst/>
            <a:rect l="l" t="t" r="r" b="b"/>
            <a:pathLst>
              <a:path w="0" h="1099185">
                <a:moveTo>
                  <a:pt x="0" y="0"/>
                </a:moveTo>
                <a:lnTo>
                  <a:pt x="1" y="109896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36362" y="3512430"/>
            <a:ext cx="1131570" cy="593725"/>
          </a:xfrm>
          <a:custGeom>
            <a:avLst/>
            <a:gdLst/>
            <a:ahLst/>
            <a:cxnLst/>
            <a:rect l="l" t="t" r="r" b="b"/>
            <a:pathLst>
              <a:path w="1131570" h="593725">
                <a:moveTo>
                  <a:pt x="0" y="0"/>
                </a:moveTo>
                <a:lnTo>
                  <a:pt x="1130944" y="59362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36362" y="4359858"/>
            <a:ext cx="1131570" cy="610870"/>
          </a:xfrm>
          <a:custGeom>
            <a:avLst/>
            <a:gdLst/>
            <a:ahLst/>
            <a:cxnLst/>
            <a:rect l="l" t="t" r="r" b="b"/>
            <a:pathLst>
              <a:path w="1131570" h="610870">
                <a:moveTo>
                  <a:pt x="0" y="610462"/>
                </a:moveTo>
                <a:lnTo>
                  <a:pt x="1130944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66943" y="2666491"/>
            <a:ext cx="1125220" cy="988694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1010"/>
              </a:spcBef>
            </a:pPr>
            <a:r>
              <a:rPr dirty="0" sz="2400" spc="-5">
                <a:latin typeface="Arial"/>
                <a:cs typeface="Arial"/>
              </a:rPr>
              <a:t>Graphs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  <a:tabLst>
                <a:tab pos="386080" algn="l"/>
              </a:tabLst>
            </a:pPr>
            <a:r>
              <a:rPr dirty="0" sz="2400">
                <a:solidFill>
                  <a:srgbClr val="C64847"/>
                </a:solidFill>
                <a:latin typeface="Corbel"/>
                <a:cs typeface="Corbel"/>
              </a:rPr>
              <a:t>A	</a:t>
            </a:r>
            <a:r>
              <a:rPr dirty="0" sz="2000" spc="215">
                <a:latin typeface="Cambria Math"/>
                <a:cs typeface="Cambria Math"/>
              </a:rPr>
              <a:t>𝑣</a:t>
            </a:r>
            <a:r>
              <a:rPr dirty="0" baseline="-14814" sz="2250" spc="322">
                <a:latin typeface="Cambria Math"/>
                <a:cs typeface="Cambria Math"/>
              </a:rPr>
              <a:t>'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25454" y="3349735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179464" y="0"/>
                </a:moveTo>
                <a:lnTo>
                  <a:pt x="131756" y="6410"/>
                </a:lnTo>
                <a:lnTo>
                  <a:pt x="88885" y="24502"/>
                </a:lnTo>
                <a:lnTo>
                  <a:pt x="52564" y="52564"/>
                </a:lnTo>
                <a:lnTo>
                  <a:pt x="24502" y="88885"/>
                </a:lnTo>
                <a:lnTo>
                  <a:pt x="6410" y="131756"/>
                </a:lnTo>
                <a:lnTo>
                  <a:pt x="0" y="179464"/>
                </a:lnTo>
                <a:lnTo>
                  <a:pt x="6410" y="227173"/>
                </a:lnTo>
                <a:lnTo>
                  <a:pt x="24502" y="270044"/>
                </a:lnTo>
                <a:lnTo>
                  <a:pt x="52564" y="306365"/>
                </a:lnTo>
                <a:lnTo>
                  <a:pt x="88885" y="334427"/>
                </a:lnTo>
                <a:lnTo>
                  <a:pt x="131756" y="352519"/>
                </a:lnTo>
                <a:lnTo>
                  <a:pt x="179464" y="358929"/>
                </a:lnTo>
                <a:lnTo>
                  <a:pt x="227173" y="352519"/>
                </a:lnTo>
                <a:lnTo>
                  <a:pt x="270044" y="334427"/>
                </a:lnTo>
                <a:lnTo>
                  <a:pt x="306365" y="306365"/>
                </a:lnTo>
                <a:lnTo>
                  <a:pt x="334427" y="270044"/>
                </a:lnTo>
                <a:lnTo>
                  <a:pt x="352519" y="227173"/>
                </a:lnTo>
                <a:lnTo>
                  <a:pt x="358929" y="179464"/>
                </a:lnTo>
                <a:lnTo>
                  <a:pt x="352519" y="131756"/>
                </a:lnTo>
                <a:lnTo>
                  <a:pt x="334427" y="88885"/>
                </a:lnTo>
                <a:lnTo>
                  <a:pt x="306365" y="52564"/>
                </a:lnTo>
                <a:lnTo>
                  <a:pt x="270044" y="24502"/>
                </a:lnTo>
                <a:lnTo>
                  <a:pt x="227173" y="6410"/>
                </a:lnTo>
                <a:lnTo>
                  <a:pt x="17946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25454" y="479978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179464" y="0"/>
                </a:moveTo>
                <a:lnTo>
                  <a:pt x="131756" y="6410"/>
                </a:lnTo>
                <a:lnTo>
                  <a:pt x="88885" y="24502"/>
                </a:lnTo>
                <a:lnTo>
                  <a:pt x="52564" y="52564"/>
                </a:lnTo>
                <a:lnTo>
                  <a:pt x="24502" y="88885"/>
                </a:lnTo>
                <a:lnTo>
                  <a:pt x="6410" y="131756"/>
                </a:lnTo>
                <a:lnTo>
                  <a:pt x="0" y="179464"/>
                </a:lnTo>
                <a:lnTo>
                  <a:pt x="6410" y="227173"/>
                </a:lnTo>
                <a:lnTo>
                  <a:pt x="24502" y="270044"/>
                </a:lnTo>
                <a:lnTo>
                  <a:pt x="52564" y="306365"/>
                </a:lnTo>
                <a:lnTo>
                  <a:pt x="88885" y="334427"/>
                </a:lnTo>
                <a:lnTo>
                  <a:pt x="131756" y="352519"/>
                </a:lnTo>
                <a:lnTo>
                  <a:pt x="179464" y="358929"/>
                </a:lnTo>
                <a:lnTo>
                  <a:pt x="227173" y="352519"/>
                </a:lnTo>
                <a:lnTo>
                  <a:pt x="270044" y="334427"/>
                </a:lnTo>
                <a:lnTo>
                  <a:pt x="306365" y="306365"/>
                </a:lnTo>
                <a:lnTo>
                  <a:pt x="334427" y="270044"/>
                </a:lnTo>
                <a:lnTo>
                  <a:pt x="352519" y="227173"/>
                </a:lnTo>
                <a:lnTo>
                  <a:pt x="358929" y="179464"/>
                </a:lnTo>
                <a:lnTo>
                  <a:pt x="352519" y="131756"/>
                </a:lnTo>
                <a:lnTo>
                  <a:pt x="334427" y="88885"/>
                </a:lnTo>
                <a:lnTo>
                  <a:pt x="306365" y="52564"/>
                </a:lnTo>
                <a:lnTo>
                  <a:pt x="270044" y="24502"/>
                </a:lnTo>
                <a:lnTo>
                  <a:pt x="227173" y="6410"/>
                </a:lnTo>
                <a:lnTo>
                  <a:pt x="17946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59850" y="3353711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179464" y="0"/>
                </a:moveTo>
                <a:lnTo>
                  <a:pt x="131756" y="6410"/>
                </a:lnTo>
                <a:lnTo>
                  <a:pt x="88885" y="24502"/>
                </a:lnTo>
                <a:lnTo>
                  <a:pt x="52564" y="52564"/>
                </a:lnTo>
                <a:lnTo>
                  <a:pt x="24502" y="88885"/>
                </a:lnTo>
                <a:lnTo>
                  <a:pt x="6410" y="131756"/>
                </a:lnTo>
                <a:lnTo>
                  <a:pt x="0" y="179464"/>
                </a:lnTo>
                <a:lnTo>
                  <a:pt x="6410" y="227173"/>
                </a:lnTo>
                <a:lnTo>
                  <a:pt x="24502" y="270044"/>
                </a:lnTo>
                <a:lnTo>
                  <a:pt x="52564" y="306365"/>
                </a:lnTo>
                <a:lnTo>
                  <a:pt x="88885" y="334427"/>
                </a:lnTo>
                <a:lnTo>
                  <a:pt x="131756" y="352519"/>
                </a:lnTo>
                <a:lnTo>
                  <a:pt x="179464" y="358929"/>
                </a:lnTo>
                <a:lnTo>
                  <a:pt x="227173" y="352519"/>
                </a:lnTo>
                <a:lnTo>
                  <a:pt x="270044" y="334427"/>
                </a:lnTo>
                <a:lnTo>
                  <a:pt x="306365" y="306365"/>
                </a:lnTo>
                <a:lnTo>
                  <a:pt x="334427" y="270044"/>
                </a:lnTo>
                <a:lnTo>
                  <a:pt x="352519" y="227173"/>
                </a:lnTo>
                <a:lnTo>
                  <a:pt x="358929" y="179464"/>
                </a:lnTo>
                <a:lnTo>
                  <a:pt x="352519" y="131756"/>
                </a:lnTo>
                <a:lnTo>
                  <a:pt x="334427" y="88885"/>
                </a:lnTo>
                <a:lnTo>
                  <a:pt x="306365" y="52564"/>
                </a:lnTo>
                <a:lnTo>
                  <a:pt x="270044" y="24502"/>
                </a:lnTo>
                <a:lnTo>
                  <a:pt x="227173" y="6410"/>
                </a:lnTo>
                <a:lnTo>
                  <a:pt x="17946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47167" y="3341785"/>
            <a:ext cx="384810" cy="383540"/>
          </a:xfrm>
          <a:custGeom>
            <a:avLst/>
            <a:gdLst/>
            <a:ahLst/>
            <a:cxnLst/>
            <a:rect l="l" t="t" r="r" b="b"/>
            <a:pathLst>
              <a:path w="384810" h="383539">
                <a:moveTo>
                  <a:pt x="191508" y="0"/>
                </a:moveTo>
                <a:lnTo>
                  <a:pt x="152817" y="3810"/>
                </a:lnTo>
                <a:lnTo>
                  <a:pt x="100011" y="22860"/>
                </a:lnTo>
                <a:lnTo>
                  <a:pt x="55849" y="57150"/>
                </a:lnTo>
                <a:lnTo>
                  <a:pt x="22901" y="101600"/>
                </a:lnTo>
                <a:lnTo>
                  <a:pt x="3774" y="153669"/>
                </a:lnTo>
                <a:lnTo>
                  <a:pt x="0" y="193039"/>
                </a:lnTo>
                <a:lnTo>
                  <a:pt x="1055" y="212089"/>
                </a:lnTo>
                <a:lnTo>
                  <a:pt x="8825" y="250189"/>
                </a:lnTo>
                <a:lnTo>
                  <a:pt x="33162" y="299719"/>
                </a:lnTo>
                <a:lnTo>
                  <a:pt x="70385" y="340359"/>
                </a:lnTo>
                <a:lnTo>
                  <a:pt x="117927" y="369569"/>
                </a:lnTo>
                <a:lnTo>
                  <a:pt x="173159" y="383539"/>
                </a:lnTo>
                <a:lnTo>
                  <a:pt x="212413" y="383539"/>
                </a:lnTo>
                <a:lnTo>
                  <a:pt x="249881" y="375919"/>
                </a:lnTo>
                <a:lnTo>
                  <a:pt x="264577" y="369569"/>
                </a:lnTo>
                <a:lnTo>
                  <a:pt x="192020" y="369569"/>
                </a:lnTo>
                <a:lnTo>
                  <a:pt x="173927" y="368300"/>
                </a:lnTo>
                <a:lnTo>
                  <a:pt x="123165" y="355600"/>
                </a:lnTo>
                <a:lnTo>
                  <a:pt x="79513" y="328929"/>
                </a:lnTo>
                <a:lnTo>
                  <a:pt x="45366" y="290829"/>
                </a:lnTo>
                <a:lnTo>
                  <a:pt x="23136" y="245110"/>
                </a:lnTo>
                <a:lnTo>
                  <a:pt x="15219" y="191769"/>
                </a:lnTo>
                <a:lnTo>
                  <a:pt x="16146" y="173989"/>
                </a:lnTo>
                <a:lnTo>
                  <a:pt x="29171" y="123189"/>
                </a:lnTo>
                <a:lnTo>
                  <a:pt x="55698" y="80010"/>
                </a:lnTo>
                <a:lnTo>
                  <a:pt x="93328" y="45719"/>
                </a:lnTo>
                <a:lnTo>
                  <a:pt x="139654" y="22860"/>
                </a:lnTo>
                <a:lnTo>
                  <a:pt x="192276" y="15239"/>
                </a:lnTo>
                <a:lnTo>
                  <a:pt x="266369" y="15239"/>
                </a:lnTo>
                <a:lnTo>
                  <a:pt x="248678" y="8889"/>
                </a:lnTo>
                <a:lnTo>
                  <a:pt x="230233" y="3810"/>
                </a:lnTo>
                <a:lnTo>
                  <a:pt x="211138" y="1269"/>
                </a:lnTo>
                <a:lnTo>
                  <a:pt x="191508" y="0"/>
                </a:lnTo>
                <a:close/>
              </a:path>
              <a:path w="384810" h="383539">
                <a:moveTo>
                  <a:pt x="266369" y="15239"/>
                </a:moveTo>
                <a:lnTo>
                  <a:pt x="192276" y="15239"/>
                </a:lnTo>
                <a:lnTo>
                  <a:pt x="210369" y="16510"/>
                </a:lnTo>
                <a:lnTo>
                  <a:pt x="227933" y="19050"/>
                </a:lnTo>
                <a:lnTo>
                  <a:pt x="276589" y="36829"/>
                </a:lnTo>
                <a:lnTo>
                  <a:pt x="317341" y="67310"/>
                </a:lnTo>
                <a:lnTo>
                  <a:pt x="347781" y="107950"/>
                </a:lnTo>
                <a:lnTo>
                  <a:pt x="365507" y="156210"/>
                </a:lnTo>
                <a:lnTo>
                  <a:pt x="369077" y="191769"/>
                </a:lnTo>
                <a:lnTo>
                  <a:pt x="368150" y="210819"/>
                </a:lnTo>
                <a:lnTo>
                  <a:pt x="355125" y="261619"/>
                </a:lnTo>
                <a:lnTo>
                  <a:pt x="328598" y="304800"/>
                </a:lnTo>
                <a:lnTo>
                  <a:pt x="290968" y="339089"/>
                </a:lnTo>
                <a:lnTo>
                  <a:pt x="244642" y="360679"/>
                </a:lnTo>
                <a:lnTo>
                  <a:pt x="192020" y="369569"/>
                </a:lnTo>
                <a:lnTo>
                  <a:pt x="264577" y="369569"/>
                </a:lnTo>
                <a:lnTo>
                  <a:pt x="300094" y="350519"/>
                </a:lnTo>
                <a:lnTo>
                  <a:pt x="340803" y="313689"/>
                </a:lnTo>
                <a:lnTo>
                  <a:pt x="369436" y="266700"/>
                </a:lnTo>
                <a:lnTo>
                  <a:pt x="380522" y="229869"/>
                </a:lnTo>
                <a:lnTo>
                  <a:pt x="384296" y="191769"/>
                </a:lnTo>
                <a:lnTo>
                  <a:pt x="383241" y="171450"/>
                </a:lnTo>
                <a:lnTo>
                  <a:pt x="368951" y="116839"/>
                </a:lnTo>
                <a:lnTo>
                  <a:pt x="340031" y="69850"/>
                </a:lnTo>
                <a:lnTo>
                  <a:pt x="299082" y="31750"/>
                </a:lnTo>
                <a:lnTo>
                  <a:pt x="283203" y="22860"/>
                </a:lnTo>
                <a:lnTo>
                  <a:pt x="266369" y="15239"/>
                </a:lnTo>
                <a:close/>
              </a:path>
              <a:path w="384810" h="383539">
                <a:moveTo>
                  <a:pt x="192533" y="20319"/>
                </a:moveTo>
                <a:lnTo>
                  <a:pt x="141400" y="27939"/>
                </a:lnTo>
                <a:lnTo>
                  <a:pt x="96371" y="49529"/>
                </a:lnTo>
                <a:lnTo>
                  <a:pt x="59767" y="82550"/>
                </a:lnTo>
                <a:lnTo>
                  <a:pt x="33942" y="124460"/>
                </a:lnTo>
                <a:lnTo>
                  <a:pt x="21220" y="173989"/>
                </a:lnTo>
                <a:lnTo>
                  <a:pt x="20293" y="191769"/>
                </a:lnTo>
                <a:lnTo>
                  <a:pt x="21142" y="209550"/>
                </a:lnTo>
                <a:lnTo>
                  <a:pt x="33651" y="259079"/>
                </a:lnTo>
                <a:lnTo>
                  <a:pt x="59303" y="300989"/>
                </a:lnTo>
                <a:lnTo>
                  <a:pt x="95764" y="334009"/>
                </a:lnTo>
                <a:lnTo>
                  <a:pt x="140679" y="355600"/>
                </a:lnTo>
                <a:lnTo>
                  <a:pt x="191763" y="364489"/>
                </a:lnTo>
                <a:lnTo>
                  <a:pt x="209348" y="363219"/>
                </a:lnTo>
                <a:lnTo>
                  <a:pt x="226419" y="360679"/>
                </a:lnTo>
                <a:lnTo>
                  <a:pt x="231911" y="359409"/>
                </a:lnTo>
                <a:lnTo>
                  <a:pt x="191508" y="359409"/>
                </a:lnTo>
                <a:lnTo>
                  <a:pt x="174439" y="358139"/>
                </a:lnTo>
                <a:lnTo>
                  <a:pt x="126657" y="345439"/>
                </a:lnTo>
                <a:lnTo>
                  <a:pt x="85598" y="320039"/>
                </a:lnTo>
                <a:lnTo>
                  <a:pt x="53503" y="284479"/>
                </a:lnTo>
                <a:lnTo>
                  <a:pt x="32678" y="241300"/>
                </a:lnTo>
                <a:lnTo>
                  <a:pt x="25366" y="191769"/>
                </a:lnTo>
                <a:lnTo>
                  <a:pt x="26294" y="173989"/>
                </a:lnTo>
                <a:lnTo>
                  <a:pt x="38713" y="127000"/>
                </a:lnTo>
                <a:lnTo>
                  <a:pt x="63835" y="85089"/>
                </a:lnTo>
                <a:lnTo>
                  <a:pt x="99413" y="53339"/>
                </a:lnTo>
                <a:lnTo>
                  <a:pt x="143146" y="33019"/>
                </a:lnTo>
                <a:lnTo>
                  <a:pt x="192788" y="25400"/>
                </a:lnTo>
                <a:lnTo>
                  <a:pt x="232650" y="25400"/>
                </a:lnTo>
                <a:lnTo>
                  <a:pt x="227167" y="24129"/>
                </a:lnTo>
                <a:lnTo>
                  <a:pt x="210113" y="21589"/>
                </a:lnTo>
                <a:lnTo>
                  <a:pt x="192533" y="20319"/>
                </a:lnTo>
                <a:close/>
              </a:path>
              <a:path w="384810" h="383539">
                <a:moveTo>
                  <a:pt x="232650" y="25400"/>
                </a:moveTo>
                <a:lnTo>
                  <a:pt x="192788" y="25400"/>
                </a:lnTo>
                <a:lnTo>
                  <a:pt x="209857" y="26669"/>
                </a:lnTo>
                <a:lnTo>
                  <a:pt x="226400" y="29210"/>
                </a:lnTo>
                <a:lnTo>
                  <a:pt x="272180" y="45719"/>
                </a:lnTo>
                <a:lnTo>
                  <a:pt x="310507" y="74929"/>
                </a:lnTo>
                <a:lnTo>
                  <a:pt x="339098" y="113029"/>
                </a:lnTo>
                <a:lnTo>
                  <a:pt x="355667" y="158750"/>
                </a:lnTo>
                <a:lnTo>
                  <a:pt x="358929" y="193039"/>
                </a:lnTo>
                <a:lnTo>
                  <a:pt x="358002" y="209550"/>
                </a:lnTo>
                <a:lnTo>
                  <a:pt x="345583" y="257810"/>
                </a:lnTo>
                <a:lnTo>
                  <a:pt x="320461" y="298450"/>
                </a:lnTo>
                <a:lnTo>
                  <a:pt x="284883" y="330200"/>
                </a:lnTo>
                <a:lnTo>
                  <a:pt x="241151" y="351789"/>
                </a:lnTo>
                <a:lnTo>
                  <a:pt x="191508" y="359409"/>
                </a:lnTo>
                <a:lnTo>
                  <a:pt x="231911" y="359409"/>
                </a:lnTo>
                <a:lnTo>
                  <a:pt x="273735" y="342900"/>
                </a:lnTo>
                <a:lnTo>
                  <a:pt x="313410" y="313689"/>
                </a:lnTo>
                <a:lnTo>
                  <a:pt x="343087" y="274319"/>
                </a:lnTo>
                <a:lnTo>
                  <a:pt x="360434" y="227329"/>
                </a:lnTo>
                <a:lnTo>
                  <a:pt x="364003" y="193039"/>
                </a:lnTo>
                <a:lnTo>
                  <a:pt x="363153" y="175260"/>
                </a:lnTo>
                <a:lnTo>
                  <a:pt x="350645" y="125729"/>
                </a:lnTo>
                <a:lnTo>
                  <a:pt x="324993" y="82550"/>
                </a:lnTo>
                <a:lnTo>
                  <a:pt x="288532" y="49529"/>
                </a:lnTo>
                <a:lnTo>
                  <a:pt x="243617" y="27939"/>
                </a:lnTo>
                <a:lnTo>
                  <a:pt x="23265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04919" y="3708665"/>
            <a:ext cx="0" cy="1091565"/>
          </a:xfrm>
          <a:custGeom>
            <a:avLst/>
            <a:gdLst/>
            <a:ahLst/>
            <a:cxnLst/>
            <a:rect l="l" t="t" r="r" b="b"/>
            <a:pathLst>
              <a:path w="0" h="1091564">
                <a:moveTo>
                  <a:pt x="0" y="0"/>
                </a:moveTo>
                <a:lnTo>
                  <a:pt x="1" y="109111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39314" y="3712640"/>
            <a:ext cx="0" cy="1087755"/>
          </a:xfrm>
          <a:custGeom>
            <a:avLst/>
            <a:gdLst/>
            <a:ahLst/>
            <a:cxnLst/>
            <a:rect l="l" t="t" r="r" b="b"/>
            <a:pathLst>
              <a:path w="0" h="1087754">
                <a:moveTo>
                  <a:pt x="0" y="1087139"/>
                </a:moveTo>
                <a:lnTo>
                  <a:pt x="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470979" y="3282188"/>
            <a:ext cx="617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8775" algn="l"/>
              </a:tabLst>
            </a:pPr>
            <a:r>
              <a:rPr dirty="0" baseline="-5787" sz="3600">
                <a:solidFill>
                  <a:srgbClr val="E88651"/>
                </a:solidFill>
                <a:latin typeface="Corbel"/>
                <a:cs typeface="Corbel"/>
              </a:rPr>
              <a:t>B	</a:t>
            </a:r>
            <a:r>
              <a:rPr dirty="0" sz="2000" spc="-20">
                <a:latin typeface="Cambria Math"/>
                <a:cs typeface="Cambria Math"/>
              </a:rPr>
              <a:t>𝑣</a:t>
            </a:r>
            <a:r>
              <a:rPr dirty="0" baseline="-14814" sz="2250" spc="359">
                <a:latin typeface="Cambria Math"/>
                <a:cs typeface="Cambria Math"/>
              </a:rPr>
              <a:t>(</a:t>
            </a:r>
            <a:endParaRPr baseline="-14814" sz="22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59850" y="479978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10" h="359410">
                <a:moveTo>
                  <a:pt x="179464" y="0"/>
                </a:moveTo>
                <a:lnTo>
                  <a:pt x="131756" y="6410"/>
                </a:lnTo>
                <a:lnTo>
                  <a:pt x="88885" y="24502"/>
                </a:lnTo>
                <a:lnTo>
                  <a:pt x="52564" y="52564"/>
                </a:lnTo>
                <a:lnTo>
                  <a:pt x="24502" y="88885"/>
                </a:lnTo>
                <a:lnTo>
                  <a:pt x="6410" y="131756"/>
                </a:lnTo>
                <a:lnTo>
                  <a:pt x="0" y="179464"/>
                </a:lnTo>
                <a:lnTo>
                  <a:pt x="6410" y="227173"/>
                </a:lnTo>
                <a:lnTo>
                  <a:pt x="24502" y="270044"/>
                </a:lnTo>
                <a:lnTo>
                  <a:pt x="52564" y="306365"/>
                </a:lnTo>
                <a:lnTo>
                  <a:pt x="88885" y="334427"/>
                </a:lnTo>
                <a:lnTo>
                  <a:pt x="131756" y="352519"/>
                </a:lnTo>
                <a:lnTo>
                  <a:pt x="179464" y="358929"/>
                </a:lnTo>
                <a:lnTo>
                  <a:pt x="227173" y="352519"/>
                </a:lnTo>
                <a:lnTo>
                  <a:pt x="270044" y="334427"/>
                </a:lnTo>
                <a:lnTo>
                  <a:pt x="306365" y="306365"/>
                </a:lnTo>
                <a:lnTo>
                  <a:pt x="334427" y="270044"/>
                </a:lnTo>
                <a:lnTo>
                  <a:pt x="352519" y="227173"/>
                </a:lnTo>
                <a:lnTo>
                  <a:pt x="358929" y="179464"/>
                </a:lnTo>
                <a:lnTo>
                  <a:pt x="352519" y="131756"/>
                </a:lnTo>
                <a:lnTo>
                  <a:pt x="334427" y="88885"/>
                </a:lnTo>
                <a:lnTo>
                  <a:pt x="306365" y="52564"/>
                </a:lnTo>
                <a:lnTo>
                  <a:pt x="270044" y="24502"/>
                </a:lnTo>
                <a:lnTo>
                  <a:pt x="227173" y="6410"/>
                </a:lnTo>
                <a:lnTo>
                  <a:pt x="179464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18779" y="3529200"/>
            <a:ext cx="1207135" cy="4445"/>
          </a:xfrm>
          <a:custGeom>
            <a:avLst/>
            <a:gdLst/>
            <a:ahLst/>
            <a:cxnLst/>
            <a:rect l="l" t="t" r="r" b="b"/>
            <a:pathLst>
              <a:path w="1207135" h="4445">
                <a:moveTo>
                  <a:pt x="1206674" y="0"/>
                </a:moveTo>
                <a:lnTo>
                  <a:pt x="0" y="397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18779" y="4979244"/>
            <a:ext cx="1207135" cy="0"/>
          </a:xfrm>
          <a:custGeom>
            <a:avLst/>
            <a:gdLst/>
            <a:ahLst/>
            <a:cxnLst/>
            <a:rect l="l" t="t" r="r" b="b"/>
            <a:pathLst>
              <a:path w="1207135" h="0">
                <a:moveTo>
                  <a:pt x="1206674" y="0"/>
                </a:moveTo>
                <a:lnTo>
                  <a:pt x="0" y="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409013" y="2788411"/>
            <a:ext cx="3011805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latin typeface="Arial"/>
                <a:cs typeface="Arial"/>
              </a:rPr>
              <a:t>Computational </a:t>
            </a:r>
            <a:r>
              <a:rPr dirty="0" sz="2400">
                <a:latin typeface="Arial"/>
                <a:cs typeface="Arial"/>
              </a:rPr>
              <a:t>graphs  </a:t>
            </a:r>
            <a:r>
              <a:rPr dirty="0" sz="2400" spc="-5">
                <a:latin typeface="Arial"/>
                <a:cs typeface="Arial"/>
              </a:rPr>
              <a:t>for </a:t>
            </a:r>
            <a:r>
              <a:rPr dirty="0" sz="2400">
                <a:latin typeface="Arial"/>
                <a:cs typeface="Arial"/>
              </a:rPr>
              <a:t>nodes </a:t>
            </a:r>
            <a:r>
              <a:rPr dirty="0" sz="2400" spc="-80">
                <a:latin typeface="Cambria Math"/>
                <a:cs typeface="Cambria Math"/>
              </a:rPr>
              <a:t>𝑣</a:t>
            </a:r>
            <a:r>
              <a:rPr dirty="0" baseline="-15432" sz="2700" spc="-120">
                <a:latin typeface="Cambria Math"/>
                <a:cs typeface="Cambria Math"/>
              </a:rPr>
              <a:t># 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185">
                <a:latin typeface="Arial"/>
                <a:cs typeface="Arial"/>
              </a:rPr>
              <a:t> </a:t>
            </a:r>
            <a:r>
              <a:rPr dirty="0" sz="2400" spc="50">
                <a:latin typeface="Cambria Math"/>
                <a:cs typeface="Cambria Math"/>
              </a:rPr>
              <a:t>𝑣</a:t>
            </a:r>
            <a:r>
              <a:rPr dirty="0" baseline="-15432" sz="2700" spc="75">
                <a:latin typeface="Cambria Math"/>
                <a:cs typeface="Cambria Math"/>
              </a:rPr>
              <a:t>$</a:t>
            </a:r>
            <a:r>
              <a:rPr dirty="0" sz="2400" spc="5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564248" y="498440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3" y="0"/>
                </a:moveTo>
                <a:lnTo>
                  <a:pt x="104834" y="7748"/>
                </a:lnTo>
                <a:lnTo>
                  <a:pt x="62756" y="29326"/>
                </a:lnTo>
                <a:lnTo>
                  <a:pt x="29574" y="62228"/>
                </a:lnTo>
                <a:lnTo>
                  <a:pt x="7814" y="103952"/>
                </a:lnTo>
                <a:lnTo>
                  <a:pt x="0" y="151994"/>
                </a:lnTo>
                <a:lnTo>
                  <a:pt x="7814" y="200037"/>
                </a:lnTo>
                <a:lnTo>
                  <a:pt x="29574" y="241762"/>
                </a:lnTo>
                <a:lnTo>
                  <a:pt x="62756" y="274664"/>
                </a:lnTo>
                <a:lnTo>
                  <a:pt x="104834" y="296242"/>
                </a:lnTo>
                <a:lnTo>
                  <a:pt x="153283" y="303991"/>
                </a:lnTo>
                <a:lnTo>
                  <a:pt x="201733" y="296242"/>
                </a:lnTo>
                <a:lnTo>
                  <a:pt x="243810" y="274664"/>
                </a:lnTo>
                <a:lnTo>
                  <a:pt x="276991" y="241762"/>
                </a:lnTo>
                <a:lnTo>
                  <a:pt x="298752" y="200037"/>
                </a:lnTo>
                <a:lnTo>
                  <a:pt x="306566" y="151994"/>
                </a:lnTo>
                <a:lnTo>
                  <a:pt x="298752" y="103952"/>
                </a:lnTo>
                <a:lnTo>
                  <a:pt x="276991" y="62228"/>
                </a:lnTo>
                <a:lnTo>
                  <a:pt x="243810" y="29326"/>
                </a:lnTo>
                <a:lnTo>
                  <a:pt x="201733" y="7748"/>
                </a:lnTo>
                <a:lnTo>
                  <a:pt x="15328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943200" y="498440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2"/>
                </a:lnTo>
                <a:lnTo>
                  <a:pt x="0" y="151994"/>
                </a:lnTo>
                <a:lnTo>
                  <a:pt x="7814" y="200037"/>
                </a:lnTo>
                <a:lnTo>
                  <a:pt x="29574" y="241762"/>
                </a:lnTo>
                <a:lnTo>
                  <a:pt x="62755" y="274664"/>
                </a:lnTo>
                <a:lnTo>
                  <a:pt x="104833" y="296242"/>
                </a:lnTo>
                <a:lnTo>
                  <a:pt x="153282" y="303991"/>
                </a:lnTo>
                <a:lnTo>
                  <a:pt x="201731" y="296242"/>
                </a:lnTo>
                <a:lnTo>
                  <a:pt x="243809" y="274664"/>
                </a:lnTo>
                <a:lnTo>
                  <a:pt x="276990" y="241762"/>
                </a:lnTo>
                <a:lnTo>
                  <a:pt x="298750" y="200037"/>
                </a:lnTo>
                <a:lnTo>
                  <a:pt x="306565" y="151994"/>
                </a:lnTo>
                <a:lnTo>
                  <a:pt x="298750" y="103952"/>
                </a:lnTo>
                <a:lnTo>
                  <a:pt x="276990" y="62228"/>
                </a:lnTo>
                <a:lnTo>
                  <a:pt x="243809" y="29326"/>
                </a:lnTo>
                <a:lnTo>
                  <a:pt x="201731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54545" y="4508655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3" y="0"/>
                </a:moveTo>
                <a:lnTo>
                  <a:pt x="104834" y="7748"/>
                </a:lnTo>
                <a:lnTo>
                  <a:pt x="62756" y="29326"/>
                </a:lnTo>
                <a:lnTo>
                  <a:pt x="29574" y="62228"/>
                </a:lnTo>
                <a:lnTo>
                  <a:pt x="7814" y="103953"/>
                </a:lnTo>
                <a:lnTo>
                  <a:pt x="0" y="151996"/>
                </a:lnTo>
                <a:lnTo>
                  <a:pt x="7814" y="200038"/>
                </a:lnTo>
                <a:lnTo>
                  <a:pt x="29574" y="241762"/>
                </a:lnTo>
                <a:lnTo>
                  <a:pt x="62756" y="274665"/>
                </a:lnTo>
                <a:lnTo>
                  <a:pt x="104834" y="296243"/>
                </a:lnTo>
                <a:lnTo>
                  <a:pt x="153283" y="303992"/>
                </a:lnTo>
                <a:lnTo>
                  <a:pt x="201733" y="296243"/>
                </a:lnTo>
                <a:lnTo>
                  <a:pt x="243810" y="274665"/>
                </a:lnTo>
                <a:lnTo>
                  <a:pt x="276991" y="241762"/>
                </a:lnTo>
                <a:lnTo>
                  <a:pt x="298752" y="200038"/>
                </a:lnTo>
                <a:lnTo>
                  <a:pt x="306566" y="151996"/>
                </a:lnTo>
                <a:lnTo>
                  <a:pt x="298752" y="103953"/>
                </a:lnTo>
                <a:lnTo>
                  <a:pt x="276991" y="62228"/>
                </a:lnTo>
                <a:lnTo>
                  <a:pt x="243810" y="29326"/>
                </a:lnTo>
                <a:lnTo>
                  <a:pt x="201733" y="7748"/>
                </a:lnTo>
                <a:lnTo>
                  <a:pt x="15328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080053" y="498440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3" y="0"/>
                </a:moveTo>
                <a:lnTo>
                  <a:pt x="104834" y="7748"/>
                </a:lnTo>
                <a:lnTo>
                  <a:pt x="62756" y="29326"/>
                </a:lnTo>
                <a:lnTo>
                  <a:pt x="29574" y="62228"/>
                </a:lnTo>
                <a:lnTo>
                  <a:pt x="7814" y="103952"/>
                </a:lnTo>
                <a:lnTo>
                  <a:pt x="0" y="151994"/>
                </a:lnTo>
                <a:lnTo>
                  <a:pt x="7814" y="200037"/>
                </a:lnTo>
                <a:lnTo>
                  <a:pt x="29574" y="241762"/>
                </a:lnTo>
                <a:lnTo>
                  <a:pt x="62756" y="274664"/>
                </a:lnTo>
                <a:lnTo>
                  <a:pt x="104834" y="296242"/>
                </a:lnTo>
                <a:lnTo>
                  <a:pt x="153283" y="303991"/>
                </a:lnTo>
                <a:lnTo>
                  <a:pt x="201733" y="296242"/>
                </a:lnTo>
                <a:lnTo>
                  <a:pt x="243810" y="274664"/>
                </a:lnTo>
                <a:lnTo>
                  <a:pt x="276991" y="241762"/>
                </a:lnTo>
                <a:lnTo>
                  <a:pt x="298752" y="200037"/>
                </a:lnTo>
                <a:lnTo>
                  <a:pt x="306566" y="151994"/>
                </a:lnTo>
                <a:lnTo>
                  <a:pt x="298752" y="103952"/>
                </a:lnTo>
                <a:lnTo>
                  <a:pt x="276991" y="62228"/>
                </a:lnTo>
                <a:lnTo>
                  <a:pt x="243810" y="29326"/>
                </a:lnTo>
                <a:lnTo>
                  <a:pt x="201733" y="7748"/>
                </a:lnTo>
                <a:lnTo>
                  <a:pt x="15328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459004" y="498440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3" y="0"/>
                </a:moveTo>
                <a:lnTo>
                  <a:pt x="104834" y="7748"/>
                </a:lnTo>
                <a:lnTo>
                  <a:pt x="62756" y="29326"/>
                </a:lnTo>
                <a:lnTo>
                  <a:pt x="29574" y="62228"/>
                </a:lnTo>
                <a:lnTo>
                  <a:pt x="7814" y="103952"/>
                </a:lnTo>
                <a:lnTo>
                  <a:pt x="0" y="151994"/>
                </a:lnTo>
                <a:lnTo>
                  <a:pt x="7814" y="200037"/>
                </a:lnTo>
                <a:lnTo>
                  <a:pt x="29574" y="241762"/>
                </a:lnTo>
                <a:lnTo>
                  <a:pt x="62756" y="274664"/>
                </a:lnTo>
                <a:lnTo>
                  <a:pt x="104834" y="296242"/>
                </a:lnTo>
                <a:lnTo>
                  <a:pt x="153283" y="303991"/>
                </a:lnTo>
                <a:lnTo>
                  <a:pt x="201733" y="296242"/>
                </a:lnTo>
                <a:lnTo>
                  <a:pt x="243810" y="274664"/>
                </a:lnTo>
                <a:lnTo>
                  <a:pt x="276991" y="241762"/>
                </a:lnTo>
                <a:lnTo>
                  <a:pt x="298752" y="200037"/>
                </a:lnTo>
                <a:lnTo>
                  <a:pt x="306566" y="151994"/>
                </a:lnTo>
                <a:lnTo>
                  <a:pt x="298752" y="103952"/>
                </a:lnTo>
                <a:lnTo>
                  <a:pt x="276991" y="62228"/>
                </a:lnTo>
                <a:lnTo>
                  <a:pt x="243810" y="29326"/>
                </a:lnTo>
                <a:lnTo>
                  <a:pt x="201733" y="7748"/>
                </a:lnTo>
                <a:lnTo>
                  <a:pt x="15328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270350" y="4508655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3" y="0"/>
                </a:moveTo>
                <a:lnTo>
                  <a:pt x="104834" y="7748"/>
                </a:lnTo>
                <a:lnTo>
                  <a:pt x="62756" y="29326"/>
                </a:lnTo>
                <a:lnTo>
                  <a:pt x="29575" y="62228"/>
                </a:lnTo>
                <a:lnTo>
                  <a:pt x="7814" y="103953"/>
                </a:lnTo>
                <a:lnTo>
                  <a:pt x="0" y="151996"/>
                </a:lnTo>
                <a:lnTo>
                  <a:pt x="7814" y="200038"/>
                </a:lnTo>
                <a:lnTo>
                  <a:pt x="29575" y="241762"/>
                </a:lnTo>
                <a:lnTo>
                  <a:pt x="62756" y="274665"/>
                </a:lnTo>
                <a:lnTo>
                  <a:pt x="104834" y="296243"/>
                </a:lnTo>
                <a:lnTo>
                  <a:pt x="153283" y="303992"/>
                </a:lnTo>
                <a:lnTo>
                  <a:pt x="201733" y="296243"/>
                </a:lnTo>
                <a:lnTo>
                  <a:pt x="243810" y="274665"/>
                </a:lnTo>
                <a:lnTo>
                  <a:pt x="276991" y="241762"/>
                </a:lnTo>
                <a:lnTo>
                  <a:pt x="298752" y="200038"/>
                </a:lnTo>
                <a:lnTo>
                  <a:pt x="306566" y="151996"/>
                </a:lnTo>
                <a:lnTo>
                  <a:pt x="298752" y="103953"/>
                </a:lnTo>
                <a:lnTo>
                  <a:pt x="276991" y="62228"/>
                </a:lnTo>
                <a:lnTo>
                  <a:pt x="243810" y="29326"/>
                </a:lnTo>
                <a:lnTo>
                  <a:pt x="201733" y="7748"/>
                </a:lnTo>
                <a:lnTo>
                  <a:pt x="153283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322151" y="498440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2"/>
                </a:lnTo>
                <a:lnTo>
                  <a:pt x="0" y="151994"/>
                </a:lnTo>
                <a:lnTo>
                  <a:pt x="7814" y="200037"/>
                </a:lnTo>
                <a:lnTo>
                  <a:pt x="29574" y="241762"/>
                </a:lnTo>
                <a:lnTo>
                  <a:pt x="62755" y="274664"/>
                </a:lnTo>
                <a:lnTo>
                  <a:pt x="104833" y="296242"/>
                </a:lnTo>
                <a:lnTo>
                  <a:pt x="153282" y="303991"/>
                </a:lnTo>
                <a:lnTo>
                  <a:pt x="201732" y="296242"/>
                </a:lnTo>
                <a:lnTo>
                  <a:pt x="243810" y="274664"/>
                </a:lnTo>
                <a:lnTo>
                  <a:pt x="276991" y="241762"/>
                </a:lnTo>
                <a:lnTo>
                  <a:pt x="298752" y="200037"/>
                </a:lnTo>
                <a:lnTo>
                  <a:pt x="306566" y="151994"/>
                </a:lnTo>
                <a:lnTo>
                  <a:pt x="298752" y="103952"/>
                </a:lnTo>
                <a:lnTo>
                  <a:pt x="276991" y="62228"/>
                </a:lnTo>
                <a:lnTo>
                  <a:pt x="243810" y="29326"/>
                </a:lnTo>
                <a:lnTo>
                  <a:pt x="201732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701102" y="498440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2"/>
                </a:lnTo>
                <a:lnTo>
                  <a:pt x="0" y="151994"/>
                </a:lnTo>
                <a:lnTo>
                  <a:pt x="7814" y="200037"/>
                </a:lnTo>
                <a:lnTo>
                  <a:pt x="29574" y="241762"/>
                </a:lnTo>
                <a:lnTo>
                  <a:pt x="62755" y="274664"/>
                </a:lnTo>
                <a:lnTo>
                  <a:pt x="104833" y="296242"/>
                </a:lnTo>
                <a:lnTo>
                  <a:pt x="153282" y="303991"/>
                </a:lnTo>
                <a:lnTo>
                  <a:pt x="201731" y="296242"/>
                </a:lnTo>
                <a:lnTo>
                  <a:pt x="243809" y="274664"/>
                </a:lnTo>
                <a:lnTo>
                  <a:pt x="276991" y="241762"/>
                </a:lnTo>
                <a:lnTo>
                  <a:pt x="298751" y="200037"/>
                </a:lnTo>
                <a:lnTo>
                  <a:pt x="306566" y="151994"/>
                </a:lnTo>
                <a:lnTo>
                  <a:pt x="298751" y="103952"/>
                </a:lnTo>
                <a:lnTo>
                  <a:pt x="276991" y="62228"/>
                </a:lnTo>
                <a:lnTo>
                  <a:pt x="243809" y="29326"/>
                </a:lnTo>
                <a:lnTo>
                  <a:pt x="201731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512448" y="4508655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3"/>
                </a:lnTo>
                <a:lnTo>
                  <a:pt x="0" y="151996"/>
                </a:lnTo>
                <a:lnTo>
                  <a:pt x="7814" y="200038"/>
                </a:lnTo>
                <a:lnTo>
                  <a:pt x="29574" y="241762"/>
                </a:lnTo>
                <a:lnTo>
                  <a:pt x="62755" y="274665"/>
                </a:lnTo>
                <a:lnTo>
                  <a:pt x="104833" y="296243"/>
                </a:lnTo>
                <a:lnTo>
                  <a:pt x="153282" y="303992"/>
                </a:lnTo>
                <a:lnTo>
                  <a:pt x="201731" y="296243"/>
                </a:lnTo>
                <a:lnTo>
                  <a:pt x="243809" y="274665"/>
                </a:lnTo>
                <a:lnTo>
                  <a:pt x="276990" y="241762"/>
                </a:lnTo>
                <a:lnTo>
                  <a:pt x="298750" y="200038"/>
                </a:lnTo>
                <a:lnTo>
                  <a:pt x="306565" y="151996"/>
                </a:lnTo>
                <a:lnTo>
                  <a:pt x="298750" y="103953"/>
                </a:lnTo>
                <a:lnTo>
                  <a:pt x="276990" y="62228"/>
                </a:lnTo>
                <a:lnTo>
                  <a:pt x="243809" y="29326"/>
                </a:lnTo>
                <a:lnTo>
                  <a:pt x="201731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37956" y="498440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2"/>
                </a:lnTo>
                <a:lnTo>
                  <a:pt x="0" y="151994"/>
                </a:lnTo>
                <a:lnTo>
                  <a:pt x="7814" y="200037"/>
                </a:lnTo>
                <a:lnTo>
                  <a:pt x="29574" y="241762"/>
                </a:lnTo>
                <a:lnTo>
                  <a:pt x="62755" y="274664"/>
                </a:lnTo>
                <a:lnTo>
                  <a:pt x="104833" y="296242"/>
                </a:lnTo>
                <a:lnTo>
                  <a:pt x="153282" y="303991"/>
                </a:lnTo>
                <a:lnTo>
                  <a:pt x="201731" y="296242"/>
                </a:lnTo>
                <a:lnTo>
                  <a:pt x="243809" y="274664"/>
                </a:lnTo>
                <a:lnTo>
                  <a:pt x="276990" y="241762"/>
                </a:lnTo>
                <a:lnTo>
                  <a:pt x="298750" y="200037"/>
                </a:lnTo>
                <a:lnTo>
                  <a:pt x="306565" y="151994"/>
                </a:lnTo>
                <a:lnTo>
                  <a:pt x="298750" y="103952"/>
                </a:lnTo>
                <a:lnTo>
                  <a:pt x="276990" y="62228"/>
                </a:lnTo>
                <a:lnTo>
                  <a:pt x="243809" y="29326"/>
                </a:lnTo>
                <a:lnTo>
                  <a:pt x="201731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216907" y="498440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2"/>
                </a:lnTo>
                <a:lnTo>
                  <a:pt x="0" y="151994"/>
                </a:lnTo>
                <a:lnTo>
                  <a:pt x="7814" y="200037"/>
                </a:lnTo>
                <a:lnTo>
                  <a:pt x="29574" y="241762"/>
                </a:lnTo>
                <a:lnTo>
                  <a:pt x="62755" y="274664"/>
                </a:lnTo>
                <a:lnTo>
                  <a:pt x="104833" y="296242"/>
                </a:lnTo>
                <a:lnTo>
                  <a:pt x="153282" y="303991"/>
                </a:lnTo>
                <a:lnTo>
                  <a:pt x="201731" y="296242"/>
                </a:lnTo>
                <a:lnTo>
                  <a:pt x="243809" y="274664"/>
                </a:lnTo>
                <a:lnTo>
                  <a:pt x="276990" y="241762"/>
                </a:lnTo>
                <a:lnTo>
                  <a:pt x="298750" y="200037"/>
                </a:lnTo>
                <a:lnTo>
                  <a:pt x="306565" y="151994"/>
                </a:lnTo>
                <a:lnTo>
                  <a:pt x="298750" y="103952"/>
                </a:lnTo>
                <a:lnTo>
                  <a:pt x="276990" y="62228"/>
                </a:lnTo>
                <a:lnTo>
                  <a:pt x="243809" y="29326"/>
                </a:lnTo>
                <a:lnTo>
                  <a:pt x="201731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28252" y="4508655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3"/>
                </a:lnTo>
                <a:lnTo>
                  <a:pt x="0" y="151996"/>
                </a:lnTo>
                <a:lnTo>
                  <a:pt x="7814" y="200038"/>
                </a:lnTo>
                <a:lnTo>
                  <a:pt x="29574" y="241762"/>
                </a:lnTo>
                <a:lnTo>
                  <a:pt x="62755" y="274665"/>
                </a:lnTo>
                <a:lnTo>
                  <a:pt x="104833" y="296243"/>
                </a:lnTo>
                <a:lnTo>
                  <a:pt x="153282" y="303992"/>
                </a:lnTo>
                <a:lnTo>
                  <a:pt x="201731" y="296243"/>
                </a:lnTo>
                <a:lnTo>
                  <a:pt x="243809" y="274665"/>
                </a:lnTo>
                <a:lnTo>
                  <a:pt x="276990" y="241762"/>
                </a:lnTo>
                <a:lnTo>
                  <a:pt x="298750" y="200038"/>
                </a:lnTo>
                <a:lnTo>
                  <a:pt x="306565" y="151996"/>
                </a:lnTo>
                <a:lnTo>
                  <a:pt x="298750" y="103953"/>
                </a:lnTo>
                <a:lnTo>
                  <a:pt x="276990" y="62228"/>
                </a:lnTo>
                <a:lnTo>
                  <a:pt x="243809" y="29326"/>
                </a:lnTo>
                <a:lnTo>
                  <a:pt x="201731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136605" y="4058573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3"/>
                </a:lnTo>
                <a:lnTo>
                  <a:pt x="0" y="151996"/>
                </a:lnTo>
                <a:lnTo>
                  <a:pt x="7814" y="200038"/>
                </a:lnTo>
                <a:lnTo>
                  <a:pt x="29574" y="241762"/>
                </a:lnTo>
                <a:lnTo>
                  <a:pt x="62755" y="274665"/>
                </a:lnTo>
                <a:lnTo>
                  <a:pt x="104833" y="296243"/>
                </a:lnTo>
                <a:lnTo>
                  <a:pt x="153282" y="303992"/>
                </a:lnTo>
                <a:lnTo>
                  <a:pt x="201731" y="296243"/>
                </a:lnTo>
                <a:lnTo>
                  <a:pt x="243809" y="274665"/>
                </a:lnTo>
                <a:lnTo>
                  <a:pt x="276991" y="241762"/>
                </a:lnTo>
                <a:lnTo>
                  <a:pt x="298751" y="200038"/>
                </a:lnTo>
                <a:lnTo>
                  <a:pt x="306566" y="151996"/>
                </a:lnTo>
                <a:lnTo>
                  <a:pt x="298751" y="103953"/>
                </a:lnTo>
                <a:lnTo>
                  <a:pt x="276991" y="62228"/>
                </a:lnTo>
                <a:lnTo>
                  <a:pt x="243809" y="29326"/>
                </a:lnTo>
                <a:lnTo>
                  <a:pt x="201731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649720" y="4055668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9"/>
                </a:lnTo>
                <a:lnTo>
                  <a:pt x="7814" y="103953"/>
                </a:lnTo>
                <a:lnTo>
                  <a:pt x="0" y="151996"/>
                </a:lnTo>
                <a:lnTo>
                  <a:pt x="7814" y="200038"/>
                </a:lnTo>
                <a:lnTo>
                  <a:pt x="29574" y="241763"/>
                </a:lnTo>
                <a:lnTo>
                  <a:pt x="62755" y="274666"/>
                </a:lnTo>
                <a:lnTo>
                  <a:pt x="104833" y="296243"/>
                </a:lnTo>
                <a:lnTo>
                  <a:pt x="153282" y="303992"/>
                </a:lnTo>
                <a:lnTo>
                  <a:pt x="201731" y="296243"/>
                </a:lnTo>
                <a:lnTo>
                  <a:pt x="243809" y="274666"/>
                </a:lnTo>
                <a:lnTo>
                  <a:pt x="276990" y="241763"/>
                </a:lnTo>
                <a:lnTo>
                  <a:pt x="298750" y="200038"/>
                </a:lnTo>
                <a:lnTo>
                  <a:pt x="306565" y="151996"/>
                </a:lnTo>
                <a:lnTo>
                  <a:pt x="298750" y="103953"/>
                </a:lnTo>
                <a:lnTo>
                  <a:pt x="276990" y="62229"/>
                </a:lnTo>
                <a:lnTo>
                  <a:pt x="243809" y="29326"/>
                </a:lnTo>
                <a:lnTo>
                  <a:pt x="201731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892487" y="3658200"/>
            <a:ext cx="306705" cy="304165"/>
          </a:xfrm>
          <a:custGeom>
            <a:avLst/>
            <a:gdLst/>
            <a:ahLst/>
            <a:cxnLst/>
            <a:rect l="l" t="t" r="r" b="b"/>
            <a:pathLst>
              <a:path w="306704" h="304164">
                <a:moveTo>
                  <a:pt x="153282" y="0"/>
                </a:moveTo>
                <a:lnTo>
                  <a:pt x="104833" y="7748"/>
                </a:lnTo>
                <a:lnTo>
                  <a:pt x="62755" y="29326"/>
                </a:lnTo>
                <a:lnTo>
                  <a:pt x="29574" y="62228"/>
                </a:lnTo>
                <a:lnTo>
                  <a:pt x="7814" y="103953"/>
                </a:lnTo>
                <a:lnTo>
                  <a:pt x="0" y="151996"/>
                </a:lnTo>
                <a:lnTo>
                  <a:pt x="7814" y="200038"/>
                </a:lnTo>
                <a:lnTo>
                  <a:pt x="29574" y="241762"/>
                </a:lnTo>
                <a:lnTo>
                  <a:pt x="62755" y="274665"/>
                </a:lnTo>
                <a:lnTo>
                  <a:pt x="104833" y="296243"/>
                </a:lnTo>
                <a:lnTo>
                  <a:pt x="153282" y="303992"/>
                </a:lnTo>
                <a:lnTo>
                  <a:pt x="201732" y="296243"/>
                </a:lnTo>
                <a:lnTo>
                  <a:pt x="243810" y="274665"/>
                </a:lnTo>
                <a:lnTo>
                  <a:pt x="276991" y="241762"/>
                </a:lnTo>
                <a:lnTo>
                  <a:pt x="298752" y="200038"/>
                </a:lnTo>
                <a:lnTo>
                  <a:pt x="306566" y="151996"/>
                </a:lnTo>
                <a:lnTo>
                  <a:pt x="298752" y="103953"/>
                </a:lnTo>
                <a:lnTo>
                  <a:pt x="276991" y="62228"/>
                </a:lnTo>
                <a:lnTo>
                  <a:pt x="243810" y="29326"/>
                </a:lnTo>
                <a:lnTo>
                  <a:pt x="201732" y="7748"/>
                </a:lnTo>
                <a:lnTo>
                  <a:pt x="15328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879803" y="3645946"/>
            <a:ext cx="332105" cy="328930"/>
          </a:xfrm>
          <a:custGeom>
            <a:avLst/>
            <a:gdLst/>
            <a:ahLst/>
            <a:cxnLst/>
            <a:rect l="l" t="t" r="r" b="b"/>
            <a:pathLst>
              <a:path w="332104" h="328929">
                <a:moveTo>
                  <a:pt x="165331" y="0"/>
                </a:moveTo>
                <a:lnTo>
                  <a:pt x="116052" y="7619"/>
                </a:lnTo>
                <a:lnTo>
                  <a:pt x="73191" y="27940"/>
                </a:lnTo>
                <a:lnTo>
                  <a:pt x="72692" y="29210"/>
                </a:lnTo>
                <a:lnTo>
                  <a:pt x="49067" y="48260"/>
                </a:lnTo>
                <a:lnTo>
                  <a:pt x="48627" y="48260"/>
                </a:lnTo>
                <a:lnTo>
                  <a:pt x="37546" y="60960"/>
                </a:lnTo>
                <a:lnTo>
                  <a:pt x="12815" y="101600"/>
                </a:lnTo>
                <a:lnTo>
                  <a:pt x="791" y="148590"/>
                </a:lnTo>
                <a:lnTo>
                  <a:pt x="0" y="165100"/>
                </a:lnTo>
                <a:lnTo>
                  <a:pt x="923" y="182880"/>
                </a:lnTo>
                <a:lnTo>
                  <a:pt x="13305" y="229869"/>
                </a:lnTo>
                <a:lnTo>
                  <a:pt x="38323" y="270510"/>
                </a:lnTo>
                <a:lnTo>
                  <a:pt x="48627" y="281940"/>
                </a:lnTo>
                <a:lnTo>
                  <a:pt x="49067" y="281940"/>
                </a:lnTo>
                <a:lnTo>
                  <a:pt x="72692" y="300990"/>
                </a:lnTo>
                <a:lnTo>
                  <a:pt x="73191" y="300990"/>
                </a:lnTo>
                <a:lnTo>
                  <a:pt x="87429" y="309880"/>
                </a:lnTo>
                <a:lnTo>
                  <a:pt x="101969" y="317500"/>
                </a:lnTo>
                <a:lnTo>
                  <a:pt x="117247" y="322580"/>
                </a:lnTo>
                <a:lnTo>
                  <a:pt x="133174" y="326390"/>
                </a:lnTo>
                <a:lnTo>
                  <a:pt x="149659" y="328930"/>
                </a:lnTo>
                <a:lnTo>
                  <a:pt x="183539" y="328930"/>
                </a:lnTo>
                <a:lnTo>
                  <a:pt x="199995" y="326390"/>
                </a:lnTo>
                <a:lnTo>
                  <a:pt x="215880" y="322580"/>
                </a:lnTo>
                <a:lnTo>
                  <a:pt x="231105" y="316230"/>
                </a:lnTo>
                <a:lnTo>
                  <a:pt x="234001" y="314960"/>
                </a:lnTo>
                <a:lnTo>
                  <a:pt x="165839" y="314960"/>
                </a:lnTo>
                <a:lnTo>
                  <a:pt x="150421" y="313690"/>
                </a:lnTo>
                <a:lnTo>
                  <a:pt x="107168" y="302260"/>
                </a:lnTo>
                <a:lnTo>
                  <a:pt x="59328" y="270510"/>
                </a:lnTo>
                <a:lnTo>
                  <a:pt x="33350" y="236219"/>
                </a:lnTo>
                <a:lnTo>
                  <a:pt x="18256" y="194310"/>
                </a:lnTo>
                <a:lnTo>
                  <a:pt x="15220" y="165100"/>
                </a:lnTo>
                <a:lnTo>
                  <a:pt x="16012" y="149860"/>
                </a:lnTo>
                <a:lnTo>
                  <a:pt x="27111" y="106680"/>
                </a:lnTo>
                <a:lnTo>
                  <a:pt x="49714" y="69850"/>
                </a:lnTo>
                <a:lnTo>
                  <a:pt x="81732" y="40640"/>
                </a:lnTo>
                <a:lnTo>
                  <a:pt x="121251" y="21590"/>
                </a:lnTo>
                <a:lnTo>
                  <a:pt x="166093" y="15240"/>
                </a:lnTo>
                <a:lnTo>
                  <a:pt x="234810" y="15240"/>
                </a:lnTo>
                <a:lnTo>
                  <a:pt x="229963" y="12700"/>
                </a:lnTo>
                <a:lnTo>
                  <a:pt x="214685" y="7619"/>
                </a:lnTo>
                <a:lnTo>
                  <a:pt x="198758" y="3810"/>
                </a:lnTo>
                <a:lnTo>
                  <a:pt x="182274" y="1269"/>
                </a:lnTo>
                <a:lnTo>
                  <a:pt x="165331" y="0"/>
                </a:lnTo>
                <a:close/>
              </a:path>
              <a:path w="332104" h="328929">
                <a:moveTo>
                  <a:pt x="234810" y="15240"/>
                </a:moveTo>
                <a:lnTo>
                  <a:pt x="166093" y="15240"/>
                </a:lnTo>
                <a:lnTo>
                  <a:pt x="181512" y="16510"/>
                </a:lnTo>
                <a:lnTo>
                  <a:pt x="210920" y="21590"/>
                </a:lnTo>
                <a:lnTo>
                  <a:pt x="250201" y="40640"/>
                </a:lnTo>
                <a:lnTo>
                  <a:pt x="282374" y="69850"/>
                </a:lnTo>
                <a:lnTo>
                  <a:pt x="304919" y="106680"/>
                </a:lnTo>
                <a:lnTo>
                  <a:pt x="315948" y="149860"/>
                </a:lnTo>
                <a:lnTo>
                  <a:pt x="316712" y="165100"/>
                </a:lnTo>
                <a:lnTo>
                  <a:pt x="315921" y="180340"/>
                </a:lnTo>
                <a:lnTo>
                  <a:pt x="304821" y="223519"/>
                </a:lnTo>
                <a:lnTo>
                  <a:pt x="282219" y="260350"/>
                </a:lnTo>
                <a:lnTo>
                  <a:pt x="250201" y="288290"/>
                </a:lnTo>
                <a:lnTo>
                  <a:pt x="210681" y="307340"/>
                </a:lnTo>
                <a:lnTo>
                  <a:pt x="165839" y="314960"/>
                </a:lnTo>
                <a:lnTo>
                  <a:pt x="234001" y="314960"/>
                </a:lnTo>
                <a:lnTo>
                  <a:pt x="245583" y="309880"/>
                </a:lnTo>
                <a:lnTo>
                  <a:pt x="258743" y="300990"/>
                </a:lnTo>
                <a:lnTo>
                  <a:pt x="259240" y="300990"/>
                </a:lnTo>
                <a:lnTo>
                  <a:pt x="282865" y="281940"/>
                </a:lnTo>
                <a:lnTo>
                  <a:pt x="283306" y="281940"/>
                </a:lnTo>
                <a:lnTo>
                  <a:pt x="294387" y="269240"/>
                </a:lnTo>
                <a:lnTo>
                  <a:pt x="319117" y="228600"/>
                </a:lnTo>
                <a:lnTo>
                  <a:pt x="331142" y="181610"/>
                </a:lnTo>
                <a:lnTo>
                  <a:pt x="331933" y="163830"/>
                </a:lnTo>
                <a:lnTo>
                  <a:pt x="331010" y="147319"/>
                </a:lnTo>
                <a:lnTo>
                  <a:pt x="318627" y="100330"/>
                </a:lnTo>
                <a:lnTo>
                  <a:pt x="293610" y="59690"/>
                </a:lnTo>
                <a:lnTo>
                  <a:pt x="283306" y="48260"/>
                </a:lnTo>
                <a:lnTo>
                  <a:pt x="282865" y="48260"/>
                </a:lnTo>
                <a:lnTo>
                  <a:pt x="259240" y="29210"/>
                </a:lnTo>
                <a:lnTo>
                  <a:pt x="258742" y="27940"/>
                </a:lnTo>
                <a:lnTo>
                  <a:pt x="244504" y="20319"/>
                </a:lnTo>
                <a:lnTo>
                  <a:pt x="234810" y="15240"/>
                </a:lnTo>
                <a:close/>
              </a:path>
              <a:path w="332104" h="328929">
                <a:moveTo>
                  <a:pt x="166347" y="20319"/>
                </a:moveTo>
                <a:lnTo>
                  <a:pt x="122984" y="26669"/>
                </a:lnTo>
                <a:lnTo>
                  <a:pt x="84665" y="45719"/>
                </a:lnTo>
                <a:lnTo>
                  <a:pt x="53770" y="72390"/>
                </a:lnTo>
                <a:lnTo>
                  <a:pt x="31878" y="107950"/>
                </a:lnTo>
                <a:lnTo>
                  <a:pt x="21085" y="149860"/>
                </a:lnTo>
                <a:lnTo>
                  <a:pt x="20293" y="165100"/>
                </a:lnTo>
                <a:lnTo>
                  <a:pt x="21005" y="179069"/>
                </a:lnTo>
                <a:lnTo>
                  <a:pt x="31583" y="220980"/>
                </a:lnTo>
                <a:lnTo>
                  <a:pt x="53303" y="256540"/>
                </a:lnTo>
                <a:lnTo>
                  <a:pt x="84665" y="284480"/>
                </a:lnTo>
                <a:lnTo>
                  <a:pt x="122267" y="302260"/>
                </a:lnTo>
                <a:lnTo>
                  <a:pt x="165585" y="309880"/>
                </a:lnTo>
                <a:lnTo>
                  <a:pt x="180498" y="308610"/>
                </a:lnTo>
                <a:lnTo>
                  <a:pt x="194975" y="306069"/>
                </a:lnTo>
                <a:lnTo>
                  <a:pt x="199633" y="304800"/>
                </a:lnTo>
                <a:lnTo>
                  <a:pt x="165331" y="304800"/>
                </a:lnTo>
                <a:lnTo>
                  <a:pt x="150929" y="303530"/>
                </a:lnTo>
                <a:lnTo>
                  <a:pt x="110634" y="293369"/>
                </a:lnTo>
                <a:lnTo>
                  <a:pt x="66325" y="262890"/>
                </a:lnTo>
                <a:lnTo>
                  <a:pt x="42012" y="231140"/>
                </a:lnTo>
                <a:lnTo>
                  <a:pt x="28091" y="191769"/>
                </a:lnTo>
                <a:lnTo>
                  <a:pt x="25366" y="163830"/>
                </a:lnTo>
                <a:lnTo>
                  <a:pt x="26158" y="149860"/>
                </a:lnTo>
                <a:lnTo>
                  <a:pt x="36643" y="110490"/>
                </a:lnTo>
                <a:lnTo>
                  <a:pt x="57825" y="76200"/>
                </a:lnTo>
                <a:lnTo>
                  <a:pt x="87599" y="49530"/>
                </a:lnTo>
                <a:lnTo>
                  <a:pt x="124717" y="31750"/>
                </a:lnTo>
                <a:lnTo>
                  <a:pt x="166602" y="25400"/>
                </a:lnTo>
                <a:lnTo>
                  <a:pt x="202691" y="25400"/>
                </a:lnTo>
                <a:lnTo>
                  <a:pt x="181258" y="21590"/>
                </a:lnTo>
                <a:lnTo>
                  <a:pt x="166347" y="20319"/>
                </a:lnTo>
                <a:close/>
              </a:path>
              <a:path w="332104" h="328929">
                <a:moveTo>
                  <a:pt x="202691" y="25400"/>
                </a:moveTo>
                <a:lnTo>
                  <a:pt x="166602" y="25400"/>
                </a:lnTo>
                <a:lnTo>
                  <a:pt x="194957" y="27940"/>
                </a:lnTo>
                <a:lnTo>
                  <a:pt x="208410" y="31750"/>
                </a:lnTo>
                <a:lnTo>
                  <a:pt x="244332" y="49530"/>
                </a:lnTo>
                <a:lnTo>
                  <a:pt x="274885" y="76200"/>
                </a:lnTo>
                <a:lnTo>
                  <a:pt x="295780" y="111760"/>
                </a:lnTo>
                <a:lnTo>
                  <a:pt x="305906" y="151130"/>
                </a:lnTo>
                <a:lnTo>
                  <a:pt x="306566" y="165100"/>
                </a:lnTo>
                <a:lnTo>
                  <a:pt x="305775" y="180340"/>
                </a:lnTo>
                <a:lnTo>
                  <a:pt x="295290" y="219710"/>
                </a:lnTo>
                <a:lnTo>
                  <a:pt x="274107" y="254000"/>
                </a:lnTo>
                <a:lnTo>
                  <a:pt x="244332" y="280669"/>
                </a:lnTo>
                <a:lnTo>
                  <a:pt x="207215" y="298450"/>
                </a:lnTo>
                <a:lnTo>
                  <a:pt x="165331" y="304800"/>
                </a:lnTo>
                <a:lnTo>
                  <a:pt x="199633" y="304800"/>
                </a:lnTo>
                <a:lnTo>
                  <a:pt x="247267" y="284480"/>
                </a:lnTo>
                <a:lnTo>
                  <a:pt x="278163" y="256540"/>
                </a:lnTo>
                <a:lnTo>
                  <a:pt x="300055" y="220980"/>
                </a:lnTo>
                <a:lnTo>
                  <a:pt x="310847" y="180340"/>
                </a:lnTo>
                <a:lnTo>
                  <a:pt x="311638" y="165100"/>
                </a:lnTo>
                <a:lnTo>
                  <a:pt x="310926" y="151130"/>
                </a:lnTo>
                <a:lnTo>
                  <a:pt x="300349" y="109219"/>
                </a:lnTo>
                <a:lnTo>
                  <a:pt x="278630" y="73660"/>
                </a:lnTo>
                <a:lnTo>
                  <a:pt x="247267" y="45719"/>
                </a:lnTo>
                <a:lnTo>
                  <a:pt x="209665" y="26669"/>
                </a:lnTo>
                <a:lnTo>
                  <a:pt x="2026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398277" y="3917673"/>
            <a:ext cx="539115" cy="185420"/>
          </a:xfrm>
          <a:custGeom>
            <a:avLst/>
            <a:gdLst/>
            <a:ahLst/>
            <a:cxnLst/>
            <a:rect l="l" t="t" r="r" b="b"/>
            <a:pathLst>
              <a:path w="539115" h="185420">
                <a:moveTo>
                  <a:pt x="0" y="185417"/>
                </a:moveTo>
                <a:lnTo>
                  <a:pt x="539106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154157" y="3917674"/>
            <a:ext cx="541020" cy="182880"/>
          </a:xfrm>
          <a:custGeom>
            <a:avLst/>
            <a:gdLst/>
            <a:ahLst/>
            <a:cxnLst/>
            <a:rect l="l" t="t" r="r" b="b"/>
            <a:pathLst>
              <a:path w="541020" h="182879">
                <a:moveTo>
                  <a:pt x="0" y="0"/>
                </a:moveTo>
                <a:lnTo>
                  <a:pt x="540456" y="182514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07829" y="4318045"/>
            <a:ext cx="273685" cy="191135"/>
          </a:xfrm>
          <a:custGeom>
            <a:avLst/>
            <a:gdLst/>
            <a:ahLst/>
            <a:cxnLst/>
            <a:rect l="l" t="t" r="r" b="b"/>
            <a:pathLst>
              <a:path w="273685" h="191135">
                <a:moveTo>
                  <a:pt x="273672" y="0"/>
                </a:moveTo>
                <a:lnTo>
                  <a:pt x="0" y="19060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398277" y="4318045"/>
            <a:ext cx="267970" cy="191135"/>
          </a:xfrm>
          <a:custGeom>
            <a:avLst/>
            <a:gdLst/>
            <a:ahLst/>
            <a:cxnLst/>
            <a:rect l="l" t="t" r="r" b="b"/>
            <a:pathLst>
              <a:path w="267970" h="191135">
                <a:moveTo>
                  <a:pt x="0" y="0"/>
                </a:moveTo>
                <a:lnTo>
                  <a:pt x="267455" y="19060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423632" y="4315142"/>
            <a:ext cx="271145" cy="193675"/>
          </a:xfrm>
          <a:custGeom>
            <a:avLst/>
            <a:gdLst/>
            <a:ahLst/>
            <a:cxnLst/>
            <a:rect l="l" t="t" r="r" b="b"/>
            <a:pathLst>
              <a:path w="271145" h="193675">
                <a:moveTo>
                  <a:pt x="270981" y="0"/>
                </a:moveTo>
                <a:lnTo>
                  <a:pt x="0" y="19351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911389" y="4315142"/>
            <a:ext cx="270510" cy="193675"/>
          </a:xfrm>
          <a:custGeom>
            <a:avLst/>
            <a:gdLst/>
            <a:ahLst/>
            <a:cxnLst/>
            <a:rect l="l" t="t" r="r" b="b"/>
            <a:pathLst>
              <a:path w="270509" h="193675">
                <a:moveTo>
                  <a:pt x="0" y="0"/>
                </a:moveTo>
                <a:lnTo>
                  <a:pt x="270146" y="19351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17533" y="4768128"/>
            <a:ext cx="81915" cy="216535"/>
          </a:xfrm>
          <a:custGeom>
            <a:avLst/>
            <a:gdLst/>
            <a:ahLst/>
            <a:cxnLst/>
            <a:rect l="l" t="t" r="r" b="b"/>
            <a:pathLst>
              <a:path w="81914" h="216535">
                <a:moveTo>
                  <a:pt x="81909" y="0"/>
                </a:moveTo>
                <a:lnTo>
                  <a:pt x="0" y="216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016217" y="4768128"/>
            <a:ext cx="80645" cy="216535"/>
          </a:xfrm>
          <a:custGeom>
            <a:avLst/>
            <a:gdLst/>
            <a:ahLst/>
            <a:cxnLst/>
            <a:rect l="l" t="t" r="r" b="b"/>
            <a:pathLst>
              <a:path w="80645" h="216535">
                <a:moveTo>
                  <a:pt x="0" y="0"/>
                </a:moveTo>
                <a:lnTo>
                  <a:pt x="80267" y="216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475434" y="4768128"/>
            <a:ext cx="81915" cy="216535"/>
          </a:xfrm>
          <a:custGeom>
            <a:avLst/>
            <a:gdLst/>
            <a:ahLst/>
            <a:cxnLst/>
            <a:rect l="l" t="t" r="r" b="b"/>
            <a:pathLst>
              <a:path w="81915" h="216535">
                <a:moveTo>
                  <a:pt x="81909" y="0"/>
                </a:moveTo>
                <a:lnTo>
                  <a:pt x="0" y="216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774119" y="4768128"/>
            <a:ext cx="80645" cy="216535"/>
          </a:xfrm>
          <a:custGeom>
            <a:avLst/>
            <a:gdLst/>
            <a:ahLst/>
            <a:cxnLst/>
            <a:rect l="l" t="t" r="r" b="b"/>
            <a:pathLst>
              <a:path w="80645" h="216535">
                <a:moveTo>
                  <a:pt x="0" y="0"/>
                </a:moveTo>
                <a:lnTo>
                  <a:pt x="80267" y="216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233336" y="4768128"/>
            <a:ext cx="81915" cy="216535"/>
          </a:xfrm>
          <a:custGeom>
            <a:avLst/>
            <a:gdLst/>
            <a:ahLst/>
            <a:cxnLst/>
            <a:rect l="l" t="t" r="r" b="b"/>
            <a:pathLst>
              <a:path w="81915" h="216535">
                <a:moveTo>
                  <a:pt x="81909" y="0"/>
                </a:moveTo>
                <a:lnTo>
                  <a:pt x="0" y="216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532021" y="4768128"/>
            <a:ext cx="80645" cy="216535"/>
          </a:xfrm>
          <a:custGeom>
            <a:avLst/>
            <a:gdLst/>
            <a:ahLst/>
            <a:cxnLst/>
            <a:rect l="l" t="t" r="r" b="b"/>
            <a:pathLst>
              <a:path w="80645" h="216535">
                <a:moveTo>
                  <a:pt x="0" y="0"/>
                </a:moveTo>
                <a:lnTo>
                  <a:pt x="80267" y="216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991239" y="4768128"/>
            <a:ext cx="81915" cy="216535"/>
          </a:xfrm>
          <a:custGeom>
            <a:avLst/>
            <a:gdLst/>
            <a:ahLst/>
            <a:cxnLst/>
            <a:rect l="l" t="t" r="r" b="b"/>
            <a:pathLst>
              <a:path w="81915" h="216535">
                <a:moveTo>
                  <a:pt x="81909" y="0"/>
                </a:moveTo>
                <a:lnTo>
                  <a:pt x="0" y="216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289925" y="4768128"/>
            <a:ext cx="80645" cy="216535"/>
          </a:xfrm>
          <a:custGeom>
            <a:avLst/>
            <a:gdLst/>
            <a:ahLst/>
            <a:cxnLst/>
            <a:rect l="l" t="t" r="r" b="b"/>
            <a:pathLst>
              <a:path w="80645" h="216535">
                <a:moveTo>
                  <a:pt x="0" y="0"/>
                </a:moveTo>
                <a:lnTo>
                  <a:pt x="80267" y="2162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2026-10-20T23:51:54Z</dcterms:created>
  <dcterms:modified xsi:type="dcterms:W3CDTF">2026-10-20T23:51:54Z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2021-02-23T00:00:00Z</vt:filetime>
  </property>
  <property fmtid="{D5CDD505-2E9C-101B-9397-08002B2CF9AE}" pid="3" name="LastSaved">
    <vt:filetime>2026-10-20T00:00:00Z</vt:filetime>
  </property>
</Properties>
</file>